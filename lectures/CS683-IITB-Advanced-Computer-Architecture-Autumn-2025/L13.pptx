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7713" r:id="rId3"/>
    <p:sldId id="7935" r:id="rId4"/>
    <p:sldId id="1104" r:id="rId5"/>
    <p:sldId id="1119" r:id="rId6"/>
    <p:sldId id="1120" r:id="rId7"/>
    <p:sldId id="1121" r:id="rId8"/>
    <p:sldId id="1122" r:id="rId9"/>
    <p:sldId id="1123" r:id="rId10"/>
    <p:sldId id="1124" r:id="rId11"/>
    <p:sldId id="1128" r:id="rId12"/>
    <p:sldId id="1129" r:id="rId13"/>
    <p:sldId id="1130" r:id="rId14"/>
    <p:sldId id="1131" r:id="rId15"/>
    <p:sldId id="1132" r:id="rId16"/>
    <p:sldId id="1133" r:id="rId17"/>
    <p:sldId id="1134" r:id="rId18"/>
    <p:sldId id="1135" r:id="rId19"/>
    <p:sldId id="1136" r:id="rId20"/>
    <p:sldId id="1138" r:id="rId21"/>
    <p:sldId id="1139" r:id="rId22"/>
    <p:sldId id="1140" r:id="rId23"/>
    <p:sldId id="1141" r:id="rId24"/>
    <p:sldId id="1142" r:id="rId25"/>
    <p:sldId id="1143" r:id="rId26"/>
    <p:sldId id="366" r:id="rId27"/>
    <p:sldId id="365" r:id="rId28"/>
    <p:sldId id="7958" r:id="rId29"/>
    <p:sldId id="7939" r:id="rId30"/>
    <p:sldId id="7940" r:id="rId31"/>
    <p:sldId id="7941" r:id="rId32"/>
    <p:sldId id="7942" r:id="rId33"/>
    <p:sldId id="7943" r:id="rId34"/>
    <p:sldId id="7944" r:id="rId35"/>
    <p:sldId id="7945" r:id="rId36"/>
    <p:sldId id="7947" r:id="rId37"/>
    <p:sldId id="7949" r:id="rId38"/>
    <p:sldId id="7950" r:id="rId39"/>
    <p:sldId id="795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6570D9B-885B-B074-7893-B71BE5DC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DF0896-5F17-5854-4A91-218A6D13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3785318-0ECC-0B67-17CA-097B830B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05757A-01EE-49A7-9E93-52FFB16EB9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018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949" y="4833257"/>
            <a:ext cx="10722595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L13: Cache Coherence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95CD-0312-FE71-0639-444E290F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Coherence vs Consistency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BE561-E3B5-04E7-E7CA-512929AA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81108-0B46-B63E-EF39-98B78A3E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B358BD8-A48F-C028-C5D3-224A048EEDDF}"/>
              </a:ext>
            </a:extLst>
          </p:cNvPr>
          <p:cNvSpPr txBox="1"/>
          <p:nvPr/>
        </p:nvSpPr>
        <p:spPr>
          <a:xfrm>
            <a:off x="1933145" y="1300102"/>
            <a:ext cx="7894955" cy="31718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indent="-342265">
              <a:spcBef>
                <a:spcPts val="38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Shared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memory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Verdana"/>
                <a:cs typeface="Verdana"/>
              </a:rPr>
              <a:t>systems:</a:t>
            </a:r>
            <a:endParaRPr sz="2400" dirty="0">
              <a:latin typeface="Verdana"/>
              <a:cs typeface="Verdana"/>
            </a:endParaRPr>
          </a:p>
          <a:p>
            <a:pPr marL="756285" lvl="1" indent="-287020"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Have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00000"/>
                </a:solidFill>
                <a:latin typeface="Verdana"/>
                <a:cs typeface="Verdana"/>
              </a:rPr>
              <a:t>multiple</a:t>
            </a:r>
            <a:r>
              <a:rPr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00000"/>
                </a:solidFill>
                <a:latin typeface="Verdana"/>
                <a:cs typeface="Verdana"/>
              </a:rPr>
              <a:t>private</a:t>
            </a:r>
            <a:r>
              <a:rPr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00000"/>
                </a:solidFill>
                <a:latin typeface="Verdana"/>
                <a:cs typeface="Verdana"/>
              </a:rPr>
              <a:t>caches</a:t>
            </a:r>
            <a:r>
              <a:rPr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for</a:t>
            </a:r>
            <a:r>
              <a:rPr spc="15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performance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reasons</a:t>
            </a:r>
            <a:endParaRPr dirty="0">
              <a:latin typeface="Verdana"/>
              <a:cs typeface="Verdana"/>
            </a:endParaRPr>
          </a:p>
          <a:p>
            <a:pPr marL="756285" lvl="1" indent="-287020">
              <a:spcBef>
                <a:spcPts val="220"/>
              </a:spcBef>
              <a:buChar char="–"/>
              <a:tabLst>
                <a:tab pos="756285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Need</a:t>
            </a:r>
            <a:r>
              <a:rPr spc="17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to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provide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the</a:t>
            </a:r>
            <a:r>
              <a:rPr spc="15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illusion</a:t>
            </a:r>
            <a:r>
              <a:rPr spc="13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of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a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single</a:t>
            </a:r>
            <a:r>
              <a:rPr spc="16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shared</a:t>
            </a:r>
            <a:r>
              <a:rPr spc="14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memory</a:t>
            </a:r>
            <a:endParaRPr dirty="0">
              <a:latin typeface="Verdana"/>
              <a:cs typeface="Verdana"/>
            </a:endParaRPr>
          </a:p>
          <a:p>
            <a:pPr lvl="1">
              <a:spcBef>
                <a:spcPts val="1595"/>
              </a:spcBef>
              <a:buClr>
                <a:srgbClr val="551179"/>
              </a:buClr>
              <a:buFont typeface="Verdana"/>
              <a:buChar char="–"/>
            </a:pPr>
            <a:endParaRPr dirty="0">
              <a:latin typeface="Verdana"/>
              <a:cs typeface="Verdana"/>
            </a:endParaRPr>
          </a:p>
          <a:p>
            <a:pPr marL="354965" marR="5080" indent="-342900">
              <a:lnSpc>
                <a:spcPts val="259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Intuition: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read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should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return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Verdana"/>
                <a:cs typeface="Verdana"/>
              </a:rPr>
              <a:t>recently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written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Verdana"/>
                <a:cs typeface="Verdana"/>
              </a:rPr>
              <a:t>value</a:t>
            </a:r>
            <a:endParaRPr sz="2400" dirty="0">
              <a:latin typeface="Verdana"/>
              <a:cs typeface="Verdana"/>
            </a:endParaRPr>
          </a:p>
          <a:p>
            <a:pPr marL="756285" lvl="1" indent="-287020">
              <a:spcBef>
                <a:spcPts val="180"/>
              </a:spcBef>
              <a:buChar char="–"/>
              <a:tabLst>
                <a:tab pos="756285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What</a:t>
            </a:r>
            <a:r>
              <a:rPr spc="-2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is</a:t>
            </a:r>
            <a:r>
              <a:rPr spc="-1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“most</a:t>
            </a:r>
            <a:r>
              <a:rPr spc="-1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recent”?</a:t>
            </a:r>
            <a:endParaRPr dirty="0">
              <a:latin typeface="Verdana"/>
              <a:cs typeface="Verdana"/>
            </a:endParaRPr>
          </a:p>
          <a:p>
            <a:pPr lvl="1">
              <a:spcBef>
                <a:spcPts val="480"/>
              </a:spcBef>
              <a:buClr>
                <a:srgbClr val="551179"/>
              </a:buClr>
              <a:buFont typeface="Verdana"/>
              <a:buChar char="–"/>
            </a:pPr>
            <a:endParaRPr dirty="0">
              <a:latin typeface="Verdana"/>
              <a:cs typeface="Verdana"/>
            </a:endParaRPr>
          </a:p>
          <a:p>
            <a:pPr marL="354965" indent="-342265">
              <a:buChar char="•"/>
              <a:tabLst>
                <a:tab pos="354965" algn="l"/>
              </a:tabLst>
            </a:pPr>
            <a:r>
              <a:rPr sz="2400" spc="-10" dirty="0">
                <a:latin typeface="Verdana"/>
                <a:cs typeface="Verdana"/>
              </a:rPr>
              <a:t>Formally: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ECCE8AF-133E-D495-C9D7-F352EA3014F5}"/>
              </a:ext>
            </a:extLst>
          </p:cNvPr>
          <p:cNvSpPr txBox="1"/>
          <p:nvPr/>
        </p:nvSpPr>
        <p:spPr>
          <a:xfrm>
            <a:off x="2288286" y="4476750"/>
            <a:ext cx="7139940" cy="609600"/>
          </a:xfrm>
          <a:prstGeom prst="rect">
            <a:avLst/>
          </a:prstGeom>
          <a:ln w="25907">
            <a:solidFill>
              <a:srgbClr val="00AF5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00685" indent="-286385">
              <a:spcBef>
                <a:spcPts val="75"/>
              </a:spcBef>
              <a:buChar char="–"/>
              <a:tabLst>
                <a:tab pos="400685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Coherence:</a:t>
            </a:r>
            <a:r>
              <a:rPr spc="17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What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values</a:t>
            </a:r>
            <a:r>
              <a:rPr spc="16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can</a:t>
            </a:r>
            <a:r>
              <a:rPr spc="16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a</a:t>
            </a:r>
            <a:r>
              <a:rPr spc="15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read</a:t>
            </a:r>
            <a:r>
              <a:rPr spc="16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return?</a:t>
            </a:r>
            <a:endParaRPr>
              <a:latin typeface="Verdana"/>
              <a:cs typeface="Verdana"/>
            </a:endParaRPr>
          </a:p>
          <a:p>
            <a:pPr marL="800100" lvl="1" indent="-228600">
              <a:spcBef>
                <a:spcPts val="215"/>
              </a:spcBef>
              <a:buChar char="•"/>
              <a:tabLst>
                <a:tab pos="800100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Concerns</a:t>
            </a:r>
            <a:r>
              <a:rPr spc="15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reads/writes</a:t>
            </a:r>
            <a:r>
              <a:rPr spc="17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to</a:t>
            </a:r>
            <a:r>
              <a:rPr spc="16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a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single</a:t>
            </a:r>
            <a:r>
              <a:rPr spc="17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memory</a:t>
            </a:r>
            <a:r>
              <a:rPr spc="14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location</a:t>
            </a:r>
            <a:endParaRPr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117E5F5-6668-BCB7-9FE9-271FE4ADE5FC}"/>
              </a:ext>
            </a:extLst>
          </p:cNvPr>
          <p:cNvSpPr txBox="1"/>
          <p:nvPr/>
        </p:nvSpPr>
        <p:spPr>
          <a:xfrm>
            <a:off x="2390345" y="5049237"/>
            <a:ext cx="672274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9085" indent="-286385">
              <a:spcBef>
                <a:spcPts val="320"/>
              </a:spcBef>
              <a:buChar char="–"/>
              <a:tabLst>
                <a:tab pos="299085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Consistency:</a:t>
            </a:r>
            <a:r>
              <a:rPr spc="13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When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do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writes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become</a:t>
            </a:r>
            <a:r>
              <a:rPr spc="15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visible</a:t>
            </a:r>
            <a:r>
              <a:rPr spc="14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to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reads?</a:t>
            </a:r>
            <a:endParaRPr dirty="0">
              <a:latin typeface="Verdana"/>
              <a:cs typeface="Verdana"/>
            </a:endParaRPr>
          </a:p>
          <a:p>
            <a:pPr marL="698500" lvl="1" indent="-228600">
              <a:spcBef>
                <a:spcPts val="215"/>
              </a:spcBef>
              <a:buChar char="•"/>
              <a:tabLst>
                <a:tab pos="698500" algn="l"/>
              </a:tabLst>
            </a:pP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Concerns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reads/writes</a:t>
            </a:r>
            <a:r>
              <a:rPr spc="15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to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multiple</a:t>
            </a:r>
            <a:r>
              <a:rPr spc="145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551179"/>
                </a:solidFill>
                <a:latin typeface="Verdana"/>
                <a:cs typeface="Verdana"/>
              </a:rPr>
              <a:t>memory</a:t>
            </a:r>
            <a:r>
              <a:rPr spc="140" dirty="0">
                <a:solidFill>
                  <a:srgbClr val="55117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551179"/>
                </a:solidFill>
                <a:latin typeface="Verdana"/>
                <a:cs typeface="Verdana"/>
              </a:rPr>
              <a:t>locations</a:t>
            </a:r>
            <a:endParaRPr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4772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F037-C4AD-4630-85B9-AB01F824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25C67-8C73-4789-8464-BC314AC0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C4BF6B0A-D7C0-4F1E-80CB-2E0AC5078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37160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C637312C-76BC-4E74-9DD1-341D2AFCA8E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667000"/>
            <a:ext cx="1674813" cy="1141413"/>
            <a:chOff x="1008" y="1680"/>
            <a:chExt cx="1055" cy="719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36AFA052-41DA-4515-8424-8E7349FE9A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5" cy="239"/>
              <a:chOff x="1008" y="1920"/>
              <a:chExt cx="1055" cy="239"/>
            </a:xfrm>
          </p:grpSpPr>
          <p:sp>
            <p:nvSpPr>
              <p:cNvPr id="15" name="Rectangle 5">
                <a:extLst>
                  <a:ext uri="{FF2B5EF4-FFF2-40B4-BE49-F238E27FC236}">
                    <a16:creationId xmlns:a16="http://schemas.microsoft.com/office/drawing/2014/main" id="{2D54CC0F-CF3E-4619-995E-53E0D3C16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2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6" name="Rectangle 6">
                <a:extLst>
                  <a:ext uri="{FF2B5EF4-FFF2-40B4-BE49-F238E27FC236}">
                    <a16:creationId xmlns:a16="http://schemas.microsoft.com/office/drawing/2014/main" id="{C8CAD40C-9238-4711-A6B7-2EF14867C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92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306FBBB-538B-4152-9484-6278980955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160"/>
              <a:ext cx="1055" cy="239"/>
              <a:chOff x="1008" y="2160"/>
              <a:chExt cx="1055" cy="239"/>
            </a:xfrm>
          </p:grpSpPr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B9709CB3-0347-4016-BE1A-817843524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16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0AEAC7BA-C0A5-48E7-B3EE-FDD226740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16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79B7E69-8A3F-4512-BD3B-584BAB06E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680"/>
              <a:ext cx="1055" cy="239"/>
              <a:chOff x="1008" y="1680"/>
              <a:chExt cx="1055" cy="239"/>
            </a:xfrm>
          </p:grpSpPr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A347EADA-218B-4891-AAFB-17D08F7C0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68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E5F207E4-7339-4C20-9970-B4DC55817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68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</p:grpSp>
      <p:sp>
        <p:nvSpPr>
          <p:cNvPr id="17" name="Line 13">
            <a:extLst>
              <a:ext uri="{FF2B5EF4-FFF2-40B4-BE49-F238E27FC236}">
                <a16:creationId xmlns:a16="http://schemas.microsoft.com/office/drawing/2014/main" id="{8EE80E0B-B8D4-46CC-9827-972E45529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6220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Oval 14">
            <a:extLst>
              <a:ext uri="{FF2B5EF4-FFF2-40B4-BE49-F238E27FC236}">
                <a16:creationId xmlns:a16="http://schemas.microsoft.com/office/drawing/2014/main" id="{00BA7B84-301B-4621-B1CD-63114F1B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37160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F872E986-A885-4D24-9D23-1FCB8FEC1636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429000"/>
            <a:ext cx="1674813" cy="379413"/>
            <a:chOff x="3936" y="2160"/>
            <a:chExt cx="1055" cy="239"/>
          </a:xfrm>
        </p:grpSpPr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DA42EDAB-82CE-46CD-81D6-6F6A9B53A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32F09997-DCDB-408A-AFA0-2150E4144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D38A6CBF-AF51-4165-9D8C-EF9A5756968B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667000"/>
            <a:ext cx="1674813" cy="379413"/>
            <a:chOff x="3936" y="1680"/>
            <a:chExt cx="1055" cy="239"/>
          </a:xfrm>
        </p:grpSpPr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5F93AC6D-D4A8-4A4C-B95F-A70288A6C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66051227-E87A-4F39-BC73-72C6060CC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5" name="Line 21">
            <a:extLst>
              <a:ext uri="{FF2B5EF4-FFF2-40B4-BE49-F238E27FC236}">
                <a16:creationId xmlns:a16="http://schemas.microsoft.com/office/drawing/2014/main" id="{A9F05D5F-FC1D-485D-9D12-88AF5F8DD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36220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6" name="Group 22">
            <a:extLst>
              <a:ext uri="{FF2B5EF4-FFF2-40B4-BE49-F238E27FC236}">
                <a16:creationId xmlns:a16="http://schemas.microsoft.com/office/drawing/2014/main" id="{D53320F3-E6FE-415D-AD6C-4D7C5D69C0AA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371600"/>
            <a:ext cx="1674813" cy="2435225"/>
            <a:chOff x="2496" y="864"/>
            <a:chExt cx="1055" cy="1534"/>
          </a:xfrm>
        </p:grpSpPr>
        <p:sp>
          <p:nvSpPr>
            <p:cNvPr id="27" name="Oval 23">
              <a:extLst>
                <a:ext uri="{FF2B5EF4-FFF2-40B4-BE49-F238E27FC236}">
                  <a16:creationId xmlns:a16="http://schemas.microsoft.com/office/drawing/2014/main" id="{FB15461F-C275-4584-924B-BE5451F8D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8" name="Group 24">
              <a:extLst>
                <a:ext uri="{FF2B5EF4-FFF2-40B4-BE49-F238E27FC236}">
                  <a16:creationId xmlns:a16="http://schemas.microsoft.com/office/drawing/2014/main" id="{CBB6B7FA-3E5B-427D-8C6C-08B6D40E0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30" name="Group 25">
                <a:extLst>
                  <a:ext uri="{FF2B5EF4-FFF2-40B4-BE49-F238E27FC236}">
                    <a16:creationId xmlns:a16="http://schemas.microsoft.com/office/drawing/2014/main" id="{69B4A4C5-8DB0-4D4A-BEDB-B877C6C71E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7" name="Rectangle 26">
                  <a:extLst>
                    <a:ext uri="{FF2B5EF4-FFF2-40B4-BE49-F238E27FC236}">
                      <a16:creationId xmlns:a16="http://schemas.microsoft.com/office/drawing/2014/main" id="{0F9021F7-6E0A-4591-8DB8-9DCCD4E9A4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8" name="Rectangle 27">
                  <a:extLst>
                    <a:ext uri="{FF2B5EF4-FFF2-40B4-BE49-F238E27FC236}">
                      <a16:creationId xmlns:a16="http://schemas.microsoft.com/office/drawing/2014/main" id="{F3F80C6B-952E-49FB-85A3-7267A9AA16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1" name="Group 28">
                <a:extLst>
                  <a:ext uri="{FF2B5EF4-FFF2-40B4-BE49-F238E27FC236}">
                    <a16:creationId xmlns:a16="http://schemas.microsoft.com/office/drawing/2014/main" id="{D72EB665-74CD-4523-90BF-51F03E9331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5" name="Rectangle 29">
                  <a:extLst>
                    <a:ext uri="{FF2B5EF4-FFF2-40B4-BE49-F238E27FC236}">
                      <a16:creationId xmlns:a16="http://schemas.microsoft.com/office/drawing/2014/main" id="{4045177E-39CD-4931-B9EA-6EA34117E4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10E96754-4991-4640-AC69-142D46E135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77973B4-ED5D-40BB-AF28-D027D4A30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6E7DA6F-1979-4CB2-900B-29FAA172B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751BADD6-203A-4693-88EC-F5AC59BF12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8228C0CE-0F18-4C86-A008-F31A8DDBD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 Box 35">
            <a:extLst>
              <a:ext uri="{FF2B5EF4-FFF2-40B4-BE49-F238E27FC236}">
                <a16:creationId xmlns:a16="http://schemas.microsoft.com/office/drawing/2014/main" id="{79C7D04F-CBFB-4939-9C8C-078E695CB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63" y="2698750"/>
            <a:ext cx="1130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7C9EFCD3-2507-4CD4-821C-61226021A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1960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1190667B-1637-40CF-B859-A8058BDD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4038600"/>
            <a:ext cx="741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Bus</a:t>
            </a:r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9E6BF586-A5DD-44C5-B155-824E64D23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1020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197FCA1D-9182-46B8-8CB7-0D4C60868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79120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4" name="Rectangle 40">
            <a:extLst>
              <a:ext uri="{FF2B5EF4-FFF2-40B4-BE49-F238E27FC236}">
                <a16:creationId xmlns:a16="http://schemas.microsoft.com/office/drawing/2014/main" id="{A37226A8-35BA-48B3-9BD4-A5DE15F23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02920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5" name="AutoShape 41">
            <a:extLst>
              <a:ext uri="{FF2B5EF4-FFF2-40B4-BE49-F238E27FC236}">
                <a16:creationId xmlns:a16="http://schemas.microsoft.com/office/drawing/2014/main" id="{56DA3EEC-AA26-495E-90A8-9DE5B48F2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724400"/>
            <a:ext cx="1447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LLC/DRAM</a:t>
            </a:r>
          </a:p>
        </p:txBody>
      </p:sp>
      <p:grpSp>
        <p:nvGrpSpPr>
          <p:cNvPr id="46" name="Group 42">
            <a:extLst>
              <a:ext uri="{FF2B5EF4-FFF2-40B4-BE49-F238E27FC236}">
                <a16:creationId xmlns:a16="http://schemas.microsoft.com/office/drawing/2014/main" id="{C6F38419-E12F-4880-82F0-290FC843B93C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810000"/>
            <a:ext cx="4722813" cy="608013"/>
            <a:chOff x="1488" y="2400"/>
            <a:chExt cx="2975" cy="383"/>
          </a:xfrm>
        </p:grpSpPr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32359A7D-BDBB-4F1F-A58F-3742467DB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6825C00C-8B6E-48FB-8463-43979D346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F4D01ED1-2D50-4C2D-9BB4-7EB469AB2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Line 46">
            <a:extLst>
              <a:ext uri="{FF2B5EF4-FFF2-40B4-BE49-F238E27FC236}">
                <a16:creationId xmlns:a16="http://schemas.microsoft.com/office/drawing/2014/main" id="{A0CCD367-ED19-4FC9-8DDF-F11CCAF2C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1960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3677D76D-CEDF-4949-A944-7E5EC5D02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04800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08BA05DC-1361-4249-8DEF-CBB188D24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304800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DC7F25D-0E48-CB80-BC2B-15FA0047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9313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B7E5-8EC8-4905-90A8-08E03885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BBB5F-D70D-4DED-AE0B-243DA6C2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8" name="Oval 2">
            <a:extLst>
              <a:ext uri="{FF2B5EF4-FFF2-40B4-BE49-F238E27FC236}">
                <a16:creationId xmlns:a16="http://schemas.microsoft.com/office/drawing/2014/main" id="{E4D56B5F-B126-4920-B999-E0EA42E7B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38826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E6729C57-179C-48FC-A12F-58F90428EE0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064668"/>
            <a:ext cx="1674813" cy="379413"/>
            <a:chOff x="1008" y="1920"/>
            <a:chExt cx="1055" cy="239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7E025FE2-2C44-45EB-B586-BDD6DA981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1" name="Rectangle 5">
              <a:extLst>
                <a:ext uri="{FF2B5EF4-FFF2-40B4-BE49-F238E27FC236}">
                  <a16:creationId xmlns:a16="http://schemas.microsoft.com/office/drawing/2014/main" id="{0974ECF9-84BB-4753-90DC-81C04D286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2" name="Group 6">
            <a:extLst>
              <a:ext uri="{FF2B5EF4-FFF2-40B4-BE49-F238E27FC236}">
                <a16:creationId xmlns:a16="http://schemas.microsoft.com/office/drawing/2014/main" id="{8C6F3DB7-D2E2-4BA8-B9F7-5DD968054CCA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445668"/>
            <a:ext cx="1674813" cy="379413"/>
            <a:chOff x="1008" y="2160"/>
            <a:chExt cx="1055" cy="239"/>
          </a:xfrm>
        </p:grpSpPr>
        <p:sp>
          <p:nvSpPr>
            <p:cNvPr id="63" name="Rectangle 7">
              <a:extLst>
                <a:ext uri="{FF2B5EF4-FFF2-40B4-BE49-F238E27FC236}">
                  <a16:creationId xmlns:a16="http://schemas.microsoft.com/office/drawing/2014/main" id="{976DC3AC-8AFA-49FD-B73D-B79D704AC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4" name="Rectangle 8">
              <a:extLst>
                <a:ext uri="{FF2B5EF4-FFF2-40B4-BE49-F238E27FC236}">
                  <a16:creationId xmlns:a16="http://schemas.microsoft.com/office/drawing/2014/main" id="{5C160AEA-2917-4AA1-A9EC-03711BE37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5" name="Group 9">
            <a:extLst>
              <a:ext uri="{FF2B5EF4-FFF2-40B4-BE49-F238E27FC236}">
                <a16:creationId xmlns:a16="http://schemas.microsoft.com/office/drawing/2014/main" id="{75DD865C-4015-461A-BEDF-6897D5ED2E8F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683668"/>
            <a:ext cx="1674813" cy="379413"/>
            <a:chOff x="1008" y="1680"/>
            <a:chExt cx="1055" cy="239"/>
          </a:xfrm>
        </p:grpSpPr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DA7C0EA2-64BC-409C-BC66-9FE34F4BC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7" name="Rectangle 11">
              <a:extLst>
                <a:ext uri="{FF2B5EF4-FFF2-40B4-BE49-F238E27FC236}">
                  <a16:creationId xmlns:a16="http://schemas.microsoft.com/office/drawing/2014/main" id="{D740C8EE-8737-4A71-9096-2FE621587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68" name="Line 12">
            <a:extLst>
              <a:ext uri="{FF2B5EF4-FFF2-40B4-BE49-F238E27FC236}">
                <a16:creationId xmlns:a16="http://schemas.microsoft.com/office/drawing/2014/main" id="{0AD75432-A2DD-49DD-AB58-23A8D82D3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788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9" name="Oval 13">
            <a:extLst>
              <a:ext uri="{FF2B5EF4-FFF2-40B4-BE49-F238E27FC236}">
                <a16:creationId xmlns:a16="http://schemas.microsoft.com/office/drawing/2014/main" id="{A0A95801-F84C-47FF-8A11-AD67F6419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38826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70" name="Group 14">
            <a:extLst>
              <a:ext uri="{FF2B5EF4-FFF2-40B4-BE49-F238E27FC236}">
                <a16:creationId xmlns:a16="http://schemas.microsoft.com/office/drawing/2014/main" id="{EBDA364E-136E-4B21-96FA-553AE4B63DB0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445668"/>
            <a:ext cx="1674813" cy="379413"/>
            <a:chOff x="3936" y="2160"/>
            <a:chExt cx="1055" cy="239"/>
          </a:xfrm>
        </p:grpSpPr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8B50FE37-F114-4913-A1E4-0B8C6BF8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2" name="Rectangle 16">
              <a:extLst>
                <a:ext uri="{FF2B5EF4-FFF2-40B4-BE49-F238E27FC236}">
                  <a16:creationId xmlns:a16="http://schemas.microsoft.com/office/drawing/2014/main" id="{C71ED7D6-7994-4C43-A2A7-A1486591D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73" name="Group 17">
            <a:extLst>
              <a:ext uri="{FF2B5EF4-FFF2-40B4-BE49-F238E27FC236}">
                <a16:creationId xmlns:a16="http://schemas.microsoft.com/office/drawing/2014/main" id="{4F93722C-ED50-4C26-BC24-E2C11DF7AC64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683668"/>
            <a:ext cx="1674813" cy="379413"/>
            <a:chOff x="3936" y="1680"/>
            <a:chExt cx="1055" cy="239"/>
          </a:xfrm>
        </p:grpSpPr>
        <p:sp>
          <p:nvSpPr>
            <p:cNvPr id="74" name="Rectangle 18">
              <a:extLst>
                <a:ext uri="{FF2B5EF4-FFF2-40B4-BE49-F238E27FC236}">
                  <a16:creationId xmlns:a16="http://schemas.microsoft.com/office/drawing/2014/main" id="{05DAB124-A6FD-40A7-BA85-5D9763B16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5" name="Rectangle 19">
              <a:extLst>
                <a:ext uri="{FF2B5EF4-FFF2-40B4-BE49-F238E27FC236}">
                  <a16:creationId xmlns:a16="http://schemas.microsoft.com/office/drawing/2014/main" id="{64DB3DC0-CBD0-41B3-80D4-A05C5E30E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6" name="Line 20">
            <a:extLst>
              <a:ext uri="{FF2B5EF4-FFF2-40B4-BE49-F238E27FC236}">
                <a16:creationId xmlns:a16="http://schemas.microsoft.com/office/drawing/2014/main" id="{1194FECB-86DB-4C4C-AFEC-F4867EEE7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3788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7" name="Group 21">
            <a:extLst>
              <a:ext uri="{FF2B5EF4-FFF2-40B4-BE49-F238E27FC236}">
                <a16:creationId xmlns:a16="http://schemas.microsoft.com/office/drawing/2014/main" id="{0E08939C-3B1D-4CE2-980B-98FABD4EA0E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388268"/>
            <a:ext cx="1674813" cy="2435225"/>
            <a:chOff x="2496" y="864"/>
            <a:chExt cx="1055" cy="1534"/>
          </a:xfrm>
        </p:grpSpPr>
        <p:sp>
          <p:nvSpPr>
            <p:cNvPr id="78" name="Oval 22">
              <a:extLst>
                <a:ext uri="{FF2B5EF4-FFF2-40B4-BE49-F238E27FC236}">
                  <a16:creationId xmlns:a16="http://schemas.microsoft.com/office/drawing/2014/main" id="{776AF1E4-CC88-41BD-81F4-A9A472991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79" name="Group 23">
              <a:extLst>
                <a:ext uri="{FF2B5EF4-FFF2-40B4-BE49-F238E27FC236}">
                  <a16:creationId xmlns:a16="http://schemas.microsoft.com/office/drawing/2014/main" id="{C3AEEF64-126B-4A09-8C14-2599C1E45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81" name="Group 24">
                <a:extLst>
                  <a:ext uri="{FF2B5EF4-FFF2-40B4-BE49-F238E27FC236}">
                    <a16:creationId xmlns:a16="http://schemas.microsoft.com/office/drawing/2014/main" id="{2A8AC78B-D75C-45A5-93D5-B379A2FCCC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88" name="Rectangle 25">
                  <a:extLst>
                    <a:ext uri="{FF2B5EF4-FFF2-40B4-BE49-F238E27FC236}">
                      <a16:creationId xmlns:a16="http://schemas.microsoft.com/office/drawing/2014/main" id="{8FBA3552-956D-4178-9B02-185162CA0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9" name="Rectangle 26">
                  <a:extLst>
                    <a:ext uri="{FF2B5EF4-FFF2-40B4-BE49-F238E27FC236}">
                      <a16:creationId xmlns:a16="http://schemas.microsoft.com/office/drawing/2014/main" id="{ECCEE23E-CFFE-44BC-A840-A17C4A2395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82" name="Group 27">
                <a:extLst>
                  <a:ext uri="{FF2B5EF4-FFF2-40B4-BE49-F238E27FC236}">
                    <a16:creationId xmlns:a16="http://schemas.microsoft.com/office/drawing/2014/main" id="{DF5F9D66-4E61-488D-8A44-6006D752D8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86" name="Rectangle 28">
                  <a:extLst>
                    <a:ext uri="{FF2B5EF4-FFF2-40B4-BE49-F238E27FC236}">
                      <a16:creationId xmlns:a16="http://schemas.microsoft.com/office/drawing/2014/main" id="{11CA4DB8-7B62-4712-BDA1-5A04A3866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7" name="Rectangle 29">
                  <a:extLst>
                    <a:ext uri="{FF2B5EF4-FFF2-40B4-BE49-F238E27FC236}">
                      <a16:creationId xmlns:a16="http://schemas.microsoft.com/office/drawing/2014/main" id="{740A257A-727C-4344-939A-517D4C40A7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8EC823C4-F0C4-47B6-9512-4716530B8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3868FE45-10A1-41C4-ACAD-53E090C8B1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30311C69-7D45-4503-BF30-025CE7C7E1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80" name="Line 33">
              <a:extLst>
                <a:ext uri="{FF2B5EF4-FFF2-40B4-BE49-F238E27FC236}">
                  <a16:creationId xmlns:a16="http://schemas.microsoft.com/office/drawing/2014/main" id="{01214DAB-F2A2-4D37-B43F-7A5702E12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0" name="Line 34">
            <a:extLst>
              <a:ext uri="{FF2B5EF4-FFF2-40B4-BE49-F238E27FC236}">
                <a16:creationId xmlns:a16="http://schemas.microsoft.com/office/drawing/2014/main" id="{66308373-2AE9-4678-B6CC-45B8F58DC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36268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1" name="Rectangle 35">
            <a:extLst>
              <a:ext uri="{FF2B5EF4-FFF2-40B4-BE49-F238E27FC236}">
                <a16:creationId xmlns:a16="http://schemas.microsoft.com/office/drawing/2014/main" id="{F4CA9864-AA93-429E-A9EC-63BF137A9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268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92" name="Rectangle 36">
            <a:extLst>
              <a:ext uri="{FF2B5EF4-FFF2-40B4-BE49-F238E27FC236}">
                <a16:creationId xmlns:a16="http://schemas.microsoft.com/office/drawing/2014/main" id="{5512808C-D511-48DA-8685-15AC4F385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8078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3" name="Rectangle 37">
            <a:extLst>
              <a:ext uri="{FF2B5EF4-FFF2-40B4-BE49-F238E27FC236}">
                <a16:creationId xmlns:a16="http://schemas.microsoft.com/office/drawing/2014/main" id="{68E28B56-A79F-42FC-B353-617C380F6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0458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4" name="Line 39">
            <a:extLst>
              <a:ext uri="{FF2B5EF4-FFF2-40B4-BE49-F238E27FC236}">
                <a16:creationId xmlns:a16="http://schemas.microsoft.com/office/drawing/2014/main" id="{F86F4DAC-D31B-4F90-A15E-E61A9F475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362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5" name="Rectangle 40">
            <a:extLst>
              <a:ext uri="{FF2B5EF4-FFF2-40B4-BE49-F238E27FC236}">
                <a16:creationId xmlns:a16="http://schemas.microsoft.com/office/drawing/2014/main" id="{94874318-4E77-454D-BD2A-40D9ABA99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0646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6" name="Rectangle 41">
            <a:extLst>
              <a:ext uri="{FF2B5EF4-FFF2-40B4-BE49-F238E27FC236}">
                <a16:creationId xmlns:a16="http://schemas.microsoft.com/office/drawing/2014/main" id="{AC52791E-DEA5-4008-B895-F1F2772E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3064668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grpSp>
        <p:nvGrpSpPr>
          <p:cNvPr id="97" name="Group 42">
            <a:extLst>
              <a:ext uri="{FF2B5EF4-FFF2-40B4-BE49-F238E27FC236}">
                <a16:creationId xmlns:a16="http://schemas.microsoft.com/office/drawing/2014/main" id="{678D8285-0F0D-4B43-AD76-CC32554D30E4}"/>
              </a:ext>
            </a:extLst>
          </p:cNvPr>
          <p:cNvGrpSpPr>
            <a:grpSpLocks/>
          </p:cNvGrpSpPr>
          <p:nvPr/>
        </p:nvGrpSpPr>
        <p:grpSpPr bwMode="auto">
          <a:xfrm>
            <a:off x="2676525" y="3059906"/>
            <a:ext cx="3430588" cy="2365375"/>
            <a:chOff x="966" y="1917"/>
            <a:chExt cx="2161" cy="1490"/>
          </a:xfrm>
        </p:grpSpPr>
        <p:grpSp>
          <p:nvGrpSpPr>
            <p:cNvPr id="98" name="Group 43">
              <a:extLst>
                <a:ext uri="{FF2B5EF4-FFF2-40B4-BE49-F238E27FC236}">
                  <a16:creationId xmlns:a16="http://schemas.microsoft.com/office/drawing/2014/main" id="{52A91306-84E0-43A5-B2EF-0CA6909392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6" y="1917"/>
              <a:ext cx="2161" cy="1490"/>
              <a:chOff x="966" y="1917"/>
              <a:chExt cx="2161" cy="1490"/>
            </a:xfrm>
          </p:grpSpPr>
          <p:sp>
            <p:nvSpPr>
              <p:cNvPr id="100" name="Freeform 44">
                <a:extLst>
                  <a:ext uri="{FF2B5EF4-FFF2-40B4-BE49-F238E27FC236}">
                    <a16:creationId xmlns:a16="http://schemas.microsoft.com/office/drawing/2014/main" id="{89425C2F-4CE0-4045-BFCB-474DDF40C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" y="2160"/>
                <a:ext cx="1951" cy="1247"/>
              </a:xfrm>
              <a:custGeom>
                <a:avLst/>
                <a:gdLst>
                  <a:gd name="T0" fmla="*/ 1738 w 1952"/>
                  <a:gd name="T1" fmla="*/ 1234 h 1248"/>
                  <a:gd name="T2" fmla="*/ 1690 w 1952"/>
                  <a:gd name="T3" fmla="*/ 658 h 1248"/>
                  <a:gd name="T4" fmla="*/ 264 w 1952"/>
                  <a:gd name="T5" fmla="*/ 576 h 1248"/>
                  <a:gd name="T6" fmla="*/ 120 w 1952"/>
                  <a:gd name="T7" fmla="*/ 0 h 12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52"/>
                  <a:gd name="T13" fmla="*/ 0 h 1248"/>
                  <a:gd name="T14" fmla="*/ 1952 w 1952"/>
                  <a:gd name="T15" fmla="*/ 1248 h 12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52" h="1248">
                    <a:moveTo>
                      <a:pt x="1752" y="1248"/>
                    </a:moveTo>
                    <a:cubicBezTo>
                      <a:pt x="1852" y="1016"/>
                      <a:pt x="1952" y="784"/>
                      <a:pt x="1704" y="672"/>
                    </a:cubicBezTo>
                    <a:cubicBezTo>
                      <a:pt x="1456" y="560"/>
                      <a:pt x="528" y="688"/>
                      <a:pt x="264" y="576"/>
                    </a:cubicBezTo>
                    <a:cubicBezTo>
                      <a:pt x="0" y="464"/>
                      <a:pt x="60" y="232"/>
                      <a:pt x="120" y="0"/>
                    </a:cubicBezTo>
                  </a:path>
                </a:pathLst>
              </a:custGeom>
              <a:noFill/>
              <a:ln w="3816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1" name="Text Box 45">
                <a:extLst>
                  <a:ext uri="{FF2B5EF4-FFF2-40B4-BE49-F238E27FC236}">
                    <a16:creationId xmlns:a16="http://schemas.microsoft.com/office/drawing/2014/main" id="{55B2CE40-3823-46A3-BC64-65B1241098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6" y="1917"/>
                <a:ext cx="866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</a:rPr>
                  <a:t>sum =0</a:t>
                </a:r>
              </a:p>
            </p:txBody>
          </p:sp>
        </p:grpSp>
        <p:sp>
          <p:nvSpPr>
            <p:cNvPr id="99" name="Text Box 46">
              <a:extLst>
                <a:ext uri="{FF2B5EF4-FFF2-40B4-BE49-F238E27FC236}">
                  <a16:creationId xmlns:a16="http://schemas.microsoft.com/office/drawing/2014/main" id="{CDD06384-45E6-45EE-AC4A-8CFCA0965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920"/>
              <a:ext cx="24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V</a:t>
              </a:r>
            </a:p>
          </p:txBody>
        </p:sp>
      </p:grpSp>
      <p:grpSp>
        <p:nvGrpSpPr>
          <p:cNvPr id="102" name="Group 47">
            <a:extLst>
              <a:ext uri="{FF2B5EF4-FFF2-40B4-BE49-F238E27FC236}">
                <a16:creationId xmlns:a16="http://schemas.microsoft.com/office/drawing/2014/main" id="{7A17C5E7-C852-4B4E-BFEE-01EE6ACF4C78}"/>
              </a:ext>
            </a:extLst>
          </p:cNvPr>
          <p:cNvGrpSpPr>
            <a:grpSpLocks/>
          </p:cNvGrpSpPr>
          <p:nvPr/>
        </p:nvGrpSpPr>
        <p:grpSpPr bwMode="auto">
          <a:xfrm>
            <a:off x="1641475" y="1921668"/>
            <a:ext cx="4071938" cy="3503613"/>
            <a:chOff x="314" y="1200"/>
            <a:chExt cx="2565" cy="2207"/>
          </a:xfrm>
        </p:grpSpPr>
        <p:sp>
          <p:nvSpPr>
            <p:cNvPr id="103" name="Freeform 48">
              <a:extLst>
                <a:ext uri="{FF2B5EF4-FFF2-40B4-BE49-F238E27FC236}">
                  <a16:creationId xmlns:a16="http://schemas.microsoft.com/office/drawing/2014/main" id="{7330F025-C01F-4E01-B5FC-8F8E702B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1288"/>
              <a:ext cx="2127" cy="2119"/>
            </a:xfrm>
            <a:custGeom>
              <a:avLst/>
              <a:gdLst>
                <a:gd name="T0" fmla="*/ 448 w 2128"/>
                <a:gd name="T1" fmla="*/ 56 h 2120"/>
                <a:gd name="T2" fmla="*/ 400 w 2128"/>
                <a:gd name="T3" fmla="*/ 56 h 2120"/>
                <a:gd name="T4" fmla="*/ 64 w 2128"/>
                <a:gd name="T5" fmla="*/ 392 h 2120"/>
                <a:gd name="T6" fmla="*/ 256 w 2128"/>
                <a:gd name="T7" fmla="*/ 776 h 2120"/>
                <a:gd name="T8" fmla="*/ 16 w 2128"/>
                <a:gd name="T9" fmla="*/ 1194 h 2120"/>
                <a:gd name="T10" fmla="*/ 352 w 2128"/>
                <a:gd name="T11" fmla="*/ 1530 h 2120"/>
                <a:gd name="T12" fmla="*/ 1826 w 2128"/>
                <a:gd name="T13" fmla="*/ 1530 h 2120"/>
                <a:gd name="T14" fmla="*/ 2066 w 2128"/>
                <a:gd name="T15" fmla="*/ 2106 h 21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28"/>
                <a:gd name="T25" fmla="*/ 0 h 2120"/>
                <a:gd name="T26" fmla="*/ 2128 w 2128"/>
                <a:gd name="T27" fmla="*/ 2120 h 21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28" h="2120">
                  <a:moveTo>
                    <a:pt x="448" y="56"/>
                  </a:moveTo>
                  <a:cubicBezTo>
                    <a:pt x="456" y="28"/>
                    <a:pt x="464" y="0"/>
                    <a:pt x="400" y="56"/>
                  </a:cubicBezTo>
                  <a:cubicBezTo>
                    <a:pt x="336" y="112"/>
                    <a:pt x="88" y="272"/>
                    <a:pt x="64" y="392"/>
                  </a:cubicBezTo>
                  <a:cubicBezTo>
                    <a:pt x="40" y="512"/>
                    <a:pt x="264" y="640"/>
                    <a:pt x="256" y="776"/>
                  </a:cubicBezTo>
                  <a:cubicBezTo>
                    <a:pt x="248" y="912"/>
                    <a:pt x="0" y="1080"/>
                    <a:pt x="16" y="1208"/>
                  </a:cubicBezTo>
                  <a:cubicBezTo>
                    <a:pt x="32" y="1336"/>
                    <a:pt x="48" y="1488"/>
                    <a:pt x="352" y="1544"/>
                  </a:cubicBezTo>
                  <a:cubicBezTo>
                    <a:pt x="656" y="1600"/>
                    <a:pt x="1552" y="1448"/>
                    <a:pt x="1840" y="1544"/>
                  </a:cubicBezTo>
                  <a:cubicBezTo>
                    <a:pt x="2128" y="1640"/>
                    <a:pt x="2104" y="1880"/>
                    <a:pt x="2080" y="212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4" name="Text Box 49">
              <a:extLst>
                <a:ext uri="{FF2B5EF4-FFF2-40B4-BE49-F238E27FC236}">
                  <a16:creationId xmlns:a16="http://schemas.microsoft.com/office/drawing/2014/main" id="{F78665E6-6DBB-4899-B3BA-037B9CE1F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" y="1200"/>
              <a:ext cx="93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rd &amp;sum</a:t>
              </a:r>
            </a:p>
          </p:txBody>
        </p:sp>
      </p:grpSp>
      <p:grpSp>
        <p:nvGrpSpPr>
          <p:cNvPr id="105" name="Group 50">
            <a:extLst>
              <a:ext uri="{FF2B5EF4-FFF2-40B4-BE49-F238E27FC236}">
                <a16:creationId xmlns:a16="http://schemas.microsoft.com/office/drawing/2014/main" id="{9720D0AA-9BF5-4055-96C4-58A7C807ACF1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826668"/>
            <a:ext cx="4722813" cy="608013"/>
            <a:chOff x="1488" y="2400"/>
            <a:chExt cx="2975" cy="383"/>
          </a:xfrm>
        </p:grpSpPr>
        <p:sp>
          <p:nvSpPr>
            <p:cNvPr id="106" name="Line 51">
              <a:extLst>
                <a:ext uri="{FF2B5EF4-FFF2-40B4-BE49-F238E27FC236}">
                  <a16:creationId xmlns:a16="http://schemas.microsoft.com/office/drawing/2014/main" id="{9EC654BB-13D9-4AEF-ADEC-1CB9B017B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Line 52">
              <a:extLst>
                <a:ext uri="{FF2B5EF4-FFF2-40B4-BE49-F238E27FC236}">
                  <a16:creationId xmlns:a16="http://schemas.microsoft.com/office/drawing/2014/main" id="{0ACB8D7C-DF96-41CE-8AEA-306C69E88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Line 53">
              <a:extLst>
                <a:ext uri="{FF2B5EF4-FFF2-40B4-BE49-F238E27FC236}">
                  <a16:creationId xmlns:a16="http://schemas.microsoft.com/office/drawing/2014/main" id="{FAC069C6-8CFB-46B3-AE60-4CC898F7B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9" name="AutoShape 41">
            <a:extLst>
              <a:ext uri="{FF2B5EF4-FFF2-40B4-BE49-F238E27FC236}">
                <a16:creationId xmlns:a16="http://schemas.microsoft.com/office/drawing/2014/main" id="{5C11AAAE-587B-4B12-97FB-A0752E7DA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741068"/>
            <a:ext cx="1447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6BE6FC-E05E-F8BA-17DD-6F41F1415673}"/>
              </a:ext>
            </a:extLst>
          </p:cNvPr>
          <p:cNvSpPr txBox="1">
            <a:spLocks/>
          </p:cNvSpPr>
          <p:nvPr/>
        </p:nvSpPr>
        <p:spPr>
          <a:xfrm>
            <a:off x="2773680" y="6508750"/>
            <a:ext cx="5532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63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533C-744A-4737-A79A-D0090528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72881-47A7-4B41-B365-91889483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D98B93A0-1BFD-4405-9CA6-6FD77831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38826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20C4BFE3-2BA3-4A67-8312-8C6EADDF172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064668"/>
            <a:ext cx="1674813" cy="379413"/>
            <a:chOff x="1008" y="1920"/>
            <a:chExt cx="1055" cy="23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0993DAD7-6A54-4C40-90A0-1C9646AE2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64DD4051-1642-453D-B4E0-2F2536B0B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84D923DC-9B80-489D-A781-92BB35C9147C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445668"/>
            <a:ext cx="1674813" cy="379413"/>
            <a:chOff x="1008" y="2160"/>
            <a:chExt cx="1055" cy="239"/>
          </a:xfrm>
        </p:grpSpPr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BCDF3EEF-5E81-4BC9-BCFA-1B3D79778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1467915-C403-45BA-9038-A72ED50F1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D8C348F2-0D68-47C9-AAF6-D0B7E1E859B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683668"/>
            <a:ext cx="1674813" cy="379413"/>
            <a:chOff x="1008" y="1680"/>
            <a:chExt cx="1055" cy="239"/>
          </a:xfrm>
        </p:grpSpPr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369D31DB-A426-41CA-B1BA-60F5B6F81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BF81F415-3D4F-4256-A25E-037C36F62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6" name="Line 11">
            <a:extLst>
              <a:ext uri="{FF2B5EF4-FFF2-40B4-BE49-F238E27FC236}">
                <a16:creationId xmlns:a16="http://schemas.microsoft.com/office/drawing/2014/main" id="{87EAF215-DA89-4E78-8751-1398D708A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788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" name="Oval 12">
            <a:extLst>
              <a:ext uri="{FF2B5EF4-FFF2-40B4-BE49-F238E27FC236}">
                <a16:creationId xmlns:a16="http://schemas.microsoft.com/office/drawing/2014/main" id="{EBF3828C-F8DC-4D10-B1B4-0CFFD49B0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38826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8" name="Group 13">
            <a:extLst>
              <a:ext uri="{FF2B5EF4-FFF2-40B4-BE49-F238E27FC236}">
                <a16:creationId xmlns:a16="http://schemas.microsoft.com/office/drawing/2014/main" id="{72509371-F542-455B-B6B1-F0D95B0C1FD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445668"/>
            <a:ext cx="1674813" cy="379413"/>
            <a:chOff x="3936" y="2160"/>
            <a:chExt cx="1055" cy="239"/>
          </a:xfrm>
        </p:grpSpPr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376F483F-7FD7-496D-8826-6D7BC452D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F22C51A7-2E80-4A25-8D42-00171DE4C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21" name="Group 16">
            <a:extLst>
              <a:ext uri="{FF2B5EF4-FFF2-40B4-BE49-F238E27FC236}">
                <a16:creationId xmlns:a16="http://schemas.microsoft.com/office/drawing/2014/main" id="{A6F831AF-CD32-4152-A18F-899B03FAA295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683668"/>
            <a:ext cx="1674813" cy="379413"/>
            <a:chOff x="3936" y="1680"/>
            <a:chExt cx="1055" cy="239"/>
          </a:xfrm>
        </p:grpSpPr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B89EEB60-7D41-456C-A69F-0926E11AC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E12DC0C2-B62B-4AE7-84E3-FE60195EB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4" name="Line 19">
            <a:extLst>
              <a:ext uri="{FF2B5EF4-FFF2-40B4-BE49-F238E27FC236}">
                <a16:creationId xmlns:a16="http://schemas.microsoft.com/office/drawing/2014/main" id="{EAC039CB-57B2-4164-82F1-22318D291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3788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5" name="Group 20">
            <a:extLst>
              <a:ext uri="{FF2B5EF4-FFF2-40B4-BE49-F238E27FC236}">
                <a16:creationId xmlns:a16="http://schemas.microsoft.com/office/drawing/2014/main" id="{C81414CF-B6EA-430C-B0A5-5F3801FFDD9B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388268"/>
            <a:ext cx="1674813" cy="2435225"/>
            <a:chOff x="2496" y="864"/>
            <a:chExt cx="1055" cy="1534"/>
          </a:xfrm>
        </p:grpSpPr>
        <p:sp>
          <p:nvSpPr>
            <p:cNvPr id="26" name="Oval 21">
              <a:extLst>
                <a:ext uri="{FF2B5EF4-FFF2-40B4-BE49-F238E27FC236}">
                  <a16:creationId xmlns:a16="http://schemas.microsoft.com/office/drawing/2014/main" id="{05802A12-8A49-43AE-8A8B-1DB6A484D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7" name="Group 22">
              <a:extLst>
                <a:ext uri="{FF2B5EF4-FFF2-40B4-BE49-F238E27FC236}">
                  <a16:creationId xmlns:a16="http://schemas.microsoft.com/office/drawing/2014/main" id="{9C921462-E398-4B44-ABD9-A6F00B161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29" name="Group 23">
                <a:extLst>
                  <a:ext uri="{FF2B5EF4-FFF2-40B4-BE49-F238E27FC236}">
                    <a16:creationId xmlns:a16="http://schemas.microsoft.com/office/drawing/2014/main" id="{70579E02-9248-4618-912A-BCC266897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6" name="Rectangle 24">
                  <a:extLst>
                    <a:ext uri="{FF2B5EF4-FFF2-40B4-BE49-F238E27FC236}">
                      <a16:creationId xmlns:a16="http://schemas.microsoft.com/office/drawing/2014/main" id="{25A26675-0228-4DB8-B79A-C0057847F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7" name="Rectangle 25">
                  <a:extLst>
                    <a:ext uri="{FF2B5EF4-FFF2-40B4-BE49-F238E27FC236}">
                      <a16:creationId xmlns:a16="http://schemas.microsoft.com/office/drawing/2014/main" id="{5372F5C8-B627-444E-8663-72A5A6B1A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0" name="Group 26">
                <a:extLst>
                  <a:ext uri="{FF2B5EF4-FFF2-40B4-BE49-F238E27FC236}">
                    <a16:creationId xmlns:a16="http://schemas.microsoft.com/office/drawing/2014/main" id="{20114C16-F015-4014-B629-63C59FB3CD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4" name="Rectangle 27">
                  <a:extLst>
                    <a:ext uri="{FF2B5EF4-FFF2-40B4-BE49-F238E27FC236}">
                      <a16:creationId xmlns:a16="http://schemas.microsoft.com/office/drawing/2014/main" id="{3002677A-571C-4B14-BED7-51C504181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5" name="Rectangle 28">
                  <a:extLst>
                    <a:ext uri="{FF2B5EF4-FFF2-40B4-BE49-F238E27FC236}">
                      <a16:creationId xmlns:a16="http://schemas.microsoft.com/office/drawing/2014/main" id="{24FEE032-586A-430C-B057-FB2AF03BF2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270FEBD-1BB9-4E0A-88CA-A5F0D95BC4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793CDB9-1B5D-4B19-9BD3-E33F7090C4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8F227E0D-0E23-43AE-9B25-68FEF4F9E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2EA9EB6D-9009-4ED1-AB3A-78EE8DD5A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Line 33">
            <a:extLst>
              <a:ext uri="{FF2B5EF4-FFF2-40B4-BE49-F238E27FC236}">
                <a16:creationId xmlns:a16="http://schemas.microsoft.com/office/drawing/2014/main" id="{BF5ACA41-68DC-465B-AA01-8E2A31662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36268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" name="Rectangle 34">
            <a:extLst>
              <a:ext uri="{FF2B5EF4-FFF2-40B4-BE49-F238E27FC236}">
                <a16:creationId xmlns:a16="http://schemas.microsoft.com/office/drawing/2014/main" id="{F38F7642-6EB6-473B-86CE-1C2DD61A3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268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AA79A8E4-0BEC-4BA7-A07D-653CE07C1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8078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" name="Rectangle 36">
            <a:extLst>
              <a:ext uri="{FF2B5EF4-FFF2-40B4-BE49-F238E27FC236}">
                <a16:creationId xmlns:a16="http://schemas.microsoft.com/office/drawing/2014/main" id="{D84C3E6A-0C11-40BE-90E5-9EA64A29D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0458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AutoShape 37">
            <a:extLst>
              <a:ext uri="{FF2B5EF4-FFF2-40B4-BE49-F238E27FC236}">
                <a16:creationId xmlns:a16="http://schemas.microsoft.com/office/drawing/2014/main" id="{13BB0973-1F25-446B-937B-956093F3A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41068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3" name="Line 38">
            <a:extLst>
              <a:ext uri="{FF2B5EF4-FFF2-40B4-BE49-F238E27FC236}">
                <a16:creationId xmlns:a16="http://schemas.microsoft.com/office/drawing/2014/main" id="{B586C39B-990B-46BD-93A2-EA79EE939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362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Rectangle 39">
            <a:extLst>
              <a:ext uri="{FF2B5EF4-FFF2-40B4-BE49-F238E27FC236}">
                <a16:creationId xmlns:a16="http://schemas.microsoft.com/office/drawing/2014/main" id="{CF105856-F185-4DA6-84BA-E96BF4417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0646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5" name="Rectangle 40">
            <a:extLst>
              <a:ext uri="{FF2B5EF4-FFF2-40B4-BE49-F238E27FC236}">
                <a16:creationId xmlns:a16="http://schemas.microsoft.com/office/drawing/2014/main" id="{21C59738-01DA-45AF-95B6-16A457863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3064668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D3BD65DD-8B9C-4B91-876D-F82A85A6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3" y="3064668"/>
            <a:ext cx="10191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47" name="Text Box 42">
            <a:extLst>
              <a:ext uri="{FF2B5EF4-FFF2-40B4-BE49-F238E27FC236}">
                <a16:creationId xmlns:a16="http://schemas.microsoft.com/office/drawing/2014/main" id="{7A4C0525-378A-47E4-B04C-69108D216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064668"/>
            <a:ext cx="3571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48" name="Text Box 43">
            <a:extLst>
              <a:ext uri="{FF2B5EF4-FFF2-40B4-BE49-F238E27FC236}">
                <a16:creationId xmlns:a16="http://schemas.microsoft.com/office/drawing/2014/main" id="{FA8F20A6-A50D-4738-8706-9196D587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3064668"/>
            <a:ext cx="2778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49" name="Text Box 44">
            <a:extLst>
              <a:ext uri="{FF2B5EF4-FFF2-40B4-BE49-F238E27FC236}">
                <a16:creationId xmlns:a16="http://schemas.microsoft.com/office/drawing/2014/main" id="{432AE301-2294-4F1A-B3D4-650310ED1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3064668"/>
            <a:ext cx="2778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0" name="Freeform 45">
            <a:extLst>
              <a:ext uri="{FF2B5EF4-FFF2-40B4-BE49-F238E27FC236}">
                <a16:creationId xmlns:a16="http://schemas.microsoft.com/office/drawing/2014/main" id="{6A6F2419-1DEA-4A2F-B512-0C3B1737AFD5}"/>
              </a:ext>
            </a:extLst>
          </p:cNvPr>
          <p:cNvSpPr>
            <a:spLocks/>
          </p:cNvSpPr>
          <p:nvPr/>
        </p:nvSpPr>
        <p:spPr bwMode="auto">
          <a:xfrm>
            <a:off x="4572000" y="1896268"/>
            <a:ext cx="838200" cy="1320800"/>
          </a:xfrm>
          <a:custGeom>
            <a:avLst/>
            <a:gdLst>
              <a:gd name="T0" fmla="*/ 2147483647 w 528"/>
              <a:gd name="T1" fmla="*/ 2147483647 h 832"/>
              <a:gd name="T2" fmla="*/ 2147483647 w 528"/>
              <a:gd name="T3" fmla="*/ 2147483647 h 832"/>
              <a:gd name="T4" fmla="*/ 2147483647 w 528"/>
              <a:gd name="T5" fmla="*/ 2147483647 h 832"/>
              <a:gd name="T6" fmla="*/ 2147483647 w 528"/>
              <a:gd name="T7" fmla="*/ 2147483647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832"/>
              <a:gd name="T14" fmla="*/ 528 w 528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832">
                <a:moveTo>
                  <a:pt x="496" y="64"/>
                </a:moveTo>
                <a:cubicBezTo>
                  <a:pt x="512" y="32"/>
                  <a:pt x="528" y="0"/>
                  <a:pt x="448" y="64"/>
                </a:cubicBezTo>
                <a:cubicBezTo>
                  <a:pt x="368" y="128"/>
                  <a:pt x="32" y="320"/>
                  <a:pt x="16" y="448"/>
                </a:cubicBezTo>
                <a:cubicBezTo>
                  <a:pt x="0" y="576"/>
                  <a:pt x="176" y="704"/>
                  <a:pt x="352" y="832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51" name="Group 52">
            <a:extLst>
              <a:ext uri="{FF2B5EF4-FFF2-40B4-BE49-F238E27FC236}">
                <a16:creationId xmlns:a16="http://schemas.microsoft.com/office/drawing/2014/main" id="{BABB38BB-9278-4293-B745-F95180B7CE79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826668"/>
            <a:ext cx="4722813" cy="608013"/>
            <a:chOff x="1488" y="2400"/>
            <a:chExt cx="2975" cy="383"/>
          </a:xfrm>
        </p:grpSpPr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6791DE9F-D6DB-4566-A33E-9565192B0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Line 54">
              <a:extLst>
                <a:ext uri="{FF2B5EF4-FFF2-40B4-BE49-F238E27FC236}">
                  <a16:creationId xmlns:a16="http://schemas.microsoft.com/office/drawing/2014/main" id="{CAED8D85-5B89-47C8-976B-0A276F0D3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065CF969-97D5-45C9-A497-777557024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5" name="Text Box 49">
            <a:extLst>
              <a:ext uri="{FF2B5EF4-FFF2-40B4-BE49-F238E27FC236}">
                <a16:creationId xmlns:a16="http://schemas.microsoft.com/office/drawing/2014/main" id="{30CAB3AC-2279-4853-9BE5-61F3B6B7B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691481"/>
            <a:ext cx="14827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rd &amp;sum</a:t>
            </a:r>
          </a:p>
        </p:txBody>
      </p:sp>
      <p:sp>
        <p:nvSpPr>
          <p:cNvPr id="56" name="Text Box 41">
            <a:extLst>
              <a:ext uri="{FF2B5EF4-FFF2-40B4-BE49-F238E27FC236}">
                <a16:creationId xmlns:a16="http://schemas.microsoft.com/office/drawing/2014/main" id="{521EE6E1-1F2E-4D7D-82F4-8A4B3EA47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2988468"/>
            <a:ext cx="10191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57" name="Text Box 42">
            <a:extLst>
              <a:ext uri="{FF2B5EF4-FFF2-40B4-BE49-F238E27FC236}">
                <a16:creationId xmlns:a16="http://schemas.microsoft.com/office/drawing/2014/main" id="{60FF2E8A-441A-4BFA-B3B4-21A980E9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5" y="2988468"/>
            <a:ext cx="3571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58" name="Freeform 44">
            <a:extLst>
              <a:ext uri="{FF2B5EF4-FFF2-40B4-BE49-F238E27FC236}">
                <a16:creationId xmlns:a16="http://schemas.microsoft.com/office/drawing/2014/main" id="{E5E43B23-326D-4CA2-BA8C-3DAB443D7A58}"/>
              </a:ext>
            </a:extLst>
          </p:cNvPr>
          <p:cNvSpPr>
            <a:spLocks/>
          </p:cNvSpPr>
          <p:nvPr/>
        </p:nvSpPr>
        <p:spPr bwMode="auto">
          <a:xfrm>
            <a:off x="5562600" y="3445668"/>
            <a:ext cx="838200" cy="1979613"/>
          </a:xfrm>
          <a:custGeom>
            <a:avLst/>
            <a:gdLst>
              <a:gd name="T0" fmla="*/ 2147483647 w 1952"/>
              <a:gd name="T1" fmla="*/ 2147483647 h 1248"/>
              <a:gd name="T2" fmla="*/ 2147483647 w 1952"/>
              <a:gd name="T3" fmla="*/ 2147483647 h 1248"/>
              <a:gd name="T4" fmla="*/ 2147483647 w 1952"/>
              <a:gd name="T5" fmla="*/ 2147483647 h 1248"/>
              <a:gd name="T6" fmla="*/ 2147483647 w 1952"/>
              <a:gd name="T7" fmla="*/ 0 h 1248"/>
              <a:gd name="T8" fmla="*/ 0 60000 65536"/>
              <a:gd name="T9" fmla="*/ 0 60000 65536"/>
              <a:gd name="T10" fmla="*/ 0 60000 65536"/>
              <a:gd name="T11" fmla="*/ 0 60000 65536"/>
              <a:gd name="T12" fmla="*/ 0 w 1952"/>
              <a:gd name="T13" fmla="*/ 0 h 1248"/>
              <a:gd name="T14" fmla="*/ 1952 w 1952"/>
              <a:gd name="T15" fmla="*/ 1248 h 12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52" h="1248">
                <a:moveTo>
                  <a:pt x="1752" y="1248"/>
                </a:moveTo>
                <a:cubicBezTo>
                  <a:pt x="1852" y="1016"/>
                  <a:pt x="1952" y="784"/>
                  <a:pt x="1704" y="672"/>
                </a:cubicBezTo>
                <a:cubicBezTo>
                  <a:pt x="1456" y="560"/>
                  <a:pt x="528" y="688"/>
                  <a:pt x="264" y="576"/>
                </a:cubicBezTo>
                <a:cubicBezTo>
                  <a:pt x="0" y="464"/>
                  <a:pt x="60" y="232"/>
                  <a:pt x="120" y="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058230-4AEB-0858-558D-7BEA6067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96866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6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A850-83BA-4210-AF26-A4FD012C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C0406-7178-4952-996C-414D213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B394F9E0-0B05-4046-A1D3-607CED6E7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40096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0C635E60-965F-4E9A-BA88-564084C9699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077368"/>
            <a:ext cx="1674813" cy="379413"/>
            <a:chOff x="1008" y="1920"/>
            <a:chExt cx="1055" cy="23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E662533D-6D5A-4C35-AD5D-F1C221D5B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DC815084-DB54-4CF4-B50F-4A3AC208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4D491C30-4ABD-4AAA-B5B1-DCCC0C56F29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458368"/>
            <a:ext cx="1674813" cy="379413"/>
            <a:chOff x="1008" y="2160"/>
            <a:chExt cx="1055" cy="239"/>
          </a:xfrm>
        </p:grpSpPr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B6A3234E-895F-4817-8923-30BA3F240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253EB4D7-B431-48A4-B3DC-C078D511D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601096D8-7314-42B9-9B93-04C6391B599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696368"/>
            <a:ext cx="1674813" cy="379413"/>
            <a:chOff x="1008" y="1680"/>
            <a:chExt cx="1055" cy="239"/>
          </a:xfrm>
        </p:grpSpPr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843CE32-3B4F-4AFA-A3C0-5D4747C5F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9D616BFD-7C2F-46EE-BC24-1AA18B1C3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6" name="Line 11">
            <a:extLst>
              <a:ext uri="{FF2B5EF4-FFF2-40B4-BE49-F238E27FC236}">
                <a16:creationId xmlns:a16="http://schemas.microsoft.com/office/drawing/2014/main" id="{B2D28BFE-CA87-48AF-AEBC-E90D6AFAF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915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" name="Oval 12">
            <a:extLst>
              <a:ext uri="{FF2B5EF4-FFF2-40B4-BE49-F238E27FC236}">
                <a16:creationId xmlns:a16="http://schemas.microsoft.com/office/drawing/2014/main" id="{CB33343B-461B-4D63-896F-8BFE2465B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40096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8" name="Group 13">
            <a:extLst>
              <a:ext uri="{FF2B5EF4-FFF2-40B4-BE49-F238E27FC236}">
                <a16:creationId xmlns:a16="http://schemas.microsoft.com/office/drawing/2014/main" id="{3DF06610-2CA8-4356-BD0B-002BC5E05252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458368"/>
            <a:ext cx="1674813" cy="379413"/>
            <a:chOff x="3936" y="2160"/>
            <a:chExt cx="1055" cy="239"/>
          </a:xfrm>
        </p:grpSpPr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CECF6AF8-1040-4B75-A6AE-588A72144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1E923C2B-CADF-4EE8-BF22-1A5B806E2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21" name="Group 16">
            <a:extLst>
              <a:ext uri="{FF2B5EF4-FFF2-40B4-BE49-F238E27FC236}">
                <a16:creationId xmlns:a16="http://schemas.microsoft.com/office/drawing/2014/main" id="{E90DF41C-0A95-4278-9DB3-031CB4576F17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696368"/>
            <a:ext cx="1674813" cy="379413"/>
            <a:chOff x="3936" y="1680"/>
            <a:chExt cx="1055" cy="239"/>
          </a:xfrm>
        </p:grpSpPr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EAF976EC-4A99-494B-9E6A-2E6C07AEA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BE803FCD-7E57-46C4-9A7D-AD1C3AD26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4" name="Line 19">
            <a:extLst>
              <a:ext uri="{FF2B5EF4-FFF2-40B4-BE49-F238E27FC236}">
                <a16:creationId xmlns:a16="http://schemas.microsoft.com/office/drawing/2014/main" id="{15F16278-1213-4F5D-A16B-CF7F73BF8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3915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5" name="Group 20">
            <a:extLst>
              <a:ext uri="{FF2B5EF4-FFF2-40B4-BE49-F238E27FC236}">
                <a16:creationId xmlns:a16="http://schemas.microsoft.com/office/drawing/2014/main" id="{1439F2D3-4592-427D-B10D-5BD8F849E91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400968"/>
            <a:ext cx="1674813" cy="2435225"/>
            <a:chOff x="2496" y="864"/>
            <a:chExt cx="1055" cy="1534"/>
          </a:xfrm>
        </p:grpSpPr>
        <p:sp>
          <p:nvSpPr>
            <p:cNvPr id="26" name="Oval 21">
              <a:extLst>
                <a:ext uri="{FF2B5EF4-FFF2-40B4-BE49-F238E27FC236}">
                  <a16:creationId xmlns:a16="http://schemas.microsoft.com/office/drawing/2014/main" id="{50A9B7C2-4B18-4489-A28F-7183E9409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7" name="Group 22">
              <a:extLst>
                <a:ext uri="{FF2B5EF4-FFF2-40B4-BE49-F238E27FC236}">
                  <a16:creationId xmlns:a16="http://schemas.microsoft.com/office/drawing/2014/main" id="{54A95FC2-FFF8-4E5E-BBAA-A7F1E37DE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29" name="Group 23">
                <a:extLst>
                  <a:ext uri="{FF2B5EF4-FFF2-40B4-BE49-F238E27FC236}">
                    <a16:creationId xmlns:a16="http://schemas.microsoft.com/office/drawing/2014/main" id="{EF609B33-0E56-465E-8B11-A6945343BA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6" name="Rectangle 24">
                  <a:extLst>
                    <a:ext uri="{FF2B5EF4-FFF2-40B4-BE49-F238E27FC236}">
                      <a16:creationId xmlns:a16="http://schemas.microsoft.com/office/drawing/2014/main" id="{223161A3-2700-47B5-BC41-F280617ED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7" name="Rectangle 25">
                  <a:extLst>
                    <a:ext uri="{FF2B5EF4-FFF2-40B4-BE49-F238E27FC236}">
                      <a16:creationId xmlns:a16="http://schemas.microsoft.com/office/drawing/2014/main" id="{E982BD2D-2647-494A-A64C-14800E201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0" name="Group 26">
                <a:extLst>
                  <a:ext uri="{FF2B5EF4-FFF2-40B4-BE49-F238E27FC236}">
                    <a16:creationId xmlns:a16="http://schemas.microsoft.com/office/drawing/2014/main" id="{7EB3C60F-3C50-45AB-A987-05CDDC3916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4" name="Rectangle 27">
                  <a:extLst>
                    <a:ext uri="{FF2B5EF4-FFF2-40B4-BE49-F238E27FC236}">
                      <a16:creationId xmlns:a16="http://schemas.microsoft.com/office/drawing/2014/main" id="{29AC8BA0-96AC-4DB1-A14C-12DA84EAD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5" name="Rectangle 28">
                  <a:extLst>
                    <a:ext uri="{FF2B5EF4-FFF2-40B4-BE49-F238E27FC236}">
                      <a16:creationId xmlns:a16="http://schemas.microsoft.com/office/drawing/2014/main" id="{EC9B0189-7DC9-4788-87D4-FA55FECFDE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CC4D1C9-7863-4518-A52A-EA879346C8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AE647CF-93F0-432C-802C-8590BC6CAF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3CCC976D-EFE3-45BB-8E82-157401F44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4AB349CA-E6C5-47C6-975F-79BE40238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Line 33">
            <a:extLst>
              <a:ext uri="{FF2B5EF4-FFF2-40B4-BE49-F238E27FC236}">
                <a16:creationId xmlns:a16="http://schemas.microsoft.com/office/drawing/2014/main" id="{3920FA24-E6C4-4511-94A8-D9D374E49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48968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" name="Rectangle 34">
            <a:extLst>
              <a:ext uri="{FF2B5EF4-FFF2-40B4-BE49-F238E27FC236}">
                <a16:creationId xmlns:a16="http://schemas.microsoft.com/office/drawing/2014/main" id="{D5691C82-E17F-4606-94C1-661739BC9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395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05FA067D-DB8F-4E33-8370-B156885ED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8205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" name="Rectangle 36">
            <a:extLst>
              <a:ext uri="{FF2B5EF4-FFF2-40B4-BE49-F238E27FC236}">
                <a16:creationId xmlns:a16="http://schemas.microsoft.com/office/drawing/2014/main" id="{53D6D3F5-4477-4B61-BF18-278FB0AC5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0585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AutoShape 37">
            <a:extLst>
              <a:ext uri="{FF2B5EF4-FFF2-40B4-BE49-F238E27FC236}">
                <a16:creationId xmlns:a16="http://schemas.microsoft.com/office/drawing/2014/main" id="{D0AC2004-D353-4A34-BE92-082F682F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753768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3" name="Line 38">
            <a:extLst>
              <a:ext uri="{FF2B5EF4-FFF2-40B4-BE49-F238E27FC236}">
                <a16:creationId xmlns:a16="http://schemas.microsoft.com/office/drawing/2014/main" id="{63F651E2-1BA9-4CEC-9322-670032FA0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4896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Rectangle 39">
            <a:extLst>
              <a:ext uri="{FF2B5EF4-FFF2-40B4-BE49-F238E27FC236}">
                <a16:creationId xmlns:a16="http://schemas.microsoft.com/office/drawing/2014/main" id="{FE9EA7F7-5FAD-4886-AE84-894008653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07736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5" name="Rectangle 40">
            <a:extLst>
              <a:ext uri="{FF2B5EF4-FFF2-40B4-BE49-F238E27FC236}">
                <a16:creationId xmlns:a16="http://schemas.microsoft.com/office/drawing/2014/main" id="{A1FB5D01-C2DD-4847-9D88-540400F38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3077368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8A2C29D8-FB2C-4C74-827A-C93EE8E65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3" y="3077368"/>
            <a:ext cx="1279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47" name="Text Box 42">
            <a:extLst>
              <a:ext uri="{FF2B5EF4-FFF2-40B4-BE49-F238E27FC236}">
                <a16:creationId xmlns:a16="http://schemas.microsoft.com/office/drawing/2014/main" id="{A0F8A774-452B-4D2B-9C34-9F0FCC184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077368"/>
            <a:ext cx="388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48" name="Text Box 43">
            <a:extLst>
              <a:ext uri="{FF2B5EF4-FFF2-40B4-BE49-F238E27FC236}">
                <a16:creationId xmlns:a16="http://schemas.microsoft.com/office/drawing/2014/main" id="{EDFDBB40-15F8-4992-858C-D5AF7A426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3077368"/>
            <a:ext cx="2778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49" name="Text Box 44">
            <a:extLst>
              <a:ext uri="{FF2B5EF4-FFF2-40B4-BE49-F238E27FC236}">
                <a16:creationId xmlns:a16="http://schemas.microsoft.com/office/drawing/2014/main" id="{BCC47AEB-4347-4CC6-A62D-7CAF16E26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3077368"/>
            <a:ext cx="2778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0" name="Freeform 45">
            <a:extLst>
              <a:ext uri="{FF2B5EF4-FFF2-40B4-BE49-F238E27FC236}">
                <a16:creationId xmlns:a16="http://schemas.microsoft.com/office/drawing/2014/main" id="{7BC7C20E-49C4-41DF-8A8B-4B296B6257CB}"/>
              </a:ext>
            </a:extLst>
          </p:cNvPr>
          <p:cNvSpPr>
            <a:spLocks/>
          </p:cNvSpPr>
          <p:nvPr/>
        </p:nvSpPr>
        <p:spPr bwMode="auto">
          <a:xfrm>
            <a:off x="2184400" y="1908968"/>
            <a:ext cx="838200" cy="1320800"/>
          </a:xfrm>
          <a:custGeom>
            <a:avLst/>
            <a:gdLst>
              <a:gd name="T0" fmla="*/ 2147483647 w 528"/>
              <a:gd name="T1" fmla="*/ 2147483647 h 832"/>
              <a:gd name="T2" fmla="*/ 2147483647 w 528"/>
              <a:gd name="T3" fmla="*/ 2147483647 h 832"/>
              <a:gd name="T4" fmla="*/ 2147483647 w 528"/>
              <a:gd name="T5" fmla="*/ 2147483647 h 832"/>
              <a:gd name="T6" fmla="*/ 2147483647 w 528"/>
              <a:gd name="T7" fmla="*/ 2147483647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832"/>
              <a:gd name="T14" fmla="*/ 528 w 528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832">
                <a:moveTo>
                  <a:pt x="496" y="64"/>
                </a:moveTo>
                <a:cubicBezTo>
                  <a:pt x="512" y="32"/>
                  <a:pt x="528" y="0"/>
                  <a:pt x="448" y="64"/>
                </a:cubicBezTo>
                <a:cubicBezTo>
                  <a:pt x="368" y="128"/>
                  <a:pt x="32" y="320"/>
                  <a:pt x="16" y="448"/>
                </a:cubicBezTo>
                <a:cubicBezTo>
                  <a:pt x="0" y="576"/>
                  <a:pt x="176" y="704"/>
                  <a:pt x="352" y="832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" name="Text Box 46">
            <a:extLst>
              <a:ext uri="{FF2B5EF4-FFF2-40B4-BE49-F238E27FC236}">
                <a16:creationId xmlns:a16="http://schemas.microsoft.com/office/drawing/2014/main" id="{663C2FCE-3614-4FF1-8FD3-F73111F1E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1400968"/>
            <a:ext cx="171291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wr sum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(sum = 3)</a:t>
            </a:r>
          </a:p>
        </p:txBody>
      </p:sp>
      <p:grpSp>
        <p:nvGrpSpPr>
          <p:cNvPr id="52" name="Group 47">
            <a:extLst>
              <a:ext uri="{FF2B5EF4-FFF2-40B4-BE49-F238E27FC236}">
                <a16:creationId xmlns:a16="http://schemas.microsoft.com/office/drawing/2014/main" id="{3184ECE5-2903-4C3F-9B07-68C3E742ACF8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077368"/>
            <a:ext cx="1154113" cy="458788"/>
            <a:chOff x="1536" y="1920"/>
            <a:chExt cx="727" cy="289"/>
          </a:xfrm>
        </p:grpSpPr>
        <p:sp>
          <p:nvSpPr>
            <p:cNvPr id="53" name="Line 48">
              <a:extLst>
                <a:ext uri="{FF2B5EF4-FFF2-40B4-BE49-F238E27FC236}">
                  <a16:creationId xmlns:a16="http://schemas.microsoft.com/office/drawing/2014/main" id="{BE745B1F-99D1-4163-8095-4A6D04230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1967"/>
              <a:ext cx="95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Line 49">
              <a:extLst>
                <a:ext uri="{FF2B5EF4-FFF2-40B4-BE49-F238E27FC236}">
                  <a16:creationId xmlns:a16="http://schemas.microsoft.com/office/drawing/2014/main" id="{6124B9ED-EF3E-4A8F-8281-8F609AE29E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967"/>
              <a:ext cx="95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 Box 50">
              <a:extLst>
                <a:ext uri="{FF2B5EF4-FFF2-40B4-BE49-F238E27FC236}">
                  <a16:creationId xmlns:a16="http://schemas.microsoft.com/office/drawing/2014/main" id="{D39DEE10-0331-4726-94D5-E319EF78C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" y="1920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6" name="Text Box 51">
              <a:extLst>
                <a:ext uri="{FF2B5EF4-FFF2-40B4-BE49-F238E27FC236}">
                  <a16:creationId xmlns:a16="http://schemas.microsoft.com/office/drawing/2014/main" id="{C2A7A13B-8B31-4618-93A7-4AD61B9E2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" y="1920"/>
              <a:ext cx="26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D</a:t>
              </a:r>
            </a:p>
          </p:txBody>
        </p:sp>
      </p:grpSp>
      <p:grpSp>
        <p:nvGrpSpPr>
          <p:cNvPr id="57" name="Group 52">
            <a:extLst>
              <a:ext uri="{FF2B5EF4-FFF2-40B4-BE49-F238E27FC236}">
                <a16:creationId xmlns:a16="http://schemas.microsoft.com/office/drawing/2014/main" id="{06832842-379A-41FD-9111-B9B3460558E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839368"/>
            <a:ext cx="4722813" cy="608013"/>
            <a:chOff x="1488" y="2400"/>
            <a:chExt cx="2975" cy="383"/>
          </a:xfrm>
        </p:grpSpPr>
        <p:sp>
          <p:nvSpPr>
            <p:cNvPr id="58" name="Line 53">
              <a:extLst>
                <a:ext uri="{FF2B5EF4-FFF2-40B4-BE49-F238E27FC236}">
                  <a16:creationId xmlns:a16="http://schemas.microsoft.com/office/drawing/2014/main" id="{062BE85A-697F-4F0C-9376-356D472E3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Line 54">
              <a:extLst>
                <a:ext uri="{FF2B5EF4-FFF2-40B4-BE49-F238E27FC236}">
                  <a16:creationId xmlns:a16="http://schemas.microsoft.com/office/drawing/2014/main" id="{CE9CE191-340D-4CAB-A98F-565D0DAC0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Line 55">
              <a:extLst>
                <a:ext uri="{FF2B5EF4-FFF2-40B4-BE49-F238E27FC236}">
                  <a16:creationId xmlns:a16="http://schemas.microsoft.com/office/drawing/2014/main" id="{357A165E-19CA-40FB-8B6A-2117C7436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1" name="Text Box 41">
            <a:extLst>
              <a:ext uri="{FF2B5EF4-FFF2-40B4-BE49-F238E27FC236}">
                <a16:creationId xmlns:a16="http://schemas.microsoft.com/office/drawing/2014/main" id="{5E2FB64A-6821-4431-9BD3-432150114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3001168"/>
            <a:ext cx="10191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62" name="Text Box 51">
            <a:extLst>
              <a:ext uri="{FF2B5EF4-FFF2-40B4-BE49-F238E27FC236}">
                <a16:creationId xmlns:a16="http://schemas.microsoft.com/office/drawing/2014/main" id="{8D87AD99-52E6-4AB4-9B5E-41DE34E57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63" y="3001168"/>
            <a:ext cx="3571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111E6E3-111D-8E4A-753F-6BA6314DD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1181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FB94-77FD-439E-BF2E-85473E03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724E9-D920-468D-B150-136304B7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2" name="Oval 2">
            <a:extLst>
              <a:ext uri="{FF2B5EF4-FFF2-40B4-BE49-F238E27FC236}">
                <a16:creationId xmlns:a16="http://schemas.microsoft.com/office/drawing/2014/main" id="{995233AC-13F6-4E0C-AF02-BAD372980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467" y="1418432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63" name="Group 3">
            <a:extLst>
              <a:ext uri="{FF2B5EF4-FFF2-40B4-BE49-F238E27FC236}">
                <a16:creationId xmlns:a16="http://schemas.microsoft.com/office/drawing/2014/main" id="{E382E122-1DE7-4ECB-91F2-246C045D1295}"/>
              </a:ext>
            </a:extLst>
          </p:cNvPr>
          <p:cNvGrpSpPr>
            <a:grpSpLocks/>
          </p:cNvGrpSpPr>
          <p:nvPr/>
        </p:nvGrpSpPr>
        <p:grpSpPr bwMode="auto">
          <a:xfrm>
            <a:off x="2746867" y="3094832"/>
            <a:ext cx="1674813" cy="379413"/>
            <a:chOff x="1008" y="1920"/>
            <a:chExt cx="1055" cy="239"/>
          </a:xfrm>
        </p:grpSpPr>
        <p:sp>
          <p:nvSpPr>
            <p:cNvPr id="64" name="Rectangle 4">
              <a:extLst>
                <a:ext uri="{FF2B5EF4-FFF2-40B4-BE49-F238E27FC236}">
                  <a16:creationId xmlns:a16="http://schemas.microsoft.com/office/drawing/2014/main" id="{419BE92B-A1B7-45E0-9E28-B665E72C6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5" name="Rectangle 5">
              <a:extLst>
                <a:ext uri="{FF2B5EF4-FFF2-40B4-BE49-F238E27FC236}">
                  <a16:creationId xmlns:a16="http://schemas.microsoft.com/office/drawing/2014/main" id="{9B67867F-08EE-46CC-912F-FD82CA6AE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6" name="Group 6">
            <a:extLst>
              <a:ext uri="{FF2B5EF4-FFF2-40B4-BE49-F238E27FC236}">
                <a16:creationId xmlns:a16="http://schemas.microsoft.com/office/drawing/2014/main" id="{A725256C-8A1B-469C-B894-3263CC883E22}"/>
              </a:ext>
            </a:extLst>
          </p:cNvPr>
          <p:cNvGrpSpPr>
            <a:grpSpLocks/>
          </p:cNvGrpSpPr>
          <p:nvPr/>
        </p:nvGrpSpPr>
        <p:grpSpPr bwMode="auto">
          <a:xfrm>
            <a:off x="2746867" y="3475832"/>
            <a:ext cx="1674813" cy="379413"/>
            <a:chOff x="1008" y="2160"/>
            <a:chExt cx="1055" cy="239"/>
          </a:xfrm>
        </p:grpSpPr>
        <p:sp>
          <p:nvSpPr>
            <p:cNvPr id="67" name="Rectangle 7">
              <a:extLst>
                <a:ext uri="{FF2B5EF4-FFF2-40B4-BE49-F238E27FC236}">
                  <a16:creationId xmlns:a16="http://schemas.microsoft.com/office/drawing/2014/main" id="{A8847769-0D17-4A6D-ADF7-1A60D5FD8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8" name="Rectangle 8">
              <a:extLst>
                <a:ext uri="{FF2B5EF4-FFF2-40B4-BE49-F238E27FC236}">
                  <a16:creationId xmlns:a16="http://schemas.microsoft.com/office/drawing/2014/main" id="{0719567E-A2F3-4E9E-AE90-C1B72F286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9" name="Group 9">
            <a:extLst>
              <a:ext uri="{FF2B5EF4-FFF2-40B4-BE49-F238E27FC236}">
                <a16:creationId xmlns:a16="http://schemas.microsoft.com/office/drawing/2014/main" id="{F0F5AB9E-F3C7-4207-9902-9615C9173CE5}"/>
              </a:ext>
            </a:extLst>
          </p:cNvPr>
          <p:cNvGrpSpPr>
            <a:grpSpLocks/>
          </p:cNvGrpSpPr>
          <p:nvPr/>
        </p:nvGrpSpPr>
        <p:grpSpPr bwMode="auto">
          <a:xfrm>
            <a:off x="2746867" y="2713832"/>
            <a:ext cx="1674813" cy="379413"/>
            <a:chOff x="1008" y="1680"/>
            <a:chExt cx="1055" cy="239"/>
          </a:xfrm>
        </p:grpSpPr>
        <p:sp>
          <p:nvSpPr>
            <p:cNvPr id="70" name="Rectangle 10">
              <a:extLst>
                <a:ext uri="{FF2B5EF4-FFF2-40B4-BE49-F238E27FC236}">
                  <a16:creationId xmlns:a16="http://schemas.microsoft.com/office/drawing/2014/main" id="{7CAC34B8-20CD-4EEC-925A-C14B89D55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1" name="Rectangle 11">
              <a:extLst>
                <a:ext uri="{FF2B5EF4-FFF2-40B4-BE49-F238E27FC236}">
                  <a16:creationId xmlns:a16="http://schemas.microsoft.com/office/drawing/2014/main" id="{A332DCAE-DE98-4F7D-9949-4D0506605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2" name="Line 12">
            <a:extLst>
              <a:ext uri="{FF2B5EF4-FFF2-40B4-BE49-F238E27FC236}">
                <a16:creationId xmlns:a16="http://schemas.microsoft.com/office/drawing/2014/main" id="{2B8A2CD4-3167-4E2D-B673-1363770BD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8867" y="240903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" name="Oval 13">
            <a:extLst>
              <a:ext uri="{FF2B5EF4-FFF2-40B4-BE49-F238E27FC236}">
                <a16:creationId xmlns:a16="http://schemas.microsoft.com/office/drawing/2014/main" id="{5DAF89EA-F9AB-4789-A0DE-852731257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3667" y="1418432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74" name="Group 14">
            <a:extLst>
              <a:ext uri="{FF2B5EF4-FFF2-40B4-BE49-F238E27FC236}">
                <a16:creationId xmlns:a16="http://schemas.microsoft.com/office/drawing/2014/main" id="{148CA3CC-8EE5-4FF6-BF91-949642BC97D9}"/>
              </a:ext>
            </a:extLst>
          </p:cNvPr>
          <p:cNvGrpSpPr>
            <a:grpSpLocks/>
          </p:cNvGrpSpPr>
          <p:nvPr/>
        </p:nvGrpSpPr>
        <p:grpSpPr bwMode="auto">
          <a:xfrm>
            <a:off x="7395067" y="3475832"/>
            <a:ext cx="1674813" cy="379413"/>
            <a:chOff x="3936" y="2160"/>
            <a:chExt cx="1055" cy="239"/>
          </a:xfrm>
        </p:grpSpPr>
        <p:sp>
          <p:nvSpPr>
            <p:cNvPr id="75" name="Rectangle 15">
              <a:extLst>
                <a:ext uri="{FF2B5EF4-FFF2-40B4-BE49-F238E27FC236}">
                  <a16:creationId xmlns:a16="http://schemas.microsoft.com/office/drawing/2014/main" id="{6A0A9798-1F77-4341-8064-9475422EE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6" name="Rectangle 16">
              <a:extLst>
                <a:ext uri="{FF2B5EF4-FFF2-40B4-BE49-F238E27FC236}">
                  <a16:creationId xmlns:a16="http://schemas.microsoft.com/office/drawing/2014/main" id="{6E70394E-FF16-49C4-A226-F4619CA77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77" name="Group 17">
            <a:extLst>
              <a:ext uri="{FF2B5EF4-FFF2-40B4-BE49-F238E27FC236}">
                <a16:creationId xmlns:a16="http://schemas.microsoft.com/office/drawing/2014/main" id="{EE76BA97-5B7F-46B8-A107-4448772D9348}"/>
              </a:ext>
            </a:extLst>
          </p:cNvPr>
          <p:cNvGrpSpPr>
            <a:grpSpLocks/>
          </p:cNvGrpSpPr>
          <p:nvPr/>
        </p:nvGrpSpPr>
        <p:grpSpPr bwMode="auto">
          <a:xfrm>
            <a:off x="7395067" y="2713832"/>
            <a:ext cx="1674813" cy="379413"/>
            <a:chOff x="3936" y="1680"/>
            <a:chExt cx="1055" cy="239"/>
          </a:xfrm>
        </p:grpSpPr>
        <p:sp>
          <p:nvSpPr>
            <p:cNvPr id="78" name="Rectangle 18">
              <a:extLst>
                <a:ext uri="{FF2B5EF4-FFF2-40B4-BE49-F238E27FC236}">
                  <a16:creationId xmlns:a16="http://schemas.microsoft.com/office/drawing/2014/main" id="{62FD68C9-E9C0-4012-8CAB-D3AFFC885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9" name="Rectangle 19">
              <a:extLst>
                <a:ext uri="{FF2B5EF4-FFF2-40B4-BE49-F238E27FC236}">
                  <a16:creationId xmlns:a16="http://schemas.microsoft.com/office/drawing/2014/main" id="{FD7386BF-C56D-4333-902A-AB61C65DA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80" name="Line 20">
            <a:extLst>
              <a:ext uri="{FF2B5EF4-FFF2-40B4-BE49-F238E27FC236}">
                <a16:creationId xmlns:a16="http://schemas.microsoft.com/office/drawing/2014/main" id="{E73D0E8B-B79E-4319-80C7-58F506EAE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3267" y="240903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81" name="Group 21">
            <a:extLst>
              <a:ext uri="{FF2B5EF4-FFF2-40B4-BE49-F238E27FC236}">
                <a16:creationId xmlns:a16="http://schemas.microsoft.com/office/drawing/2014/main" id="{AF57A62C-E5DE-4494-A45E-C15A0EF4C141}"/>
              </a:ext>
            </a:extLst>
          </p:cNvPr>
          <p:cNvGrpSpPr>
            <a:grpSpLocks/>
          </p:cNvGrpSpPr>
          <p:nvPr/>
        </p:nvGrpSpPr>
        <p:grpSpPr bwMode="auto">
          <a:xfrm>
            <a:off x="5109067" y="1418432"/>
            <a:ext cx="1674813" cy="2435225"/>
            <a:chOff x="2496" y="864"/>
            <a:chExt cx="1055" cy="1534"/>
          </a:xfrm>
        </p:grpSpPr>
        <p:sp>
          <p:nvSpPr>
            <p:cNvPr id="82" name="Oval 22">
              <a:extLst>
                <a:ext uri="{FF2B5EF4-FFF2-40B4-BE49-F238E27FC236}">
                  <a16:creationId xmlns:a16="http://schemas.microsoft.com/office/drawing/2014/main" id="{DF037F3E-CB86-434A-8431-7792892B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83" name="Group 23">
              <a:extLst>
                <a:ext uri="{FF2B5EF4-FFF2-40B4-BE49-F238E27FC236}">
                  <a16:creationId xmlns:a16="http://schemas.microsoft.com/office/drawing/2014/main" id="{FF68259C-2CA7-4F54-B832-7635562FB3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85" name="Group 24">
                <a:extLst>
                  <a:ext uri="{FF2B5EF4-FFF2-40B4-BE49-F238E27FC236}">
                    <a16:creationId xmlns:a16="http://schemas.microsoft.com/office/drawing/2014/main" id="{A7E8928B-AA83-4212-ADC3-928FE08745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92" name="Rectangle 25">
                  <a:extLst>
                    <a:ext uri="{FF2B5EF4-FFF2-40B4-BE49-F238E27FC236}">
                      <a16:creationId xmlns:a16="http://schemas.microsoft.com/office/drawing/2014/main" id="{D7EC3511-DB3D-4803-B7D4-E01BC92AE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3" name="Rectangle 26">
                  <a:extLst>
                    <a:ext uri="{FF2B5EF4-FFF2-40B4-BE49-F238E27FC236}">
                      <a16:creationId xmlns:a16="http://schemas.microsoft.com/office/drawing/2014/main" id="{40CB58B4-0F5B-465A-9694-AC940EA105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86" name="Group 27">
                <a:extLst>
                  <a:ext uri="{FF2B5EF4-FFF2-40B4-BE49-F238E27FC236}">
                    <a16:creationId xmlns:a16="http://schemas.microsoft.com/office/drawing/2014/main" id="{270B4DE9-1090-44DF-BCD9-0030CCFEA0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90" name="Rectangle 28">
                  <a:extLst>
                    <a:ext uri="{FF2B5EF4-FFF2-40B4-BE49-F238E27FC236}">
                      <a16:creationId xmlns:a16="http://schemas.microsoft.com/office/drawing/2014/main" id="{9184BC6F-1ACF-4698-9947-3B62836D33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1" name="Rectangle 29">
                  <a:extLst>
                    <a:ext uri="{FF2B5EF4-FFF2-40B4-BE49-F238E27FC236}">
                      <a16:creationId xmlns:a16="http://schemas.microsoft.com/office/drawing/2014/main" id="{BD9073C4-E9A8-4B8C-A7E0-30B6DEC64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87" name="Group 30">
                <a:extLst>
                  <a:ext uri="{FF2B5EF4-FFF2-40B4-BE49-F238E27FC236}">
                    <a16:creationId xmlns:a16="http://schemas.microsoft.com/office/drawing/2014/main" id="{3D0F79DC-8785-4344-96B3-264B84BEC5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88" name="Rectangle 31">
                  <a:extLst>
                    <a:ext uri="{FF2B5EF4-FFF2-40B4-BE49-F238E27FC236}">
                      <a16:creationId xmlns:a16="http://schemas.microsoft.com/office/drawing/2014/main" id="{BF306149-0149-42FD-A668-0C3DD3806F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9" name="Rectangle 32">
                  <a:extLst>
                    <a:ext uri="{FF2B5EF4-FFF2-40B4-BE49-F238E27FC236}">
                      <a16:creationId xmlns:a16="http://schemas.microsoft.com/office/drawing/2014/main" id="{B857B297-DAF4-4CB4-AC4E-3593389CAE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84" name="Line 33">
              <a:extLst>
                <a:ext uri="{FF2B5EF4-FFF2-40B4-BE49-F238E27FC236}">
                  <a16:creationId xmlns:a16="http://schemas.microsoft.com/office/drawing/2014/main" id="{C6B480D2-D54A-4FE2-AE43-10912ADC9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4" name="Line 34">
            <a:extLst>
              <a:ext uri="{FF2B5EF4-FFF2-40B4-BE49-F238E27FC236}">
                <a16:creationId xmlns:a16="http://schemas.microsoft.com/office/drawing/2014/main" id="{F895A195-CA2E-4AE6-B34A-E176E4F2E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1067" y="4466432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5" name="Rectangle 35">
            <a:extLst>
              <a:ext uri="{FF2B5EF4-FFF2-40B4-BE49-F238E27FC236}">
                <a16:creationId xmlns:a16="http://schemas.microsoft.com/office/drawing/2014/main" id="{CC5A4C13-E066-48F9-9F57-32306A7A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667" y="545703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96" name="Rectangle 36">
            <a:extLst>
              <a:ext uri="{FF2B5EF4-FFF2-40B4-BE49-F238E27FC236}">
                <a16:creationId xmlns:a16="http://schemas.microsoft.com/office/drawing/2014/main" id="{12970DE3-6FEF-47A4-9FDE-9D926764D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667" y="583803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7" name="Rectangle 37">
            <a:extLst>
              <a:ext uri="{FF2B5EF4-FFF2-40B4-BE49-F238E27FC236}">
                <a16:creationId xmlns:a16="http://schemas.microsoft.com/office/drawing/2014/main" id="{07BD6C25-0D6D-4FC8-8D00-7AA27A265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667" y="507603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8" name="AutoShape 38">
            <a:extLst>
              <a:ext uri="{FF2B5EF4-FFF2-40B4-BE49-F238E27FC236}">
                <a16:creationId xmlns:a16="http://schemas.microsoft.com/office/drawing/2014/main" id="{614EE3D3-72A3-4CF5-B7C6-7E0BD1E0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867" y="4771232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99" name="Line 39">
            <a:extLst>
              <a:ext uri="{FF2B5EF4-FFF2-40B4-BE49-F238E27FC236}">
                <a16:creationId xmlns:a16="http://schemas.microsoft.com/office/drawing/2014/main" id="{226C7FB9-1C92-49CB-9612-2F6E2778A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7267" y="446643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0" name="Rectangle 40">
            <a:extLst>
              <a:ext uri="{FF2B5EF4-FFF2-40B4-BE49-F238E27FC236}">
                <a16:creationId xmlns:a16="http://schemas.microsoft.com/office/drawing/2014/main" id="{7DF12748-AD9A-4BD9-AB8F-3779929EF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067" y="309483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1" name="Rectangle 41">
            <a:extLst>
              <a:ext uri="{FF2B5EF4-FFF2-40B4-BE49-F238E27FC236}">
                <a16:creationId xmlns:a16="http://schemas.microsoft.com/office/drawing/2014/main" id="{94E93282-B117-4EA6-9537-FE7EAE5D3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4267" y="3094832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2" name="Text Box 42">
            <a:extLst>
              <a:ext uri="{FF2B5EF4-FFF2-40B4-BE49-F238E27FC236}">
                <a16:creationId xmlns:a16="http://schemas.microsoft.com/office/drawing/2014/main" id="{52D517DF-F43A-4E51-8FC5-2D9CEA651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480" y="3094832"/>
            <a:ext cx="1279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sum=3</a:t>
            </a:r>
          </a:p>
        </p:txBody>
      </p:sp>
      <p:sp>
        <p:nvSpPr>
          <p:cNvPr id="103" name="Text Box 43">
            <a:extLst>
              <a:ext uri="{FF2B5EF4-FFF2-40B4-BE49-F238E27FC236}">
                <a16:creationId xmlns:a16="http://schemas.microsoft.com/office/drawing/2014/main" id="{DDF4F223-20D2-494A-847E-44BD28967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630" y="3094832"/>
            <a:ext cx="415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04" name="Text Box 44">
            <a:extLst>
              <a:ext uri="{FF2B5EF4-FFF2-40B4-BE49-F238E27FC236}">
                <a16:creationId xmlns:a16="http://schemas.microsoft.com/office/drawing/2014/main" id="{EAAA1D0E-5DCF-4DD6-A888-302F523DD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680" y="3094832"/>
            <a:ext cx="1279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105" name="Text Box 45">
            <a:extLst>
              <a:ext uri="{FF2B5EF4-FFF2-40B4-BE49-F238E27FC236}">
                <a16:creationId xmlns:a16="http://schemas.microsoft.com/office/drawing/2014/main" id="{E2C5DFF0-CB73-40D1-AFDB-E3D1107D9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8592" y="3094832"/>
            <a:ext cx="388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V</a:t>
            </a:r>
          </a:p>
        </p:txBody>
      </p:sp>
      <p:grpSp>
        <p:nvGrpSpPr>
          <p:cNvPr id="106" name="Group 46">
            <a:extLst>
              <a:ext uri="{FF2B5EF4-FFF2-40B4-BE49-F238E27FC236}">
                <a16:creationId xmlns:a16="http://schemas.microsoft.com/office/drawing/2014/main" id="{2CFA047E-D9AB-4653-9E0D-DD6AA830DD6E}"/>
              </a:ext>
            </a:extLst>
          </p:cNvPr>
          <p:cNvGrpSpPr>
            <a:grpSpLocks/>
          </p:cNvGrpSpPr>
          <p:nvPr/>
        </p:nvGrpSpPr>
        <p:grpSpPr bwMode="auto">
          <a:xfrm>
            <a:off x="4118467" y="1508920"/>
            <a:ext cx="1711325" cy="1812925"/>
            <a:chOff x="1872" y="921"/>
            <a:chExt cx="1078" cy="1142"/>
          </a:xfrm>
        </p:grpSpPr>
        <p:sp>
          <p:nvSpPr>
            <p:cNvPr id="107" name="Freeform 47">
              <a:extLst>
                <a:ext uri="{FF2B5EF4-FFF2-40B4-BE49-F238E27FC236}">
                  <a16:creationId xmlns:a16="http://schemas.microsoft.com/office/drawing/2014/main" id="{EBB73F0D-9392-4194-9071-77499070A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344"/>
              <a:ext cx="367" cy="719"/>
            </a:xfrm>
            <a:custGeom>
              <a:avLst/>
              <a:gdLst>
                <a:gd name="T0" fmla="*/ 354 w 368"/>
                <a:gd name="T1" fmla="*/ 0 h 720"/>
                <a:gd name="T2" fmla="*/ 32 w 368"/>
                <a:gd name="T3" fmla="*/ 336 h 720"/>
                <a:gd name="T4" fmla="*/ 176 w 368"/>
                <a:gd name="T5" fmla="*/ 706 h 720"/>
                <a:gd name="T6" fmla="*/ 0 60000 65536"/>
                <a:gd name="T7" fmla="*/ 0 60000 65536"/>
                <a:gd name="T8" fmla="*/ 0 60000 65536"/>
                <a:gd name="T9" fmla="*/ 0 w 368"/>
                <a:gd name="T10" fmla="*/ 0 h 720"/>
                <a:gd name="T11" fmla="*/ 368 w 368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8" h="720">
                  <a:moveTo>
                    <a:pt x="368" y="0"/>
                  </a:moveTo>
                  <a:cubicBezTo>
                    <a:pt x="216" y="108"/>
                    <a:pt x="64" y="216"/>
                    <a:pt x="32" y="336"/>
                  </a:cubicBezTo>
                  <a:cubicBezTo>
                    <a:pt x="0" y="456"/>
                    <a:pt x="88" y="588"/>
                    <a:pt x="176" y="72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8" name="Text Box 48">
              <a:extLst>
                <a:ext uri="{FF2B5EF4-FFF2-40B4-BE49-F238E27FC236}">
                  <a16:creationId xmlns:a16="http://schemas.microsoft.com/office/drawing/2014/main" id="{C9A84E3E-4A91-4D2F-83DD-F5D9892B1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921"/>
              <a:ext cx="1078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wr &amp;sum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(sum = 7)</a:t>
              </a:r>
            </a:p>
          </p:txBody>
        </p:sp>
      </p:grpSp>
      <p:grpSp>
        <p:nvGrpSpPr>
          <p:cNvPr id="109" name="Group 49">
            <a:extLst>
              <a:ext uri="{FF2B5EF4-FFF2-40B4-BE49-F238E27FC236}">
                <a16:creationId xmlns:a16="http://schemas.microsoft.com/office/drawing/2014/main" id="{08976DCD-E676-4898-859D-D4C091FC5F4C}"/>
              </a:ext>
            </a:extLst>
          </p:cNvPr>
          <p:cNvGrpSpPr>
            <a:grpSpLocks/>
          </p:cNvGrpSpPr>
          <p:nvPr/>
        </p:nvGrpSpPr>
        <p:grpSpPr bwMode="auto">
          <a:xfrm>
            <a:off x="5947267" y="3094832"/>
            <a:ext cx="1154113" cy="458788"/>
            <a:chOff x="3024" y="1920"/>
            <a:chExt cx="727" cy="289"/>
          </a:xfrm>
        </p:grpSpPr>
        <p:sp>
          <p:nvSpPr>
            <p:cNvPr id="110" name="Line 50">
              <a:extLst>
                <a:ext uri="{FF2B5EF4-FFF2-40B4-BE49-F238E27FC236}">
                  <a16:creationId xmlns:a16="http://schemas.microsoft.com/office/drawing/2014/main" id="{40FC4579-60E6-4EA7-B171-82D544921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967"/>
              <a:ext cx="95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Line 51">
              <a:extLst>
                <a:ext uri="{FF2B5EF4-FFF2-40B4-BE49-F238E27FC236}">
                  <a16:creationId xmlns:a16="http://schemas.microsoft.com/office/drawing/2014/main" id="{768BA65D-D952-4320-9E81-C8454C041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967"/>
              <a:ext cx="95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Text Box 52">
              <a:extLst>
                <a:ext uri="{FF2B5EF4-FFF2-40B4-BE49-F238E27FC236}">
                  <a16:creationId xmlns:a16="http://schemas.microsoft.com/office/drawing/2014/main" id="{A76063FB-C0F6-401D-9DB4-EEC264282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1920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3" name="Text Box 53">
              <a:extLst>
                <a:ext uri="{FF2B5EF4-FFF2-40B4-BE49-F238E27FC236}">
                  <a16:creationId xmlns:a16="http://schemas.microsoft.com/office/drawing/2014/main" id="{F7BC437B-4582-453E-8A7D-B4C6F775E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" y="1920"/>
              <a:ext cx="26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D</a:t>
              </a:r>
            </a:p>
          </p:txBody>
        </p:sp>
      </p:grpSp>
      <p:grpSp>
        <p:nvGrpSpPr>
          <p:cNvPr id="114" name="Group 54">
            <a:extLst>
              <a:ext uri="{FF2B5EF4-FFF2-40B4-BE49-F238E27FC236}">
                <a16:creationId xmlns:a16="http://schemas.microsoft.com/office/drawing/2014/main" id="{D6CD42D3-ECD8-445F-9FDE-DAC7A0CC2479}"/>
              </a:ext>
            </a:extLst>
          </p:cNvPr>
          <p:cNvGrpSpPr>
            <a:grpSpLocks/>
          </p:cNvGrpSpPr>
          <p:nvPr/>
        </p:nvGrpSpPr>
        <p:grpSpPr bwMode="auto">
          <a:xfrm>
            <a:off x="3508867" y="3856832"/>
            <a:ext cx="4722813" cy="608013"/>
            <a:chOff x="1488" y="2400"/>
            <a:chExt cx="2975" cy="383"/>
          </a:xfrm>
        </p:grpSpPr>
        <p:sp>
          <p:nvSpPr>
            <p:cNvPr id="115" name="Line 55">
              <a:extLst>
                <a:ext uri="{FF2B5EF4-FFF2-40B4-BE49-F238E27FC236}">
                  <a16:creationId xmlns:a16="http://schemas.microsoft.com/office/drawing/2014/main" id="{F850098D-DD8D-494E-BA50-E516F2EDB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Line 56">
              <a:extLst>
                <a:ext uri="{FF2B5EF4-FFF2-40B4-BE49-F238E27FC236}">
                  <a16:creationId xmlns:a16="http://schemas.microsoft.com/office/drawing/2014/main" id="{4F16D408-709F-4604-B6A2-E4083FE85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Line 57">
              <a:extLst>
                <a:ext uri="{FF2B5EF4-FFF2-40B4-BE49-F238E27FC236}">
                  <a16:creationId xmlns:a16="http://schemas.microsoft.com/office/drawing/2014/main" id="{37816CF1-350C-4A61-8194-AC4DF378F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D1FF0F-85F3-1C47-50AC-EA7403A3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5032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0F7F-876C-4801-8BDC-48EDA815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9F50C-DAF9-4F6D-8A7F-443D7FB40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5" name="Oval 2">
            <a:extLst>
              <a:ext uri="{FF2B5EF4-FFF2-40B4-BE49-F238E27FC236}">
                <a16:creationId xmlns:a16="http://schemas.microsoft.com/office/drawing/2014/main" id="{56BD6227-74AA-460D-BCCA-CF1C632F4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628695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66" name="Group 3">
            <a:extLst>
              <a:ext uri="{FF2B5EF4-FFF2-40B4-BE49-F238E27FC236}">
                <a16:creationId xmlns:a16="http://schemas.microsoft.com/office/drawing/2014/main" id="{D056D132-7B3E-4E0C-B3B1-F2E21C4AD43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305095"/>
            <a:ext cx="1674813" cy="379413"/>
            <a:chOff x="1008" y="1920"/>
            <a:chExt cx="1055" cy="239"/>
          </a:xfrm>
        </p:grpSpPr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E5209F5F-C65C-48F7-B460-2F69B4717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93992264-21A1-4FC7-8008-B2AE395CA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9" name="Group 6">
            <a:extLst>
              <a:ext uri="{FF2B5EF4-FFF2-40B4-BE49-F238E27FC236}">
                <a16:creationId xmlns:a16="http://schemas.microsoft.com/office/drawing/2014/main" id="{63079102-FF1A-4FE2-8B02-8CBBE690BC0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686095"/>
            <a:ext cx="1674813" cy="379413"/>
            <a:chOff x="1008" y="2160"/>
            <a:chExt cx="1055" cy="239"/>
          </a:xfrm>
        </p:grpSpPr>
        <p:sp>
          <p:nvSpPr>
            <p:cNvPr id="70" name="Rectangle 7">
              <a:extLst>
                <a:ext uri="{FF2B5EF4-FFF2-40B4-BE49-F238E27FC236}">
                  <a16:creationId xmlns:a16="http://schemas.microsoft.com/office/drawing/2014/main" id="{2DD39A30-0DE2-4034-8959-206F3B646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F4E6AA65-CCD9-4F66-A74B-1BA8DF053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72" name="Group 9">
            <a:extLst>
              <a:ext uri="{FF2B5EF4-FFF2-40B4-BE49-F238E27FC236}">
                <a16:creationId xmlns:a16="http://schemas.microsoft.com/office/drawing/2014/main" id="{58C2D8E7-FAC5-4E8C-AE5C-420A9FC09CBD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924095"/>
            <a:ext cx="1674813" cy="379413"/>
            <a:chOff x="1008" y="1680"/>
            <a:chExt cx="1055" cy="239"/>
          </a:xfrm>
        </p:grpSpPr>
        <p:sp>
          <p:nvSpPr>
            <p:cNvPr id="73" name="Rectangle 10">
              <a:extLst>
                <a:ext uri="{FF2B5EF4-FFF2-40B4-BE49-F238E27FC236}">
                  <a16:creationId xmlns:a16="http://schemas.microsoft.com/office/drawing/2014/main" id="{0B7C5727-842A-45AC-B618-8D328CF23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4" name="Rectangle 11">
              <a:extLst>
                <a:ext uri="{FF2B5EF4-FFF2-40B4-BE49-F238E27FC236}">
                  <a16:creationId xmlns:a16="http://schemas.microsoft.com/office/drawing/2014/main" id="{EA9C46DF-94EB-46AB-BEFE-A6774F91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5" name="Line 12">
            <a:extLst>
              <a:ext uri="{FF2B5EF4-FFF2-40B4-BE49-F238E27FC236}">
                <a16:creationId xmlns:a16="http://schemas.microsoft.com/office/drawing/2014/main" id="{46BFEE14-17B8-49E8-9E76-069A0E4D8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619295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6" name="Oval 13">
            <a:extLst>
              <a:ext uri="{FF2B5EF4-FFF2-40B4-BE49-F238E27FC236}">
                <a16:creationId xmlns:a16="http://schemas.microsoft.com/office/drawing/2014/main" id="{E6BBAFB1-4937-44C3-8117-9189905B9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628695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77" name="Group 14">
            <a:extLst>
              <a:ext uri="{FF2B5EF4-FFF2-40B4-BE49-F238E27FC236}">
                <a16:creationId xmlns:a16="http://schemas.microsoft.com/office/drawing/2014/main" id="{5F82D91C-CB61-4407-A78F-53C22FBB5E15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686095"/>
            <a:ext cx="1674813" cy="379413"/>
            <a:chOff x="3936" y="2160"/>
            <a:chExt cx="1055" cy="239"/>
          </a:xfrm>
        </p:grpSpPr>
        <p:sp>
          <p:nvSpPr>
            <p:cNvPr id="78" name="Rectangle 15">
              <a:extLst>
                <a:ext uri="{FF2B5EF4-FFF2-40B4-BE49-F238E27FC236}">
                  <a16:creationId xmlns:a16="http://schemas.microsoft.com/office/drawing/2014/main" id="{CF03290D-4B9E-4139-A44B-23D90D71E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9" name="Rectangle 16">
              <a:extLst>
                <a:ext uri="{FF2B5EF4-FFF2-40B4-BE49-F238E27FC236}">
                  <a16:creationId xmlns:a16="http://schemas.microsoft.com/office/drawing/2014/main" id="{E4D4EE48-6AE0-4F1D-8E83-FABFFE888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80" name="Group 17">
            <a:extLst>
              <a:ext uri="{FF2B5EF4-FFF2-40B4-BE49-F238E27FC236}">
                <a16:creationId xmlns:a16="http://schemas.microsoft.com/office/drawing/2014/main" id="{74C8D628-E93C-4E07-8108-B4AF85FFBCEC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2924095"/>
            <a:ext cx="1674813" cy="379413"/>
            <a:chOff x="3936" y="1680"/>
            <a:chExt cx="1055" cy="239"/>
          </a:xfrm>
        </p:grpSpPr>
        <p:sp>
          <p:nvSpPr>
            <p:cNvPr id="81" name="Rectangle 18">
              <a:extLst>
                <a:ext uri="{FF2B5EF4-FFF2-40B4-BE49-F238E27FC236}">
                  <a16:creationId xmlns:a16="http://schemas.microsoft.com/office/drawing/2014/main" id="{41898E1F-227E-499D-8D6B-427A025EF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82" name="Rectangle 19">
              <a:extLst>
                <a:ext uri="{FF2B5EF4-FFF2-40B4-BE49-F238E27FC236}">
                  <a16:creationId xmlns:a16="http://schemas.microsoft.com/office/drawing/2014/main" id="{283D5E14-D185-498A-A89E-C6C8D0242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83" name="Line 20">
            <a:extLst>
              <a:ext uri="{FF2B5EF4-FFF2-40B4-BE49-F238E27FC236}">
                <a16:creationId xmlns:a16="http://schemas.microsoft.com/office/drawing/2014/main" id="{3EFCAD64-5CB5-4DC2-BDBD-98A6206DB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619295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84" name="Group 21">
            <a:extLst>
              <a:ext uri="{FF2B5EF4-FFF2-40B4-BE49-F238E27FC236}">
                <a16:creationId xmlns:a16="http://schemas.microsoft.com/office/drawing/2014/main" id="{82822B28-8287-4938-81FA-0D7A3548E29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628695"/>
            <a:ext cx="1674813" cy="2435225"/>
            <a:chOff x="2496" y="864"/>
            <a:chExt cx="1055" cy="1534"/>
          </a:xfrm>
        </p:grpSpPr>
        <p:sp>
          <p:nvSpPr>
            <p:cNvPr id="85" name="Oval 22">
              <a:extLst>
                <a:ext uri="{FF2B5EF4-FFF2-40B4-BE49-F238E27FC236}">
                  <a16:creationId xmlns:a16="http://schemas.microsoft.com/office/drawing/2014/main" id="{B55B3C72-D5D7-411E-8405-F8E3F26BB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86" name="Group 23">
              <a:extLst>
                <a:ext uri="{FF2B5EF4-FFF2-40B4-BE49-F238E27FC236}">
                  <a16:creationId xmlns:a16="http://schemas.microsoft.com/office/drawing/2014/main" id="{2BD4A888-FFA9-4B68-A11E-C08694B7C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88" name="Group 24">
                <a:extLst>
                  <a:ext uri="{FF2B5EF4-FFF2-40B4-BE49-F238E27FC236}">
                    <a16:creationId xmlns:a16="http://schemas.microsoft.com/office/drawing/2014/main" id="{2D68615B-658A-4BDC-BDCA-81AEE7EB34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95" name="Rectangle 25">
                  <a:extLst>
                    <a:ext uri="{FF2B5EF4-FFF2-40B4-BE49-F238E27FC236}">
                      <a16:creationId xmlns:a16="http://schemas.microsoft.com/office/drawing/2014/main" id="{1068BD50-8108-49E3-B107-F7155B88E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6" name="Rectangle 26">
                  <a:extLst>
                    <a:ext uri="{FF2B5EF4-FFF2-40B4-BE49-F238E27FC236}">
                      <a16:creationId xmlns:a16="http://schemas.microsoft.com/office/drawing/2014/main" id="{A09756F9-54FF-4D01-8B47-4FC0141967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89" name="Group 27">
                <a:extLst>
                  <a:ext uri="{FF2B5EF4-FFF2-40B4-BE49-F238E27FC236}">
                    <a16:creationId xmlns:a16="http://schemas.microsoft.com/office/drawing/2014/main" id="{992ED23E-0A94-4D4B-B2F7-4D0AE6EA0E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93" name="Rectangle 28">
                  <a:extLst>
                    <a:ext uri="{FF2B5EF4-FFF2-40B4-BE49-F238E27FC236}">
                      <a16:creationId xmlns:a16="http://schemas.microsoft.com/office/drawing/2014/main" id="{622440B0-F042-4610-A778-5EA0261CE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4" name="Rectangle 29">
                  <a:extLst>
                    <a:ext uri="{FF2B5EF4-FFF2-40B4-BE49-F238E27FC236}">
                      <a16:creationId xmlns:a16="http://schemas.microsoft.com/office/drawing/2014/main" id="{57D24876-6931-4934-9976-2602E52F67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90" name="Group 30">
                <a:extLst>
                  <a:ext uri="{FF2B5EF4-FFF2-40B4-BE49-F238E27FC236}">
                    <a16:creationId xmlns:a16="http://schemas.microsoft.com/office/drawing/2014/main" id="{E96DA874-988B-4D11-8BC0-4DE66C8A3F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91" name="Rectangle 31">
                  <a:extLst>
                    <a:ext uri="{FF2B5EF4-FFF2-40B4-BE49-F238E27FC236}">
                      <a16:creationId xmlns:a16="http://schemas.microsoft.com/office/drawing/2014/main" id="{BB8B8F2B-17C8-40FD-8227-B114C407B1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2" name="Rectangle 32">
                  <a:extLst>
                    <a:ext uri="{FF2B5EF4-FFF2-40B4-BE49-F238E27FC236}">
                      <a16:creationId xmlns:a16="http://schemas.microsoft.com/office/drawing/2014/main" id="{5BD8C95C-DFB9-4CD1-9AD3-B1B85153C0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87" name="Line 33">
              <a:extLst>
                <a:ext uri="{FF2B5EF4-FFF2-40B4-BE49-F238E27FC236}">
                  <a16:creationId xmlns:a16="http://schemas.microsoft.com/office/drawing/2014/main" id="{A50148FD-2CE1-4312-B83A-6EE81F312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7" name="Line 34">
            <a:extLst>
              <a:ext uri="{FF2B5EF4-FFF2-40B4-BE49-F238E27FC236}">
                <a16:creationId xmlns:a16="http://schemas.microsoft.com/office/drawing/2014/main" id="{B7FFAB47-22B8-45B3-AE6B-45D6E54EA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676695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8" name="Rectangle 35">
            <a:extLst>
              <a:ext uri="{FF2B5EF4-FFF2-40B4-BE49-F238E27FC236}">
                <a16:creationId xmlns:a16="http://schemas.microsoft.com/office/drawing/2014/main" id="{42F37D50-84FE-4081-A0EE-E0EB58F7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667295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sum=0</a:t>
            </a:r>
          </a:p>
        </p:txBody>
      </p:sp>
      <p:sp>
        <p:nvSpPr>
          <p:cNvPr id="99" name="Rectangle 36">
            <a:extLst>
              <a:ext uri="{FF2B5EF4-FFF2-40B4-BE49-F238E27FC236}">
                <a16:creationId xmlns:a16="http://schemas.microsoft.com/office/drawing/2014/main" id="{CD8359C6-E573-440D-A385-3B95DCE2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6048295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0" name="Rectangle 37">
            <a:extLst>
              <a:ext uri="{FF2B5EF4-FFF2-40B4-BE49-F238E27FC236}">
                <a16:creationId xmlns:a16="http://schemas.microsoft.com/office/drawing/2014/main" id="{1D4389EB-7E00-49D3-9A13-EC6EE0BB4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86295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1" name="AutoShape 38">
            <a:extLst>
              <a:ext uri="{FF2B5EF4-FFF2-40B4-BE49-F238E27FC236}">
                <a16:creationId xmlns:a16="http://schemas.microsoft.com/office/drawing/2014/main" id="{BD6AD140-611E-4D9A-8DC1-3C902F7A6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981495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102" name="Line 39">
            <a:extLst>
              <a:ext uri="{FF2B5EF4-FFF2-40B4-BE49-F238E27FC236}">
                <a16:creationId xmlns:a16="http://schemas.microsoft.com/office/drawing/2014/main" id="{BC6A35FF-D8AB-40C8-BF4F-D54C1383B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676695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" name="Rectangle 40">
            <a:extLst>
              <a:ext uri="{FF2B5EF4-FFF2-40B4-BE49-F238E27FC236}">
                <a16:creationId xmlns:a16="http://schemas.microsoft.com/office/drawing/2014/main" id="{98741EEC-A0E6-437B-9B9C-E68841072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305095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4" name="Rectangle 41">
            <a:extLst>
              <a:ext uri="{FF2B5EF4-FFF2-40B4-BE49-F238E27FC236}">
                <a16:creationId xmlns:a16="http://schemas.microsoft.com/office/drawing/2014/main" id="{86CA75AC-3FB1-48B9-93A6-8D62650D3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3305095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5" name="Text Box 42">
            <a:extLst>
              <a:ext uri="{FF2B5EF4-FFF2-40B4-BE49-F238E27FC236}">
                <a16:creationId xmlns:a16="http://schemas.microsoft.com/office/drawing/2014/main" id="{DFDB92DD-FC5A-4BEA-85BA-75DF73AED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3305095"/>
            <a:ext cx="1279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sum=3</a:t>
            </a:r>
          </a:p>
        </p:txBody>
      </p:sp>
      <p:sp>
        <p:nvSpPr>
          <p:cNvPr id="106" name="Text Box 43">
            <a:extLst>
              <a:ext uri="{FF2B5EF4-FFF2-40B4-BE49-F238E27FC236}">
                <a16:creationId xmlns:a16="http://schemas.microsoft.com/office/drawing/2014/main" id="{56AF5E52-3AB7-4E14-9DEC-8AB3C5D91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3305095"/>
            <a:ext cx="415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07" name="Text Box 44">
            <a:extLst>
              <a:ext uri="{FF2B5EF4-FFF2-40B4-BE49-F238E27FC236}">
                <a16:creationId xmlns:a16="http://schemas.microsoft.com/office/drawing/2014/main" id="{66E23BD2-9B66-4051-8A16-1A46E5671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3" y="3305095"/>
            <a:ext cx="1279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sum=7</a:t>
            </a:r>
          </a:p>
        </p:txBody>
      </p:sp>
      <p:sp>
        <p:nvSpPr>
          <p:cNvPr id="108" name="Text Box 45">
            <a:extLst>
              <a:ext uri="{FF2B5EF4-FFF2-40B4-BE49-F238E27FC236}">
                <a16:creationId xmlns:a16="http://schemas.microsoft.com/office/drawing/2014/main" id="{8CEF11AD-E06B-4590-89B5-A470688A5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963" y="3305095"/>
            <a:ext cx="415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</a:t>
            </a:r>
          </a:p>
        </p:txBody>
      </p:sp>
      <p:grpSp>
        <p:nvGrpSpPr>
          <p:cNvPr id="109" name="Group 46">
            <a:extLst>
              <a:ext uri="{FF2B5EF4-FFF2-40B4-BE49-F238E27FC236}">
                <a16:creationId xmlns:a16="http://schemas.microsoft.com/office/drawing/2014/main" id="{764F7A11-7F67-4954-9949-7148C7BFB81B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085895"/>
            <a:ext cx="1497013" cy="1370013"/>
            <a:chOff x="240" y="1152"/>
            <a:chExt cx="943" cy="863"/>
          </a:xfrm>
        </p:grpSpPr>
        <p:sp>
          <p:nvSpPr>
            <p:cNvPr id="110" name="Freeform 47">
              <a:extLst>
                <a:ext uri="{FF2B5EF4-FFF2-40B4-BE49-F238E27FC236}">
                  <a16:creationId xmlns:a16="http://schemas.microsoft.com/office/drawing/2014/main" id="{61DC4124-EE52-436F-9A00-E74F56B7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184"/>
              <a:ext cx="527" cy="831"/>
            </a:xfrm>
            <a:custGeom>
              <a:avLst/>
              <a:gdLst>
                <a:gd name="T0" fmla="*/ 482 w 528"/>
                <a:gd name="T1" fmla="*/ 64 h 832"/>
                <a:gd name="T2" fmla="*/ 434 w 528"/>
                <a:gd name="T3" fmla="*/ 64 h 832"/>
                <a:gd name="T4" fmla="*/ 16 w 528"/>
                <a:gd name="T5" fmla="*/ 434 h 832"/>
                <a:gd name="T6" fmla="*/ 338 w 528"/>
                <a:gd name="T7" fmla="*/ 818 h 8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832"/>
                <a:gd name="T14" fmla="*/ 528 w 528"/>
                <a:gd name="T15" fmla="*/ 832 h 8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832">
                  <a:moveTo>
                    <a:pt x="496" y="64"/>
                  </a:moveTo>
                  <a:cubicBezTo>
                    <a:pt x="512" y="32"/>
                    <a:pt x="528" y="0"/>
                    <a:pt x="448" y="64"/>
                  </a:cubicBezTo>
                  <a:cubicBezTo>
                    <a:pt x="368" y="128"/>
                    <a:pt x="32" y="320"/>
                    <a:pt x="16" y="448"/>
                  </a:cubicBezTo>
                  <a:cubicBezTo>
                    <a:pt x="0" y="576"/>
                    <a:pt x="176" y="704"/>
                    <a:pt x="352" y="832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1" name="Text Box 48">
              <a:extLst>
                <a:ext uri="{FF2B5EF4-FFF2-40B4-BE49-F238E27FC236}">
                  <a16:creationId xmlns:a16="http://schemas.microsoft.com/office/drawing/2014/main" id="{940013B3-E107-49EA-A633-98D10241F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152"/>
              <a:ext cx="93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rd &amp;sum</a:t>
              </a:r>
            </a:p>
          </p:txBody>
        </p:sp>
      </p:grpSp>
      <p:grpSp>
        <p:nvGrpSpPr>
          <p:cNvPr id="112" name="Group 49">
            <a:extLst>
              <a:ext uri="{FF2B5EF4-FFF2-40B4-BE49-F238E27FC236}">
                <a16:creationId xmlns:a16="http://schemas.microsoft.com/office/drawing/2014/main" id="{C93658E9-5755-43B0-A882-E7A53960F82F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238295"/>
            <a:ext cx="2092325" cy="1217613"/>
            <a:chOff x="1776" y="1248"/>
            <a:chExt cx="1318" cy="767"/>
          </a:xfrm>
        </p:grpSpPr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D933A3E9-184F-4E68-A22C-51F784D58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48"/>
              <a:ext cx="415" cy="767"/>
            </a:xfrm>
            <a:custGeom>
              <a:avLst/>
              <a:gdLst>
                <a:gd name="T0" fmla="*/ 192 w 416"/>
                <a:gd name="T1" fmla="*/ 754 h 768"/>
                <a:gd name="T2" fmla="*/ 370 w 416"/>
                <a:gd name="T3" fmla="*/ 336 h 768"/>
                <a:gd name="T4" fmla="*/ 0 w 416"/>
                <a:gd name="T5" fmla="*/ 0 h 768"/>
                <a:gd name="T6" fmla="*/ 0 60000 65536"/>
                <a:gd name="T7" fmla="*/ 0 60000 65536"/>
                <a:gd name="T8" fmla="*/ 0 60000 65536"/>
                <a:gd name="T9" fmla="*/ 0 w 416"/>
                <a:gd name="T10" fmla="*/ 0 h 768"/>
                <a:gd name="T11" fmla="*/ 416 w 416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768">
                  <a:moveTo>
                    <a:pt x="192" y="768"/>
                  </a:moveTo>
                  <a:cubicBezTo>
                    <a:pt x="304" y="616"/>
                    <a:pt x="416" y="464"/>
                    <a:pt x="384" y="336"/>
                  </a:cubicBezTo>
                  <a:cubicBezTo>
                    <a:pt x="352" y="208"/>
                    <a:pt x="176" y="104"/>
                    <a:pt x="0" y="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4" name="Text Box 51">
              <a:extLst>
                <a:ext uri="{FF2B5EF4-FFF2-40B4-BE49-F238E27FC236}">
                  <a16:creationId xmlns:a16="http://schemas.microsoft.com/office/drawing/2014/main" id="{C18FD5E0-D89B-4431-958A-63DE49F4C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391"/>
              <a:ext cx="131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print sum=3</a:t>
              </a:r>
            </a:p>
          </p:txBody>
        </p:sp>
      </p:grpSp>
      <p:grpSp>
        <p:nvGrpSpPr>
          <p:cNvPr id="115" name="Group 52">
            <a:extLst>
              <a:ext uri="{FF2B5EF4-FFF2-40B4-BE49-F238E27FC236}">
                <a16:creationId xmlns:a16="http://schemas.microsoft.com/office/drawing/2014/main" id="{776342E1-6576-4695-A56E-E3D5982524F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067095"/>
            <a:ext cx="4722813" cy="608013"/>
            <a:chOff x="1488" y="2400"/>
            <a:chExt cx="2975" cy="383"/>
          </a:xfrm>
        </p:grpSpPr>
        <p:sp>
          <p:nvSpPr>
            <p:cNvPr id="116" name="Line 53">
              <a:extLst>
                <a:ext uri="{FF2B5EF4-FFF2-40B4-BE49-F238E27FC236}">
                  <a16:creationId xmlns:a16="http://schemas.microsoft.com/office/drawing/2014/main" id="{DB2C25E1-2B0C-4635-8B2D-6CDE360E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Line 54">
              <a:extLst>
                <a:ext uri="{FF2B5EF4-FFF2-40B4-BE49-F238E27FC236}">
                  <a16:creationId xmlns:a16="http://schemas.microsoft.com/office/drawing/2014/main" id="{64F17F26-D5E3-4D02-9E55-F8392C009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Line 55">
              <a:extLst>
                <a:ext uri="{FF2B5EF4-FFF2-40B4-BE49-F238E27FC236}">
                  <a16:creationId xmlns:a16="http://schemas.microsoft.com/office/drawing/2014/main" id="{ED73B0AF-7DCD-41A1-A7F6-12314BA7A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00"/>
              <a:ext cx="0" cy="383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9" name="Oval 118">
            <a:extLst>
              <a:ext uri="{FF2B5EF4-FFF2-40B4-BE49-F238E27FC236}">
                <a16:creationId xmlns:a16="http://schemas.microsoft.com/office/drawing/2014/main" id="{5F1D728D-4963-4E68-BACB-B46020AE29AC}"/>
              </a:ext>
            </a:extLst>
          </p:cNvPr>
          <p:cNvSpPr/>
          <p:nvPr/>
        </p:nvSpPr>
        <p:spPr>
          <a:xfrm>
            <a:off x="1676400" y="1171495"/>
            <a:ext cx="1371600" cy="838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Times New Roman" pitchFamily="16" charset="0"/>
              <a:buNone/>
              <a:defRPr/>
            </a:pPr>
            <a:r>
              <a:rPr lang="en-US" sz="2800" dirty="0">
                <a:latin typeface="+mj-lt"/>
                <a:ea typeface="Arial Unicode MS" pitchFamily="34" charset="-128"/>
                <a:cs typeface="Arial Unicode MS" pitchFamily="34" charset="-128"/>
              </a:rPr>
              <a:t>Err!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D54CD68-868D-4937-A28A-95A38200848A}"/>
              </a:ext>
            </a:extLst>
          </p:cNvPr>
          <p:cNvSpPr/>
          <p:nvPr/>
        </p:nvSpPr>
        <p:spPr>
          <a:xfrm>
            <a:off x="6096000" y="1095295"/>
            <a:ext cx="1600200" cy="838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Times New Roman" pitchFamily="16" charset="0"/>
              <a:buNone/>
              <a:defRPr/>
            </a:pPr>
            <a:r>
              <a:rPr lang="en-US" sz="2800" dirty="0">
                <a:latin typeface="+mj-lt"/>
                <a:ea typeface="Arial Unicode MS" pitchFamily="34" charset="-128"/>
                <a:cs typeface="Arial Unicode MS" pitchFamily="34" charset="-128"/>
              </a:rPr>
              <a:t>Voila</a:t>
            </a:r>
          </a:p>
        </p:txBody>
      </p:sp>
      <p:sp>
        <p:nvSpPr>
          <p:cNvPr id="121" name="Freeform 47">
            <a:extLst>
              <a:ext uri="{FF2B5EF4-FFF2-40B4-BE49-F238E27FC236}">
                <a16:creationId xmlns:a16="http://schemas.microsoft.com/office/drawing/2014/main" id="{CB35423A-6DAB-4AB9-8A41-CBE23A914962}"/>
              </a:ext>
            </a:extLst>
          </p:cNvPr>
          <p:cNvSpPr>
            <a:spLocks/>
          </p:cNvSpPr>
          <p:nvPr/>
        </p:nvSpPr>
        <p:spPr bwMode="auto">
          <a:xfrm>
            <a:off x="4497388" y="2238295"/>
            <a:ext cx="836612" cy="1319213"/>
          </a:xfrm>
          <a:custGeom>
            <a:avLst/>
            <a:gdLst>
              <a:gd name="T0" fmla="*/ 2147483647 w 528"/>
              <a:gd name="T1" fmla="*/ 2147483647 h 832"/>
              <a:gd name="T2" fmla="*/ 2147483647 w 528"/>
              <a:gd name="T3" fmla="*/ 2147483647 h 832"/>
              <a:gd name="T4" fmla="*/ 2147483647 w 528"/>
              <a:gd name="T5" fmla="*/ 2147483647 h 832"/>
              <a:gd name="T6" fmla="*/ 2147483647 w 528"/>
              <a:gd name="T7" fmla="*/ 2147483647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832"/>
              <a:gd name="T14" fmla="*/ 528 w 528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832">
                <a:moveTo>
                  <a:pt x="496" y="64"/>
                </a:moveTo>
                <a:cubicBezTo>
                  <a:pt x="512" y="32"/>
                  <a:pt x="528" y="0"/>
                  <a:pt x="448" y="64"/>
                </a:cubicBezTo>
                <a:cubicBezTo>
                  <a:pt x="368" y="128"/>
                  <a:pt x="32" y="320"/>
                  <a:pt x="16" y="448"/>
                </a:cubicBezTo>
                <a:cubicBezTo>
                  <a:pt x="0" y="576"/>
                  <a:pt x="176" y="704"/>
                  <a:pt x="352" y="832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" name="Freeform 50">
            <a:extLst>
              <a:ext uri="{FF2B5EF4-FFF2-40B4-BE49-F238E27FC236}">
                <a16:creationId xmlns:a16="http://schemas.microsoft.com/office/drawing/2014/main" id="{737F7E90-CBB8-4513-80BA-52D497C107EF}"/>
              </a:ext>
            </a:extLst>
          </p:cNvPr>
          <p:cNvSpPr>
            <a:spLocks/>
          </p:cNvSpPr>
          <p:nvPr/>
        </p:nvSpPr>
        <p:spPr bwMode="auto">
          <a:xfrm>
            <a:off x="6400800" y="2314495"/>
            <a:ext cx="658813" cy="1217613"/>
          </a:xfrm>
          <a:custGeom>
            <a:avLst/>
            <a:gdLst>
              <a:gd name="T0" fmla="*/ 2147483647 w 416"/>
              <a:gd name="T1" fmla="*/ 2147483647 h 768"/>
              <a:gd name="T2" fmla="*/ 2147483647 w 416"/>
              <a:gd name="T3" fmla="*/ 2147483647 h 768"/>
              <a:gd name="T4" fmla="*/ 0 w 416"/>
              <a:gd name="T5" fmla="*/ 0 h 768"/>
              <a:gd name="T6" fmla="*/ 0 60000 65536"/>
              <a:gd name="T7" fmla="*/ 0 60000 65536"/>
              <a:gd name="T8" fmla="*/ 0 60000 65536"/>
              <a:gd name="T9" fmla="*/ 0 w 416"/>
              <a:gd name="T10" fmla="*/ 0 h 768"/>
              <a:gd name="T11" fmla="*/ 416 w 416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6" h="768">
                <a:moveTo>
                  <a:pt x="192" y="768"/>
                </a:moveTo>
                <a:cubicBezTo>
                  <a:pt x="304" y="616"/>
                  <a:pt x="416" y="464"/>
                  <a:pt x="384" y="336"/>
                </a:cubicBezTo>
                <a:cubicBezTo>
                  <a:pt x="352" y="208"/>
                  <a:pt x="176" y="104"/>
                  <a:pt x="0" y="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" name="Text Box 51">
            <a:extLst>
              <a:ext uri="{FF2B5EF4-FFF2-40B4-BE49-F238E27FC236}">
                <a16:creationId xmlns:a16="http://schemas.microsoft.com/office/drawing/2014/main" id="{09129F15-CDF2-4DF6-8DD1-89C17405F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466895"/>
            <a:ext cx="1689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print sum=7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6CAACBF-0571-99FC-0F10-94E8C4D2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9378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13A8-2E1E-43B3-9DFB-17111323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54E4C-3962-4BF8-8D36-29C6DC37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063C5-9476-483C-BDA4-654FAE44421D}"/>
              </a:ext>
            </a:extLst>
          </p:cNvPr>
          <p:cNvSpPr/>
          <p:nvPr/>
        </p:nvSpPr>
        <p:spPr>
          <a:xfrm>
            <a:off x="63568" y="1272547"/>
            <a:ext cx="11823632" cy="12954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body"/>
              </a:rPr>
              <a:t>If multiple cores cache the same block, how do they ensure they all see a consistent state?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F561A-3DC4-4686-931E-FB1D6878284F}"/>
              </a:ext>
            </a:extLst>
          </p:cNvPr>
          <p:cNvSpPr/>
          <p:nvPr/>
        </p:nvSpPr>
        <p:spPr>
          <a:xfrm>
            <a:off x="63568" y="2644147"/>
            <a:ext cx="11823632" cy="24384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3200" dirty="0">
                <a:solidFill>
                  <a:srgbClr val="FFC000"/>
                </a:solidFill>
                <a:latin typeface="Calibri body"/>
              </a:rPr>
              <a:t>Solution: </a:t>
            </a:r>
          </a:p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Calibri body"/>
              </a:rPr>
              <a:t>1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alibri body"/>
              </a:rPr>
              <a:t>. Write Propagation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Calibri body"/>
              </a:rPr>
              <a:t>: All writes eventually become visible to other cores.</a:t>
            </a:r>
          </a:p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body"/>
              </a:rPr>
              <a:t>2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body"/>
              </a:rPr>
              <a:t>.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body"/>
              </a:rPr>
              <a:t>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body"/>
              </a:rPr>
              <a:t>Write Serialization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body"/>
              </a:rPr>
              <a:t>: All cores see write to a cache line in same order.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B2F151-1D88-4A9D-A41A-C3CA68B7AD36}"/>
              </a:ext>
            </a:extLst>
          </p:cNvPr>
          <p:cNvSpPr/>
          <p:nvPr/>
        </p:nvSpPr>
        <p:spPr>
          <a:xfrm>
            <a:off x="63568" y="5158747"/>
            <a:ext cx="11823632" cy="92421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341313" indent="-341313">
              <a:spcBef>
                <a:spcPts val="800"/>
              </a:spcBef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3200" dirty="0">
                <a:solidFill>
                  <a:srgbClr val="000000"/>
                </a:solidFill>
                <a:latin typeface="Calibri body"/>
                <a:ea typeface="Tahoma" pitchFamily="34" charset="0"/>
                <a:cs typeface="Tahoma" pitchFamily="34" charset="0"/>
              </a:rPr>
              <a:t> Need a protocol to ensure (1) and (2)  called </a:t>
            </a:r>
            <a:r>
              <a:rPr lang="en-US" sz="3200" i="1" dirty="0">
                <a:solidFill>
                  <a:srgbClr val="000000"/>
                </a:solidFill>
                <a:latin typeface="Calibri body"/>
                <a:ea typeface="Tahoma" pitchFamily="34" charset="0"/>
                <a:cs typeface="Tahoma" pitchFamily="34" charset="0"/>
              </a:rPr>
              <a:t>cache coherence protocol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4A48670-5132-0127-4AC6-89185CBA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9840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6B89-FB28-41A0-A26B-7C0C8471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Invalidate/Update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34734-0D0E-4397-BB3A-12AC20BA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9E026-FD0C-40D9-95D2-6184DC86D073}"/>
              </a:ext>
            </a:extLst>
          </p:cNvPr>
          <p:cNvSpPr/>
          <p:nvPr/>
        </p:nvSpPr>
        <p:spPr>
          <a:xfrm>
            <a:off x="481648" y="1272988"/>
            <a:ext cx="11474009" cy="23622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Invalidate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 – </a:t>
            </a:r>
          </a:p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Write to a cache line, and simultaneously broadcast invalidation of address to all others</a:t>
            </a:r>
          </a:p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Other cores clear/invalidate their cache lines</a:t>
            </a: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2800" dirty="0">
              <a:solidFill>
                <a:srgbClr val="000000"/>
              </a:solidFill>
              <a:latin typeface="Tahoma" pitchFamily="3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EC38E-C081-47B0-95E6-B04261D87507}"/>
              </a:ext>
            </a:extLst>
          </p:cNvPr>
          <p:cNvSpPr/>
          <p:nvPr/>
        </p:nvSpPr>
        <p:spPr>
          <a:xfrm>
            <a:off x="481648" y="3787588"/>
            <a:ext cx="11474009" cy="241329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Update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 – </a:t>
            </a:r>
          </a:p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Write to a cache line, and simultaneously broadcast written data to all others</a:t>
            </a:r>
          </a:p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Other cores update their caches if data was present</a:t>
            </a: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2800" dirty="0">
              <a:solidFill>
                <a:srgbClr val="000000"/>
              </a:solidFill>
              <a:latin typeface="Tahoma" pitchFamily="3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7EC5C8-7EB7-48D0-986D-5997D8C63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105" y="5232944"/>
            <a:ext cx="2105323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8F709435-238A-45CC-B12B-DCCA89B8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521" y="2946324"/>
            <a:ext cx="53637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E03A8D-C2EB-84F9-6CA3-1F0B3EC0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9982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A1E6-62E1-4873-A58D-1DDDD464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MSI protocol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980E4-7A18-4DFB-80CA-0D97CE33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A44A4-B4DA-474C-8F53-20B792271938}"/>
              </a:ext>
            </a:extLst>
          </p:cNvPr>
          <p:cNvSpPr/>
          <p:nvPr/>
        </p:nvSpPr>
        <p:spPr>
          <a:xfrm>
            <a:off x="366331" y="1463675"/>
            <a:ext cx="8382000" cy="33528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668338" lvl="1" indent="-325438">
              <a:spcBef>
                <a:spcPts val="60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Extend single valid bit per line to three states:</a:t>
            </a: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ahoma" pitchFamily="32" charset="0"/>
              </a:rPr>
              <a:t>odified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): </a:t>
            </a:r>
            <a:r>
              <a:rPr lang="en-US" sz="2800" dirty="0">
                <a:solidFill>
                  <a:srgbClr val="000000"/>
                </a:solidFill>
              </a:rPr>
              <a:t>only one cache, memory not updated.</a:t>
            </a:r>
            <a:endParaRPr lang="en-US" sz="2800" dirty="0">
              <a:solidFill>
                <a:srgbClr val="000000"/>
              </a:solidFill>
              <a:latin typeface="Tahoma" pitchFamily="32" charset="0"/>
            </a:endParaRP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(hared): </a:t>
            </a:r>
            <a:r>
              <a:rPr lang="en-US" sz="2800" dirty="0">
                <a:solidFill>
                  <a:srgbClr val="000000"/>
                </a:solidFill>
              </a:rPr>
              <a:t>one or more caches, and memory copy is up-to-date</a:t>
            </a:r>
            <a:endParaRPr lang="en-US" sz="2800" dirty="0">
              <a:solidFill>
                <a:srgbClr val="000000"/>
              </a:solidFill>
              <a:latin typeface="Tahoma" pitchFamily="32" charset="0"/>
            </a:endParaRP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ahoma" pitchFamily="32" charset="0"/>
              </a:rPr>
              <a:t>nvalid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): not present</a:t>
            </a: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Wingdings" pitchFamily="2" charset="2"/>
              <a:buChar char="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These bits will be at the tag store as before </a:t>
            </a: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2800" dirty="0">
              <a:solidFill>
                <a:srgbClr val="000000"/>
              </a:solidFill>
              <a:latin typeface="Tahoma" pitchFamily="3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36D1F-6EEB-4160-97AD-5E5B6E33BAFF}"/>
              </a:ext>
            </a:extLst>
          </p:cNvPr>
          <p:cNvSpPr/>
          <p:nvPr/>
        </p:nvSpPr>
        <p:spPr>
          <a:xfrm>
            <a:off x="366331" y="4892675"/>
            <a:ext cx="8382000" cy="16002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Read - </a:t>
            </a:r>
            <a:r>
              <a:rPr lang="en-US" sz="2800" i="1" dirty="0">
                <a:solidFill>
                  <a:srgbClr val="000000"/>
                </a:solidFill>
                <a:latin typeface="Tahoma" pitchFamily="32" charset="0"/>
              </a:rPr>
              <a:t>Read 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request on bus, transitions to </a:t>
            </a: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S</a:t>
            </a:r>
          </a:p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Write - </a:t>
            </a:r>
            <a:r>
              <a:rPr lang="en-US" sz="2800" i="1" dirty="0" err="1">
                <a:solidFill>
                  <a:srgbClr val="000000"/>
                </a:solidFill>
                <a:latin typeface="Tahoma" pitchFamily="32" charset="0"/>
              </a:rPr>
              <a:t>ReadEx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 request, transitions to </a:t>
            </a:r>
            <a:r>
              <a:rPr lang="en-US" sz="2800" b="1" dirty="0">
                <a:solidFill>
                  <a:srgbClr val="000000"/>
                </a:solidFill>
                <a:latin typeface="Tahoma" pitchFamily="32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Tahoma" pitchFamily="32" charset="0"/>
              </a:rPr>
              <a:t> state</a:t>
            </a:r>
          </a:p>
          <a:p>
            <a:pPr marL="668338" lvl="1" indent="-325438">
              <a:spcBef>
                <a:spcPts val="550"/>
              </a:spcBef>
              <a:buClr>
                <a:srgbClr val="3B812F"/>
              </a:buClr>
              <a:buSzPct val="60000"/>
              <a:buFont typeface="Times New Roman" pitchFamily="1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2800" dirty="0">
              <a:solidFill>
                <a:srgbClr val="000000"/>
              </a:solidFill>
              <a:latin typeface="Tahoma" pitchFamily="32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C613669-12F8-F77B-B18A-503803CB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7937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7CE2-CD88-4584-98F9-3AC8AC07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State-transitions: Processor side (Master core)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D1451-46F3-4388-A70B-B6D43B74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42B1E966-68DE-43D3-ABE1-29587CBE0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2" y="2667000"/>
            <a:ext cx="762000" cy="685800"/>
          </a:xfrm>
          <a:prstGeom prst="ellipse">
            <a:avLst/>
          </a:prstGeom>
          <a:solidFill>
            <a:srgbClr val="92D050"/>
          </a:solidFill>
          <a:ln w="38160">
            <a:solidFill>
              <a:srgbClr val="99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M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5EC9650A-2F8A-4745-8234-1AE64E79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237" y="5105400"/>
            <a:ext cx="762000" cy="685800"/>
          </a:xfrm>
          <a:prstGeom prst="ellipse">
            <a:avLst/>
          </a:prstGeom>
          <a:solidFill>
            <a:srgbClr val="92D050"/>
          </a:solidFill>
          <a:ln w="38160">
            <a:solidFill>
              <a:srgbClr val="99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 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I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18AD702C-249D-48E9-9074-E8414C4BF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612" y="2667000"/>
            <a:ext cx="762000" cy="685800"/>
          </a:xfrm>
          <a:prstGeom prst="ellipse">
            <a:avLst/>
          </a:prstGeom>
          <a:solidFill>
            <a:srgbClr val="92D050"/>
          </a:solidFill>
          <a:ln w="38160">
            <a:solidFill>
              <a:srgbClr val="99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 S </a:t>
            </a:r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1AE5EB00-7F2E-4D99-857F-3098656142E3}"/>
              </a:ext>
            </a:extLst>
          </p:cNvPr>
          <p:cNvGrpSpPr>
            <a:grpSpLocks/>
          </p:cNvGrpSpPr>
          <p:nvPr/>
        </p:nvGrpSpPr>
        <p:grpSpPr bwMode="auto">
          <a:xfrm>
            <a:off x="2259012" y="1600200"/>
            <a:ext cx="1366838" cy="1433513"/>
            <a:chOff x="1042" y="768"/>
            <a:chExt cx="861" cy="903"/>
          </a:xfrm>
        </p:grpSpPr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DE6E9A33-25FF-4EB1-B1B1-060C4410D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1040"/>
              <a:ext cx="655" cy="631"/>
            </a:xfrm>
            <a:custGeom>
              <a:avLst/>
              <a:gdLst>
                <a:gd name="T0" fmla="*/ 381 w 656"/>
                <a:gd name="T1" fmla="*/ 589 h 632"/>
                <a:gd name="T2" fmla="*/ 48 w 656"/>
                <a:gd name="T3" fmla="*/ 541 h 632"/>
                <a:gd name="T4" fmla="*/ 96 w 656"/>
                <a:gd name="T5" fmla="*/ 64 h 632"/>
                <a:gd name="T6" fmla="*/ 573 w 656"/>
                <a:gd name="T7" fmla="*/ 160 h 632"/>
                <a:gd name="T8" fmla="*/ 573 w 656"/>
                <a:gd name="T9" fmla="*/ 397 h 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6"/>
                <a:gd name="T16" fmla="*/ 0 h 632"/>
                <a:gd name="T17" fmla="*/ 656 w 656"/>
                <a:gd name="T18" fmla="*/ 632 h 6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6" h="632">
                  <a:moveTo>
                    <a:pt x="384" y="592"/>
                  </a:moveTo>
                  <a:cubicBezTo>
                    <a:pt x="240" y="612"/>
                    <a:pt x="96" y="632"/>
                    <a:pt x="48" y="544"/>
                  </a:cubicBezTo>
                  <a:cubicBezTo>
                    <a:pt x="0" y="456"/>
                    <a:pt x="8" y="128"/>
                    <a:pt x="96" y="64"/>
                  </a:cubicBezTo>
                  <a:cubicBezTo>
                    <a:pt x="184" y="0"/>
                    <a:pt x="496" y="104"/>
                    <a:pt x="576" y="160"/>
                  </a:cubicBezTo>
                  <a:cubicBezTo>
                    <a:pt x="656" y="216"/>
                    <a:pt x="616" y="308"/>
                    <a:pt x="576" y="40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1EC355D0-1D51-4FA0-BD1B-80FAE3851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" y="768"/>
              <a:ext cx="54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PrRd/ –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PrWr/ –</a:t>
              </a:r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B3C4C4A5-0740-429B-9B26-BC39A2FF0A0F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3373438"/>
            <a:ext cx="1677987" cy="1903412"/>
            <a:chOff x="1653" y="1885"/>
            <a:chExt cx="1057" cy="1199"/>
          </a:xfrm>
        </p:grpSpPr>
        <p:sp>
          <p:nvSpPr>
            <p:cNvPr id="13" name="AutoShape 10">
              <a:extLst>
                <a:ext uri="{FF2B5EF4-FFF2-40B4-BE49-F238E27FC236}">
                  <a16:creationId xmlns:a16="http://schemas.microsoft.com/office/drawing/2014/main" id="{9D20911F-13BE-4F8E-A722-ECE4A0974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1885"/>
              <a:ext cx="863" cy="1199"/>
            </a:xfrm>
            <a:custGeom>
              <a:avLst/>
              <a:gdLst>
                <a:gd name="T0" fmla="*/ 861 w 864"/>
                <a:gd name="T1" fmla="*/ 1197 h 1200"/>
                <a:gd name="T2" fmla="*/ 144 w 864"/>
                <a:gd name="T3" fmla="*/ 813 h 1200"/>
                <a:gd name="T4" fmla="*/ 0 w 864"/>
                <a:gd name="T5" fmla="*/ 0 h 1200"/>
                <a:gd name="T6" fmla="*/ 0 60000 65536"/>
                <a:gd name="T7" fmla="*/ 0 60000 65536"/>
                <a:gd name="T8" fmla="*/ 0 60000 65536"/>
                <a:gd name="T9" fmla="*/ 0 w 864"/>
                <a:gd name="T10" fmla="*/ 0 h 1200"/>
                <a:gd name="T11" fmla="*/ 864 w 864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200">
                  <a:moveTo>
                    <a:pt x="864" y="1200"/>
                  </a:moveTo>
                  <a:cubicBezTo>
                    <a:pt x="576" y="1108"/>
                    <a:pt x="288" y="1016"/>
                    <a:pt x="144" y="816"/>
                  </a:cubicBezTo>
                  <a:cubicBezTo>
                    <a:pt x="0" y="616"/>
                    <a:pt x="0" y="308"/>
                    <a:pt x="0" y="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7AEC9CE6-E1B9-49A5-AFAC-511FFF059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2413"/>
              <a:ext cx="90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PrWr/BusRdX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D3531278-99C3-403E-815E-D1FD4F04D7A6}"/>
              </a:ext>
            </a:extLst>
          </p:cNvPr>
          <p:cNvGrpSpPr>
            <a:grpSpLocks/>
          </p:cNvGrpSpPr>
          <p:nvPr/>
        </p:nvGrpSpPr>
        <p:grpSpPr bwMode="auto">
          <a:xfrm>
            <a:off x="5307012" y="3352800"/>
            <a:ext cx="2457450" cy="2055813"/>
            <a:chOff x="2962" y="1872"/>
            <a:chExt cx="1548" cy="1295"/>
          </a:xfrm>
        </p:grpSpPr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C070BDC8-DB85-4F66-A88B-34716E7B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872"/>
              <a:ext cx="1023" cy="1295"/>
            </a:xfrm>
            <a:custGeom>
              <a:avLst/>
              <a:gdLst>
                <a:gd name="T0" fmla="*/ 0 w 1024"/>
                <a:gd name="T1" fmla="*/ 1293 h 1296"/>
                <a:gd name="T2" fmla="*/ 861 w 1024"/>
                <a:gd name="T3" fmla="*/ 765 h 1296"/>
                <a:gd name="T4" fmla="*/ 957 w 1024"/>
                <a:gd name="T5" fmla="*/ 0 h 1296"/>
                <a:gd name="T6" fmla="*/ 0 60000 65536"/>
                <a:gd name="T7" fmla="*/ 0 60000 65536"/>
                <a:gd name="T8" fmla="*/ 0 60000 65536"/>
                <a:gd name="T9" fmla="*/ 0 w 1024"/>
                <a:gd name="T10" fmla="*/ 0 h 1296"/>
                <a:gd name="T11" fmla="*/ 1024 w 1024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4" h="1296">
                  <a:moveTo>
                    <a:pt x="0" y="1296"/>
                  </a:moveTo>
                  <a:cubicBezTo>
                    <a:pt x="352" y="1140"/>
                    <a:pt x="704" y="984"/>
                    <a:pt x="864" y="768"/>
                  </a:cubicBezTo>
                  <a:cubicBezTo>
                    <a:pt x="1024" y="552"/>
                    <a:pt x="992" y="276"/>
                    <a:pt x="960" y="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7DFC9700-6F33-4569-8F8B-1EFA912F9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784"/>
              <a:ext cx="823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PrRd/BusRd</a:t>
              </a:r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39C7A60B-B549-4E39-BDDD-4363275ED872}"/>
              </a:ext>
            </a:extLst>
          </p:cNvPr>
          <p:cNvGrpSpPr>
            <a:grpSpLocks/>
          </p:cNvGrpSpPr>
          <p:nvPr/>
        </p:nvGrpSpPr>
        <p:grpSpPr bwMode="auto">
          <a:xfrm>
            <a:off x="6564312" y="1587500"/>
            <a:ext cx="1284288" cy="1230313"/>
            <a:chOff x="3754" y="760"/>
            <a:chExt cx="809" cy="775"/>
          </a:xfrm>
        </p:grpSpPr>
        <p:sp>
          <p:nvSpPr>
            <p:cNvPr id="19" name="AutoShape 16">
              <a:extLst>
                <a:ext uri="{FF2B5EF4-FFF2-40B4-BE49-F238E27FC236}">
                  <a16:creationId xmlns:a16="http://schemas.microsoft.com/office/drawing/2014/main" id="{2C8A72A5-A5F6-4A85-866F-E72800C45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960"/>
              <a:ext cx="743" cy="575"/>
            </a:xfrm>
            <a:custGeom>
              <a:avLst/>
              <a:gdLst>
                <a:gd name="T0" fmla="*/ 662641249 w 744"/>
                <a:gd name="T1" fmla="*/ 1444060521 h 576"/>
                <a:gd name="T2" fmla="*/ 1746963269 w 744"/>
                <a:gd name="T3" fmla="*/ 1083045519 h 576"/>
                <a:gd name="T4" fmla="*/ 1385523192 w 744"/>
                <a:gd name="T5" fmla="*/ 120338409 h 576"/>
                <a:gd name="T6" fmla="*/ 180720358 w 744"/>
                <a:gd name="T7" fmla="*/ 361015130 h 576"/>
                <a:gd name="T8" fmla="*/ 301200788 w 744"/>
                <a:gd name="T9" fmla="*/ 1203384534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576"/>
                <a:gd name="T17" fmla="*/ 744 w 744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576">
                  <a:moveTo>
                    <a:pt x="264" y="576"/>
                  </a:moveTo>
                  <a:cubicBezTo>
                    <a:pt x="456" y="548"/>
                    <a:pt x="648" y="520"/>
                    <a:pt x="696" y="432"/>
                  </a:cubicBezTo>
                  <a:cubicBezTo>
                    <a:pt x="744" y="344"/>
                    <a:pt x="656" y="96"/>
                    <a:pt x="552" y="48"/>
                  </a:cubicBezTo>
                  <a:cubicBezTo>
                    <a:pt x="448" y="0"/>
                    <a:pt x="144" y="72"/>
                    <a:pt x="72" y="144"/>
                  </a:cubicBezTo>
                  <a:cubicBezTo>
                    <a:pt x="0" y="216"/>
                    <a:pt x="60" y="348"/>
                    <a:pt x="120" y="48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568F1867-4136-496F-BFB3-CC02C935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760"/>
              <a:ext cx="785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PrRd</a:t>
              </a:r>
              <a:r>
                <a:rPr lang="en-US" altLang="en-US" sz="1800">
                  <a:solidFill>
                    <a:srgbClr val="990000"/>
                  </a:solidFill>
                </a:rPr>
                <a:t>/ –</a:t>
              </a:r>
            </a:p>
          </p:txBody>
        </p:sp>
      </p:grpSp>
      <p:sp>
        <p:nvSpPr>
          <p:cNvPr id="21" name="AutoShape 18">
            <a:extLst>
              <a:ext uri="{FF2B5EF4-FFF2-40B4-BE49-F238E27FC236}">
                <a16:creationId xmlns:a16="http://schemas.microsoft.com/office/drawing/2014/main" id="{031A8E7E-BE70-4F68-B50A-BF73E75D96C1}"/>
              </a:ext>
            </a:extLst>
          </p:cNvPr>
          <p:cNvSpPr>
            <a:spLocks/>
          </p:cNvSpPr>
          <p:nvPr/>
        </p:nvSpPr>
        <p:spPr bwMode="auto">
          <a:xfrm>
            <a:off x="3630612" y="2984500"/>
            <a:ext cx="2667000" cy="1588"/>
          </a:xfrm>
          <a:custGeom>
            <a:avLst/>
            <a:gdLst>
              <a:gd name="T0" fmla="*/ 2147483647 w 1680"/>
              <a:gd name="T1" fmla="*/ 0 h 1"/>
              <a:gd name="T2" fmla="*/ 0 w 1680"/>
              <a:gd name="T3" fmla="*/ 0 h 1"/>
              <a:gd name="T4" fmla="*/ 0 60000 65536"/>
              <a:gd name="T5" fmla="*/ 0 60000 65536"/>
              <a:gd name="T6" fmla="*/ 0 w 1680"/>
              <a:gd name="T7" fmla="*/ 0 h 1"/>
              <a:gd name="T8" fmla="*/ 1680 w 168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80" h="1">
                <a:moveTo>
                  <a:pt x="1680" y="0"/>
                </a:moveTo>
                <a:cubicBezTo>
                  <a:pt x="1680" y="0"/>
                  <a:pt x="840" y="0"/>
                  <a:pt x="0" y="0"/>
                </a:cubicBezTo>
              </a:path>
            </a:pathLst>
          </a:custGeom>
          <a:noFill/>
          <a:ln w="3816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Calibri" pitchFamily="32" charset="0"/>
              <a:cs typeface="Arial" charset="0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C042B127-3614-4DBF-A06F-1C04BC940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2" y="2471738"/>
            <a:ext cx="1444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990000"/>
                </a:solidFill>
              </a:rPr>
              <a:t>PrWr/BusRdX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F11EDFB-15B7-C466-79DB-A6D41548C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2766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59E0-73CF-4CB2-B327-DF4700E0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Bus-side (Rest of the cores)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339AD-6CF2-4709-B6AA-BD467839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29390FC5-5170-482D-8A09-D9E91E8AB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122488"/>
            <a:ext cx="762000" cy="685800"/>
          </a:xfrm>
          <a:prstGeom prst="ellipse">
            <a:avLst/>
          </a:prstGeom>
          <a:solidFill>
            <a:srgbClr val="92D050"/>
          </a:solidFill>
          <a:ln w="38160">
            <a:solidFill>
              <a:srgbClr val="99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M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CBE157E3-0BC4-46A7-8E23-6529F314D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560888"/>
            <a:ext cx="762000" cy="685800"/>
          </a:xfrm>
          <a:prstGeom prst="ellipse">
            <a:avLst/>
          </a:prstGeom>
          <a:solidFill>
            <a:srgbClr val="92D050"/>
          </a:solidFill>
          <a:ln w="38160">
            <a:solidFill>
              <a:srgbClr val="99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  I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09C4013-FD89-4550-B5EA-9ECDF4D81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122488"/>
            <a:ext cx="762000" cy="685800"/>
          </a:xfrm>
          <a:prstGeom prst="ellipse">
            <a:avLst/>
          </a:prstGeom>
          <a:solidFill>
            <a:srgbClr val="92D050"/>
          </a:solidFill>
          <a:ln w="38160">
            <a:solidFill>
              <a:srgbClr val="99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 S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A4D14F3F-357A-462D-AFA5-D9A78A477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3694113"/>
            <a:ext cx="1479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990000"/>
                </a:solidFill>
              </a:rPr>
              <a:t>BusRdX/Flush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02C9DF94-6D72-4C89-8D05-67CDE350116E}"/>
              </a:ext>
            </a:extLst>
          </p:cNvPr>
          <p:cNvGrpSpPr>
            <a:grpSpLocks/>
          </p:cNvGrpSpPr>
          <p:nvPr/>
        </p:nvGrpSpPr>
        <p:grpSpPr bwMode="auto">
          <a:xfrm>
            <a:off x="2603500" y="2808288"/>
            <a:ext cx="3744913" cy="2055812"/>
            <a:chOff x="1354" y="1872"/>
            <a:chExt cx="2359" cy="1295"/>
          </a:xfrm>
        </p:grpSpPr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53AD6286-5A6C-4794-8C2E-C34DD1045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1887"/>
              <a:ext cx="857" cy="1232"/>
            </a:xfrm>
            <a:custGeom>
              <a:avLst/>
              <a:gdLst>
                <a:gd name="T0" fmla="*/ 843 w 864"/>
                <a:gd name="T1" fmla="*/ 1299 h 1200"/>
                <a:gd name="T2" fmla="*/ 141 w 864"/>
                <a:gd name="T3" fmla="*/ 883 h 1200"/>
                <a:gd name="T4" fmla="*/ 0 w 864"/>
                <a:gd name="T5" fmla="*/ 0 h 1200"/>
                <a:gd name="T6" fmla="*/ 0 60000 65536"/>
                <a:gd name="T7" fmla="*/ 0 60000 65536"/>
                <a:gd name="T8" fmla="*/ 0 60000 65536"/>
                <a:gd name="T9" fmla="*/ 0 w 864"/>
                <a:gd name="T10" fmla="*/ 0 h 1200"/>
                <a:gd name="T11" fmla="*/ 864 w 864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200">
                  <a:moveTo>
                    <a:pt x="864" y="1200"/>
                  </a:moveTo>
                  <a:cubicBezTo>
                    <a:pt x="576" y="1108"/>
                    <a:pt x="288" y="1016"/>
                    <a:pt x="144" y="816"/>
                  </a:cubicBezTo>
                  <a:cubicBezTo>
                    <a:pt x="0" y="616"/>
                    <a:pt x="0" y="308"/>
                    <a:pt x="0" y="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2266EC9F-E3A2-44FE-84C6-BE31BCC2E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872"/>
              <a:ext cx="1023" cy="1295"/>
            </a:xfrm>
            <a:custGeom>
              <a:avLst/>
              <a:gdLst>
                <a:gd name="T0" fmla="*/ 0 w 1024"/>
                <a:gd name="T1" fmla="*/ 1293 h 1296"/>
                <a:gd name="T2" fmla="*/ 861 w 1024"/>
                <a:gd name="T3" fmla="*/ 765 h 1296"/>
                <a:gd name="T4" fmla="*/ 957 w 1024"/>
                <a:gd name="T5" fmla="*/ 0 h 1296"/>
                <a:gd name="T6" fmla="*/ 0 60000 65536"/>
                <a:gd name="T7" fmla="*/ 0 60000 65536"/>
                <a:gd name="T8" fmla="*/ 0 60000 65536"/>
                <a:gd name="T9" fmla="*/ 0 w 1024"/>
                <a:gd name="T10" fmla="*/ 0 h 1296"/>
                <a:gd name="T11" fmla="*/ 1024 w 1024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4" h="1296">
                  <a:moveTo>
                    <a:pt x="0" y="1296"/>
                  </a:moveTo>
                  <a:cubicBezTo>
                    <a:pt x="352" y="1140"/>
                    <a:pt x="704" y="984"/>
                    <a:pt x="864" y="768"/>
                  </a:cubicBezTo>
                  <a:cubicBezTo>
                    <a:pt x="1024" y="552"/>
                    <a:pt x="992" y="276"/>
                    <a:pt x="960" y="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</p:grpSp>
      <p:sp>
        <p:nvSpPr>
          <p:cNvPr id="13" name="Text Box 10">
            <a:extLst>
              <a:ext uri="{FF2B5EF4-FFF2-40B4-BE49-F238E27FC236}">
                <a16:creationId xmlns:a16="http://schemas.microsoft.com/office/drawing/2014/main" id="{C3EAD956-B5B2-4920-BB0D-901051714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4075" y="4179888"/>
            <a:ext cx="1150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990000"/>
                </a:solidFill>
              </a:rPr>
              <a:t>BusRdX/ –</a:t>
            </a: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7ACC7994-B9A0-4629-9A81-311D221F590E}"/>
              </a:ext>
            </a:extLst>
          </p:cNvPr>
          <p:cNvSpPr>
            <a:spLocks/>
          </p:cNvSpPr>
          <p:nvPr/>
        </p:nvSpPr>
        <p:spPr bwMode="auto">
          <a:xfrm>
            <a:off x="5981700" y="1360488"/>
            <a:ext cx="1181100" cy="914400"/>
          </a:xfrm>
          <a:custGeom>
            <a:avLst/>
            <a:gdLst>
              <a:gd name="T0" fmla="*/ 2147483647 w 744"/>
              <a:gd name="T1" fmla="*/ 2147483647 h 576"/>
              <a:gd name="T2" fmla="*/ 2147483647 w 744"/>
              <a:gd name="T3" fmla="*/ 2147483647 h 576"/>
              <a:gd name="T4" fmla="*/ 2147483647 w 744"/>
              <a:gd name="T5" fmla="*/ 2147483647 h 576"/>
              <a:gd name="T6" fmla="*/ 2147483647 w 744"/>
              <a:gd name="T7" fmla="*/ 2147483647 h 576"/>
              <a:gd name="T8" fmla="*/ 2147483647 w 744"/>
              <a:gd name="T9" fmla="*/ 2147483647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576"/>
              <a:gd name="T17" fmla="*/ 744 w 744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576">
                <a:moveTo>
                  <a:pt x="264" y="576"/>
                </a:moveTo>
                <a:cubicBezTo>
                  <a:pt x="456" y="548"/>
                  <a:pt x="648" y="520"/>
                  <a:pt x="696" y="432"/>
                </a:cubicBezTo>
                <a:cubicBezTo>
                  <a:pt x="744" y="344"/>
                  <a:pt x="656" y="96"/>
                  <a:pt x="552" y="48"/>
                </a:cubicBezTo>
                <a:cubicBezTo>
                  <a:pt x="448" y="0"/>
                  <a:pt x="144" y="72"/>
                  <a:pt x="72" y="144"/>
                </a:cubicBezTo>
                <a:cubicBezTo>
                  <a:pt x="0" y="216"/>
                  <a:pt x="60" y="348"/>
                  <a:pt x="120" y="480"/>
                </a:cubicBezTo>
              </a:path>
            </a:pathLst>
          </a:custGeom>
          <a:noFill/>
          <a:ln w="3816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Calibri" pitchFamily="32" charset="0"/>
              <a:cs typeface="Arial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2684C893-EB01-49ED-90C2-24908650B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5" y="1106488"/>
            <a:ext cx="1016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990000"/>
                </a:solidFill>
              </a:rPr>
              <a:t>BusRd/ –</a:t>
            </a:r>
          </a:p>
        </p:txBody>
      </p:sp>
      <p:grpSp>
        <p:nvGrpSpPr>
          <p:cNvPr id="16" name="Group 13">
            <a:extLst>
              <a:ext uri="{FF2B5EF4-FFF2-40B4-BE49-F238E27FC236}">
                <a16:creationId xmlns:a16="http://schemas.microsoft.com/office/drawing/2014/main" id="{17D1E6B8-2316-4669-BD18-A390343771B1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995488"/>
            <a:ext cx="2665413" cy="355600"/>
            <a:chOff x="1634" y="1360"/>
            <a:chExt cx="1679" cy="224"/>
          </a:xfrm>
        </p:grpSpPr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A43CE844-EEBE-40F6-BE61-2568EBEE3DA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34" y="1584"/>
              <a:ext cx="1679" cy="0"/>
            </a:xfrm>
            <a:custGeom>
              <a:avLst/>
              <a:gdLst>
                <a:gd name="T0" fmla="*/ 1677 w 1680"/>
                <a:gd name="T1" fmla="*/ 0 h 1"/>
                <a:gd name="T2" fmla="*/ 0 w 1680"/>
                <a:gd name="T3" fmla="*/ 0 h 1"/>
                <a:gd name="T4" fmla="*/ 0 60000 65536"/>
                <a:gd name="T5" fmla="*/ 0 60000 65536"/>
                <a:gd name="T6" fmla="*/ 0 w 1680"/>
                <a:gd name="T7" fmla="*/ 0 h 1"/>
                <a:gd name="T8" fmla="*/ 1680 w 1680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80" h="1">
                  <a:moveTo>
                    <a:pt x="1680" y="0"/>
                  </a:moveTo>
                  <a:cubicBezTo>
                    <a:pt x="1680" y="0"/>
                    <a:pt x="840" y="0"/>
                    <a:pt x="0" y="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EE4A3566-D2ED-48AB-BA51-183A16F25C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7" y="1360"/>
              <a:ext cx="845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BusRd/Flush</a:t>
              </a:r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51076D67-6DAF-45DB-842E-18451C905AC9}"/>
              </a:ext>
            </a:extLst>
          </p:cNvPr>
          <p:cNvGrpSpPr>
            <a:grpSpLocks/>
          </p:cNvGrpSpPr>
          <p:nvPr/>
        </p:nvGrpSpPr>
        <p:grpSpPr bwMode="auto">
          <a:xfrm>
            <a:off x="3692525" y="5094288"/>
            <a:ext cx="2641600" cy="849312"/>
            <a:chOff x="2040" y="3312"/>
            <a:chExt cx="1664" cy="535"/>
          </a:xfrm>
        </p:grpSpPr>
        <p:sp>
          <p:nvSpPr>
            <p:cNvPr id="20" name="AutoShape 17">
              <a:extLst>
                <a:ext uri="{FF2B5EF4-FFF2-40B4-BE49-F238E27FC236}">
                  <a16:creationId xmlns:a16="http://schemas.microsoft.com/office/drawing/2014/main" id="{492791AF-8A4F-474F-BF2A-9B9745911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3312"/>
              <a:ext cx="924" cy="535"/>
            </a:xfrm>
            <a:custGeom>
              <a:avLst/>
              <a:gdLst>
                <a:gd name="T0" fmla="*/ 277 w 872"/>
                <a:gd name="T1" fmla="*/ 48 h 536"/>
                <a:gd name="T2" fmla="*/ 48 w 872"/>
                <a:gd name="T3" fmla="*/ 285 h 536"/>
                <a:gd name="T4" fmla="*/ 562 w 872"/>
                <a:gd name="T5" fmla="*/ 525 h 536"/>
                <a:gd name="T6" fmla="*/ 1018 w 872"/>
                <a:gd name="T7" fmla="*/ 240 h 536"/>
                <a:gd name="T8" fmla="*/ 676 w 872"/>
                <a:gd name="T9" fmla="*/ 0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2"/>
                <a:gd name="T16" fmla="*/ 0 h 536"/>
                <a:gd name="T17" fmla="*/ 872 w 872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2" h="536">
                  <a:moveTo>
                    <a:pt x="232" y="48"/>
                  </a:moveTo>
                  <a:cubicBezTo>
                    <a:pt x="116" y="128"/>
                    <a:pt x="0" y="208"/>
                    <a:pt x="40" y="288"/>
                  </a:cubicBezTo>
                  <a:cubicBezTo>
                    <a:pt x="80" y="368"/>
                    <a:pt x="336" y="536"/>
                    <a:pt x="472" y="528"/>
                  </a:cubicBezTo>
                  <a:cubicBezTo>
                    <a:pt x="608" y="520"/>
                    <a:pt x="840" y="328"/>
                    <a:pt x="856" y="240"/>
                  </a:cubicBezTo>
                  <a:cubicBezTo>
                    <a:pt x="872" y="152"/>
                    <a:pt x="720" y="76"/>
                    <a:pt x="568" y="0"/>
                  </a:cubicBezTo>
                </a:path>
              </a:pathLst>
            </a:custGeom>
            <a:noFill/>
            <a:ln w="38160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Calibri" pitchFamily="32" charset="0"/>
                <a:cs typeface="Arial" charset="0"/>
              </a:endParaRP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B31DDC42-42AE-4686-AD69-B48FC41B0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3380"/>
              <a:ext cx="72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BusRd/ –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</a:rPr>
                <a:t>BusRdX/ –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7EFDC3-A65C-8211-72E5-A2BD5853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81993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010D-B060-4C00-96FA-FBD9ED47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MSI Protocol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AB84F-B8D1-4614-AE2C-5B990C3C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0F9C29AA-146A-4DDE-B091-92C0637B2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630" y="1592262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3C551172-240D-4576-B1D6-4D1E07BE8D0B}"/>
              </a:ext>
            </a:extLst>
          </p:cNvPr>
          <p:cNvGrpSpPr>
            <a:grpSpLocks/>
          </p:cNvGrpSpPr>
          <p:nvPr/>
        </p:nvGrpSpPr>
        <p:grpSpPr bwMode="auto">
          <a:xfrm>
            <a:off x="2272030" y="2887662"/>
            <a:ext cx="1674813" cy="1141413"/>
            <a:chOff x="1008" y="1680"/>
            <a:chExt cx="1055" cy="719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401D52B4-7089-4F85-AFDB-64F094BC1F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5" cy="239"/>
              <a:chOff x="1008" y="1920"/>
              <a:chExt cx="1055" cy="239"/>
            </a:xfrm>
          </p:grpSpPr>
          <p:sp>
            <p:nvSpPr>
              <p:cNvPr id="15" name="Rectangle 5">
                <a:extLst>
                  <a:ext uri="{FF2B5EF4-FFF2-40B4-BE49-F238E27FC236}">
                    <a16:creationId xmlns:a16="http://schemas.microsoft.com/office/drawing/2014/main" id="{1874BCB8-D0E3-4D41-B75D-C80FE4B94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2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6" name="Rectangle 6">
                <a:extLst>
                  <a:ext uri="{FF2B5EF4-FFF2-40B4-BE49-F238E27FC236}">
                    <a16:creationId xmlns:a16="http://schemas.microsoft.com/office/drawing/2014/main" id="{3DF3BE1B-7FD0-4F79-B22F-297CF93CF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92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7CDD724A-A094-48B1-AEAE-9CE1923A9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160"/>
              <a:ext cx="1055" cy="239"/>
              <a:chOff x="1008" y="2160"/>
              <a:chExt cx="1055" cy="239"/>
            </a:xfrm>
          </p:grpSpPr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5AA071A1-B4CC-42C8-BD74-249757640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16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105E544D-582A-4361-BE2A-CA84D50C0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16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135F3AC-87D3-4409-80A4-495774BF81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680"/>
              <a:ext cx="1055" cy="239"/>
              <a:chOff x="1008" y="1680"/>
              <a:chExt cx="1055" cy="239"/>
            </a:xfrm>
          </p:grpSpPr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B7AA65A4-11C7-4562-B3DF-BEC7BC624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68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9EF7C59D-D554-4A1F-9A23-196172E90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68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</p:grpSp>
      <p:sp>
        <p:nvSpPr>
          <p:cNvPr id="17" name="Line 13">
            <a:extLst>
              <a:ext uri="{FF2B5EF4-FFF2-40B4-BE49-F238E27FC236}">
                <a16:creationId xmlns:a16="http://schemas.microsoft.com/office/drawing/2014/main" id="{184E88D7-1FAB-44A0-A07B-47F297307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4030" y="258286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Oval 14">
            <a:extLst>
              <a:ext uri="{FF2B5EF4-FFF2-40B4-BE49-F238E27FC236}">
                <a16:creationId xmlns:a16="http://schemas.microsoft.com/office/drawing/2014/main" id="{0BD865A1-62E4-4273-BCCF-7AA2A7F2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830" y="1592262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4BDAE6BC-9CB9-4785-B477-5F9C84F9489D}"/>
              </a:ext>
            </a:extLst>
          </p:cNvPr>
          <p:cNvGrpSpPr>
            <a:grpSpLocks/>
          </p:cNvGrpSpPr>
          <p:nvPr/>
        </p:nvGrpSpPr>
        <p:grpSpPr bwMode="auto">
          <a:xfrm>
            <a:off x="6920230" y="3649662"/>
            <a:ext cx="1674813" cy="379413"/>
            <a:chOff x="3936" y="2160"/>
            <a:chExt cx="1055" cy="239"/>
          </a:xfrm>
        </p:grpSpPr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74871E6E-9F62-4185-A802-D43679DDD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94B73A9E-0103-4EEF-845C-52462D32A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AA3517BD-DD98-4D52-AF7A-B1C53C43D27C}"/>
              </a:ext>
            </a:extLst>
          </p:cNvPr>
          <p:cNvGrpSpPr>
            <a:grpSpLocks/>
          </p:cNvGrpSpPr>
          <p:nvPr/>
        </p:nvGrpSpPr>
        <p:grpSpPr bwMode="auto">
          <a:xfrm>
            <a:off x="6920230" y="2887662"/>
            <a:ext cx="1674813" cy="379413"/>
            <a:chOff x="3936" y="1680"/>
            <a:chExt cx="1055" cy="239"/>
          </a:xfrm>
        </p:grpSpPr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F12FC20C-A04A-455A-B3B1-7C28AAA55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553F3468-0FCC-4D80-BF07-EF9B0A4AD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5" name="Line 21">
            <a:extLst>
              <a:ext uri="{FF2B5EF4-FFF2-40B4-BE49-F238E27FC236}">
                <a16:creationId xmlns:a16="http://schemas.microsoft.com/office/drawing/2014/main" id="{7BDF8BA0-8687-4C1F-9C82-FA730E653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8430" y="258286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6" name="Group 22">
            <a:extLst>
              <a:ext uri="{FF2B5EF4-FFF2-40B4-BE49-F238E27FC236}">
                <a16:creationId xmlns:a16="http://schemas.microsoft.com/office/drawing/2014/main" id="{A06945A5-26C1-4CCC-9167-6EBA22DBAB42}"/>
              </a:ext>
            </a:extLst>
          </p:cNvPr>
          <p:cNvGrpSpPr>
            <a:grpSpLocks/>
          </p:cNvGrpSpPr>
          <p:nvPr/>
        </p:nvGrpSpPr>
        <p:grpSpPr bwMode="auto">
          <a:xfrm>
            <a:off x="4634230" y="1592262"/>
            <a:ext cx="1674813" cy="2435225"/>
            <a:chOff x="2496" y="864"/>
            <a:chExt cx="1055" cy="1534"/>
          </a:xfrm>
        </p:grpSpPr>
        <p:sp>
          <p:nvSpPr>
            <p:cNvPr id="27" name="Oval 23">
              <a:extLst>
                <a:ext uri="{FF2B5EF4-FFF2-40B4-BE49-F238E27FC236}">
                  <a16:creationId xmlns:a16="http://schemas.microsoft.com/office/drawing/2014/main" id="{00F065D6-3680-479E-9A48-213F84DF2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8" name="Group 24">
              <a:extLst>
                <a:ext uri="{FF2B5EF4-FFF2-40B4-BE49-F238E27FC236}">
                  <a16:creationId xmlns:a16="http://schemas.microsoft.com/office/drawing/2014/main" id="{ED988529-C51E-4F54-B730-EF8B6D78D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30" name="Group 25">
                <a:extLst>
                  <a:ext uri="{FF2B5EF4-FFF2-40B4-BE49-F238E27FC236}">
                    <a16:creationId xmlns:a16="http://schemas.microsoft.com/office/drawing/2014/main" id="{72B54423-057F-4123-8813-8D6BAF9B24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7" name="Rectangle 26">
                  <a:extLst>
                    <a:ext uri="{FF2B5EF4-FFF2-40B4-BE49-F238E27FC236}">
                      <a16:creationId xmlns:a16="http://schemas.microsoft.com/office/drawing/2014/main" id="{99B02A04-105F-4E89-B9B5-461B6DF025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8" name="Rectangle 27">
                  <a:extLst>
                    <a:ext uri="{FF2B5EF4-FFF2-40B4-BE49-F238E27FC236}">
                      <a16:creationId xmlns:a16="http://schemas.microsoft.com/office/drawing/2014/main" id="{ABC90330-2C31-4E80-A189-19C954102A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1" name="Group 28">
                <a:extLst>
                  <a:ext uri="{FF2B5EF4-FFF2-40B4-BE49-F238E27FC236}">
                    <a16:creationId xmlns:a16="http://schemas.microsoft.com/office/drawing/2014/main" id="{7644A011-BE8E-4978-A56B-7EE30D19FD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5" name="Rectangle 29">
                  <a:extLst>
                    <a:ext uri="{FF2B5EF4-FFF2-40B4-BE49-F238E27FC236}">
                      <a16:creationId xmlns:a16="http://schemas.microsoft.com/office/drawing/2014/main" id="{F20AEDDB-06C4-4CBD-A09D-B72277BCB3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7A9EE0B4-3B66-454D-A10B-5B1A52377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CADA24CE-85E1-47CB-ACEF-5279DD46E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99AC009-5214-4370-8732-D2808ADB1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C8C8B13-5C05-4E5C-8884-DF7601071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2AFAAFE4-30F7-4E68-A251-D1DC54D8E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 Box 35">
            <a:extLst>
              <a:ext uri="{FF2B5EF4-FFF2-40B4-BE49-F238E27FC236}">
                <a16:creationId xmlns:a16="http://schemas.microsoft.com/office/drawing/2014/main" id="{2F2D3659-796D-4767-897D-FE17F2DD3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293" y="2919412"/>
            <a:ext cx="1130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11C21CA8-B76C-4B22-805A-461D425F6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6230" y="4640262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1A236013-E67A-4321-BF00-08BBF8738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55" y="4259262"/>
            <a:ext cx="741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Bus</a:t>
            </a:r>
          </a:p>
        </p:txBody>
      </p:sp>
      <p:sp>
        <p:nvSpPr>
          <p:cNvPr id="42" name="AutoShape 38">
            <a:extLst>
              <a:ext uri="{FF2B5EF4-FFF2-40B4-BE49-F238E27FC236}">
                <a16:creationId xmlns:a16="http://schemas.microsoft.com/office/drawing/2014/main" id="{DE15C98F-81B4-4606-8A0D-9D241FD7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830" y="4030662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43" name="AutoShape 39">
            <a:extLst>
              <a:ext uri="{FF2B5EF4-FFF2-40B4-BE49-F238E27FC236}">
                <a16:creationId xmlns:a16="http://schemas.microsoft.com/office/drawing/2014/main" id="{3F0AA561-D505-40F8-B80F-3F4E2CE6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030" y="4030662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44" name="AutoShape 40">
            <a:extLst>
              <a:ext uri="{FF2B5EF4-FFF2-40B4-BE49-F238E27FC236}">
                <a16:creationId xmlns:a16="http://schemas.microsoft.com/office/drawing/2014/main" id="{E20A392C-BE2A-45FE-8010-452F8A7C1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5030" y="4030662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30789859-F4C5-41D2-AE0C-7E43533F9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830" y="563086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A9F4E770-FCE0-4E7E-BC27-F373C0CAC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830" y="601186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2E194E26-0005-4207-BBBB-FEC5FF9D3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830" y="524986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8" name="AutoShape 44">
            <a:extLst>
              <a:ext uri="{FF2B5EF4-FFF2-40B4-BE49-F238E27FC236}">
                <a16:creationId xmlns:a16="http://schemas.microsoft.com/office/drawing/2014/main" id="{06F77BFA-3584-49A8-89AF-804BB8BE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030" y="4945062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10681F41-7E95-4FB3-B982-B2B64133A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4030" y="433546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0" name="Line 46">
            <a:extLst>
              <a:ext uri="{FF2B5EF4-FFF2-40B4-BE49-F238E27FC236}">
                <a16:creationId xmlns:a16="http://schemas.microsoft.com/office/drawing/2014/main" id="{ECF04756-8F38-491D-8796-B25469C29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30" y="433546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" name="Line 47">
            <a:extLst>
              <a:ext uri="{FF2B5EF4-FFF2-40B4-BE49-F238E27FC236}">
                <a16:creationId xmlns:a16="http://schemas.microsoft.com/office/drawing/2014/main" id="{93AE36BA-F407-4E2E-A839-D21D11E04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8430" y="433546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" name="Line 48">
            <a:extLst>
              <a:ext uri="{FF2B5EF4-FFF2-40B4-BE49-F238E27FC236}">
                <a16:creationId xmlns:a16="http://schemas.microsoft.com/office/drawing/2014/main" id="{79A337EB-AAF7-4CCA-896E-E312956C5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30" y="4640262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3475120F-686F-41BE-B5A3-F9CD32ED3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0230" y="3268662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4" name="Rectangle 50">
            <a:extLst>
              <a:ext uri="{FF2B5EF4-FFF2-40B4-BE49-F238E27FC236}">
                <a16:creationId xmlns:a16="http://schemas.microsoft.com/office/drawing/2014/main" id="{903BA24D-D287-44EA-B274-5E9CA3828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430" y="3268662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D20B7C0-AFB0-3F03-097F-9AA6022F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06599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4AA3-294C-4B33-ACAC-7053D0A3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325D5-988D-4369-B947-2E6641F9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7153252C-5AB3-44BA-B2F3-030FC04B1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269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F544C87F-1E6F-43B7-A25B-D8A6ED89D76C}"/>
              </a:ext>
            </a:extLst>
          </p:cNvPr>
          <p:cNvGrpSpPr>
            <a:grpSpLocks/>
          </p:cNvGrpSpPr>
          <p:nvPr/>
        </p:nvGrpSpPr>
        <p:grpSpPr bwMode="auto">
          <a:xfrm>
            <a:off x="2301669" y="2851150"/>
            <a:ext cx="1674813" cy="1141413"/>
            <a:chOff x="1008" y="1680"/>
            <a:chExt cx="1055" cy="719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48006C42-73AD-4D0B-BCB7-674081E1E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920"/>
              <a:ext cx="1055" cy="239"/>
              <a:chOff x="1008" y="1920"/>
              <a:chExt cx="1055" cy="239"/>
            </a:xfrm>
          </p:grpSpPr>
          <p:sp>
            <p:nvSpPr>
              <p:cNvPr id="15" name="Rectangle 5">
                <a:extLst>
                  <a:ext uri="{FF2B5EF4-FFF2-40B4-BE49-F238E27FC236}">
                    <a16:creationId xmlns:a16="http://schemas.microsoft.com/office/drawing/2014/main" id="{8ECD77C9-0F6A-4899-8983-F279568E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2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6" name="Rectangle 6">
                <a:extLst>
                  <a:ext uri="{FF2B5EF4-FFF2-40B4-BE49-F238E27FC236}">
                    <a16:creationId xmlns:a16="http://schemas.microsoft.com/office/drawing/2014/main" id="{5892C73F-25C5-41DF-BEAA-F02AB9628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92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A0B25F-13D4-4D4E-AC7D-DF5CF8AEE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160"/>
              <a:ext cx="1055" cy="239"/>
              <a:chOff x="1008" y="2160"/>
              <a:chExt cx="1055" cy="239"/>
            </a:xfrm>
          </p:grpSpPr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662284C5-AD7A-4EC3-AA17-B35E688CC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16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B91E7253-9C83-4B91-898B-1D4B9719B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16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C0F8D95-9D6D-4195-9EB0-AEB38F035E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680"/>
              <a:ext cx="1055" cy="239"/>
              <a:chOff x="1008" y="1680"/>
              <a:chExt cx="1055" cy="239"/>
            </a:xfrm>
          </p:grpSpPr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DCBFB455-4B3C-47FA-ACCD-B92C4104F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680"/>
                <a:ext cx="76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CAA993C0-A41D-432C-B11E-9792F197E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680"/>
                <a:ext cx="287" cy="239"/>
              </a:xfrm>
              <a:prstGeom prst="rect">
                <a:avLst/>
              </a:prstGeom>
              <a:solidFill>
                <a:srgbClr val="4F81BD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</p:grpSp>
      <p:sp>
        <p:nvSpPr>
          <p:cNvPr id="17" name="Line 13">
            <a:extLst>
              <a:ext uri="{FF2B5EF4-FFF2-40B4-BE49-F238E27FC236}">
                <a16:creationId xmlns:a16="http://schemas.microsoft.com/office/drawing/2014/main" id="{859D72CF-9F50-4F1A-83B7-C0AF535A6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669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Oval 14">
            <a:extLst>
              <a:ext uri="{FF2B5EF4-FFF2-40B4-BE49-F238E27FC236}">
                <a16:creationId xmlns:a16="http://schemas.microsoft.com/office/drawing/2014/main" id="{E524565E-492A-4418-8AEF-CD75C8C28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469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ACBF41BA-C994-4A40-AE86-5E3F81F9364E}"/>
              </a:ext>
            </a:extLst>
          </p:cNvPr>
          <p:cNvGrpSpPr>
            <a:grpSpLocks/>
          </p:cNvGrpSpPr>
          <p:nvPr/>
        </p:nvGrpSpPr>
        <p:grpSpPr bwMode="auto">
          <a:xfrm>
            <a:off x="6949869" y="3613150"/>
            <a:ext cx="1674813" cy="379413"/>
            <a:chOff x="3936" y="2160"/>
            <a:chExt cx="1055" cy="239"/>
          </a:xfrm>
        </p:grpSpPr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958FC778-95BC-4644-834D-96C371986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E5E07E5D-9BEC-4476-A639-FE164A84C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B9AB270B-A584-43D1-AEA2-F236AE0E8A45}"/>
              </a:ext>
            </a:extLst>
          </p:cNvPr>
          <p:cNvGrpSpPr>
            <a:grpSpLocks/>
          </p:cNvGrpSpPr>
          <p:nvPr/>
        </p:nvGrpSpPr>
        <p:grpSpPr bwMode="auto">
          <a:xfrm>
            <a:off x="6949869" y="2851150"/>
            <a:ext cx="1674813" cy="379413"/>
            <a:chOff x="3936" y="1680"/>
            <a:chExt cx="1055" cy="239"/>
          </a:xfrm>
        </p:grpSpPr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86AA8330-299C-42E5-9C88-9AF2C901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3763E7A7-0D6F-4367-ABCA-9E3D90F94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5" name="Line 21">
            <a:extLst>
              <a:ext uri="{FF2B5EF4-FFF2-40B4-BE49-F238E27FC236}">
                <a16:creationId xmlns:a16="http://schemas.microsoft.com/office/drawing/2014/main" id="{A5C431AA-249A-4D9D-9C9E-E1550AA3C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8069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6" name="Group 22">
            <a:extLst>
              <a:ext uri="{FF2B5EF4-FFF2-40B4-BE49-F238E27FC236}">
                <a16:creationId xmlns:a16="http://schemas.microsoft.com/office/drawing/2014/main" id="{9F1EA999-39AE-4877-88AD-D7DCE3CFC8F3}"/>
              </a:ext>
            </a:extLst>
          </p:cNvPr>
          <p:cNvGrpSpPr>
            <a:grpSpLocks/>
          </p:cNvGrpSpPr>
          <p:nvPr/>
        </p:nvGrpSpPr>
        <p:grpSpPr bwMode="auto">
          <a:xfrm>
            <a:off x="4663869" y="1555750"/>
            <a:ext cx="1674813" cy="2435225"/>
            <a:chOff x="2496" y="864"/>
            <a:chExt cx="1055" cy="1534"/>
          </a:xfrm>
        </p:grpSpPr>
        <p:sp>
          <p:nvSpPr>
            <p:cNvPr id="27" name="Oval 23">
              <a:extLst>
                <a:ext uri="{FF2B5EF4-FFF2-40B4-BE49-F238E27FC236}">
                  <a16:creationId xmlns:a16="http://schemas.microsoft.com/office/drawing/2014/main" id="{51324B94-E6F5-4C09-BCD0-A4B6004F5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8" name="Group 24">
              <a:extLst>
                <a:ext uri="{FF2B5EF4-FFF2-40B4-BE49-F238E27FC236}">
                  <a16:creationId xmlns:a16="http://schemas.microsoft.com/office/drawing/2014/main" id="{4F2316A7-1C8C-4D19-A116-86C15A28F1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30" name="Group 25">
                <a:extLst>
                  <a:ext uri="{FF2B5EF4-FFF2-40B4-BE49-F238E27FC236}">
                    <a16:creationId xmlns:a16="http://schemas.microsoft.com/office/drawing/2014/main" id="{159B53A6-7952-40A3-A504-5B63A8DCA4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7" name="Rectangle 26">
                  <a:extLst>
                    <a:ext uri="{FF2B5EF4-FFF2-40B4-BE49-F238E27FC236}">
                      <a16:creationId xmlns:a16="http://schemas.microsoft.com/office/drawing/2014/main" id="{CDD7CDAA-AA71-4F8C-A4C6-FFEC989B8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8" name="Rectangle 27">
                  <a:extLst>
                    <a:ext uri="{FF2B5EF4-FFF2-40B4-BE49-F238E27FC236}">
                      <a16:creationId xmlns:a16="http://schemas.microsoft.com/office/drawing/2014/main" id="{D89C66B3-AA33-4B8E-AD51-6F79281FE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1" name="Group 28">
                <a:extLst>
                  <a:ext uri="{FF2B5EF4-FFF2-40B4-BE49-F238E27FC236}">
                    <a16:creationId xmlns:a16="http://schemas.microsoft.com/office/drawing/2014/main" id="{F37830D3-E01F-439A-ADD6-4617A4E844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5" name="Rectangle 29">
                  <a:extLst>
                    <a:ext uri="{FF2B5EF4-FFF2-40B4-BE49-F238E27FC236}">
                      <a16:creationId xmlns:a16="http://schemas.microsoft.com/office/drawing/2014/main" id="{CF7DA651-8882-4F5F-BD74-4437DCD94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4DFCACA2-4A50-4053-87A4-809FD4FB07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545D619-EDC0-4BF2-8263-8477F248BE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BF92A3E-6410-4541-AC53-3AF9DBF914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AB6899-AFF8-41FA-B7CB-292A94D30A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F23B186B-1507-488C-9E22-DBE13C1C3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Line 35">
            <a:extLst>
              <a:ext uri="{FF2B5EF4-FFF2-40B4-BE49-F238E27FC236}">
                <a16:creationId xmlns:a16="http://schemas.microsoft.com/office/drawing/2014/main" id="{32995632-AC1B-4970-A3D6-DE6EC898C5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5869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" name="AutoShape 36">
            <a:extLst>
              <a:ext uri="{FF2B5EF4-FFF2-40B4-BE49-F238E27FC236}">
                <a16:creationId xmlns:a16="http://schemas.microsoft.com/office/drawing/2014/main" id="{23ACB8E5-1565-496E-85B2-FCD7F3259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469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41" name="AutoShape 37">
            <a:extLst>
              <a:ext uri="{FF2B5EF4-FFF2-40B4-BE49-F238E27FC236}">
                <a16:creationId xmlns:a16="http://schemas.microsoft.com/office/drawing/2014/main" id="{B459FA57-7476-47D8-B06C-A5EE187C1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669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42" name="AutoShape 38">
            <a:extLst>
              <a:ext uri="{FF2B5EF4-FFF2-40B4-BE49-F238E27FC236}">
                <a16:creationId xmlns:a16="http://schemas.microsoft.com/office/drawing/2014/main" id="{AB174778-1922-4033-9BEC-66D8F2630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669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F612D9DF-5420-47F2-A8F3-5BC7392FC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469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44" name="Rectangle 40">
            <a:extLst>
              <a:ext uri="{FF2B5EF4-FFF2-40B4-BE49-F238E27FC236}">
                <a16:creationId xmlns:a16="http://schemas.microsoft.com/office/drawing/2014/main" id="{CF7418CC-4B39-4061-AB48-CAA915552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469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29A4C13D-B843-4D26-A6CA-56E6F8C1F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469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6" name="AutoShape 42">
            <a:extLst>
              <a:ext uri="{FF2B5EF4-FFF2-40B4-BE49-F238E27FC236}">
                <a16:creationId xmlns:a16="http://schemas.microsoft.com/office/drawing/2014/main" id="{17903AC5-EE6B-4A84-837E-508086DBD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669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7" name="Line 43">
            <a:extLst>
              <a:ext uri="{FF2B5EF4-FFF2-40B4-BE49-F238E27FC236}">
                <a16:creationId xmlns:a16="http://schemas.microsoft.com/office/drawing/2014/main" id="{9B0807AD-956B-4796-82E0-38C232895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669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" name="Line 44">
            <a:extLst>
              <a:ext uri="{FF2B5EF4-FFF2-40B4-BE49-F238E27FC236}">
                <a16:creationId xmlns:a16="http://schemas.microsoft.com/office/drawing/2014/main" id="{D721AD48-F9DA-4615-8AC8-8F59D4C76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2069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2D195B67-2C80-4FAF-A966-B934332D4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8069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0" name="Line 46">
            <a:extLst>
              <a:ext uri="{FF2B5EF4-FFF2-40B4-BE49-F238E27FC236}">
                <a16:creationId xmlns:a16="http://schemas.microsoft.com/office/drawing/2014/main" id="{CE73EE28-26BB-4723-8921-0CB017938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2069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86365A1C-AEA4-49B0-BF50-7775170A5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9869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0AC2B2FB-D5E7-4376-897C-67FEB989D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9069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grpSp>
        <p:nvGrpSpPr>
          <p:cNvPr id="53" name="Group 49">
            <a:extLst>
              <a:ext uri="{FF2B5EF4-FFF2-40B4-BE49-F238E27FC236}">
                <a16:creationId xmlns:a16="http://schemas.microsoft.com/office/drawing/2014/main" id="{C2C49520-B732-43B1-A736-E6B043E0AC2A}"/>
              </a:ext>
            </a:extLst>
          </p:cNvPr>
          <p:cNvGrpSpPr>
            <a:grpSpLocks/>
          </p:cNvGrpSpPr>
          <p:nvPr/>
        </p:nvGrpSpPr>
        <p:grpSpPr bwMode="auto">
          <a:xfrm>
            <a:off x="1014207" y="2165350"/>
            <a:ext cx="1565275" cy="1293813"/>
            <a:chOff x="197" y="1248"/>
            <a:chExt cx="986" cy="815"/>
          </a:xfrm>
        </p:grpSpPr>
        <p:sp>
          <p:nvSpPr>
            <p:cNvPr id="54" name="Text Box 50">
              <a:extLst>
                <a:ext uri="{FF2B5EF4-FFF2-40B4-BE49-F238E27FC236}">
                  <a16:creationId xmlns:a16="http://schemas.microsoft.com/office/drawing/2014/main" id="{711954FA-4581-4471-8ABF-EE7C65AE1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97" y="1440"/>
              <a:ext cx="65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rd &amp;X</a:t>
              </a:r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A5A6A58F-6FFF-4BDB-9AB1-1216C36267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68" y="1248"/>
              <a:ext cx="415" cy="815"/>
            </a:xfrm>
            <a:custGeom>
              <a:avLst/>
              <a:gdLst>
                <a:gd name="T0" fmla="*/ 0 w 416"/>
                <a:gd name="T1" fmla="*/ 0 h 1488"/>
                <a:gd name="T2" fmla="*/ 369 w 416"/>
                <a:gd name="T3" fmla="*/ 1 h 1488"/>
                <a:gd name="T4" fmla="*/ 192 w 416"/>
                <a:gd name="T5" fmla="*/ 1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56" name="Group 52">
            <a:extLst>
              <a:ext uri="{FF2B5EF4-FFF2-40B4-BE49-F238E27FC236}">
                <a16:creationId xmlns:a16="http://schemas.microsoft.com/office/drawing/2014/main" id="{A2D45EBB-18B0-452F-BA60-462DBA91A90D}"/>
              </a:ext>
            </a:extLst>
          </p:cNvPr>
          <p:cNvGrpSpPr>
            <a:grpSpLocks/>
          </p:cNvGrpSpPr>
          <p:nvPr/>
        </p:nvGrpSpPr>
        <p:grpSpPr bwMode="auto">
          <a:xfrm>
            <a:off x="1066594" y="3536950"/>
            <a:ext cx="1233488" cy="1065213"/>
            <a:chOff x="230" y="2112"/>
            <a:chExt cx="777" cy="671"/>
          </a:xfrm>
        </p:grpSpPr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77A6B4E0-C74C-4324-8E62-42841278F6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64" y="2112"/>
              <a:ext cx="143" cy="671"/>
            </a:xfrm>
            <a:custGeom>
              <a:avLst/>
              <a:gdLst>
                <a:gd name="T0" fmla="*/ 0 w 416"/>
                <a:gd name="T1" fmla="*/ 0 h 1488"/>
                <a:gd name="T2" fmla="*/ 0 w 416"/>
                <a:gd name="T3" fmla="*/ 0 h 1488"/>
                <a:gd name="T4" fmla="*/ 0 w 416"/>
                <a:gd name="T5" fmla="*/ 0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8" name="Text Box 54">
              <a:extLst>
                <a:ext uri="{FF2B5EF4-FFF2-40B4-BE49-F238E27FC236}">
                  <a16:creationId xmlns:a16="http://schemas.microsoft.com/office/drawing/2014/main" id="{160F7698-104B-4F53-829A-9FDAFB309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30" y="2448"/>
              <a:ext cx="72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BusRd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E5A271A-B9A9-83E5-4B04-398FF35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2884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FDFE-1960-4CCA-9524-FC10217A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FC98D-CB88-45F0-861A-2F02E051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539B17AD-AB78-4F7A-A0B3-3E7ECB791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605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B1CE7734-BD5B-4812-A77E-DA52C3CCE8E6}"/>
              </a:ext>
            </a:extLst>
          </p:cNvPr>
          <p:cNvGrpSpPr>
            <a:grpSpLocks/>
          </p:cNvGrpSpPr>
          <p:nvPr/>
        </p:nvGrpSpPr>
        <p:grpSpPr bwMode="auto">
          <a:xfrm>
            <a:off x="1742005" y="3613150"/>
            <a:ext cx="1674813" cy="379413"/>
            <a:chOff x="1008" y="2160"/>
            <a:chExt cx="1055" cy="239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7286D6AC-BB74-4330-9448-1D72C836B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8FF2655A-002F-4B52-AB7F-984D258A5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36A5C613-1C6F-4980-A1D4-C64530E980FE}"/>
              </a:ext>
            </a:extLst>
          </p:cNvPr>
          <p:cNvGrpSpPr>
            <a:grpSpLocks/>
          </p:cNvGrpSpPr>
          <p:nvPr/>
        </p:nvGrpSpPr>
        <p:grpSpPr bwMode="auto">
          <a:xfrm>
            <a:off x="1742005" y="2851150"/>
            <a:ext cx="1674813" cy="379413"/>
            <a:chOff x="1008" y="1680"/>
            <a:chExt cx="1055" cy="239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D114F346-8D1E-4297-BDBD-70FF36737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DEAB8636-CF8D-4913-8A6E-902446E94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3" name="Line 9">
            <a:extLst>
              <a:ext uri="{FF2B5EF4-FFF2-40B4-BE49-F238E27FC236}">
                <a16:creationId xmlns:a16="http://schemas.microsoft.com/office/drawing/2014/main" id="{A72CA7F9-3E22-4492-BE98-EC8316F6A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4005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71AC394C-EDE9-4C6A-B996-C6115B917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805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id="{6AA35568-6628-4C6C-9A16-14D61850DEDA}"/>
              </a:ext>
            </a:extLst>
          </p:cNvPr>
          <p:cNvGrpSpPr>
            <a:grpSpLocks/>
          </p:cNvGrpSpPr>
          <p:nvPr/>
        </p:nvGrpSpPr>
        <p:grpSpPr bwMode="auto">
          <a:xfrm>
            <a:off x="6390205" y="3613150"/>
            <a:ext cx="1674813" cy="379413"/>
            <a:chOff x="3936" y="2160"/>
            <a:chExt cx="1055" cy="239"/>
          </a:xfrm>
        </p:grpSpPr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F5A6AB63-0F30-48B4-BD4C-6C21B2C37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3FBEDD5F-50C9-4158-9F61-193162AF1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3B22D677-B720-41A4-A46E-8DBC480A9EA7}"/>
              </a:ext>
            </a:extLst>
          </p:cNvPr>
          <p:cNvGrpSpPr>
            <a:grpSpLocks/>
          </p:cNvGrpSpPr>
          <p:nvPr/>
        </p:nvGrpSpPr>
        <p:grpSpPr bwMode="auto">
          <a:xfrm>
            <a:off x="6390205" y="2851150"/>
            <a:ext cx="1674813" cy="379413"/>
            <a:chOff x="3936" y="1680"/>
            <a:chExt cx="1055" cy="239"/>
          </a:xfrm>
        </p:grpSpPr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D0835D36-F839-489E-B818-23563E423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43E0F975-BC68-4641-A6E6-412DEA2AC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1" name="Line 17">
            <a:extLst>
              <a:ext uri="{FF2B5EF4-FFF2-40B4-BE49-F238E27FC236}">
                <a16:creationId xmlns:a16="http://schemas.microsoft.com/office/drawing/2014/main" id="{862DD8ED-4B0C-423C-A65B-4F14917AD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405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754FF87F-DFEF-4B1D-B15F-FD966C4BB444}"/>
              </a:ext>
            </a:extLst>
          </p:cNvPr>
          <p:cNvGrpSpPr>
            <a:grpSpLocks/>
          </p:cNvGrpSpPr>
          <p:nvPr/>
        </p:nvGrpSpPr>
        <p:grpSpPr bwMode="auto">
          <a:xfrm>
            <a:off x="4104205" y="1555750"/>
            <a:ext cx="1674813" cy="2435225"/>
            <a:chOff x="2496" y="864"/>
            <a:chExt cx="1055" cy="1534"/>
          </a:xfrm>
        </p:grpSpPr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710CD351-F4B3-4C84-AECF-34A0987D7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8F177127-7864-4623-BFE1-79230BCCC3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26" name="Group 21">
                <a:extLst>
                  <a:ext uri="{FF2B5EF4-FFF2-40B4-BE49-F238E27FC236}">
                    <a16:creationId xmlns:a16="http://schemas.microsoft.com/office/drawing/2014/main" id="{4CBEF4C6-B8A7-4B86-8766-CA4787AC0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3" name="Rectangle 22">
                  <a:extLst>
                    <a:ext uri="{FF2B5EF4-FFF2-40B4-BE49-F238E27FC236}">
                      <a16:creationId xmlns:a16="http://schemas.microsoft.com/office/drawing/2014/main" id="{3AE21E29-783A-476A-9F04-9848A255D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4" name="Rectangle 23">
                  <a:extLst>
                    <a:ext uri="{FF2B5EF4-FFF2-40B4-BE49-F238E27FC236}">
                      <a16:creationId xmlns:a16="http://schemas.microsoft.com/office/drawing/2014/main" id="{3F246C03-EE80-4F49-B89D-4FA2B92E8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27" name="Group 24">
                <a:extLst>
                  <a:ext uri="{FF2B5EF4-FFF2-40B4-BE49-F238E27FC236}">
                    <a16:creationId xmlns:a16="http://schemas.microsoft.com/office/drawing/2014/main" id="{C0AA0E5F-6A5E-48C4-89CC-3DA044477F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1" name="Rectangle 25">
                  <a:extLst>
                    <a:ext uri="{FF2B5EF4-FFF2-40B4-BE49-F238E27FC236}">
                      <a16:creationId xmlns:a16="http://schemas.microsoft.com/office/drawing/2014/main" id="{A14E12DE-13EC-4B9F-86AC-E54263DF94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2" name="Rectangle 26">
                  <a:extLst>
                    <a:ext uri="{FF2B5EF4-FFF2-40B4-BE49-F238E27FC236}">
                      <a16:creationId xmlns:a16="http://schemas.microsoft.com/office/drawing/2014/main" id="{9C10E65D-38B7-4C15-A598-71834B0863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9981142-6BF0-4C92-93C6-66F9999F82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A138889-FB52-48AC-B3AB-FE135410A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F3D4020-6001-44AC-8EBF-31496FC0AA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A6819FBC-6C57-4A42-990C-0570F534D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Line 31">
            <a:extLst>
              <a:ext uri="{FF2B5EF4-FFF2-40B4-BE49-F238E27FC236}">
                <a16:creationId xmlns:a16="http://schemas.microsoft.com/office/drawing/2014/main" id="{674F9D76-D729-471D-A480-1E6A10B19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6205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" name="AutoShape 32">
            <a:extLst>
              <a:ext uri="{FF2B5EF4-FFF2-40B4-BE49-F238E27FC236}">
                <a16:creationId xmlns:a16="http://schemas.microsoft.com/office/drawing/2014/main" id="{44DAC73B-66D2-4894-A310-AC4430F26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805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7" name="AutoShape 33">
            <a:extLst>
              <a:ext uri="{FF2B5EF4-FFF2-40B4-BE49-F238E27FC236}">
                <a16:creationId xmlns:a16="http://schemas.microsoft.com/office/drawing/2014/main" id="{86819174-CA0F-4D2C-B58B-924DA687F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005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8" name="AutoShape 34">
            <a:extLst>
              <a:ext uri="{FF2B5EF4-FFF2-40B4-BE49-F238E27FC236}">
                <a16:creationId xmlns:a16="http://schemas.microsoft.com/office/drawing/2014/main" id="{370D4C56-78B2-4CB0-A4EB-CD8FB7CC0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005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F65BD69B-86B6-4F66-9EF7-30D24A024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462D83D9-51A3-4F28-9683-5C2D6A85F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6A31904E-36B5-42AA-A5F9-F7394E56E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AutoShape 38">
            <a:extLst>
              <a:ext uri="{FF2B5EF4-FFF2-40B4-BE49-F238E27FC236}">
                <a16:creationId xmlns:a16="http://schemas.microsoft.com/office/drawing/2014/main" id="{03B6D259-205E-4E56-B400-96578510A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005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78F5877F-6836-458D-8F75-4053AC113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4005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Line 40">
            <a:extLst>
              <a:ext uri="{FF2B5EF4-FFF2-40B4-BE49-F238E27FC236}">
                <a16:creationId xmlns:a16="http://schemas.microsoft.com/office/drawing/2014/main" id="{7E2C27AA-3395-406C-8E74-31A356F54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2405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" name="Line 41">
            <a:extLst>
              <a:ext uri="{FF2B5EF4-FFF2-40B4-BE49-F238E27FC236}">
                <a16:creationId xmlns:a16="http://schemas.microsoft.com/office/drawing/2014/main" id="{80F14584-9262-4250-B924-7E791F73D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405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" name="Line 42">
            <a:extLst>
              <a:ext uri="{FF2B5EF4-FFF2-40B4-BE49-F238E27FC236}">
                <a16:creationId xmlns:a16="http://schemas.microsoft.com/office/drawing/2014/main" id="{B1D17177-E213-4943-83DB-86A169236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2405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81D1476C-7525-4DF3-952C-98648D78D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205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8" name="Rectangle 44">
            <a:extLst>
              <a:ext uri="{FF2B5EF4-FFF2-40B4-BE49-F238E27FC236}">
                <a16:creationId xmlns:a16="http://schemas.microsoft.com/office/drawing/2014/main" id="{5F9B9220-31D8-4D65-9796-6B9FC94F7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405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EC52AA44-0273-4330-9218-5C84DED61F20}"/>
              </a:ext>
            </a:extLst>
          </p:cNvPr>
          <p:cNvSpPr>
            <a:spLocks/>
          </p:cNvSpPr>
          <p:nvPr/>
        </p:nvSpPr>
        <p:spPr bwMode="auto">
          <a:xfrm>
            <a:off x="2021405" y="3613150"/>
            <a:ext cx="2311400" cy="2057400"/>
          </a:xfrm>
          <a:custGeom>
            <a:avLst/>
            <a:gdLst>
              <a:gd name="T0" fmla="*/ 2147483647 w 1456"/>
              <a:gd name="T1" fmla="*/ 2147483647 h 1296"/>
              <a:gd name="T2" fmla="*/ 2147483647 w 1456"/>
              <a:gd name="T3" fmla="*/ 2147483647 h 1296"/>
              <a:gd name="T4" fmla="*/ 2147483647 w 1456"/>
              <a:gd name="T5" fmla="*/ 2147483647 h 1296"/>
              <a:gd name="T6" fmla="*/ 2147483647 w 1456"/>
              <a:gd name="T7" fmla="*/ 0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1456"/>
              <a:gd name="T13" fmla="*/ 0 h 1296"/>
              <a:gd name="T14" fmla="*/ 1456 w 1456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6" h="1296">
                <a:moveTo>
                  <a:pt x="1456" y="1296"/>
                </a:moveTo>
                <a:cubicBezTo>
                  <a:pt x="1348" y="1060"/>
                  <a:pt x="1240" y="824"/>
                  <a:pt x="1024" y="720"/>
                </a:cubicBezTo>
                <a:cubicBezTo>
                  <a:pt x="808" y="616"/>
                  <a:pt x="320" y="792"/>
                  <a:pt x="160" y="672"/>
                </a:cubicBezTo>
                <a:cubicBezTo>
                  <a:pt x="0" y="552"/>
                  <a:pt x="32" y="276"/>
                  <a:pt x="64" y="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" name="Rectangle 46">
            <a:extLst>
              <a:ext uri="{FF2B5EF4-FFF2-40B4-BE49-F238E27FC236}">
                <a16:creationId xmlns:a16="http://schemas.microsoft.com/office/drawing/2014/main" id="{52808124-BD81-4E15-AB43-8968BCBE4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05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F59B9176-CB34-4BA5-B186-046BA80C3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205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5E6FCC-436B-E07C-0D86-584DAEBC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875276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5BB5-F6A0-456D-AAE8-788EB1AE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A2858-A927-405C-B22C-171616A7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7311FA9A-B5E2-47F1-8317-A0DFF3B37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605" y="157638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9E0582F6-1E31-47CC-9BCF-E9F0721B9300}"/>
              </a:ext>
            </a:extLst>
          </p:cNvPr>
          <p:cNvGrpSpPr>
            <a:grpSpLocks/>
          </p:cNvGrpSpPr>
          <p:nvPr/>
        </p:nvGrpSpPr>
        <p:grpSpPr bwMode="auto">
          <a:xfrm>
            <a:off x="1742005" y="3633788"/>
            <a:ext cx="1674813" cy="379413"/>
            <a:chOff x="1008" y="2160"/>
            <a:chExt cx="1055" cy="239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6793243F-B800-4BA8-9332-91371AAAE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870BD155-3D4F-492F-9ABE-2C7DA2FB1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BA599603-0BC4-4EF7-8FC4-11FF651A04F9}"/>
              </a:ext>
            </a:extLst>
          </p:cNvPr>
          <p:cNvGrpSpPr>
            <a:grpSpLocks/>
          </p:cNvGrpSpPr>
          <p:nvPr/>
        </p:nvGrpSpPr>
        <p:grpSpPr bwMode="auto">
          <a:xfrm>
            <a:off x="1742005" y="2871788"/>
            <a:ext cx="1674813" cy="379413"/>
            <a:chOff x="1008" y="1680"/>
            <a:chExt cx="1055" cy="239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F6034DEA-D034-412D-8F49-829EB44F9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7B5F2300-9DDE-4786-A333-3BAEAE96D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3" name="Line 9">
            <a:extLst>
              <a:ext uri="{FF2B5EF4-FFF2-40B4-BE49-F238E27FC236}">
                <a16:creationId xmlns:a16="http://schemas.microsoft.com/office/drawing/2014/main" id="{3B159405-22A5-495B-A46A-FA5976D73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4005" y="256698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B476CEC5-569E-46A3-BF47-A2BDE1352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805" y="1576388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id="{BDD080ED-1FC1-4A35-87FE-BC07249046AF}"/>
              </a:ext>
            </a:extLst>
          </p:cNvPr>
          <p:cNvGrpSpPr>
            <a:grpSpLocks/>
          </p:cNvGrpSpPr>
          <p:nvPr/>
        </p:nvGrpSpPr>
        <p:grpSpPr bwMode="auto">
          <a:xfrm>
            <a:off x="6390205" y="3633788"/>
            <a:ext cx="1674813" cy="379413"/>
            <a:chOff x="3936" y="2160"/>
            <a:chExt cx="1055" cy="239"/>
          </a:xfrm>
        </p:grpSpPr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EFE68FAC-0F57-4476-835A-6A4077BBE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C4242F0C-EDB9-429D-8C0F-A875D7AF4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521F07C-9961-4B87-BB23-56F573DF6BD3}"/>
              </a:ext>
            </a:extLst>
          </p:cNvPr>
          <p:cNvGrpSpPr>
            <a:grpSpLocks/>
          </p:cNvGrpSpPr>
          <p:nvPr/>
        </p:nvGrpSpPr>
        <p:grpSpPr bwMode="auto">
          <a:xfrm>
            <a:off x="6390205" y="2871788"/>
            <a:ext cx="1674813" cy="379413"/>
            <a:chOff x="3936" y="1680"/>
            <a:chExt cx="1055" cy="239"/>
          </a:xfrm>
        </p:grpSpPr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1EB6B00E-C743-462C-BA41-5DFA6098B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12611A76-BAA3-4500-8E6C-26CA16DAF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1" name="Line 17">
            <a:extLst>
              <a:ext uri="{FF2B5EF4-FFF2-40B4-BE49-F238E27FC236}">
                <a16:creationId xmlns:a16="http://schemas.microsoft.com/office/drawing/2014/main" id="{71827402-5A80-49DD-8046-2177B2D85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405" y="256698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2C4AEB77-FBF9-4BB6-A0A5-5681DC8701E0}"/>
              </a:ext>
            </a:extLst>
          </p:cNvPr>
          <p:cNvGrpSpPr>
            <a:grpSpLocks/>
          </p:cNvGrpSpPr>
          <p:nvPr/>
        </p:nvGrpSpPr>
        <p:grpSpPr bwMode="auto">
          <a:xfrm>
            <a:off x="4104205" y="1576388"/>
            <a:ext cx="1674813" cy="2435225"/>
            <a:chOff x="2496" y="864"/>
            <a:chExt cx="1055" cy="1534"/>
          </a:xfrm>
        </p:grpSpPr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1D060EAC-E364-46BA-86D3-3DD691D1A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CB3695B0-125B-4110-BAB7-3D770EFE8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26" name="Group 21">
                <a:extLst>
                  <a:ext uri="{FF2B5EF4-FFF2-40B4-BE49-F238E27FC236}">
                    <a16:creationId xmlns:a16="http://schemas.microsoft.com/office/drawing/2014/main" id="{80B3F667-DACE-4A02-9440-0E68E32390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3" name="Rectangle 22">
                  <a:extLst>
                    <a:ext uri="{FF2B5EF4-FFF2-40B4-BE49-F238E27FC236}">
                      <a16:creationId xmlns:a16="http://schemas.microsoft.com/office/drawing/2014/main" id="{E1EF4C0F-F87D-49FA-92BD-051A49ED59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4" name="Rectangle 23">
                  <a:extLst>
                    <a:ext uri="{FF2B5EF4-FFF2-40B4-BE49-F238E27FC236}">
                      <a16:creationId xmlns:a16="http://schemas.microsoft.com/office/drawing/2014/main" id="{A875ACA9-48BC-4C4F-A4BF-BD618DB868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27" name="Group 24">
                <a:extLst>
                  <a:ext uri="{FF2B5EF4-FFF2-40B4-BE49-F238E27FC236}">
                    <a16:creationId xmlns:a16="http://schemas.microsoft.com/office/drawing/2014/main" id="{CBA88C20-DE1F-4048-AB50-5AC4326B4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1" name="Rectangle 25">
                  <a:extLst>
                    <a:ext uri="{FF2B5EF4-FFF2-40B4-BE49-F238E27FC236}">
                      <a16:creationId xmlns:a16="http://schemas.microsoft.com/office/drawing/2014/main" id="{2B4E1FD8-4CBD-4EB5-BAF2-D87AFC27E6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2" name="Rectangle 26">
                  <a:extLst>
                    <a:ext uri="{FF2B5EF4-FFF2-40B4-BE49-F238E27FC236}">
                      <a16:creationId xmlns:a16="http://schemas.microsoft.com/office/drawing/2014/main" id="{702BBF15-BCC5-431F-BEE4-1E5D087A6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4D91276-4A3A-4B5A-8F1C-6F3D2EDCE0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9429821A-BBB9-4A20-A841-A3D77AD6A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77A8F03-20F4-49D5-82E5-19D64E105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09E53ABE-FE5F-41AE-AB69-82FFABDA1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Line 31">
            <a:extLst>
              <a:ext uri="{FF2B5EF4-FFF2-40B4-BE49-F238E27FC236}">
                <a16:creationId xmlns:a16="http://schemas.microsoft.com/office/drawing/2014/main" id="{0B74C204-C714-46F0-A1B1-D9DADEDB6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6205" y="4624388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" name="AutoShape 32">
            <a:extLst>
              <a:ext uri="{FF2B5EF4-FFF2-40B4-BE49-F238E27FC236}">
                <a16:creationId xmlns:a16="http://schemas.microsoft.com/office/drawing/2014/main" id="{1C7BC4EB-9EDC-4C82-BD6B-00B1C07B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805" y="4014788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7" name="AutoShape 33">
            <a:extLst>
              <a:ext uri="{FF2B5EF4-FFF2-40B4-BE49-F238E27FC236}">
                <a16:creationId xmlns:a16="http://schemas.microsoft.com/office/drawing/2014/main" id="{D92300AA-5ED9-4589-9221-0CB406665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005" y="4014788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8" name="AutoShape 34">
            <a:extLst>
              <a:ext uri="{FF2B5EF4-FFF2-40B4-BE49-F238E27FC236}">
                <a16:creationId xmlns:a16="http://schemas.microsoft.com/office/drawing/2014/main" id="{ED2C5942-8008-4FD2-A4E3-59B64511C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005" y="4014788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DC00673F-88D0-4185-A998-5EC75DEF3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61498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D0AB53BE-4BB0-42F3-8A9F-08A4B13F5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99598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2CE8667D-BC0A-497B-8162-FA18C99F8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23398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AutoShape 38">
            <a:extLst>
              <a:ext uri="{FF2B5EF4-FFF2-40B4-BE49-F238E27FC236}">
                <a16:creationId xmlns:a16="http://schemas.microsoft.com/office/drawing/2014/main" id="{FC0ED197-1BA1-4B98-B2B6-65A80B8FD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005" y="4929188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E81224C3-F95B-4DCF-871F-AEE244A9C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4005" y="431958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Line 40">
            <a:extLst>
              <a:ext uri="{FF2B5EF4-FFF2-40B4-BE49-F238E27FC236}">
                <a16:creationId xmlns:a16="http://schemas.microsoft.com/office/drawing/2014/main" id="{E5208EA1-BBD9-455D-8836-F9F1B4776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2405" y="431958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" name="Line 41">
            <a:extLst>
              <a:ext uri="{FF2B5EF4-FFF2-40B4-BE49-F238E27FC236}">
                <a16:creationId xmlns:a16="http://schemas.microsoft.com/office/drawing/2014/main" id="{4E7F4C3D-93F0-4B76-86FD-867FB9B46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405" y="431958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" name="Line 42">
            <a:extLst>
              <a:ext uri="{FF2B5EF4-FFF2-40B4-BE49-F238E27FC236}">
                <a16:creationId xmlns:a16="http://schemas.microsoft.com/office/drawing/2014/main" id="{D86BE1B8-544A-4F98-B43E-C9C580C16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2405" y="4624388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F9AF3E34-1B58-44EF-9985-53A9156BA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205" y="325278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8" name="Rectangle 44">
            <a:extLst>
              <a:ext uri="{FF2B5EF4-FFF2-40B4-BE49-F238E27FC236}">
                <a16:creationId xmlns:a16="http://schemas.microsoft.com/office/drawing/2014/main" id="{D193DD83-4F98-44FB-90FE-5AD2C3B8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405" y="3252788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9" name="Rectangle 45">
            <a:extLst>
              <a:ext uri="{FF2B5EF4-FFF2-40B4-BE49-F238E27FC236}">
                <a16:creationId xmlns:a16="http://schemas.microsoft.com/office/drawing/2014/main" id="{43CB505F-AB73-41EF-9B62-5729DA726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05" y="3252788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50" name="Rectangle 46">
            <a:extLst>
              <a:ext uri="{FF2B5EF4-FFF2-40B4-BE49-F238E27FC236}">
                <a16:creationId xmlns:a16="http://schemas.microsoft.com/office/drawing/2014/main" id="{280A7B1D-DE45-41B0-91E4-434C91652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205" y="3252788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</a:t>
            </a:r>
          </a:p>
        </p:txBody>
      </p:sp>
      <p:grpSp>
        <p:nvGrpSpPr>
          <p:cNvPr id="51" name="Group 47">
            <a:extLst>
              <a:ext uri="{FF2B5EF4-FFF2-40B4-BE49-F238E27FC236}">
                <a16:creationId xmlns:a16="http://schemas.microsoft.com/office/drawing/2014/main" id="{BAA06D35-D502-483C-85B8-A85BB02D9B08}"/>
              </a:ext>
            </a:extLst>
          </p:cNvPr>
          <p:cNvGrpSpPr>
            <a:grpSpLocks/>
          </p:cNvGrpSpPr>
          <p:nvPr/>
        </p:nvGrpSpPr>
        <p:grpSpPr bwMode="auto">
          <a:xfrm>
            <a:off x="295793" y="2338388"/>
            <a:ext cx="1749425" cy="1204913"/>
            <a:chOff x="97" y="1344"/>
            <a:chExt cx="1102" cy="759"/>
          </a:xfrm>
        </p:grpSpPr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F3E888C5-364C-4D21-8FC2-81516A8E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344"/>
              <a:ext cx="511" cy="719"/>
            </a:xfrm>
            <a:custGeom>
              <a:avLst/>
              <a:gdLst>
                <a:gd name="T0" fmla="*/ 497 w 512"/>
                <a:gd name="T1" fmla="*/ 0 h 720"/>
                <a:gd name="T2" fmla="*/ 32 w 512"/>
                <a:gd name="T3" fmla="*/ 369 h 720"/>
                <a:gd name="T4" fmla="*/ 305 w 512"/>
                <a:gd name="T5" fmla="*/ 705 h 720"/>
                <a:gd name="T6" fmla="*/ 0 60000 65536"/>
                <a:gd name="T7" fmla="*/ 0 60000 65536"/>
                <a:gd name="T8" fmla="*/ 0 60000 65536"/>
                <a:gd name="T9" fmla="*/ 0 w 512"/>
                <a:gd name="T10" fmla="*/ 0 h 720"/>
                <a:gd name="T11" fmla="*/ 512 w 512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2" h="720">
                  <a:moveTo>
                    <a:pt x="512" y="0"/>
                  </a:moveTo>
                  <a:cubicBezTo>
                    <a:pt x="288" y="132"/>
                    <a:pt x="64" y="264"/>
                    <a:pt x="32" y="384"/>
                  </a:cubicBezTo>
                  <a:cubicBezTo>
                    <a:pt x="0" y="504"/>
                    <a:pt x="160" y="612"/>
                    <a:pt x="320" y="72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Text Box 49">
              <a:extLst>
                <a:ext uri="{FF2B5EF4-FFF2-40B4-BE49-F238E27FC236}">
                  <a16:creationId xmlns:a16="http://schemas.microsoft.com/office/drawing/2014/main" id="{6CCBB695-640B-4340-A2B4-9454D2AC9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" y="1584"/>
              <a:ext cx="69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wr &amp;X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(X=2)</a:t>
              </a:r>
            </a:p>
          </p:txBody>
        </p:sp>
      </p:grpSp>
      <p:grpSp>
        <p:nvGrpSpPr>
          <p:cNvPr id="54" name="Group 50">
            <a:extLst>
              <a:ext uri="{FF2B5EF4-FFF2-40B4-BE49-F238E27FC236}">
                <a16:creationId xmlns:a16="http://schemas.microsoft.com/office/drawing/2014/main" id="{94DC3F10-D4D8-4C3B-9567-DF4C4599DAB6}"/>
              </a:ext>
            </a:extLst>
          </p:cNvPr>
          <p:cNvGrpSpPr>
            <a:grpSpLocks/>
          </p:cNvGrpSpPr>
          <p:nvPr/>
        </p:nvGrpSpPr>
        <p:grpSpPr bwMode="auto">
          <a:xfrm>
            <a:off x="2302393" y="3252788"/>
            <a:ext cx="1484312" cy="471488"/>
            <a:chOff x="1361" y="1920"/>
            <a:chExt cx="935" cy="297"/>
          </a:xfrm>
        </p:grpSpPr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E1AD3DAA-323D-42CE-AA0D-8BEC7701F7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0" y="1946"/>
              <a:ext cx="239" cy="193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 Box 52">
              <a:extLst>
                <a:ext uri="{FF2B5EF4-FFF2-40B4-BE49-F238E27FC236}">
                  <a16:creationId xmlns:a16="http://schemas.microsoft.com/office/drawing/2014/main" id="{F9AF8EBD-4D31-4903-A179-100803626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" y="1929"/>
              <a:ext cx="27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M</a:t>
              </a:r>
            </a:p>
          </p:txBody>
        </p:sp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A0715D36-5C99-4A4C-A851-DA7005E977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1937"/>
              <a:ext cx="239" cy="193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 Box 54">
              <a:extLst>
                <a:ext uri="{FF2B5EF4-FFF2-40B4-BE49-F238E27FC236}">
                  <a16:creationId xmlns:a16="http://schemas.microsoft.com/office/drawing/2014/main" id="{CEFE3652-252F-47F3-9960-F73B8C999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920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2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3F1CF8C-1F97-3C1C-FD09-1FAB6D05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9647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A426-6B6D-49C5-BFF1-FAF89C8F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B19A6-B5F9-4F49-BE73-E3E56E3A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58" name="Oval 2">
            <a:extLst>
              <a:ext uri="{FF2B5EF4-FFF2-40B4-BE49-F238E27FC236}">
                <a16:creationId xmlns:a16="http://schemas.microsoft.com/office/drawing/2014/main" id="{D8FCB7D7-0ABF-4D74-B2DB-937F623A4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605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EAA2AFE9-1786-4FAE-877E-58FC81EA4609}"/>
              </a:ext>
            </a:extLst>
          </p:cNvPr>
          <p:cNvGrpSpPr>
            <a:grpSpLocks/>
          </p:cNvGrpSpPr>
          <p:nvPr/>
        </p:nvGrpSpPr>
        <p:grpSpPr bwMode="auto">
          <a:xfrm>
            <a:off x="1742005" y="3613150"/>
            <a:ext cx="1674813" cy="379413"/>
            <a:chOff x="1008" y="2160"/>
            <a:chExt cx="1055" cy="239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90378975-0779-4201-98FD-96204D7DE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1" name="Rectangle 5">
              <a:extLst>
                <a:ext uri="{FF2B5EF4-FFF2-40B4-BE49-F238E27FC236}">
                  <a16:creationId xmlns:a16="http://schemas.microsoft.com/office/drawing/2014/main" id="{EA0D6AEF-761A-4B9D-8F18-FE5093D90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2" name="Group 6">
            <a:extLst>
              <a:ext uri="{FF2B5EF4-FFF2-40B4-BE49-F238E27FC236}">
                <a16:creationId xmlns:a16="http://schemas.microsoft.com/office/drawing/2014/main" id="{29706EFA-A121-4384-913D-199C50FB58B8}"/>
              </a:ext>
            </a:extLst>
          </p:cNvPr>
          <p:cNvGrpSpPr>
            <a:grpSpLocks/>
          </p:cNvGrpSpPr>
          <p:nvPr/>
        </p:nvGrpSpPr>
        <p:grpSpPr bwMode="auto">
          <a:xfrm>
            <a:off x="1742005" y="2851150"/>
            <a:ext cx="1674813" cy="379413"/>
            <a:chOff x="1008" y="1680"/>
            <a:chExt cx="1055" cy="239"/>
          </a:xfrm>
        </p:grpSpPr>
        <p:sp>
          <p:nvSpPr>
            <p:cNvPr id="63" name="Rectangle 7">
              <a:extLst>
                <a:ext uri="{FF2B5EF4-FFF2-40B4-BE49-F238E27FC236}">
                  <a16:creationId xmlns:a16="http://schemas.microsoft.com/office/drawing/2014/main" id="{69D69190-239A-4450-8327-059873AE9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4" name="Rectangle 8">
              <a:extLst>
                <a:ext uri="{FF2B5EF4-FFF2-40B4-BE49-F238E27FC236}">
                  <a16:creationId xmlns:a16="http://schemas.microsoft.com/office/drawing/2014/main" id="{C26C6ACD-0232-408E-B912-4209FC735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46947500-EE29-4715-A618-30F7D8072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4005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6" name="Oval 10">
            <a:extLst>
              <a:ext uri="{FF2B5EF4-FFF2-40B4-BE49-F238E27FC236}">
                <a16:creationId xmlns:a16="http://schemas.microsoft.com/office/drawing/2014/main" id="{75A9E76B-D041-4F61-8536-ECD8DA404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805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67" name="Group 11">
            <a:extLst>
              <a:ext uri="{FF2B5EF4-FFF2-40B4-BE49-F238E27FC236}">
                <a16:creationId xmlns:a16="http://schemas.microsoft.com/office/drawing/2014/main" id="{88848753-7DDE-410F-99BF-7085F60C118F}"/>
              </a:ext>
            </a:extLst>
          </p:cNvPr>
          <p:cNvGrpSpPr>
            <a:grpSpLocks/>
          </p:cNvGrpSpPr>
          <p:nvPr/>
        </p:nvGrpSpPr>
        <p:grpSpPr bwMode="auto">
          <a:xfrm>
            <a:off x="6390205" y="3613150"/>
            <a:ext cx="1674813" cy="379413"/>
            <a:chOff x="3936" y="2160"/>
            <a:chExt cx="1055" cy="239"/>
          </a:xfrm>
        </p:grpSpPr>
        <p:sp>
          <p:nvSpPr>
            <p:cNvPr id="68" name="Rectangle 12">
              <a:extLst>
                <a:ext uri="{FF2B5EF4-FFF2-40B4-BE49-F238E27FC236}">
                  <a16:creationId xmlns:a16="http://schemas.microsoft.com/office/drawing/2014/main" id="{9B54AF83-1303-47F8-938D-9C8BCFF9F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9" name="Rectangle 13">
              <a:extLst>
                <a:ext uri="{FF2B5EF4-FFF2-40B4-BE49-F238E27FC236}">
                  <a16:creationId xmlns:a16="http://schemas.microsoft.com/office/drawing/2014/main" id="{D6D33374-2AFA-4023-A66A-0E0A577A1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70" name="Group 14">
            <a:extLst>
              <a:ext uri="{FF2B5EF4-FFF2-40B4-BE49-F238E27FC236}">
                <a16:creationId xmlns:a16="http://schemas.microsoft.com/office/drawing/2014/main" id="{253A52E3-57E6-4DC8-AA3F-FD6719959068}"/>
              </a:ext>
            </a:extLst>
          </p:cNvPr>
          <p:cNvGrpSpPr>
            <a:grpSpLocks/>
          </p:cNvGrpSpPr>
          <p:nvPr/>
        </p:nvGrpSpPr>
        <p:grpSpPr bwMode="auto">
          <a:xfrm>
            <a:off x="6390205" y="2851150"/>
            <a:ext cx="1674813" cy="379413"/>
            <a:chOff x="3936" y="1680"/>
            <a:chExt cx="1055" cy="239"/>
          </a:xfrm>
        </p:grpSpPr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2434C94B-6267-488A-8465-F82CE2F33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2" name="Rectangle 16">
              <a:extLst>
                <a:ext uri="{FF2B5EF4-FFF2-40B4-BE49-F238E27FC236}">
                  <a16:creationId xmlns:a16="http://schemas.microsoft.com/office/drawing/2014/main" id="{3CC67092-5709-4317-A5AE-1388FD79D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3" name="Line 17">
            <a:extLst>
              <a:ext uri="{FF2B5EF4-FFF2-40B4-BE49-F238E27FC236}">
                <a16:creationId xmlns:a16="http://schemas.microsoft.com/office/drawing/2014/main" id="{36C3BEFE-66F9-419F-BAE5-CB36895799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405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4" name="Group 18">
            <a:extLst>
              <a:ext uri="{FF2B5EF4-FFF2-40B4-BE49-F238E27FC236}">
                <a16:creationId xmlns:a16="http://schemas.microsoft.com/office/drawing/2014/main" id="{CE5890AC-B305-4DDC-BBCC-01CAFFA96E6A}"/>
              </a:ext>
            </a:extLst>
          </p:cNvPr>
          <p:cNvGrpSpPr>
            <a:grpSpLocks/>
          </p:cNvGrpSpPr>
          <p:nvPr/>
        </p:nvGrpSpPr>
        <p:grpSpPr bwMode="auto">
          <a:xfrm>
            <a:off x="4104205" y="1555750"/>
            <a:ext cx="1674813" cy="2435225"/>
            <a:chOff x="2496" y="864"/>
            <a:chExt cx="1055" cy="1534"/>
          </a:xfrm>
        </p:grpSpPr>
        <p:sp>
          <p:nvSpPr>
            <p:cNvPr id="75" name="Oval 19">
              <a:extLst>
                <a:ext uri="{FF2B5EF4-FFF2-40B4-BE49-F238E27FC236}">
                  <a16:creationId xmlns:a16="http://schemas.microsoft.com/office/drawing/2014/main" id="{6F59B1D1-0BE4-4523-9389-7476ED77C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76" name="Group 20">
              <a:extLst>
                <a:ext uri="{FF2B5EF4-FFF2-40B4-BE49-F238E27FC236}">
                  <a16:creationId xmlns:a16="http://schemas.microsoft.com/office/drawing/2014/main" id="{8AFA2BE8-D4F2-4A45-9B15-345E695BC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78" name="Group 21">
                <a:extLst>
                  <a:ext uri="{FF2B5EF4-FFF2-40B4-BE49-F238E27FC236}">
                    <a16:creationId xmlns:a16="http://schemas.microsoft.com/office/drawing/2014/main" id="{0DA7D4EC-4660-47B7-82A7-4D3C6B3AB1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85" name="Rectangle 22">
                  <a:extLst>
                    <a:ext uri="{FF2B5EF4-FFF2-40B4-BE49-F238E27FC236}">
                      <a16:creationId xmlns:a16="http://schemas.microsoft.com/office/drawing/2014/main" id="{BB41965A-2F70-4A46-A16A-783669407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6" name="Rectangle 23">
                  <a:extLst>
                    <a:ext uri="{FF2B5EF4-FFF2-40B4-BE49-F238E27FC236}">
                      <a16:creationId xmlns:a16="http://schemas.microsoft.com/office/drawing/2014/main" id="{4CF65CA5-18F1-4D12-B263-67B9E849AC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79" name="Group 24">
                <a:extLst>
                  <a:ext uri="{FF2B5EF4-FFF2-40B4-BE49-F238E27FC236}">
                    <a16:creationId xmlns:a16="http://schemas.microsoft.com/office/drawing/2014/main" id="{B788C10C-8FB4-4D42-BE4D-060541CCB1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83" name="Rectangle 25">
                  <a:extLst>
                    <a:ext uri="{FF2B5EF4-FFF2-40B4-BE49-F238E27FC236}">
                      <a16:creationId xmlns:a16="http://schemas.microsoft.com/office/drawing/2014/main" id="{52EE1EDE-4A1D-4E4C-AF5A-3A04E10F42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4" name="Rectangle 26">
                  <a:extLst>
                    <a:ext uri="{FF2B5EF4-FFF2-40B4-BE49-F238E27FC236}">
                      <a16:creationId xmlns:a16="http://schemas.microsoft.com/office/drawing/2014/main" id="{AF4E106C-0902-4A8B-B612-4E855E002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80" name="Group 27">
                <a:extLst>
                  <a:ext uri="{FF2B5EF4-FFF2-40B4-BE49-F238E27FC236}">
                    <a16:creationId xmlns:a16="http://schemas.microsoft.com/office/drawing/2014/main" id="{7B2C46A5-F884-40A9-B085-73B9B4D251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81" name="Rectangle 28">
                  <a:extLst>
                    <a:ext uri="{FF2B5EF4-FFF2-40B4-BE49-F238E27FC236}">
                      <a16:creationId xmlns:a16="http://schemas.microsoft.com/office/drawing/2014/main" id="{5CDC27A6-67E0-4B96-ACFB-066DF42BE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2" name="Rectangle 29">
                  <a:extLst>
                    <a:ext uri="{FF2B5EF4-FFF2-40B4-BE49-F238E27FC236}">
                      <a16:creationId xmlns:a16="http://schemas.microsoft.com/office/drawing/2014/main" id="{4C79F1D9-249F-46A4-8D63-34DD3DD24B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77" name="Line 30">
              <a:extLst>
                <a:ext uri="{FF2B5EF4-FFF2-40B4-BE49-F238E27FC236}">
                  <a16:creationId xmlns:a16="http://schemas.microsoft.com/office/drawing/2014/main" id="{E7E4D3A0-D34D-4D4F-B984-06DCC1E73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7" name="Line 31">
            <a:extLst>
              <a:ext uri="{FF2B5EF4-FFF2-40B4-BE49-F238E27FC236}">
                <a16:creationId xmlns:a16="http://schemas.microsoft.com/office/drawing/2014/main" id="{D395EBA6-6DC6-43DD-B285-8ED80F71C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6205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8" name="AutoShape 32">
            <a:extLst>
              <a:ext uri="{FF2B5EF4-FFF2-40B4-BE49-F238E27FC236}">
                <a16:creationId xmlns:a16="http://schemas.microsoft.com/office/drawing/2014/main" id="{D33450E4-49E3-46AC-93EC-3AE25369F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805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89" name="AutoShape 33">
            <a:extLst>
              <a:ext uri="{FF2B5EF4-FFF2-40B4-BE49-F238E27FC236}">
                <a16:creationId xmlns:a16="http://schemas.microsoft.com/office/drawing/2014/main" id="{8E9DA24C-9A47-454F-9B99-2C7D0B4E0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005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90" name="AutoShape 34">
            <a:extLst>
              <a:ext uri="{FF2B5EF4-FFF2-40B4-BE49-F238E27FC236}">
                <a16:creationId xmlns:a16="http://schemas.microsoft.com/office/drawing/2014/main" id="{12EA794F-1156-48FD-A414-93D358EB1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005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91" name="Rectangle 35">
            <a:extLst>
              <a:ext uri="{FF2B5EF4-FFF2-40B4-BE49-F238E27FC236}">
                <a16:creationId xmlns:a16="http://schemas.microsoft.com/office/drawing/2014/main" id="{D00F8C93-8E63-4856-91C5-547961B40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92" name="Rectangle 36">
            <a:extLst>
              <a:ext uri="{FF2B5EF4-FFF2-40B4-BE49-F238E27FC236}">
                <a16:creationId xmlns:a16="http://schemas.microsoft.com/office/drawing/2014/main" id="{3BE11C29-C6AF-4A62-BA9A-81FC4DCE0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3" name="Rectangle 37">
            <a:extLst>
              <a:ext uri="{FF2B5EF4-FFF2-40B4-BE49-F238E27FC236}">
                <a16:creationId xmlns:a16="http://schemas.microsoft.com/office/drawing/2014/main" id="{61C08789-8005-455E-87D3-36A761528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05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4" name="AutoShape 38">
            <a:extLst>
              <a:ext uri="{FF2B5EF4-FFF2-40B4-BE49-F238E27FC236}">
                <a16:creationId xmlns:a16="http://schemas.microsoft.com/office/drawing/2014/main" id="{967F5094-D1B4-46B9-8C4A-31BE2E7B3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005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95" name="Line 39">
            <a:extLst>
              <a:ext uri="{FF2B5EF4-FFF2-40B4-BE49-F238E27FC236}">
                <a16:creationId xmlns:a16="http://schemas.microsoft.com/office/drawing/2014/main" id="{859F3E91-3A36-48D1-863A-4A01A5C15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4005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6" name="Line 40">
            <a:extLst>
              <a:ext uri="{FF2B5EF4-FFF2-40B4-BE49-F238E27FC236}">
                <a16:creationId xmlns:a16="http://schemas.microsoft.com/office/drawing/2014/main" id="{B63AFF59-E8B9-4656-8736-E17E176DD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2405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7" name="Line 41">
            <a:extLst>
              <a:ext uri="{FF2B5EF4-FFF2-40B4-BE49-F238E27FC236}">
                <a16:creationId xmlns:a16="http://schemas.microsoft.com/office/drawing/2014/main" id="{4E3315A7-8F09-4A6A-8D06-757FCA0D03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405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8" name="Line 42">
            <a:extLst>
              <a:ext uri="{FF2B5EF4-FFF2-40B4-BE49-F238E27FC236}">
                <a16:creationId xmlns:a16="http://schemas.microsoft.com/office/drawing/2014/main" id="{A88460B3-D45A-4E99-B222-5685F1B47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2405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9" name="Rectangle 43">
            <a:extLst>
              <a:ext uri="{FF2B5EF4-FFF2-40B4-BE49-F238E27FC236}">
                <a16:creationId xmlns:a16="http://schemas.microsoft.com/office/drawing/2014/main" id="{865DA679-8617-49B2-A398-2948B0BFB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205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0" name="Rectangle 44">
            <a:extLst>
              <a:ext uri="{FF2B5EF4-FFF2-40B4-BE49-F238E27FC236}">
                <a16:creationId xmlns:a16="http://schemas.microsoft.com/office/drawing/2014/main" id="{DC2D346F-937F-4F48-AB73-5DC7A7CB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405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1" name="Rectangle 45">
            <a:extLst>
              <a:ext uri="{FF2B5EF4-FFF2-40B4-BE49-F238E27FC236}">
                <a16:creationId xmlns:a16="http://schemas.microsoft.com/office/drawing/2014/main" id="{A4B10DA6-9C1D-4FBF-AC20-C1B321D2F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05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102" name="Rectangle 46">
            <a:extLst>
              <a:ext uri="{FF2B5EF4-FFF2-40B4-BE49-F238E27FC236}">
                <a16:creationId xmlns:a16="http://schemas.microsoft.com/office/drawing/2014/main" id="{0700C5B9-4054-413F-9D9D-6C80BDF09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205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M</a:t>
            </a:r>
          </a:p>
        </p:txBody>
      </p:sp>
      <p:grpSp>
        <p:nvGrpSpPr>
          <p:cNvPr id="103" name="Group 47">
            <a:extLst>
              <a:ext uri="{FF2B5EF4-FFF2-40B4-BE49-F238E27FC236}">
                <a16:creationId xmlns:a16="http://schemas.microsoft.com/office/drawing/2014/main" id="{3B09E434-F61C-4F90-9875-A970B41FC785}"/>
              </a:ext>
            </a:extLst>
          </p:cNvPr>
          <p:cNvGrpSpPr>
            <a:grpSpLocks/>
          </p:cNvGrpSpPr>
          <p:nvPr/>
        </p:nvGrpSpPr>
        <p:grpSpPr bwMode="auto">
          <a:xfrm>
            <a:off x="7761805" y="2165350"/>
            <a:ext cx="1574800" cy="1293813"/>
            <a:chOff x="4800" y="1248"/>
            <a:chExt cx="992" cy="815"/>
          </a:xfrm>
        </p:grpSpPr>
        <p:sp>
          <p:nvSpPr>
            <p:cNvPr id="104" name="Text Box 48">
              <a:extLst>
                <a:ext uri="{FF2B5EF4-FFF2-40B4-BE49-F238E27FC236}">
                  <a16:creationId xmlns:a16="http://schemas.microsoft.com/office/drawing/2014/main" id="{E1A1BD6D-0690-461A-9D68-05CE38BA3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" y="1632"/>
              <a:ext cx="65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rd &amp;X</a:t>
              </a:r>
            </a:p>
          </p:txBody>
        </p:sp>
        <p:sp>
          <p:nvSpPr>
            <p:cNvPr id="105" name="Freeform 49">
              <a:extLst>
                <a:ext uri="{FF2B5EF4-FFF2-40B4-BE49-F238E27FC236}">
                  <a16:creationId xmlns:a16="http://schemas.microsoft.com/office/drawing/2014/main" id="{E650F331-826B-47F3-B534-2CA0F5831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248"/>
              <a:ext cx="415" cy="815"/>
            </a:xfrm>
            <a:custGeom>
              <a:avLst/>
              <a:gdLst>
                <a:gd name="T0" fmla="*/ 0 w 416"/>
                <a:gd name="T1" fmla="*/ 0 h 1488"/>
                <a:gd name="T2" fmla="*/ 369 w 416"/>
                <a:gd name="T3" fmla="*/ 1 h 1488"/>
                <a:gd name="T4" fmla="*/ 192 w 416"/>
                <a:gd name="T5" fmla="*/ 1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6" name="Group 50">
            <a:extLst>
              <a:ext uri="{FF2B5EF4-FFF2-40B4-BE49-F238E27FC236}">
                <a16:creationId xmlns:a16="http://schemas.microsoft.com/office/drawing/2014/main" id="{BA0F59DD-C8E4-4A1B-8A5A-B08C6B57D8DF}"/>
              </a:ext>
            </a:extLst>
          </p:cNvPr>
          <p:cNvGrpSpPr>
            <a:grpSpLocks/>
          </p:cNvGrpSpPr>
          <p:nvPr/>
        </p:nvGrpSpPr>
        <p:grpSpPr bwMode="auto">
          <a:xfrm>
            <a:off x="8066605" y="3536950"/>
            <a:ext cx="1281113" cy="1065213"/>
            <a:chOff x="4992" y="2112"/>
            <a:chExt cx="807" cy="671"/>
          </a:xfrm>
        </p:grpSpPr>
        <p:sp>
          <p:nvSpPr>
            <p:cNvPr id="107" name="Freeform 51">
              <a:extLst>
                <a:ext uri="{FF2B5EF4-FFF2-40B4-BE49-F238E27FC236}">
                  <a16:creationId xmlns:a16="http://schemas.microsoft.com/office/drawing/2014/main" id="{E62B30B4-7DDD-4923-9726-DFDFFAEAB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112"/>
              <a:ext cx="143" cy="671"/>
            </a:xfrm>
            <a:custGeom>
              <a:avLst/>
              <a:gdLst>
                <a:gd name="T0" fmla="*/ 0 w 416"/>
                <a:gd name="T1" fmla="*/ 0 h 1488"/>
                <a:gd name="T2" fmla="*/ 0 w 416"/>
                <a:gd name="T3" fmla="*/ 0 h 1488"/>
                <a:gd name="T4" fmla="*/ 0 w 416"/>
                <a:gd name="T5" fmla="*/ 0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8" name="Text Box 52">
              <a:extLst>
                <a:ext uri="{FF2B5EF4-FFF2-40B4-BE49-F238E27FC236}">
                  <a16:creationId xmlns:a16="http://schemas.microsoft.com/office/drawing/2014/main" id="{819AC348-00BD-4783-A266-963806A7B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2352"/>
              <a:ext cx="72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BusRd</a:t>
              </a:r>
            </a:p>
          </p:txBody>
        </p:sp>
      </p:grpSp>
      <p:sp>
        <p:nvSpPr>
          <p:cNvPr id="109" name="Freeform 53">
            <a:extLst>
              <a:ext uri="{FF2B5EF4-FFF2-40B4-BE49-F238E27FC236}">
                <a16:creationId xmlns:a16="http://schemas.microsoft.com/office/drawing/2014/main" id="{C2813212-B15D-4A03-B6F9-E7BB79197D61}"/>
              </a:ext>
            </a:extLst>
          </p:cNvPr>
          <p:cNvSpPr>
            <a:spLocks/>
          </p:cNvSpPr>
          <p:nvPr/>
        </p:nvSpPr>
        <p:spPr bwMode="auto">
          <a:xfrm>
            <a:off x="5933005" y="4603750"/>
            <a:ext cx="152400" cy="990600"/>
          </a:xfrm>
          <a:custGeom>
            <a:avLst/>
            <a:gdLst>
              <a:gd name="T0" fmla="*/ 0 w 96"/>
              <a:gd name="T1" fmla="*/ 0 h 624"/>
              <a:gd name="T2" fmla="*/ 2147483647 w 96"/>
              <a:gd name="T3" fmla="*/ 2147483647 h 624"/>
              <a:gd name="T4" fmla="*/ 0 w 96"/>
              <a:gd name="T5" fmla="*/ 2147483647 h 624"/>
              <a:gd name="T6" fmla="*/ 0 60000 65536"/>
              <a:gd name="T7" fmla="*/ 0 60000 65536"/>
              <a:gd name="T8" fmla="*/ 0 60000 65536"/>
              <a:gd name="T9" fmla="*/ 0 w 96"/>
              <a:gd name="T10" fmla="*/ 0 h 624"/>
              <a:gd name="T11" fmla="*/ 96 w 96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624">
                <a:moveTo>
                  <a:pt x="0" y="0"/>
                </a:moveTo>
                <a:cubicBezTo>
                  <a:pt x="48" y="164"/>
                  <a:pt x="96" y="328"/>
                  <a:pt x="96" y="432"/>
                </a:cubicBezTo>
                <a:cubicBezTo>
                  <a:pt x="96" y="536"/>
                  <a:pt x="48" y="580"/>
                  <a:pt x="0" y="624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30D52CC-5B44-F302-C3CB-0D806667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0738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EF3A-4B17-48BF-ACA3-EF28F809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51C30-84D2-4E05-AA24-3E29277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20</a:t>
            </a:fld>
            <a:endParaRPr lang="en-IN" dirty="0"/>
          </a:p>
        </p:txBody>
      </p:sp>
      <p:grpSp>
        <p:nvGrpSpPr>
          <p:cNvPr id="71" name="Group 2">
            <a:extLst>
              <a:ext uri="{FF2B5EF4-FFF2-40B4-BE49-F238E27FC236}">
                <a16:creationId xmlns:a16="http://schemas.microsoft.com/office/drawing/2014/main" id="{6C3AEB6B-0279-4E83-AB76-7DACA6900673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3232150"/>
            <a:ext cx="1674813" cy="379413"/>
            <a:chOff x="3936" y="1920"/>
            <a:chExt cx="1055" cy="239"/>
          </a:xfrm>
        </p:grpSpPr>
        <p:sp>
          <p:nvSpPr>
            <p:cNvPr id="72" name="Rectangle 3">
              <a:extLst>
                <a:ext uri="{FF2B5EF4-FFF2-40B4-BE49-F238E27FC236}">
                  <a16:creationId xmlns:a16="http://schemas.microsoft.com/office/drawing/2014/main" id="{B8560FA3-ED45-4B6F-8148-EE11B62AF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3" name="Rectangle 4">
              <a:extLst>
                <a:ext uri="{FF2B5EF4-FFF2-40B4-BE49-F238E27FC236}">
                  <a16:creationId xmlns:a16="http://schemas.microsoft.com/office/drawing/2014/main" id="{B20EEBE9-9D63-4A1F-B09A-83B39B682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4" name="Oval 5">
            <a:extLst>
              <a:ext uri="{FF2B5EF4-FFF2-40B4-BE49-F238E27FC236}">
                <a16:creationId xmlns:a16="http://schemas.microsoft.com/office/drawing/2014/main" id="{5352722D-6839-4318-8C25-45F9A0B2A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8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5" name="Group 6">
            <a:extLst>
              <a:ext uri="{FF2B5EF4-FFF2-40B4-BE49-F238E27FC236}">
                <a16:creationId xmlns:a16="http://schemas.microsoft.com/office/drawing/2014/main" id="{33110A09-A5A0-40BB-9B03-6C28EA72889B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3613150"/>
            <a:ext cx="1674813" cy="379413"/>
            <a:chOff x="1008" y="2160"/>
            <a:chExt cx="1055" cy="239"/>
          </a:xfrm>
        </p:grpSpPr>
        <p:sp>
          <p:nvSpPr>
            <p:cNvPr id="76" name="Rectangle 7">
              <a:extLst>
                <a:ext uri="{FF2B5EF4-FFF2-40B4-BE49-F238E27FC236}">
                  <a16:creationId xmlns:a16="http://schemas.microsoft.com/office/drawing/2014/main" id="{736070A2-0BCD-408F-A2D1-F2F960562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8486A099-7678-49C2-9846-BCD1E8443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78" name="Group 9">
            <a:extLst>
              <a:ext uri="{FF2B5EF4-FFF2-40B4-BE49-F238E27FC236}">
                <a16:creationId xmlns:a16="http://schemas.microsoft.com/office/drawing/2014/main" id="{132099AD-4F84-4C87-9DB4-2C2D3E41EA98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2851150"/>
            <a:ext cx="1674813" cy="379413"/>
            <a:chOff x="1008" y="1680"/>
            <a:chExt cx="1055" cy="239"/>
          </a:xfrm>
        </p:grpSpPr>
        <p:sp>
          <p:nvSpPr>
            <p:cNvPr id="79" name="Rectangle 10">
              <a:extLst>
                <a:ext uri="{FF2B5EF4-FFF2-40B4-BE49-F238E27FC236}">
                  <a16:creationId xmlns:a16="http://schemas.microsoft.com/office/drawing/2014/main" id="{F8988CB2-AB1D-42FC-BFFF-A5A1F4871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80" name="Rectangle 11">
              <a:extLst>
                <a:ext uri="{FF2B5EF4-FFF2-40B4-BE49-F238E27FC236}">
                  <a16:creationId xmlns:a16="http://schemas.microsoft.com/office/drawing/2014/main" id="{EFAE6C60-8BC9-4826-97A2-C5139B0FC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81" name="Line 12">
            <a:extLst>
              <a:ext uri="{FF2B5EF4-FFF2-40B4-BE49-F238E27FC236}">
                <a16:creationId xmlns:a16="http://schemas.microsoft.com/office/drawing/2014/main" id="{871AD574-9E89-4E51-B741-1EC4770B5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" name="Oval 13">
            <a:extLst>
              <a:ext uri="{FF2B5EF4-FFF2-40B4-BE49-F238E27FC236}">
                <a16:creationId xmlns:a16="http://schemas.microsoft.com/office/drawing/2014/main" id="{63F61811-386F-4507-89F8-8629664C7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0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83" name="Group 14">
            <a:extLst>
              <a:ext uri="{FF2B5EF4-FFF2-40B4-BE49-F238E27FC236}">
                <a16:creationId xmlns:a16="http://schemas.microsoft.com/office/drawing/2014/main" id="{C6877AB5-EEA0-4C98-905C-AA25E7A07BEE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3613150"/>
            <a:ext cx="1674813" cy="379413"/>
            <a:chOff x="3936" y="2160"/>
            <a:chExt cx="1055" cy="239"/>
          </a:xfrm>
        </p:grpSpPr>
        <p:sp>
          <p:nvSpPr>
            <p:cNvPr id="84" name="Rectangle 15">
              <a:extLst>
                <a:ext uri="{FF2B5EF4-FFF2-40B4-BE49-F238E27FC236}">
                  <a16:creationId xmlns:a16="http://schemas.microsoft.com/office/drawing/2014/main" id="{F905F50F-3100-41AC-85A9-83BAD0ED7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85" name="Rectangle 16">
              <a:extLst>
                <a:ext uri="{FF2B5EF4-FFF2-40B4-BE49-F238E27FC236}">
                  <a16:creationId xmlns:a16="http://schemas.microsoft.com/office/drawing/2014/main" id="{69D5EBFB-D3C1-4DBF-A011-07EBB3C9D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86" name="Group 17">
            <a:extLst>
              <a:ext uri="{FF2B5EF4-FFF2-40B4-BE49-F238E27FC236}">
                <a16:creationId xmlns:a16="http://schemas.microsoft.com/office/drawing/2014/main" id="{735B5127-CBE1-4DC0-9D80-1B29E527490C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2851150"/>
            <a:ext cx="1674813" cy="379413"/>
            <a:chOff x="3936" y="1680"/>
            <a:chExt cx="1055" cy="239"/>
          </a:xfrm>
        </p:grpSpPr>
        <p:sp>
          <p:nvSpPr>
            <p:cNvPr id="87" name="Rectangle 18">
              <a:extLst>
                <a:ext uri="{FF2B5EF4-FFF2-40B4-BE49-F238E27FC236}">
                  <a16:creationId xmlns:a16="http://schemas.microsoft.com/office/drawing/2014/main" id="{E257587C-C9E8-48D7-83F2-7686739C3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43320B06-6641-4E4E-BA14-800EFC99D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89" name="Line 20">
            <a:extLst>
              <a:ext uri="{FF2B5EF4-FFF2-40B4-BE49-F238E27FC236}">
                <a16:creationId xmlns:a16="http://schemas.microsoft.com/office/drawing/2014/main" id="{D6C6ECF2-7D8E-4904-8F11-D6DE120AC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90" name="Group 21">
            <a:extLst>
              <a:ext uri="{FF2B5EF4-FFF2-40B4-BE49-F238E27FC236}">
                <a16:creationId xmlns:a16="http://schemas.microsoft.com/office/drawing/2014/main" id="{85010F1F-3665-465D-BE8D-D740CF3C6B81}"/>
              </a:ext>
            </a:extLst>
          </p:cNvPr>
          <p:cNvGrpSpPr>
            <a:grpSpLocks/>
          </p:cNvGrpSpPr>
          <p:nvPr/>
        </p:nvGrpSpPr>
        <p:grpSpPr bwMode="auto">
          <a:xfrm>
            <a:off x="4138434" y="1555750"/>
            <a:ext cx="1674813" cy="2435225"/>
            <a:chOff x="2496" y="864"/>
            <a:chExt cx="1055" cy="1534"/>
          </a:xfrm>
        </p:grpSpPr>
        <p:sp>
          <p:nvSpPr>
            <p:cNvPr id="91" name="Oval 22">
              <a:extLst>
                <a:ext uri="{FF2B5EF4-FFF2-40B4-BE49-F238E27FC236}">
                  <a16:creationId xmlns:a16="http://schemas.microsoft.com/office/drawing/2014/main" id="{F892A942-0279-4E08-89AF-571C4CA03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92" name="Group 23">
              <a:extLst>
                <a:ext uri="{FF2B5EF4-FFF2-40B4-BE49-F238E27FC236}">
                  <a16:creationId xmlns:a16="http://schemas.microsoft.com/office/drawing/2014/main" id="{8B625D8D-58D4-4F6F-B3B0-4BCA8345CB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94" name="Group 24">
                <a:extLst>
                  <a:ext uri="{FF2B5EF4-FFF2-40B4-BE49-F238E27FC236}">
                    <a16:creationId xmlns:a16="http://schemas.microsoft.com/office/drawing/2014/main" id="{0887CF30-4AE5-4B9C-A226-F39900FB1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101" name="Rectangle 25">
                  <a:extLst>
                    <a:ext uri="{FF2B5EF4-FFF2-40B4-BE49-F238E27FC236}">
                      <a16:creationId xmlns:a16="http://schemas.microsoft.com/office/drawing/2014/main" id="{28D47964-5466-41E1-B844-E59F4C786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102" name="Rectangle 26">
                  <a:extLst>
                    <a:ext uri="{FF2B5EF4-FFF2-40B4-BE49-F238E27FC236}">
                      <a16:creationId xmlns:a16="http://schemas.microsoft.com/office/drawing/2014/main" id="{C7E74551-BD63-4036-B96D-362EB8B11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95" name="Group 27">
                <a:extLst>
                  <a:ext uri="{FF2B5EF4-FFF2-40B4-BE49-F238E27FC236}">
                    <a16:creationId xmlns:a16="http://schemas.microsoft.com/office/drawing/2014/main" id="{3420A705-2BF4-4748-A8E6-58E4D28CC1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99" name="Rectangle 28">
                  <a:extLst>
                    <a:ext uri="{FF2B5EF4-FFF2-40B4-BE49-F238E27FC236}">
                      <a16:creationId xmlns:a16="http://schemas.microsoft.com/office/drawing/2014/main" id="{44262991-5A7F-4908-96F6-A43003857E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100" name="Rectangle 29">
                  <a:extLst>
                    <a:ext uri="{FF2B5EF4-FFF2-40B4-BE49-F238E27FC236}">
                      <a16:creationId xmlns:a16="http://schemas.microsoft.com/office/drawing/2014/main" id="{164D42AE-881E-4EEE-B866-CAECFD5BC1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96" name="Group 30">
                <a:extLst>
                  <a:ext uri="{FF2B5EF4-FFF2-40B4-BE49-F238E27FC236}">
                    <a16:creationId xmlns:a16="http://schemas.microsoft.com/office/drawing/2014/main" id="{B0D2606E-72D1-4B12-94E6-AFDB6D71CC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97" name="Rectangle 31">
                  <a:extLst>
                    <a:ext uri="{FF2B5EF4-FFF2-40B4-BE49-F238E27FC236}">
                      <a16:creationId xmlns:a16="http://schemas.microsoft.com/office/drawing/2014/main" id="{25BD5C0D-7124-4EEE-B4EA-7D47E04FFC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8" name="Rectangle 32">
                  <a:extLst>
                    <a:ext uri="{FF2B5EF4-FFF2-40B4-BE49-F238E27FC236}">
                      <a16:creationId xmlns:a16="http://schemas.microsoft.com/office/drawing/2014/main" id="{B71D52A0-F437-4BC3-BE20-595123A72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93" name="Line 33">
              <a:extLst>
                <a:ext uri="{FF2B5EF4-FFF2-40B4-BE49-F238E27FC236}">
                  <a16:creationId xmlns:a16="http://schemas.microsoft.com/office/drawing/2014/main" id="{4B6974E5-4698-4055-ABB8-5165454AA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3" name="Line 34">
            <a:extLst>
              <a:ext uri="{FF2B5EF4-FFF2-40B4-BE49-F238E27FC236}">
                <a16:creationId xmlns:a16="http://schemas.microsoft.com/office/drawing/2014/main" id="{C57D0DFC-1A29-440C-99F6-FA30966BA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434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4" name="AutoShape 35">
            <a:extLst>
              <a:ext uri="{FF2B5EF4-FFF2-40B4-BE49-F238E27FC236}">
                <a16:creationId xmlns:a16="http://schemas.microsoft.com/office/drawing/2014/main" id="{76A81AB7-665E-4434-A85A-F513EE5F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0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105" name="AutoShape 36">
            <a:extLst>
              <a:ext uri="{FF2B5EF4-FFF2-40B4-BE49-F238E27FC236}">
                <a16:creationId xmlns:a16="http://schemas.microsoft.com/office/drawing/2014/main" id="{D7A3EB98-9131-46A9-A3D1-D551EC061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106" name="AutoShape 37">
            <a:extLst>
              <a:ext uri="{FF2B5EF4-FFF2-40B4-BE49-F238E27FC236}">
                <a16:creationId xmlns:a16="http://schemas.microsoft.com/office/drawing/2014/main" id="{78011E84-99F8-4EB3-8141-FBF934A7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107" name="Rectangle 38">
            <a:extLst>
              <a:ext uri="{FF2B5EF4-FFF2-40B4-BE49-F238E27FC236}">
                <a16:creationId xmlns:a16="http://schemas.microsoft.com/office/drawing/2014/main" id="{2A38F029-89C6-4A3A-A2C6-9F1765E91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108" name="Rectangle 39">
            <a:extLst>
              <a:ext uri="{FF2B5EF4-FFF2-40B4-BE49-F238E27FC236}">
                <a16:creationId xmlns:a16="http://schemas.microsoft.com/office/drawing/2014/main" id="{33F7B060-C7BD-45BF-9E14-803776444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9" name="Rectangle 40">
            <a:extLst>
              <a:ext uri="{FF2B5EF4-FFF2-40B4-BE49-F238E27FC236}">
                <a16:creationId xmlns:a16="http://schemas.microsoft.com/office/drawing/2014/main" id="{B64ECF97-C1F0-4DDA-8D52-E9308FC36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10" name="AutoShape 41">
            <a:extLst>
              <a:ext uri="{FF2B5EF4-FFF2-40B4-BE49-F238E27FC236}">
                <a16:creationId xmlns:a16="http://schemas.microsoft.com/office/drawing/2014/main" id="{CF0959FB-646C-4175-9D1A-EE6034AF2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111" name="Line 42">
            <a:extLst>
              <a:ext uri="{FF2B5EF4-FFF2-40B4-BE49-F238E27FC236}">
                <a16:creationId xmlns:a16="http://schemas.microsoft.com/office/drawing/2014/main" id="{E661C984-6101-46D3-B190-9EDF07C51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" name="Line 43">
            <a:extLst>
              <a:ext uri="{FF2B5EF4-FFF2-40B4-BE49-F238E27FC236}">
                <a16:creationId xmlns:a16="http://schemas.microsoft.com/office/drawing/2014/main" id="{A3AD5BA0-1ECF-46F7-97FF-C7D6DE77A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" name="Line 44">
            <a:extLst>
              <a:ext uri="{FF2B5EF4-FFF2-40B4-BE49-F238E27FC236}">
                <a16:creationId xmlns:a16="http://schemas.microsoft.com/office/drawing/2014/main" id="{79B0D939-A398-440B-BB0F-B092CDF58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" name="Line 45">
            <a:extLst>
              <a:ext uri="{FF2B5EF4-FFF2-40B4-BE49-F238E27FC236}">
                <a16:creationId xmlns:a16="http://schemas.microsoft.com/office/drawing/2014/main" id="{A1046C15-6102-4E51-B998-E338F52D2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5" name="Rectangle 46">
            <a:extLst>
              <a:ext uri="{FF2B5EF4-FFF2-40B4-BE49-F238E27FC236}">
                <a16:creationId xmlns:a16="http://schemas.microsoft.com/office/drawing/2014/main" id="{53003672-C17C-4C41-BBDF-B4844FB76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2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116" name="Rectangle 47">
            <a:extLst>
              <a:ext uri="{FF2B5EF4-FFF2-40B4-BE49-F238E27FC236}">
                <a16:creationId xmlns:a16="http://schemas.microsoft.com/office/drawing/2014/main" id="{F9038158-5F03-4651-8C76-A5CD523C1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4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M</a:t>
            </a:r>
          </a:p>
        </p:txBody>
      </p:sp>
      <p:sp>
        <p:nvSpPr>
          <p:cNvPr id="120" name="Freeform 53">
            <a:extLst>
              <a:ext uri="{FF2B5EF4-FFF2-40B4-BE49-F238E27FC236}">
                <a16:creationId xmlns:a16="http://schemas.microsoft.com/office/drawing/2014/main" id="{6737583E-63B4-4B8D-B3E6-A319D73F69DD}"/>
              </a:ext>
            </a:extLst>
          </p:cNvPr>
          <p:cNvSpPr>
            <a:spLocks/>
          </p:cNvSpPr>
          <p:nvPr/>
        </p:nvSpPr>
        <p:spPr bwMode="auto">
          <a:xfrm>
            <a:off x="3833635" y="4679950"/>
            <a:ext cx="531813" cy="1179513"/>
          </a:xfrm>
          <a:custGeom>
            <a:avLst/>
            <a:gdLst>
              <a:gd name="T0" fmla="*/ 0 w 336"/>
              <a:gd name="T1" fmla="*/ 0 h 744"/>
              <a:gd name="T2" fmla="*/ 144 w 336"/>
              <a:gd name="T3" fmla="*/ 609 h 744"/>
              <a:gd name="T4" fmla="*/ 321 w 336"/>
              <a:gd name="T5" fmla="*/ 705 h 744"/>
              <a:gd name="T6" fmla="*/ 0 60000 65536"/>
              <a:gd name="T7" fmla="*/ 0 60000 65536"/>
              <a:gd name="T8" fmla="*/ 0 60000 65536"/>
              <a:gd name="T9" fmla="*/ 0 w 336"/>
              <a:gd name="T10" fmla="*/ 0 h 744"/>
              <a:gd name="T11" fmla="*/ 336 w 336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744">
                <a:moveTo>
                  <a:pt x="0" y="0"/>
                </a:moveTo>
                <a:cubicBezTo>
                  <a:pt x="44" y="252"/>
                  <a:pt x="88" y="504"/>
                  <a:pt x="144" y="624"/>
                </a:cubicBezTo>
                <a:cubicBezTo>
                  <a:pt x="200" y="744"/>
                  <a:pt x="268" y="732"/>
                  <a:pt x="336" y="72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23" name="Group 54">
            <a:extLst>
              <a:ext uri="{FF2B5EF4-FFF2-40B4-BE49-F238E27FC236}">
                <a16:creationId xmlns:a16="http://schemas.microsoft.com/office/drawing/2014/main" id="{DC800E40-B29F-4BB4-9B80-B409B6F7426E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3232150"/>
            <a:ext cx="1674813" cy="379413"/>
            <a:chOff x="3936" y="1920"/>
            <a:chExt cx="1055" cy="239"/>
          </a:xfrm>
        </p:grpSpPr>
        <p:sp>
          <p:nvSpPr>
            <p:cNvPr id="124" name="Rectangle 55">
              <a:extLst>
                <a:ext uri="{FF2B5EF4-FFF2-40B4-BE49-F238E27FC236}">
                  <a16:creationId xmlns:a16="http://schemas.microsoft.com/office/drawing/2014/main" id="{90D51888-6C2D-4470-AA14-F66837396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92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X=2</a:t>
              </a:r>
            </a:p>
          </p:txBody>
        </p:sp>
        <p:sp>
          <p:nvSpPr>
            <p:cNvPr id="125" name="Rectangle 56">
              <a:extLst>
                <a:ext uri="{FF2B5EF4-FFF2-40B4-BE49-F238E27FC236}">
                  <a16:creationId xmlns:a16="http://schemas.microsoft.com/office/drawing/2014/main" id="{C5A6A8D4-A83B-4BA0-B8F4-F9C5C663D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S</a:t>
              </a:r>
            </a:p>
          </p:txBody>
        </p:sp>
      </p:grpSp>
      <p:grpSp>
        <p:nvGrpSpPr>
          <p:cNvPr id="126" name="Group 57">
            <a:extLst>
              <a:ext uri="{FF2B5EF4-FFF2-40B4-BE49-F238E27FC236}">
                <a16:creationId xmlns:a16="http://schemas.microsoft.com/office/drawing/2014/main" id="{B917C508-1249-45E5-8C39-859ADF42EC2D}"/>
              </a:ext>
            </a:extLst>
          </p:cNvPr>
          <p:cNvGrpSpPr>
            <a:grpSpLocks/>
          </p:cNvGrpSpPr>
          <p:nvPr/>
        </p:nvGrpSpPr>
        <p:grpSpPr bwMode="auto">
          <a:xfrm>
            <a:off x="5052834" y="5608638"/>
            <a:ext cx="558800" cy="458787"/>
            <a:chOff x="3072" y="3417"/>
            <a:chExt cx="352" cy="289"/>
          </a:xfrm>
        </p:grpSpPr>
        <p:sp>
          <p:nvSpPr>
            <p:cNvPr id="127" name="Line 58">
              <a:extLst>
                <a:ext uri="{FF2B5EF4-FFF2-40B4-BE49-F238E27FC236}">
                  <a16:creationId xmlns:a16="http://schemas.microsoft.com/office/drawing/2014/main" id="{1159AFF9-7EA7-4935-95DB-483FABDA2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3455"/>
              <a:ext cx="143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Text Box 59">
              <a:extLst>
                <a:ext uri="{FF2B5EF4-FFF2-40B4-BE49-F238E27FC236}">
                  <a16:creationId xmlns:a16="http://schemas.microsoft.com/office/drawing/2014/main" id="{C4EACDF2-A0AA-4F98-BB1B-374077CEC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9" y="3417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129" name="Group 60">
            <a:extLst>
              <a:ext uri="{FF2B5EF4-FFF2-40B4-BE49-F238E27FC236}">
                <a16:creationId xmlns:a16="http://schemas.microsoft.com/office/drawing/2014/main" id="{C330FD76-28EB-4F05-B814-B33E85ADAAAA}"/>
              </a:ext>
            </a:extLst>
          </p:cNvPr>
          <p:cNvGrpSpPr>
            <a:grpSpLocks/>
          </p:cNvGrpSpPr>
          <p:nvPr/>
        </p:nvGrpSpPr>
        <p:grpSpPr bwMode="auto">
          <a:xfrm>
            <a:off x="2995434" y="3232150"/>
            <a:ext cx="779463" cy="458788"/>
            <a:chOff x="1776" y="1920"/>
            <a:chExt cx="491" cy="289"/>
          </a:xfrm>
        </p:grpSpPr>
        <p:sp>
          <p:nvSpPr>
            <p:cNvPr id="130" name="Line 61">
              <a:extLst>
                <a:ext uri="{FF2B5EF4-FFF2-40B4-BE49-F238E27FC236}">
                  <a16:creationId xmlns:a16="http://schemas.microsoft.com/office/drawing/2014/main" id="{9F22E50C-CC4D-4788-9E4E-76915F0E0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7"/>
              <a:ext cx="239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" name="Text Box 62">
              <a:extLst>
                <a:ext uri="{FF2B5EF4-FFF2-40B4-BE49-F238E27FC236}">
                  <a16:creationId xmlns:a16="http://schemas.microsoft.com/office/drawing/2014/main" id="{6F6FA3E2-2DEA-41BC-8C0E-41F1375E3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1920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S</a:t>
              </a:r>
            </a:p>
          </p:txBody>
        </p:sp>
      </p:grpSp>
      <p:grpSp>
        <p:nvGrpSpPr>
          <p:cNvPr id="133" name="Group 64">
            <a:extLst>
              <a:ext uri="{FF2B5EF4-FFF2-40B4-BE49-F238E27FC236}">
                <a16:creationId xmlns:a16="http://schemas.microsoft.com/office/drawing/2014/main" id="{A85E8134-E261-4DCC-B590-0A6DD5562CCF}"/>
              </a:ext>
            </a:extLst>
          </p:cNvPr>
          <p:cNvGrpSpPr>
            <a:grpSpLocks/>
          </p:cNvGrpSpPr>
          <p:nvPr/>
        </p:nvGrpSpPr>
        <p:grpSpPr bwMode="auto">
          <a:xfrm>
            <a:off x="2004834" y="3359150"/>
            <a:ext cx="5256213" cy="1497013"/>
            <a:chOff x="1152" y="2000"/>
            <a:chExt cx="3311" cy="943"/>
          </a:xfrm>
        </p:grpSpPr>
        <p:sp>
          <p:nvSpPr>
            <p:cNvPr id="134" name="Freeform 65">
              <a:extLst>
                <a:ext uri="{FF2B5EF4-FFF2-40B4-BE49-F238E27FC236}">
                  <a16:creationId xmlns:a16="http://schemas.microsoft.com/office/drawing/2014/main" id="{D43A0E47-09E8-44BB-8665-E041DF427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000"/>
              <a:ext cx="3311" cy="943"/>
            </a:xfrm>
            <a:custGeom>
              <a:avLst/>
              <a:gdLst>
                <a:gd name="T0" fmla="*/ 0 w 3312"/>
                <a:gd name="T1" fmla="*/ 769 h 944"/>
                <a:gd name="T2" fmla="*/ 96 w 3312"/>
                <a:gd name="T3" fmla="*/ 112 h 944"/>
                <a:gd name="T4" fmla="*/ 528 w 3312"/>
                <a:gd name="T5" fmla="*/ 112 h 944"/>
                <a:gd name="T6" fmla="*/ 624 w 3312"/>
                <a:gd name="T7" fmla="*/ 625 h 944"/>
                <a:gd name="T8" fmla="*/ 672 w 3312"/>
                <a:gd name="T9" fmla="*/ 721 h 944"/>
                <a:gd name="T10" fmla="*/ 816 w 3312"/>
                <a:gd name="T11" fmla="*/ 769 h 944"/>
                <a:gd name="T12" fmla="*/ 1104 w 3312"/>
                <a:gd name="T13" fmla="*/ 817 h 944"/>
                <a:gd name="T14" fmla="*/ 1713 w 3312"/>
                <a:gd name="T15" fmla="*/ 817 h 944"/>
                <a:gd name="T16" fmla="*/ 2961 w 3312"/>
                <a:gd name="T17" fmla="*/ 817 h 944"/>
                <a:gd name="T18" fmla="*/ 3297 w 3312"/>
                <a:gd name="T19" fmla="*/ 160 h 9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12"/>
                <a:gd name="T31" fmla="*/ 0 h 944"/>
                <a:gd name="T32" fmla="*/ 3312 w 3312"/>
                <a:gd name="T33" fmla="*/ 944 h 94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12" h="944">
                  <a:moveTo>
                    <a:pt x="0" y="784"/>
                  </a:moveTo>
                  <a:cubicBezTo>
                    <a:pt x="4" y="504"/>
                    <a:pt x="8" y="224"/>
                    <a:pt x="96" y="112"/>
                  </a:cubicBezTo>
                  <a:cubicBezTo>
                    <a:pt x="184" y="0"/>
                    <a:pt x="440" y="24"/>
                    <a:pt x="528" y="112"/>
                  </a:cubicBezTo>
                  <a:cubicBezTo>
                    <a:pt x="616" y="200"/>
                    <a:pt x="600" y="536"/>
                    <a:pt x="624" y="640"/>
                  </a:cubicBezTo>
                  <a:cubicBezTo>
                    <a:pt x="648" y="744"/>
                    <a:pt x="640" y="712"/>
                    <a:pt x="672" y="736"/>
                  </a:cubicBezTo>
                  <a:cubicBezTo>
                    <a:pt x="704" y="760"/>
                    <a:pt x="744" y="768"/>
                    <a:pt x="816" y="784"/>
                  </a:cubicBezTo>
                  <a:cubicBezTo>
                    <a:pt x="888" y="800"/>
                    <a:pt x="952" y="824"/>
                    <a:pt x="1104" y="832"/>
                  </a:cubicBezTo>
                  <a:cubicBezTo>
                    <a:pt x="1256" y="840"/>
                    <a:pt x="1416" y="832"/>
                    <a:pt x="1728" y="832"/>
                  </a:cubicBezTo>
                  <a:cubicBezTo>
                    <a:pt x="2040" y="832"/>
                    <a:pt x="2712" y="944"/>
                    <a:pt x="2976" y="832"/>
                  </a:cubicBezTo>
                  <a:cubicBezTo>
                    <a:pt x="3240" y="720"/>
                    <a:pt x="3264" y="272"/>
                    <a:pt x="3312" y="16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" name="Text Box 66">
              <a:extLst>
                <a:ext uri="{FF2B5EF4-FFF2-40B4-BE49-F238E27FC236}">
                  <a16:creationId xmlns:a16="http://schemas.microsoft.com/office/drawing/2014/main" id="{01B03E5F-9896-4635-87C7-423DA66A3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" y="2516"/>
              <a:ext cx="62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Flush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90591C-C946-E5F5-72F2-019BC0F8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6230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A8E2-9B64-4589-AA33-21A0F798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LLC/DRAM as the coherence point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BDF3C-668F-4F53-9E05-E4188CF5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9" name="Oval 2">
            <a:extLst>
              <a:ext uri="{FF2B5EF4-FFF2-40B4-BE49-F238E27FC236}">
                <a16:creationId xmlns:a16="http://schemas.microsoft.com/office/drawing/2014/main" id="{51CFF407-31A7-434D-BB73-F15334464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8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0" name="Group 3">
            <a:extLst>
              <a:ext uri="{FF2B5EF4-FFF2-40B4-BE49-F238E27FC236}">
                <a16:creationId xmlns:a16="http://schemas.microsoft.com/office/drawing/2014/main" id="{F5BDB50B-E451-4F2C-8E5A-893D9427EDFD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3613150"/>
            <a:ext cx="1674813" cy="379413"/>
            <a:chOff x="1008" y="2160"/>
            <a:chExt cx="1055" cy="239"/>
          </a:xfrm>
        </p:grpSpPr>
        <p:sp>
          <p:nvSpPr>
            <p:cNvPr id="71" name="Rectangle 4">
              <a:extLst>
                <a:ext uri="{FF2B5EF4-FFF2-40B4-BE49-F238E27FC236}">
                  <a16:creationId xmlns:a16="http://schemas.microsoft.com/office/drawing/2014/main" id="{7074D54A-7187-4985-BF9F-27A514023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2" name="Rectangle 5">
              <a:extLst>
                <a:ext uri="{FF2B5EF4-FFF2-40B4-BE49-F238E27FC236}">
                  <a16:creationId xmlns:a16="http://schemas.microsoft.com/office/drawing/2014/main" id="{84980216-5C30-42CD-8760-0FE283BC4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73" name="Group 6">
            <a:extLst>
              <a:ext uri="{FF2B5EF4-FFF2-40B4-BE49-F238E27FC236}">
                <a16:creationId xmlns:a16="http://schemas.microsoft.com/office/drawing/2014/main" id="{90F9A319-0E01-471D-A4A4-198A4EFA2140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2851150"/>
            <a:ext cx="1674813" cy="379413"/>
            <a:chOff x="1008" y="1680"/>
            <a:chExt cx="1055" cy="239"/>
          </a:xfrm>
        </p:grpSpPr>
        <p:sp>
          <p:nvSpPr>
            <p:cNvPr id="74" name="Rectangle 7">
              <a:extLst>
                <a:ext uri="{FF2B5EF4-FFF2-40B4-BE49-F238E27FC236}">
                  <a16:creationId xmlns:a16="http://schemas.microsoft.com/office/drawing/2014/main" id="{8737C2B8-A341-44E0-90C2-A8BD28F9A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75" name="Rectangle 8">
              <a:extLst>
                <a:ext uri="{FF2B5EF4-FFF2-40B4-BE49-F238E27FC236}">
                  <a16:creationId xmlns:a16="http://schemas.microsoft.com/office/drawing/2014/main" id="{40E048D2-A170-45D3-A8EB-E087A31CF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6" name="Line 9">
            <a:extLst>
              <a:ext uri="{FF2B5EF4-FFF2-40B4-BE49-F238E27FC236}">
                <a16:creationId xmlns:a16="http://schemas.microsoft.com/office/drawing/2014/main" id="{415F119D-6202-4180-96E6-B1D9AFA24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" name="Oval 10">
            <a:extLst>
              <a:ext uri="{FF2B5EF4-FFF2-40B4-BE49-F238E27FC236}">
                <a16:creationId xmlns:a16="http://schemas.microsoft.com/office/drawing/2014/main" id="{D1F2A153-FCC0-4922-84BB-D29BEF886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0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78" name="Group 11">
            <a:extLst>
              <a:ext uri="{FF2B5EF4-FFF2-40B4-BE49-F238E27FC236}">
                <a16:creationId xmlns:a16="http://schemas.microsoft.com/office/drawing/2014/main" id="{7230AD41-4D70-4F80-BFD2-085DB1412E9A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3613150"/>
            <a:ext cx="1674813" cy="379413"/>
            <a:chOff x="3936" y="2160"/>
            <a:chExt cx="1055" cy="239"/>
          </a:xfrm>
        </p:grpSpPr>
        <p:sp>
          <p:nvSpPr>
            <p:cNvPr id="79" name="Rectangle 12">
              <a:extLst>
                <a:ext uri="{FF2B5EF4-FFF2-40B4-BE49-F238E27FC236}">
                  <a16:creationId xmlns:a16="http://schemas.microsoft.com/office/drawing/2014/main" id="{FC609C17-1425-4840-B4B9-44EF50549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80" name="Rectangle 13">
              <a:extLst>
                <a:ext uri="{FF2B5EF4-FFF2-40B4-BE49-F238E27FC236}">
                  <a16:creationId xmlns:a16="http://schemas.microsoft.com/office/drawing/2014/main" id="{C6044825-A8D4-42AD-BA42-03930A238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81" name="Group 14">
            <a:extLst>
              <a:ext uri="{FF2B5EF4-FFF2-40B4-BE49-F238E27FC236}">
                <a16:creationId xmlns:a16="http://schemas.microsoft.com/office/drawing/2014/main" id="{D1ACBAD0-A6F2-4EDA-8627-3C35AEC3078C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2851150"/>
            <a:ext cx="1674813" cy="379413"/>
            <a:chOff x="3936" y="1680"/>
            <a:chExt cx="1055" cy="239"/>
          </a:xfrm>
        </p:grpSpPr>
        <p:sp>
          <p:nvSpPr>
            <p:cNvPr id="82" name="Rectangle 15">
              <a:extLst>
                <a:ext uri="{FF2B5EF4-FFF2-40B4-BE49-F238E27FC236}">
                  <a16:creationId xmlns:a16="http://schemas.microsoft.com/office/drawing/2014/main" id="{A27F2B0D-1834-4DC8-A3F1-0E3BE81A2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83" name="Rectangle 16">
              <a:extLst>
                <a:ext uri="{FF2B5EF4-FFF2-40B4-BE49-F238E27FC236}">
                  <a16:creationId xmlns:a16="http://schemas.microsoft.com/office/drawing/2014/main" id="{AA6893CA-9BD0-45FD-97DE-FF4622B19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84" name="Line 17">
            <a:extLst>
              <a:ext uri="{FF2B5EF4-FFF2-40B4-BE49-F238E27FC236}">
                <a16:creationId xmlns:a16="http://schemas.microsoft.com/office/drawing/2014/main" id="{91AE9A6B-0B37-4709-BB4E-D6FAAF027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85" name="Group 18">
            <a:extLst>
              <a:ext uri="{FF2B5EF4-FFF2-40B4-BE49-F238E27FC236}">
                <a16:creationId xmlns:a16="http://schemas.microsoft.com/office/drawing/2014/main" id="{C93E5BFC-9088-4EAA-8CC6-94AEF671BE50}"/>
              </a:ext>
            </a:extLst>
          </p:cNvPr>
          <p:cNvGrpSpPr>
            <a:grpSpLocks/>
          </p:cNvGrpSpPr>
          <p:nvPr/>
        </p:nvGrpSpPr>
        <p:grpSpPr bwMode="auto">
          <a:xfrm>
            <a:off x="4138434" y="1555750"/>
            <a:ext cx="1674813" cy="2435225"/>
            <a:chOff x="2496" y="864"/>
            <a:chExt cx="1055" cy="1534"/>
          </a:xfrm>
        </p:grpSpPr>
        <p:sp>
          <p:nvSpPr>
            <p:cNvPr id="86" name="Oval 19">
              <a:extLst>
                <a:ext uri="{FF2B5EF4-FFF2-40B4-BE49-F238E27FC236}">
                  <a16:creationId xmlns:a16="http://schemas.microsoft.com/office/drawing/2014/main" id="{8141C7B6-9817-473B-90B0-28327537A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87" name="Group 20">
              <a:extLst>
                <a:ext uri="{FF2B5EF4-FFF2-40B4-BE49-F238E27FC236}">
                  <a16:creationId xmlns:a16="http://schemas.microsoft.com/office/drawing/2014/main" id="{C0CD7E63-BC80-4F05-9212-0BA4C9DF7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89" name="Group 21">
                <a:extLst>
                  <a:ext uri="{FF2B5EF4-FFF2-40B4-BE49-F238E27FC236}">
                    <a16:creationId xmlns:a16="http://schemas.microsoft.com/office/drawing/2014/main" id="{4E64E240-51A4-4BC1-8D91-A3A9B2FCCE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96" name="Rectangle 22">
                  <a:extLst>
                    <a:ext uri="{FF2B5EF4-FFF2-40B4-BE49-F238E27FC236}">
                      <a16:creationId xmlns:a16="http://schemas.microsoft.com/office/drawing/2014/main" id="{123B2AC9-89DC-40C2-8CD5-BF96B50947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7" name="Rectangle 23">
                  <a:extLst>
                    <a:ext uri="{FF2B5EF4-FFF2-40B4-BE49-F238E27FC236}">
                      <a16:creationId xmlns:a16="http://schemas.microsoft.com/office/drawing/2014/main" id="{DEB8C4F6-7741-41D4-ABBE-1C067229C8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90" name="Group 24">
                <a:extLst>
                  <a:ext uri="{FF2B5EF4-FFF2-40B4-BE49-F238E27FC236}">
                    <a16:creationId xmlns:a16="http://schemas.microsoft.com/office/drawing/2014/main" id="{EE7C10E0-E137-4D8F-A4BC-9556272173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94" name="Rectangle 25">
                  <a:extLst>
                    <a:ext uri="{FF2B5EF4-FFF2-40B4-BE49-F238E27FC236}">
                      <a16:creationId xmlns:a16="http://schemas.microsoft.com/office/drawing/2014/main" id="{A34A8318-5588-4A4A-8A36-C27D276B9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5" name="Rectangle 26">
                  <a:extLst>
                    <a:ext uri="{FF2B5EF4-FFF2-40B4-BE49-F238E27FC236}">
                      <a16:creationId xmlns:a16="http://schemas.microsoft.com/office/drawing/2014/main" id="{AEA7E147-9B8B-4B88-B4D9-A46193B108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91" name="Group 27">
                <a:extLst>
                  <a:ext uri="{FF2B5EF4-FFF2-40B4-BE49-F238E27FC236}">
                    <a16:creationId xmlns:a16="http://schemas.microsoft.com/office/drawing/2014/main" id="{9C69FD6D-8443-4BFA-8800-78F860F76B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92" name="Rectangle 28">
                  <a:extLst>
                    <a:ext uri="{FF2B5EF4-FFF2-40B4-BE49-F238E27FC236}">
                      <a16:creationId xmlns:a16="http://schemas.microsoft.com/office/drawing/2014/main" id="{A85EA795-26B2-410B-9598-F4A38F05A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93" name="Rectangle 29">
                  <a:extLst>
                    <a:ext uri="{FF2B5EF4-FFF2-40B4-BE49-F238E27FC236}">
                      <a16:creationId xmlns:a16="http://schemas.microsoft.com/office/drawing/2014/main" id="{94B1A7A6-AF04-45E3-AEF2-394FBD4B9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88" name="Line 30">
              <a:extLst>
                <a:ext uri="{FF2B5EF4-FFF2-40B4-BE49-F238E27FC236}">
                  <a16:creationId xmlns:a16="http://schemas.microsoft.com/office/drawing/2014/main" id="{A774FEA1-8528-40D6-B8D3-1F85F5364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8" name="Line 31">
            <a:extLst>
              <a:ext uri="{FF2B5EF4-FFF2-40B4-BE49-F238E27FC236}">
                <a16:creationId xmlns:a16="http://schemas.microsoft.com/office/drawing/2014/main" id="{3A4799AB-768A-4265-A562-F285D38BF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434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9" name="AutoShape 32">
            <a:extLst>
              <a:ext uri="{FF2B5EF4-FFF2-40B4-BE49-F238E27FC236}">
                <a16:creationId xmlns:a16="http://schemas.microsoft.com/office/drawing/2014/main" id="{3958EC4A-3D02-4056-976C-17B346962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0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100" name="AutoShape 33">
            <a:extLst>
              <a:ext uri="{FF2B5EF4-FFF2-40B4-BE49-F238E27FC236}">
                <a16:creationId xmlns:a16="http://schemas.microsoft.com/office/drawing/2014/main" id="{9EABCB09-CE17-49A0-B49B-06DDFC21F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101" name="AutoShape 34">
            <a:extLst>
              <a:ext uri="{FF2B5EF4-FFF2-40B4-BE49-F238E27FC236}">
                <a16:creationId xmlns:a16="http://schemas.microsoft.com/office/drawing/2014/main" id="{BFF0B9BC-33BF-41E0-8C36-3026872E9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102" name="Rectangle 35">
            <a:extLst>
              <a:ext uri="{FF2B5EF4-FFF2-40B4-BE49-F238E27FC236}">
                <a16:creationId xmlns:a16="http://schemas.microsoft.com/office/drawing/2014/main" id="{1E164C1A-C2F0-437C-A550-D69626A1F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103" name="Rectangle 36">
            <a:extLst>
              <a:ext uri="{FF2B5EF4-FFF2-40B4-BE49-F238E27FC236}">
                <a16:creationId xmlns:a16="http://schemas.microsoft.com/office/drawing/2014/main" id="{DFC34AAF-4A42-419F-8ECF-7078461DF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4" name="Rectangle 37">
            <a:extLst>
              <a:ext uri="{FF2B5EF4-FFF2-40B4-BE49-F238E27FC236}">
                <a16:creationId xmlns:a16="http://schemas.microsoft.com/office/drawing/2014/main" id="{CD72927B-D66D-419B-98C3-605162998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5" name="AutoShape 38">
            <a:extLst>
              <a:ext uri="{FF2B5EF4-FFF2-40B4-BE49-F238E27FC236}">
                <a16:creationId xmlns:a16="http://schemas.microsoft.com/office/drawing/2014/main" id="{A8D3929F-28F5-42D9-83B1-DE5DFEEDF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LLC</a:t>
            </a:r>
          </a:p>
        </p:txBody>
      </p:sp>
      <p:sp>
        <p:nvSpPr>
          <p:cNvPr id="106" name="Line 39">
            <a:extLst>
              <a:ext uri="{FF2B5EF4-FFF2-40B4-BE49-F238E27FC236}">
                <a16:creationId xmlns:a16="http://schemas.microsoft.com/office/drawing/2014/main" id="{E41FB990-2C23-465E-9926-14CDCAC19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7" name="Line 40">
            <a:extLst>
              <a:ext uri="{FF2B5EF4-FFF2-40B4-BE49-F238E27FC236}">
                <a16:creationId xmlns:a16="http://schemas.microsoft.com/office/drawing/2014/main" id="{93F23F0E-19A7-4DF2-9B4B-D7F425788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8" name="Line 41">
            <a:extLst>
              <a:ext uri="{FF2B5EF4-FFF2-40B4-BE49-F238E27FC236}">
                <a16:creationId xmlns:a16="http://schemas.microsoft.com/office/drawing/2014/main" id="{76B299E6-E576-4400-8659-D462457D3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" name="Line 42">
            <a:extLst>
              <a:ext uri="{FF2B5EF4-FFF2-40B4-BE49-F238E27FC236}">
                <a16:creationId xmlns:a16="http://schemas.microsoft.com/office/drawing/2014/main" id="{DCD8B86E-6C93-471C-BC9F-8C3809DD9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" name="Rectangle 43">
            <a:extLst>
              <a:ext uri="{FF2B5EF4-FFF2-40B4-BE49-F238E27FC236}">
                <a16:creationId xmlns:a16="http://schemas.microsoft.com/office/drawing/2014/main" id="{C334BD9D-69E2-4AEC-81EF-1163C80B5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2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111" name="Rectangle 44">
            <a:extLst>
              <a:ext uri="{FF2B5EF4-FFF2-40B4-BE49-F238E27FC236}">
                <a16:creationId xmlns:a16="http://schemas.microsoft.com/office/drawing/2014/main" id="{DB969D5D-D25F-4045-98A6-EA833530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4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112" name="Rectangle 45">
            <a:extLst>
              <a:ext uri="{FF2B5EF4-FFF2-40B4-BE49-F238E27FC236}">
                <a16:creationId xmlns:a16="http://schemas.microsoft.com/office/drawing/2014/main" id="{851144B1-F316-4C9C-A689-15A09247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4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113" name="Rectangle 46">
            <a:extLst>
              <a:ext uri="{FF2B5EF4-FFF2-40B4-BE49-F238E27FC236}">
                <a16:creationId xmlns:a16="http://schemas.microsoft.com/office/drawing/2014/main" id="{F75FC1FD-3A81-4702-ADAE-D84148342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6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</a:t>
            </a:r>
          </a:p>
        </p:txBody>
      </p:sp>
      <p:grpSp>
        <p:nvGrpSpPr>
          <p:cNvPr id="114" name="Group 47">
            <a:extLst>
              <a:ext uri="{FF2B5EF4-FFF2-40B4-BE49-F238E27FC236}">
                <a16:creationId xmlns:a16="http://schemas.microsoft.com/office/drawing/2014/main" id="{C179C312-407F-4A3B-AE35-5AAD424400F5}"/>
              </a:ext>
            </a:extLst>
          </p:cNvPr>
          <p:cNvGrpSpPr>
            <a:grpSpLocks/>
          </p:cNvGrpSpPr>
          <p:nvPr/>
        </p:nvGrpSpPr>
        <p:grpSpPr bwMode="auto">
          <a:xfrm>
            <a:off x="7796034" y="2165350"/>
            <a:ext cx="1633538" cy="1293813"/>
            <a:chOff x="4800" y="1248"/>
            <a:chExt cx="1029" cy="815"/>
          </a:xfrm>
        </p:grpSpPr>
        <p:sp>
          <p:nvSpPr>
            <p:cNvPr id="115" name="Text Box 48">
              <a:extLst>
                <a:ext uri="{FF2B5EF4-FFF2-40B4-BE49-F238E27FC236}">
                  <a16:creationId xmlns:a16="http://schemas.microsoft.com/office/drawing/2014/main" id="{E8DDCFD4-2971-488B-B3AF-C5F9A0164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7" y="1536"/>
              <a:ext cx="69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wr &amp;X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X=3</a:t>
              </a:r>
            </a:p>
          </p:txBody>
        </p:sp>
        <p:sp>
          <p:nvSpPr>
            <p:cNvPr id="116" name="Freeform 49">
              <a:extLst>
                <a:ext uri="{FF2B5EF4-FFF2-40B4-BE49-F238E27FC236}">
                  <a16:creationId xmlns:a16="http://schemas.microsoft.com/office/drawing/2014/main" id="{3D40673D-10E2-4E85-B638-5A4EF3F6B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248"/>
              <a:ext cx="415" cy="815"/>
            </a:xfrm>
            <a:custGeom>
              <a:avLst/>
              <a:gdLst>
                <a:gd name="T0" fmla="*/ 0 w 416"/>
                <a:gd name="T1" fmla="*/ 0 h 1488"/>
                <a:gd name="T2" fmla="*/ 369 w 416"/>
                <a:gd name="T3" fmla="*/ 1 h 1488"/>
                <a:gd name="T4" fmla="*/ 192 w 416"/>
                <a:gd name="T5" fmla="*/ 1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17" name="Group 50">
            <a:extLst>
              <a:ext uri="{FF2B5EF4-FFF2-40B4-BE49-F238E27FC236}">
                <a16:creationId xmlns:a16="http://schemas.microsoft.com/office/drawing/2014/main" id="{2BFBFBE4-C029-485F-B0EB-45ED918F2C74}"/>
              </a:ext>
            </a:extLst>
          </p:cNvPr>
          <p:cNvGrpSpPr>
            <a:grpSpLocks/>
          </p:cNvGrpSpPr>
          <p:nvPr/>
        </p:nvGrpSpPr>
        <p:grpSpPr bwMode="auto">
          <a:xfrm>
            <a:off x="8061147" y="3536950"/>
            <a:ext cx="1354137" cy="1068388"/>
            <a:chOff x="4967" y="2112"/>
            <a:chExt cx="853" cy="673"/>
          </a:xfrm>
        </p:grpSpPr>
        <p:sp>
          <p:nvSpPr>
            <p:cNvPr id="118" name="Freeform 51">
              <a:extLst>
                <a:ext uri="{FF2B5EF4-FFF2-40B4-BE49-F238E27FC236}">
                  <a16:creationId xmlns:a16="http://schemas.microsoft.com/office/drawing/2014/main" id="{6788D734-43BA-4D7D-82D8-1442EA899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112"/>
              <a:ext cx="143" cy="671"/>
            </a:xfrm>
            <a:custGeom>
              <a:avLst/>
              <a:gdLst>
                <a:gd name="T0" fmla="*/ 0 w 416"/>
                <a:gd name="T1" fmla="*/ 0 h 1488"/>
                <a:gd name="T2" fmla="*/ 0 w 416"/>
                <a:gd name="T3" fmla="*/ 0 h 1488"/>
                <a:gd name="T4" fmla="*/ 0 w 416"/>
                <a:gd name="T5" fmla="*/ 0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" name="Text Box 52">
              <a:extLst>
                <a:ext uri="{FF2B5EF4-FFF2-40B4-BE49-F238E27FC236}">
                  <a16:creationId xmlns:a16="http://schemas.microsoft.com/office/drawing/2014/main" id="{1A692F0C-5B9A-4293-B825-13F575BB2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496"/>
              <a:ext cx="85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BusRdX</a:t>
              </a:r>
            </a:p>
          </p:txBody>
        </p:sp>
      </p:grpSp>
      <p:grpSp>
        <p:nvGrpSpPr>
          <p:cNvPr id="120" name="Group 53">
            <a:extLst>
              <a:ext uri="{FF2B5EF4-FFF2-40B4-BE49-F238E27FC236}">
                <a16:creationId xmlns:a16="http://schemas.microsoft.com/office/drawing/2014/main" id="{F828DCCE-59AF-40DD-8362-2414B734B47C}"/>
              </a:ext>
            </a:extLst>
          </p:cNvPr>
          <p:cNvGrpSpPr>
            <a:grpSpLocks/>
          </p:cNvGrpSpPr>
          <p:nvPr/>
        </p:nvGrpSpPr>
        <p:grpSpPr bwMode="auto">
          <a:xfrm>
            <a:off x="3071634" y="3232150"/>
            <a:ext cx="727075" cy="1370013"/>
            <a:chOff x="1824" y="1920"/>
            <a:chExt cx="458" cy="863"/>
          </a:xfrm>
        </p:grpSpPr>
        <p:sp>
          <p:nvSpPr>
            <p:cNvPr id="121" name="Freeform 54">
              <a:extLst>
                <a:ext uri="{FF2B5EF4-FFF2-40B4-BE49-F238E27FC236}">
                  <a16:creationId xmlns:a16="http://schemas.microsoft.com/office/drawing/2014/main" id="{7714E27A-06F1-4697-BC5B-BA6673501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2160"/>
              <a:ext cx="0" cy="623"/>
            </a:xfrm>
            <a:custGeom>
              <a:avLst/>
              <a:gdLst>
                <a:gd name="T0" fmla="*/ 0 w 1"/>
                <a:gd name="T1" fmla="*/ 609 h 624"/>
                <a:gd name="T2" fmla="*/ 0 w 1"/>
                <a:gd name="T3" fmla="*/ 0 h 624"/>
                <a:gd name="T4" fmla="*/ 0 60000 65536"/>
                <a:gd name="T5" fmla="*/ 0 60000 65536"/>
                <a:gd name="T6" fmla="*/ 0 w 1"/>
                <a:gd name="T7" fmla="*/ 0 h 624"/>
                <a:gd name="T8" fmla="*/ 0 w 1"/>
                <a:gd name="T9" fmla="*/ 624 h 6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24">
                  <a:moveTo>
                    <a:pt x="0" y="624"/>
                  </a:moveTo>
                  <a:cubicBezTo>
                    <a:pt x="0" y="624"/>
                    <a:pt x="0" y="312"/>
                    <a:pt x="0" y="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" name="Line 55">
              <a:extLst>
                <a:ext uri="{FF2B5EF4-FFF2-40B4-BE49-F238E27FC236}">
                  <a16:creationId xmlns:a16="http://schemas.microsoft.com/office/drawing/2014/main" id="{B4FBC822-BAE4-4C78-8554-CA922E100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967"/>
              <a:ext cx="239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Text Box 56">
              <a:extLst>
                <a:ext uri="{FF2B5EF4-FFF2-40B4-BE49-F238E27FC236}">
                  <a16:creationId xmlns:a16="http://schemas.microsoft.com/office/drawing/2014/main" id="{A24EA2A1-13E3-4396-A69E-06C9BF931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920"/>
              <a:ext cx="170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I</a:t>
              </a:r>
            </a:p>
          </p:txBody>
        </p:sp>
      </p:grpSp>
      <p:grpSp>
        <p:nvGrpSpPr>
          <p:cNvPr id="124" name="Group 57">
            <a:extLst>
              <a:ext uri="{FF2B5EF4-FFF2-40B4-BE49-F238E27FC236}">
                <a16:creationId xmlns:a16="http://schemas.microsoft.com/office/drawing/2014/main" id="{D3FB7845-753F-4049-9F00-2711E3A58DF0}"/>
              </a:ext>
            </a:extLst>
          </p:cNvPr>
          <p:cNvGrpSpPr>
            <a:grpSpLocks/>
          </p:cNvGrpSpPr>
          <p:nvPr/>
        </p:nvGrpSpPr>
        <p:grpSpPr bwMode="auto">
          <a:xfrm>
            <a:off x="7034034" y="3232150"/>
            <a:ext cx="1516063" cy="458788"/>
            <a:chOff x="4320" y="1920"/>
            <a:chExt cx="955" cy="289"/>
          </a:xfrm>
        </p:grpSpPr>
        <p:grpSp>
          <p:nvGrpSpPr>
            <p:cNvPr id="125" name="Group 58">
              <a:extLst>
                <a:ext uri="{FF2B5EF4-FFF2-40B4-BE49-F238E27FC236}">
                  <a16:creationId xmlns:a16="http://schemas.microsoft.com/office/drawing/2014/main" id="{620F3E58-5331-4344-A4FD-6ADD90507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1920"/>
              <a:ext cx="571" cy="289"/>
              <a:chOff x="4704" y="1920"/>
              <a:chExt cx="571" cy="289"/>
            </a:xfrm>
          </p:grpSpPr>
          <p:sp>
            <p:nvSpPr>
              <p:cNvPr id="129" name="Line 59">
                <a:extLst>
                  <a:ext uri="{FF2B5EF4-FFF2-40B4-BE49-F238E27FC236}">
                    <a16:creationId xmlns:a16="http://schemas.microsoft.com/office/drawing/2014/main" id="{F252C1EE-358C-4FD4-A1E5-C3FCC6E4D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967"/>
                <a:ext cx="239" cy="145"/>
              </a:xfrm>
              <a:prstGeom prst="line">
                <a:avLst/>
              </a:prstGeom>
              <a:noFill/>
              <a:ln w="3816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0" name="Text Box 60">
                <a:extLst>
                  <a:ext uri="{FF2B5EF4-FFF2-40B4-BE49-F238E27FC236}">
                    <a16:creationId xmlns:a16="http://schemas.microsoft.com/office/drawing/2014/main" id="{C8122507-C2C4-4631-8805-70F8592628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6" y="1920"/>
                <a:ext cx="27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</a:rPr>
                  <a:t>M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9DB8053-FACA-432A-AB02-6B4CE171A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920"/>
              <a:ext cx="448" cy="289"/>
              <a:chOff x="4320" y="1920"/>
              <a:chExt cx="448" cy="289"/>
            </a:xfrm>
          </p:grpSpPr>
          <p:sp>
            <p:nvSpPr>
              <p:cNvPr id="127" name="Line 62">
                <a:extLst>
                  <a:ext uri="{FF2B5EF4-FFF2-40B4-BE49-F238E27FC236}">
                    <a16:creationId xmlns:a16="http://schemas.microsoft.com/office/drawing/2014/main" id="{27482720-9B4A-4C38-A23B-21E96016C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0" y="1967"/>
                <a:ext cx="239" cy="145"/>
              </a:xfrm>
              <a:prstGeom prst="line">
                <a:avLst/>
              </a:prstGeom>
              <a:noFill/>
              <a:ln w="3816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8" name="Text Box 63">
                <a:extLst>
                  <a:ext uri="{FF2B5EF4-FFF2-40B4-BE49-F238E27FC236}">
                    <a16:creationId xmlns:a16="http://schemas.microsoft.com/office/drawing/2014/main" id="{8F951D28-87A0-41D3-80EA-3B8ED09DF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3" y="1920"/>
                <a:ext cx="235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</a:rPr>
                  <a:t>3</a:t>
                </a:r>
              </a:p>
            </p:txBody>
          </p:sp>
        </p:grpSp>
      </p:grpSp>
      <p:sp>
        <p:nvSpPr>
          <p:cNvPr id="131" name="Freeform 64">
            <a:extLst>
              <a:ext uri="{FF2B5EF4-FFF2-40B4-BE49-F238E27FC236}">
                <a16:creationId xmlns:a16="http://schemas.microsoft.com/office/drawing/2014/main" id="{63C44FAB-90EA-47E5-A791-9FAB8A713AA6}"/>
              </a:ext>
            </a:extLst>
          </p:cNvPr>
          <p:cNvSpPr>
            <a:spLocks/>
          </p:cNvSpPr>
          <p:nvPr/>
        </p:nvSpPr>
        <p:spPr bwMode="auto">
          <a:xfrm>
            <a:off x="5281434" y="3613150"/>
            <a:ext cx="2133600" cy="2133600"/>
          </a:xfrm>
          <a:custGeom>
            <a:avLst/>
            <a:gdLst>
              <a:gd name="T0" fmla="*/ 0 w 1344"/>
              <a:gd name="T1" fmla="*/ 2147483647 h 1344"/>
              <a:gd name="T2" fmla="*/ 2147483647 w 1344"/>
              <a:gd name="T3" fmla="*/ 2147483647 h 1344"/>
              <a:gd name="T4" fmla="*/ 2147483647 w 1344"/>
              <a:gd name="T5" fmla="*/ 2147483647 h 1344"/>
              <a:gd name="T6" fmla="*/ 2147483647 w 1344"/>
              <a:gd name="T7" fmla="*/ 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344"/>
              <a:gd name="T13" fmla="*/ 0 h 1344"/>
              <a:gd name="T14" fmla="*/ 1344 w 1344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4" h="1344">
                <a:moveTo>
                  <a:pt x="0" y="1344"/>
                </a:moveTo>
                <a:cubicBezTo>
                  <a:pt x="12" y="1124"/>
                  <a:pt x="24" y="904"/>
                  <a:pt x="192" y="768"/>
                </a:cubicBezTo>
                <a:cubicBezTo>
                  <a:pt x="360" y="632"/>
                  <a:pt x="816" y="656"/>
                  <a:pt x="1008" y="528"/>
                </a:cubicBezTo>
                <a:cubicBezTo>
                  <a:pt x="1200" y="400"/>
                  <a:pt x="1272" y="200"/>
                  <a:pt x="1344" y="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481042-2A0A-8E9C-05E6-D809E210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95121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E293-C628-4CE9-9A82-EEDBF13A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A0AEB-488E-4EF5-9245-CD112D8D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E7205CDF-2137-457B-96FD-E039D190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8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B193D8C4-4CB2-4317-A7CE-1A6CE0E167CC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3613150"/>
            <a:ext cx="1674813" cy="379413"/>
            <a:chOff x="1008" y="2160"/>
            <a:chExt cx="1055" cy="239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DA06ED66-663B-41F6-8205-EBE8F2435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BA439F9E-151A-4974-8E8E-B8768A430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ACDD4142-958C-46CF-8995-E0FAFB3EB834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2851150"/>
            <a:ext cx="1674813" cy="379413"/>
            <a:chOff x="1008" y="1680"/>
            <a:chExt cx="1055" cy="239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ABF36268-B23E-4D4D-BF45-55F2370A2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DEFBD577-D7CA-4596-BD31-0FF4489CD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3" name="Line 9">
            <a:extLst>
              <a:ext uri="{FF2B5EF4-FFF2-40B4-BE49-F238E27FC236}">
                <a16:creationId xmlns:a16="http://schemas.microsoft.com/office/drawing/2014/main" id="{BEA1C4AA-C342-49EA-8BB2-EE68EF538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DC9D5086-98C2-4CF7-97F9-6FD89BAD2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0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id="{C74515A2-514D-43F4-8548-72DB44117A0E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3613150"/>
            <a:ext cx="1674813" cy="379413"/>
            <a:chOff x="3936" y="2160"/>
            <a:chExt cx="1055" cy="239"/>
          </a:xfrm>
        </p:grpSpPr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D36A8061-FF63-4BE7-9700-3DCA66A89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8621638A-8EE4-4FB8-9E20-8755E7920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4BFD8C36-90BB-4BE1-AB0F-108A389C4B18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2851150"/>
            <a:ext cx="1674813" cy="379413"/>
            <a:chOff x="3936" y="1680"/>
            <a:chExt cx="1055" cy="239"/>
          </a:xfrm>
        </p:grpSpPr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C7608F7D-4670-47C8-924D-AF3961530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61EBC6C8-C9F3-425C-BB83-177FE4A50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21" name="Line 17">
            <a:extLst>
              <a:ext uri="{FF2B5EF4-FFF2-40B4-BE49-F238E27FC236}">
                <a16:creationId xmlns:a16="http://schemas.microsoft.com/office/drawing/2014/main" id="{A71763A3-04A3-4B7B-BBB9-7E3D3EF92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D81A7795-D4AD-4983-B4A0-9D71015B2B5B}"/>
              </a:ext>
            </a:extLst>
          </p:cNvPr>
          <p:cNvGrpSpPr>
            <a:grpSpLocks/>
          </p:cNvGrpSpPr>
          <p:nvPr/>
        </p:nvGrpSpPr>
        <p:grpSpPr bwMode="auto">
          <a:xfrm>
            <a:off x="4138434" y="1555750"/>
            <a:ext cx="1674813" cy="2435225"/>
            <a:chOff x="2496" y="864"/>
            <a:chExt cx="1055" cy="1534"/>
          </a:xfrm>
        </p:grpSpPr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884B9D38-3297-4B31-BF4A-2DA60D8FF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1B632C56-5D01-4D8F-87A6-2AD53E58F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26" name="Group 21">
                <a:extLst>
                  <a:ext uri="{FF2B5EF4-FFF2-40B4-BE49-F238E27FC236}">
                    <a16:creationId xmlns:a16="http://schemas.microsoft.com/office/drawing/2014/main" id="{6610D65F-153B-4E5F-BE77-0A68DB73F0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33" name="Rectangle 22">
                  <a:extLst>
                    <a:ext uri="{FF2B5EF4-FFF2-40B4-BE49-F238E27FC236}">
                      <a16:creationId xmlns:a16="http://schemas.microsoft.com/office/drawing/2014/main" id="{F461CC7C-E791-4723-AAD8-3C554D140B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4" name="Rectangle 23">
                  <a:extLst>
                    <a:ext uri="{FF2B5EF4-FFF2-40B4-BE49-F238E27FC236}">
                      <a16:creationId xmlns:a16="http://schemas.microsoft.com/office/drawing/2014/main" id="{03AE5757-BC51-432F-A194-0D18A9B22A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27" name="Group 24">
                <a:extLst>
                  <a:ext uri="{FF2B5EF4-FFF2-40B4-BE49-F238E27FC236}">
                    <a16:creationId xmlns:a16="http://schemas.microsoft.com/office/drawing/2014/main" id="{C9C91676-7BCA-461B-AE9E-958C50A0E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31" name="Rectangle 25">
                  <a:extLst>
                    <a:ext uri="{FF2B5EF4-FFF2-40B4-BE49-F238E27FC236}">
                      <a16:creationId xmlns:a16="http://schemas.microsoft.com/office/drawing/2014/main" id="{2D317D00-C29C-4D6B-90D5-864365FC84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2" name="Rectangle 26">
                  <a:extLst>
                    <a:ext uri="{FF2B5EF4-FFF2-40B4-BE49-F238E27FC236}">
                      <a16:creationId xmlns:a16="http://schemas.microsoft.com/office/drawing/2014/main" id="{10BD1BCC-891A-4ADA-B656-AD028F956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AD22227-00FA-452C-BB59-F89CE7374D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21D6872-AF0B-455B-9EDB-38854E6B48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FAE94FE-213B-445C-B165-86813F2B7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53A96695-3330-4836-90FF-B5C490FBF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Line 31">
            <a:extLst>
              <a:ext uri="{FF2B5EF4-FFF2-40B4-BE49-F238E27FC236}">
                <a16:creationId xmlns:a16="http://schemas.microsoft.com/office/drawing/2014/main" id="{1C42DB44-8C47-40DA-ACF3-7A9368910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434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" name="AutoShape 32">
            <a:extLst>
              <a:ext uri="{FF2B5EF4-FFF2-40B4-BE49-F238E27FC236}">
                <a16:creationId xmlns:a16="http://schemas.microsoft.com/office/drawing/2014/main" id="{9A8E6676-ADB6-4232-8F9A-3A87BAEEF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0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7" name="AutoShape 33">
            <a:extLst>
              <a:ext uri="{FF2B5EF4-FFF2-40B4-BE49-F238E27FC236}">
                <a16:creationId xmlns:a16="http://schemas.microsoft.com/office/drawing/2014/main" id="{FE9742DC-0EFE-409B-8CEC-D3C9AD7E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8" name="AutoShape 34">
            <a:extLst>
              <a:ext uri="{FF2B5EF4-FFF2-40B4-BE49-F238E27FC236}">
                <a16:creationId xmlns:a16="http://schemas.microsoft.com/office/drawing/2014/main" id="{B58F3CB5-8987-4151-83B0-5A78ABBE8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45040218-E0CB-4B25-B5F4-AA1B83815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43033F89-2DA4-4999-9B3B-E69E38B91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76B3F8D8-AE50-45A3-8A97-75CFDB550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AutoShape 38">
            <a:extLst>
              <a:ext uri="{FF2B5EF4-FFF2-40B4-BE49-F238E27FC236}">
                <a16:creationId xmlns:a16="http://schemas.microsoft.com/office/drawing/2014/main" id="{0A99189C-E09E-4D10-B647-495AFFD7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56F040CB-FEB4-4FCC-8B02-BDED6269C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Line 40">
            <a:extLst>
              <a:ext uri="{FF2B5EF4-FFF2-40B4-BE49-F238E27FC236}">
                <a16:creationId xmlns:a16="http://schemas.microsoft.com/office/drawing/2014/main" id="{F278835E-CF26-4DDB-9E22-56132A5E9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" name="Line 41">
            <a:extLst>
              <a:ext uri="{FF2B5EF4-FFF2-40B4-BE49-F238E27FC236}">
                <a16:creationId xmlns:a16="http://schemas.microsoft.com/office/drawing/2014/main" id="{C324BB5E-42A5-406B-AF76-D2AF28AD4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" name="Line 42">
            <a:extLst>
              <a:ext uri="{FF2B5EF4-FFF2-40B4-BE49-F238E27FC236}">
                <a16:creationId xmlns:a16="http://schemas.microsoft.com/office/drawing/2014/main" id="{152E6ABB-85F5-45FB-A51E-7B91ABCA4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03C00B1E-F20A-4907-B248-D12AC4B49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2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X=2</a:t>
            </a:r>
          </a:p>
        </p:txBody>
      </p:sp>
      <p:sp>
        <p:nvSpPr>
          <p:cNvPr id="48" name="Rectangle 44">
            <a:extLst>
              <a:ext uri="{FF2B5EF4-FFF2-40B4-BE49-F238E27FC236}">
                <a16:creationId xmlns:a16="http://schemas.microsoft.com/office/drawing/2014/main" id="{AAA74D50-A9CF-4360-A384-F3997570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4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49" name="Rectangle 45">
            <a:extLst>
              <a:ext uri="{FF2B5EF4-FFF2-40B4-BE49-F238E27FC236}">
                <a16:creationId xmlns:a16="http://schemas.microsoft.com/office/drawing/2014/main" id="{59552CF9-04E3-428C-B87F-AF37B07B1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4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X=3</a:t>
            </a:r>
          </a:p>
        </p:txBody>
      </p:sp>
      <p:sp>
        <p:nvSpPr>
          <p:cNvPr id="50" name="Rectangle 46">
            <a:extLst>
              <a:ext uri="{FF2B5EF4-FFF2-40B4-BE49-F238E27FC236}">
                <a16:creationId xmlns:a16="http://schemas.microsoft.com/office/drawing/2014/main" id="{5F4A4B0C-61B2-4C05-BA9B-7394FB96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6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M</a:t>
            </a:r>
          </a:p>
        </p:txBody>
      </p:sp>
      <p:grpSp>
        <p:nvGrpSpPr>
          <p:cNvPr id="51" name="Group 47">
            <a:extLst>
              <a:ext uri="{FF2B5EF4-FFF2-40B4-BE49-F238E27FC236}">
                <a16:creationId xmlns:a16="http://schemas.microsoft.com/office/drawing/2014/main" id="{7519F77E-3173-46BD-BC24-24ADCCB102F4}"/>
              </a:ext>
            </a:extLst>
          </p:cNvPr>
          <p:cNvGrpSpPr>
            <a:grpSpLocks/>
          </p:cNvGrpSpPr>
          <p:nvPr/>
        </p:nvGrpSpPr>
        <p:grpSpPr bwMode="auto">
          <a:xfrm>
            <a:off x="326847" y="2317750"/>
            <a:ext cx="1752600" cy="1141413"/>
            <a:chOff x="95" y="1344"/>
            <a:chExt cx="1104" cy="719"/>
          </a:xfrm>
        </p:grpSpPr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CD44ECFD-0875-49AE-A542-FBDBF0976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344"/>
              <a:ext cx="511" cy="719"/>
            </a:xfrm>
            <a:custGeom>
              <a:avLst/>
              <a:gdLst>
                <a:gd name="T0" fmla="*/ 497 w 512"/>
                <a:gd name="T1" fmla="*/ 0 h 720"/>
                <a:gd name="T2" fmla="*/ 32 w 512"/>
                <a:gd name="T3" fmla="*/ 369 h 720"/>
                <a:gd name="T4" fmla="*/ 305 w 512"/>
                <a:gd name="T5" fmla="*/ 705 h 720"/>
                <a:gd name="T6" fmla="*/ 0 60000 65536"/>
                <a:gd name="T7" fmla="*/ 0 60000 65536"/>
                <a:gd name="T8" fmla="*/ 0 60000 65536"/>
                <a:gd name="T9" fmla="*/ 0 w 512"/>
                <a:gd name="T10" fmla="*/ 0 h 720"/>
                <a:gd name="T11" fmla="*/ 512 w 512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2" h="720">
                  <a:moveTo>
                    <a:pt x="512" y="0"/>
                  </a:moveTo>
                  <a:cubicBezTo>
                    <a:pt x="288" y="132"/>
                    <a:pt x="64" y="264"/>
                    <a:pt x="32" y="384"/>
                  </a:cubicBezTo>
                  <a:cubicBezTo>
                    <a:pt x="0" y="504"/>
                    <a:pt x="160" y="612"/>
                    <a:pt x="320" y="720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Text Box 49">
              <a:extLst>
                <a:ext uri="{FF2B5EF4-FFF2-40B4-BE49-F238E27FC236}">
                  <a16:creationId xmlns:a16="http://schemas.microsoft.com/office/drawing/2014/main" id="{AB63D379-E08C-403B-A7DB-5F86E6355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" y="1584"/>
              <a:ext cx="65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rd &amp;X</a:t>
              </a:r>
            </a:p>
          </p:txBody>
        </p:sp>
      </p:grpSp>
      <p:grpSp>
        <p:nvGrpSpPr>
          <p:cNvPr id="54" name="Group 50">
            <a:extLst>
              <a:ext uri="{FF2B5EF4-FFF2-40B4-BE49-F238E27FC236}">
                <a16:creationId xmlns:a16="http://schemas.microsoft.com/office/drawing/2014/main" id="{69DE9826-2C12-415C-A054-89DE9659D796}"/>
              </a:ext>
            </a:extLst>
          </p:cNvPr>
          <p:cNvGrpSpPr>
            <a:grpSpLocks/>
          </p:cNvGrpSpPr>
          <p:nvPr/>
        </p:nvGrpSpPr>
        <p:grpSpPr bwMode="auto">
          <a:xfrm>
            <a:off x="320497" y="3536950"/>
            <a:ext cx="1454150" cy="1068388"/>
            <a:chOff x="91" y="2112"/>
            <a:chExt cx="916" cy="673"/>
          </a:xfrm>
        </p:grpSpPr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EE54922B-1D41-41BA-84B0-9CE9FE7D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2112"/>
              <a:ext cx="303" cy="671"/>
            </a:xfrm>
            <a:custGeom>
              <a:avLst/>
              <a:gdLst>
                <a:gd name="T0" fmla="*/ 289 w 304"/>
                <a:gd name="T1" fmla="*/ 0 h 672"/>
                <a:gd name="T2" fmla="*/ 16 w 304"/>
                <a:gd name="T3" fmla="*/ 240 h 672"/>
                <a:gd name="T4" fmla="*/ 193 w 304"/>
                <a:gd name="T5" fmla="*/ 657 h 672"/>
                <a:gd name="T6" fmla="*/ 0 60000 65536"/>
                <a:gd name="T7" fmla="*/ 0 60000 65536"/>
                <a:gd name="T8" fmla="*/ 0 60000 65536"/>
                <a:gd name="T9" fmla="*/ 0 w 304"/>
                <a:gd name="T10" fmla="*/ 0 h 672"/>
                <a:gd name="T11" fmla="*/ 304 w 304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" h="672">
                  <a:moveTo>
                    <a:pt x="304" y="0"/>
                  </a:moveTo>
                  <a:cubicBezTo>
                    <a:pt x="168" y="64"/>
                    <a:pt x="32" y="128"/>
                    <a:pt x="16" y="240"/>
                  </a:cubicBezTo>
                  <a:cubicBezTo>
                    <a:pt x="0" y="352"/>
                    <a:pt x="104" y="512"/>
                    <a:pt x="208" y="672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6" name="Text Box 52">
              <a:extLst>
                <a:ext uri="{FF2B5EF4-FFF2-40B4-BE49-F238E27FC236}">
                  <a16:creationId xmlns:a16="http://schemas.microsoft.com/office/drawing/2014/main" id="{117D7B36-039D-4C1B-B988-19060AA4F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" y="2496"/>
              <a:ext cx="72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BusRd</a:t>
              </a:r>
            </a:p>
          </p:txBody>
        </p:sp>
      </p:grpSp>
      <p:grpSp>
        <p:nvGrpSpPr>
          <p:cNvPr id="57" name="Group 53">
            <a:extLst>
              <a:ext uri="{FF2B5EF4-FFF2-40B4-BE49-F238E27FC236}">
                <a16:creationId xmlns:a16="http://schemas.microsoft.com/office/drawing/2014/main" id="{16CF177F-203C-4B07-8B68-FE29C4CDBACB}"/>
              </a:ext>
            </a:extLst>
          </p:cNvPr>
          <p:cNvGrpSpPr>
            <a:grpSpLocks/>
          </p:cNvGrpSpPr>
          <p:nvPr/>
        </p:nvGrpSpPr>
        <p:grpSpPr bwMode="auto">
          <a:xfrm>
            <a:off x="7643634" y="3232150"/>
            <a:ext cx="811213" cy="458788"/>
            <a:chOff x="4704" y="1920"/>
            <a:chExt cx="511" cy="289"/>
          </a:xfrm>
        </p:grpSpPr>
        <p:sp>
          <p:nvSpPr>
            <p:cNvPr id="58" name="Line 54">
              <a:extLst>
                <a:ext uri="{FF2B5EF4-FFF2-40B4-BE49-F238E27FC236}">
                  <a16:creationId xmlns:a16="http://schemas.microsoft.com/office/drawing/2014/main" id="{B9052CB5-9CDC-4ACF-B4D6-84D7F5F6A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967"/>
              <a:ext cx="239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 Box 55">
              <a:extLst>
                <a:ext uri="{FF2B5EF4-FFF2-40B4-BE49-F238E27FC236}">
                  <a16:creationId xmlns:a16="http://schemas.microsoft.com/office/drawing/2014/main" id="{3E2EBE97-3C2B-4004-B42E-6CA50C4DC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0" y="1920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S</a:t>
              </a:r>
            </a:p>
          </p:txBody>
        </p:sp>
      </p:grpSp>
      <p:grpSp>
        <p:nvGrpSpPr>
          <p:cNvPr id="60" name="Group 56">
            <a:extLst>
              <a:ext uri="{FF2B5EF4-FFF2-40B4-BE49-F238E27FC236}">
                <a16:creationId xmlns:a16="http://schemas.microsoft.com/office/drawing/2014/main" id="{09E3C20E-7818-498D-AD48-B935001E65AA}"/>
              </a:ext>
            </a:extLst>
          </p:cNvPr>
          <p:cNvGrpSpPr>
            <a:grpSpLocks/>
          </p:cNvGrpSpPr>
          <p:nvPr/>
        </p:nvGrpSpPr>
        <p:grpSpPr bwMode="auto">
          <a:xfrm>
            <a:off x="4971872" y="4527550"/>
            <a:ext cx="993775" cy="1525588"/>
            <a:chOff x="3021" y="2736"/>
            <a:chExt cx="626" cy="961"/>
          </a:xfrm>
        </p:grpSpPr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5CFD7271-C0E3-4B7D-936E-C925EA425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736"/>
              <a:ext cx="527" cy="671"/>
            </a:xfrm>
            <a:custGeom>
              <a:avLst/>
              <a:gdLst>
                <a:gd name="T0" fmla="*/ 513 w 528"/>
                <a:gd name="T1" fmla="*/ 0 h 672"/>
                <a:gd name="T2" fmla="*/ 192 w 528"/>
                <a:gd name="T3" fmla="*/ 336 h 672"/>
                <a:gd name="T4" fmla="*/ 0 w 528"/>
                <a:gd name="T5" fmla="*/ 657 h 672"/>
                <a:gd name="T6" fmla="*/ 0 60000 65536"/>
                <a:gd name="T7" fmla="*/ 0 60000 65536"/>
                <a:gd name="T8" fmla="*/ 0 60000 65536"/>
                <a:gd name="T9" fmla="*/ 0 w 528"/>
                <a:gd name="T10" fmla="*/ 0 h 672"/>
                <a:gd name="T11" fmla="*/ 528 w 528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672">
                  <a:moveTo>
                    <a:pt x="528" y="0"/>
                  </a:moveTo>
                  <a:cubicBezTo>
                    <a:pt x="404" y="112"/>
                    <a:pt x="280" y="224"/>
                    <a:pt x="192" y="336"/>
                  </a:cubicBezTo>
                  <a:cubicBezTo>
                    <a:pt x="104" y="448"/>
                    <a:pt x="32" y="616"/>
                    <a:pt x="0" y="672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3049D449-D737-4172-98DD-0F86053BF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1" y="3455"/>
              <a:ext cx="239" cy="14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Text Box 59">
              <a:extLst>
                <a:ext uri="{FF2B5EF4-FFF2-40B4-BE49-F238E27FC236}">
                  <a16:creationId xmlns:a16="http://schemas.microsoft.com/office/drawing/2014/main" id="{BAB68531-97D4-4FC9-AA2B-D7F62614E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" y="3408"/>
              <a:ext cx="23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3</a:t>
              </a:r>
            </a:p>
          </p:txBody>
        </p:sp>
      </p:grpSp>
      <p:sp>
        <p:nvSpPr>
          <p:cNvPr id="64" name="Text Box 60">
            <a:extLst>
              <a:ext uri="{FF2B5EF4-FFF2-40B4-BE49-F238E27FC236}">
                <a16:creationId xmlns:a16="http://schemas.microsoft.com/office/drawing/2014/main" id="{AD2C338A-A13C-45B8-95A0-347F4ACF6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084" y="5289550"/>
            <a:ext cx="288352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Update DRAM as well</a:t>
            </a:r>
          </a:p>
        </p:txBody>
      </p:sp>
      <p:grpSp>
        <p:nvGrpSpPr>
          <p:cNvPr id="65" name="Group 61">
            <a:extLst>
              <a:ext uri="{FF2B5EF4-FFF2-40B4-BE49-F238E27FC236}">
                <a16:creationId xmlns:a16="http://schemas.microsoft.com/office/drawing/2014/main" id="{D45A9583-076D-4D63-99D2-E5F4E7C6D1E4}"/>
              </a:ext>
            </a:extLst>
          </p:cNvPr>
          <p:cNvGrpSpPr>
            <a:grpSpLocks/>
          </p:cNvGrpSpPr>
          <p:nvPr/>
        </p:nvGrpSpPr>
        <p:grpSpPr bwMode="auto">
          <a:xfrm>
            <a:off x="2381072" y="3232150"/>
            <a:ext cx="4803775" cy="1433513"/>
            <a:chOff x="1389" y="1920"/>
            <a:chExt cx="3026" cy="903"/>
          </a:xfrm>
        </p:grpSpPr>
        <p:grpSp>
          <p:nvGrpSpPr>
            <p:cNvPr id="66" name="Group 62">
              <a:extLst>
                <a:ext uri="{FF2B5EF4-FFF2-40B4-BE49-F238E27FC236}">
                  <a16:creationId xmlns:a16="http://schemas.microsoft.com/office/drawing/2014/main" id="{3F2DCDF4-F025-42D7-AC3E-B70CAC79F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9" y="1920"/>
              <a:ext cx="3026" cy="903"/>
              <a:chOff x="1389" y="1920"/>
              <a:chExt cx="3026" cy="903"/>
            </a:xfrm>
          </p:grpSpPr>
          <p:sp>
            <p:nvSpPr>
              <p:cNvPr id="68" name="Freeform 63">
                <a:extLst>
                  <a:ext uri="{FF2B5EF4-FFF2-40B4-BE49-F238E27FC236}">
                    <a16:creationId xmlns:a16="http://schemas.microsoft.com/office/drawing/2014/main" id="{87818703-7A28-4A6C-AFC4-4D10C20F1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160"/>
                <a:ext cx="3023" cy="663"/>
              </a:xfrm>
              <a:custGeom>
                <a:avLst/>
                <a:gdLst>
                  <a:gd name="T0" fmla="*/ 3009 w 3024"/>
                  <a:gd name="T1" fmla="*/ 0 h 664"/>
                  <a:gd name="T2" fmla="*/ 2577 w 3024"/>
                  <a:gd name="T3" fmla="*/ 513 h 664"/>
                  <a:gd name="T4" fmla="*/ 432 w 3024"/>
                  <a:gd name="T5" fmla="*/ 561 h 664"/>
                  <a:gd name="T6" fmla="*/ 0 w 3024"/>
                  <a:gd name="T7" fmla="*/ 0 h 6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24"/>
                  <a:gd name="T13" fmla="*/ 0 h 664"/>
                  <a:gd name="T14" fmla="*/ 3024 w 3024"/>
                  <a:gd name="T15" fmla="*/ 664 h 6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24" h="664">
                    <a:moveTo>
                      <a:pt x="3024" y="0"/>
                    </a:moveTo>
                    <a:cubicBezTo>
                      <a:pt x="3024" y="216"/>
                      <a:pt x="3024" y="432"/>
                      <a:pt x="2592" y="528"/>
                    </a:cubicBezTo>
                    <a:cubicBezTo>
                      <a:pt x="2160" y="624"/>
                      <a:pt x="864" y="664"/>
                      <a:pt x="432" y="576"/>
                    </a:cubicBezTo>
                    <a:cubicBezTo>
                      <a:pt x="0" y="488"/>
                      <a:pt x="0" y="244"/>
                      <a:pt x="0" y="0"/>
                    </a:cubicBezTo>
                  </a:path>
                </a:pathLst>
              </a:custGeom>
              <a:noFill/>
              <a:ln w="3816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9" name="Line 64">
                <a:extLst>
                  <a:ext uri="{FF2B5EF4-FFF2-40B4-BE49-F238E27FC236}">
                    <a16:creationId xmlns:a16="http://schemas.microsoft.com/office/drawing/2014/main" id="{620B5200-7DB0-4375-B23E-EEDA09B2A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3" y="1967"/>
                <a:ext cx="239" cy="145"/>
              </a:xfrm>
              <a:prstGeom prst="line">
                <a:avLst/>
              </a:prstGeom>
              <a:noFill/>
              <a:ln w="3816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0" name="Text Box 65">
                <a:extLst>
                  <a:ext uri="{FF2B5EF4-FFF2-40B4-BE49-F238E27FC236}">
                    <a16:creationId xmlns:a16="http://schemas.microsoft.com/office/drawing/2014/main" id="{186A55C8-D4AC-4CB6-8668-1A5CDE2249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9" y="1920"/>
                <a:ext cx="235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</a:rPr>
                  <a:t>S</a:t>
                </a:r>
              </a:p>
            </p:txBody>
          </p:sp>
          <p:sp>
            <p:nvSpPr>
              <p:cNvPr id="71" name="Line 66">
                <a:extLst>
                  <a:ext uri="{FF2B5EF4-FFF2-40B4-BE49-F238E27FC236}">
                    <a16:creationId xmlns:a16="http://schemas.microsoft.com/office/drawing/2014/main" id="{3F11AEF3-3E52-4ADF-A4E9-C2F996861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9" y="1967"/>
                <a:ext cx="239" cy="145"/>
              </a:xfrm>
              <a:prstGeom prst="line">
                <a:avLst/>
              </a:prstGeom>
              <a:noFill/>
              <a:ln w="3816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Text Box 67">
                <a:extLst>
                  <a:ext uri="{FF2B5EF4-FFF2-40B4-BE49-F238E27FC236}">
                    <a16:creationId xmlns:a16="http://schemas.microsoft.com/office/drawing/2014/main" id="{9D87C2A9-8CEB-49A8-9BF2-DD8DFECBA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3" y="1920"/>
                <a:ext cx="235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</a:rPr>
                  <a:t>3</a:t>
                </a:r>
              </a:p>
            </p:txBody>
          </p:sp>
        </p:grpSp>
        <p:sp>
          <p:nvSpPr>
            <p:cNvPr id="67" name="Text Box 68">
              <a:extLst>
                <a:ext uri="{FF2B5EF4-FFF2-40B4-BE49-F238E27FC236}">
                  <a16:creationId xmlns:a16="http://schemas.microsoft.com/office/drawing/2014/main" id="{A2A1453D-300B-445A-A68D-22877E25A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" y="2516"/>
              <a:ext cx="62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Flush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AD1CDF-33CC-DCF9-4E38-DD5C7BA1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5122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ECAF-2B82-4E20-B481-80216D6A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CAB5A-9191-4AFD-9300-25C217EA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55" name="Oval 2">
            <a:extLst>
              <a:ext uri="{FF2B5EF4-FFF2-40B4-BE49-F238E27FC236}">
                <a16:creationId xmlns:a16="http://schemas.microsoft.com/office/drawing/2014/main" id="{1F1144E8-B5F2-4136-880C-C210CFF4A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8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P1</a:t>
            </a:r>
          </a:p>
        </p:txBody>
      </p:sp>
      <p:grpSp>
        <p:nvGrpSpPr>
          <p:cNvPr id="56" name="Group 3">
            <a:extLst>
              <a:ext uri="{FF2B5EF4-FFF2-40B4-BE49-F238E27FC236}">
                <a16:creationId xmlns:a16="http://schemas.microsoft.com/office/drawing/2014/main" id="{95A0372D-FA75-42A1-AD53-5061480070A7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3613150"/>
            <a:ext cx="1674813" cy="379413"/>
            <a:chOff x="1008" y="2160"/>
            <a:chExt cx="1055" cy="239"/>
          </a:xfrm>
        </p:grpSpPr>
        <p:sp>
          <p:nvSpPr>
            <p:cNvPr id="57" name="Rectangle 4">
              <a:extLst>
                <a:ext uri="{FF2B5EF4-FFF2-40B4-BE49-F238E27FC236}">
                  <a16:creationId xmlns:a16="http://schemas.microsoft.com/office/drawing/2014/main" id="{386876D2-0B93-4BC1-AAAF-9869C67FA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CC9AFAB3-870D-4EA2-92F1-69CC4174F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59" name="Group 6">
            <a:extLst>
              <a:ext uri="{FF2B5EF4-FFF2-40B4-BE49-F238E27FC236}">
                <a16:creationId xmlns:a16="http://schemas.microsoft.com/office/drawing/2014/main" id="{8AC5509B-402B-4B1A-9349-B1A8AB89673A}"/>
              </a:ext>
            </a:extLst>
          </p:cNvPr>
          <p:cNvGrpSpPr>
            <a:grpSpLocks/>
          </p:cNvGrpSpPr>
          <p:nvPr/>
        </p:nvGrpSpPr>
        <p:grpSpPr bwMode="auto">
          <a:xfrm>
            <a:off x="1776234" y="2851150"/>
            <a:ext cx="1674813" cy="379413"/>
            <a:chOff x="1008" y="1680"/>
            <a:chExt cx="1055" cy="239"/>
          </a:xfrm>
        </p:grpSpPr>
        <p:sp>
          <p:nvSpPr>
            <p:cNvPr id="60" name="Rectangle 7">
              <a:extLst>
                <a:ext uri="{FF2B5EF4-FFF2-40B4-BE49-F238E27FC236}">
                  <a16:creationId xmlns:a16="http://schemas.microsoft.com/office/drawing/2014/main" id="{4BD9B762-B0EC-4D1E-BCB7-1399E4566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1" name="Rectangle 8">
              <a:extLst>
                <a:ext uri="{FF2B5EF4-FFF2-40B4-BE49-F238E27FC236}">
                  <a16:creationId xmlns:a16="http://schemas.microsoft.com/office/drawing/2014/main" id="{DCD1A2CD-7205-4080-B921-6B4D139B8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62" name="Line 9">
            <a:extLst>
              <a:ext uri="{FF2B5EF4-FFF2-40B4-BE49-F238E27FC236}">
                <a16:creationId xmlns:a16="http://schemas.microsoft.com/office/drawing/2014/main" id="{46E035BC-E3B1-4958-BC48-DD1ADCB0E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3" name="Oval 10">
            <a:extLst>
              <a:ext uri="{FF2B5EF4-FFF2-40B4-BE49-F238E27FC236}">
                <a16:creationId xmlns:a16="http://schemas.microsoft.com/office/drawing/2014/main" id="{FB9E72F7-45EA-4AEE-9E97-739195F1A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034" y="1555750"/>
            <a:ext cx="1143000" cy="990600"/>
          </a:xfrm>
          <a:prstGeom prst="ellipse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P3</a:t>
            </a:r>
          </a:p>
        </p:txBody>
      </p:sp>
      <p:grpSp>
        <p:nvGrpSpPr>
          <p:cNvPr id="64" name="Group 11">
            <a:extLst>
              <a:ext uri="{FF2B5EF4-FFF2-40B4-BE49-F238E27FC236}">
                <a16:creationId xmlns:a16="http://schemas.microsoft.com/office/drawing/2014/main" id="{DAA09258-F423-4A55-8ABA-F927A4305DB1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3613150"/>
            <a:ext cx="1674813" cy="379413"/>
            <a:chOff x="3936" y="2160"/>
            <a:chExt cx="1055" cy="239"/>
          </a:xfrm>
        </p:grpSpPr>
        <p:sp>
          <p:nvSpPr>
            <p:cNvPr id="65" name="Rectangle 12">
              <a:extLst>
                <a:ext uri="{FF2B5EF4-FFF2-40B4-BE49-F238E27FC236}">
                  <a16:creationId xmlns:a16="http://schemas.microsoft.com/office/drawing/2014/main" id="{830C5F9A-F984-45D1-AAC7-F2653774D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16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6" name="Rectangle 13">
              <a:extLst>
                <a:ext uri="{FF2B5EF4-FFF2-40B4-BE49-F238E27FC236}">
                  <a16:creationId xmlns:a16="http://schemas.microsoft.com/office/drawing/2014/main" id="{1D3F4F03-558B-4F4A-B41F-5CD2B34C1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16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67" name="Group 14">
            <a:extLst>
              <a:ext uri="{FF2B5EF4-FFF2-40B4-BE49-F238E27FC236}">
                <a16:creationId xmlns:a16="http://schemas.microsoft.com/office/drawing/2014/main" id="{C6086569-594D-4151-AEB1-7D4F5EC1466A}"/>
              </a:ext>
            </a:extLst>
          </p:cNvPr>
          <p:cNvGrpSpPr>
            <a:grpSpLocks/>
          </p:cNvGrpSpPr>
          <p:nvPr/>
        </p:nvGrpSpPr>
        <p:grpSpPr bwMode="auto">
          <a:xfrm>
            <a:off x="6424434" y="2851150"/>
            <a:ext cx="1674813" cy="379413"/>
            <a:chOff x="3936" y="1680"/>
            <a:chExt cx="1055" cy="239"/>
          </a:xfrm>
        </p:grpSpPr>
        <p:sp>
          <p:nvSpPr>
            <p:cNvPr id="68" name="Rectangle 15">
              <a:extLst>
                <a:ext uri="{FF2B5EF4-FFF2-40B4-BE49-F238E27FC236}">
                  <a16:creationId xmlns:a16="http://schemas.microsoft.com/office/drawing/2014/main" id="{6825F747-6D45-4DDA-8EA0-F96EF4051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80"/>
              <a:ext cx="76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69" name="Rectangle 16">
              <a:extLst>
                <a:ext uri="{FF2B5EF4-FFF2-40B4-BE49-F238E27FC236}">
                  <a16:creationId xmlns:a16="http://schemas.microsoft.com/office/drawing/2014/main" id="{D3A580ED-0F1A-44AF-84A6-3F32F0981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80"/>
              <a:ext cx="287" cy="239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70" name="Line 17">
            <a:extLst>
              <a:ext uri="{FF2B5EF4-FFF2-40B4-BE49-F238E27FC236}">
                <a16:creationId xmlns:a16="http://schemas.microsoft.com/office/drawing/2014/main" id="{58E2D091-FFCB-41E3-B39B-3B3303F93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25463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1" name="Group 18">
            <a:extLst>
              <a:ext uri="{FF2B5EF4-FFF2-40B4-BE49-F238E27FC236}">
                <a16:creationId xmlns:a16="http://schemas.microsoft.com/office/drawing/2014/main" id="{04B216FE-40EC-4491-B37F-88EC9972F458}"/>
              </a:ext>
            </a:extLst>
          </p:cNvPr>
          <p:cNvGrpSpPr>
            <a:grpSpLocks/>
          </p:cNvGrpSpPr>
          <p:nvPr/>
        </p:nvGrpSpPr>
        <p:grpSpPr bwMode="auto">
          <a:xfrm>
            <a:off x="4138434" y="1555750"/>
            <a:ext cx="1674813" cy="2435225"/>
            <a:chOff x="2496" y="864"/>
            <a:chExt cx="1055" cy="1534"/>
          </a:xfrm>
        </p:grpSpPr>
        <p:sp>
          <p:nvSpPr>
            <p:cNvPr id="72" name="Oval 19">
              <a:extLst>
                <a:ext uri="{FF2B5EF4-FFF2-40B4-BE49-F238E27FC236}">
                  <a16:creationId xmlns:a16="http://schemas.microsoft.com/office/drawing/2014/main" id="{538E311E-BD76-4B81-A0DD-88F9EBBB3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64"/>
              <a:ext cx="719" cy="623"/>
            </a:xfrm>
            <a:prstGeom prst="ellipse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P2</a:t>
              </a:r>
            </a:p>
          </p:txBody>
        </p:sp>
        <p:grpSp>
          <p:nvGrpSpPr>
            <p:cNvPr id="73" name="Group 20">
              <a:extLst>
                <a:ext uri="{FF2B5EF4-FFF2-40B4-BE49-F238E27FC236}">
                  <a16:creationId xmlns:a16="http://schemas.microsoft.com/office/drawing/2014/main" id="{D19C122B-99B7-40A4-A433-01F214B19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055" cy="719"/>
              <a:chOff x="2496" y="1680"/>
              <a:chExt cx="1055" cy="719"/>
            </a:xfrm>
          </p:grpSpPr>
          <p:grpSp>
            <p:nvGrpSpPr>
              <p:cNvPr id="75" name="Group 21">
                <a:extLst>
                  <a:ext uri="{FF2B5EF4-FFF2-40B4-BE49-F238E27FC236}">
                    <a16:creationId xmlns:a16="http://schemas.microsoft.com/office/drawing/2014/main" id="{A5D8938C-81AF-4ADE-942A-B74480EC90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920"/>
                <a:ext cx="1055" cy="239"/>
                <a:chOff x="2496" y="1920"/>
                <a:chExt cx="1055" cy="239"/>
              </a:xfrm>
            </p:grpSpPr>
            <p:sp>
              <p:nvSpPr>
                <p:cNvPr id="82" name="Rectangle 22">
                  <a:extLst>
                    <a:ext uri="{FF2B5EF4-FFF2-40B4-BE49-F238E27FC236}">
                      <a16:creationId xmlns:a16="http://schemas.microsoft.com/office/drawing/2014/main" id="{393617F8-F8C3-478A-A254-9E863EEB7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92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3" name="Rectangle 23">
                  <a:extLst>
                    <a:ext uri="{FF2B5EF4-FFF2-40B4-BE49-F238E27FC236}">
                      <a16:creationId xmlns:a16="http://schemas.microsoft.com/office/drawing/2014/main" id="{7C7A4273-AB9D-4FAC-98F1-B18E9CF48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92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76" name="Group 24">
                <a:extLst>
                  <a:ext uri="{FF2B5EF4-FFF2-40B4-BE49-F238E27FC236}">
                    <a16:creationId xmlns:a16="http://schemas.microsoft.com/office/drawing/2014/main" id="{5C49C72C-3BAC-4003-913B-B5E4D50353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2160"/>
                <a:ext cx="1055" cy="239"/>
                <a:chOff x="2496" y="2160"/>
                <a:chExt cx="1055" cy="239"/>
              </a:xfrm>
            </p:grpSpPr>
            <p:sp>
              <p:nvSpPr>
                <p:cNvPr id="80" name="Rectangle 25">
                  <a:extLst>
                    <a:ext uri="{FF2B5EF4-FFF2-40B4-BE49-F238E27FC236}">
                      <a16:creationId xmlns:a16="http://schemas.microsoft.com/office/drawing/2014/main" id="{6756171D-AA98-40C4-B683-DFA4985E8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16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81" name="Rectangle 26">
                  <a:extLst>
                    <a:ext uri="{FF2B5EF4-FFF2-40B4-BE49-F238E27FC236}">
                      <a16:creationId xmlns:a16="http://schemas.microsoft.com/office/drawing/2014/main" id="{94FFA75D-A21F-4D3A-8312-284AA80726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grpSp>
            <p:nvGrpSpPr>
              <p:cNvPr id="77" name="Group 27">
                <a:extLst>
                  <a:ext uri="{FF2B5EF4-FFF2-40B4-BE49-F238E27FC236}">
                    <a16:creationId xmlns:a16="http://schemas.microsoft.com/office/drawing/2014/main" id="{62E6539C-D733-4A5A-A4F5-04BCDD8F17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680"/>
                <a:ext cx="1055" cy="239"/>
                <a:chOff x="2496" y="1680"/>
                <a:chExt cx="1055" cy="239"/>
              </a:xfrm>
            </p:grpSpPr>
            <p:sp>
              <p:nvSpPr>
                <p:cNvPr id="78" name="Rectangle 28">
                  <a:extLst>
                    <a:ext uri="{FF2B5EF4-FFF2-40B4-BE49-F238E27FC236}">
                      <a16:creationId xmlns:a16="http://schemas.microsoft.com/office/drawing/2014/main" id="{BF2C6F82-F586-4472-820E-F98CE44A5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680"/>
                  <a:ext cx="76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  <p:sp>
              <p:nvSpPr>
                <p:cNvPr id="79" name="Rectangle 29">
                  <a:extLst>
                    <a:ext uri="{FF2B5EF4-FFF2-40B4-BE49-F238E27FC236}">
                      <a16:creationId xmlns:a16="http://schemas.microsoft.com/office/drawing/2014/main" id="{895FF886-299A-406B-B042-0807586ED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1680"/>
                  <a:ext cx="287" cy="239"/>
                </a:xfrm>
                <a:prstGeom prst="rect">
                  <a:avLst/>
                </a:prstGeom>
                <a:solidFill>
                  <a:srgbClr val="4F81BD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</p:grpSp>
        <p:sp>
          <p:nvSpPr>
            <p:cNvPr id="74" name="Line 30">
              <a:extLst>
                <a:ext uri="{FF2B5EF4-FFF2-40B4-BE49-F238E27FC236}">
                  <a16:creationId xmlns:a16="http://schemas.microsoft.com/office/drawing/2014/main" id="{0D8E13F5-DA14-4940-AD76-29619F7BF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488"/>
              <a:ext cx="0" cy="19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4" name="Line 31">
            <a:extLst>
              <a:ext uri="{FF2B5EF4-FFF2-40B4-BE49-F238E27FC236}">
                <a16:creationId xmlns:a16="http://schemas.microsoft.com/office/drawing/2014/main" id="{485FD903-32F6-46C8-AADB-C41DDE762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434" y="4603750"/>
            <a:ext cx="7391400" cy="1588"/>
          </a:xfrm>
          <a:prstGeom prst="line">
            <a:avLst/>
          </a:prstGeom>
          <a:noFill/>
          <a:ln w="41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5" name="AutoShape 32">
            <a:extLst>
              <a:ext uri="{FF2B5EF4-FFF2-40B4-BE49-F238E27FC236}">
                <a16:creationId xmlns:a16="http://schemas.microsoft.com/office/drawing/2014/main" id="{D2F73F67-89D7-4820-BACD-3CC74926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0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86" name="AutoShape 33">
            <a:extLst>
              <a:ext uri="{FF2B5EF4-FFF2-40B4-BE49-F238E27FC236}">
                <a16:creationId xmlns:a16="http://schemas.microsoft.com/office/drawing/2014/main" id="{4DD63062-8F84-41EF-AF62-20FD5C02F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87" name="AutoShape 34">
            <a:extLst>
              <a:ext uri="{FF2B5EF4-FFF2-40B4-BE49-F238E27FC236}">
                <a16:creationId xmlns:a16="http://schemas.microsoft.com/office/drawing/2014/main" id="{470AA032-565D-4E6F-9AD3-B0C1B04C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234" y="39941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Snooper</a:t>
            </a:r>
          </a:p>
        </p:txBody>
      </p:sp>
      <p:sp>
        <p:nvSpPr>
          <p:cNvPr id="88" name="Rectangle 35">
            <a:extLst>
              <a:ext uri="{FF2B5EF4-FFF2-40B4-BE49-F238E27FC236}">
                <a16:creationId xmlns:a16="http://schemas.microsoft.com/office/drawing/2014/main" id="{E57471CD-5E0A-4F2A-9D85-230EAC588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594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X=3</a:t>
            </a:r>
          </a:p>
        </p:txBody>
      </p:sp>
      <p:sp>
        <p:nvSpPr>
          <p:cNvPr id="89" name="Rectangle 36">
            <a:extLst>
              <a:ext uri="{FF2B5EF4-FFF2-40B4-BE49-F238E27FC236}">
                <a16:creationId xmlns:a16="http://schemas.microsoft.com/office/drawing/2014/main" id="{73A70AF5-BBE0-47A5-843F-27AD786C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975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" name="Rectangle 37">
            <a:extLst>
              <a:ext uri="{FF2B5EF4-FFF2-40B4-BE49-F238E27FC236}">
                <a16:creationId xmlns:a16="http://schemas.microsoft.com/office/drawing/2014/main" id="{43ACBCC7-9879-410C-A1DC-42DD7C287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034" y="52133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1" name="AutoShape 38">
            <a:extLst>
              <a:ext uri="{FF2B5EF4-FFF2-40B4-BE49-F238E27FC236}">
                <a16:creationId xmlns:a16="http://schemas.microsoft.com/office/drawing/2014/main" id="{EF3092E3-8862-4CF1-BBEE-84A83431F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34" y="4908550"/>
            <a:ext cx="1066800" cy="304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DRAM</a:t>
            </a:r>
          </a:p>
        </p:txBody>
      </p:sp>
      <p:sp>
        <p:nvSpPr>
          <p:cNvPr id="92" name="Line 39">
            <a:extLst>
              <a:ext uri="{FF2B5EF4-FFF2-40B4-BE49-F238E27FC236}">
                <a16:creationId xmlns:a16="http://schemas.microsoft.com/office/drawing/2014/main" id="{C8788DEE-FE20-4C8E-BEBF-36A24ED48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2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3" name="Line 40">
            <a:extLst>
              <a:ext uri="{FF2B5EF4-FFF2-40B4-BE49-F238E27FC236}">
                <a16:creationId xmlns:a16="http://schemas.microsoft.com/office/drawing/2014/main" id="{FFF5CA46-FE61-42FE-86DA-A3394EBA6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4" name="Line 41">
            <a:extLst>
              <a:ext uri="{FF2B5EF4-FFF2-40B4-BE49-F238E27FC236}">
                <a16:creationId xmlns:a16="http://schemas.microsoft.com/office/drawing/2014/main" id="{3642ECF4-ADFD-4CE4-A3FB-AB6D13A27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634" y="42989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5" name="Line 42">
            <a:extLst>
              <a:ext uri="{FF2B5EF4-FFF2-40B4-BE49-F238E27FC236}">
                <a16:creationId xmlns:a16="http://schemas.microsoft.com/office/drawing/2014/main" id="{BF959713-1D92-4FA3-8CD1-37D1A83E4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634" y="4603750"/>
            <a:ext cx="1588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6" name="Rectangle 43">
            <a:extLst>
              <a:ext uri="{FF2B5EF4-FFF2-40B4-BE49-F238E27FC236}">
                <a16:creationId xmlns:a16="http://schemas.microsoft.com/office/drawing/2014/main" id="{AFEBC6FF-9819-4629-861F-034163FB9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2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X=3</a:t>
            </a:r>
          </a:p>
        </p:txBody>
      </p:sp>
      <p:sp>
        <p:nvSpPr>
          <p:cNvPr id="97" name="Rectangle 44">
            <a:extLst>
              <a:ext uri="{FF2B5EF4-FFF2-40B4-BE49-F238E27FC236}">
                <a16:creationId xmlns:a16="http://schemas.microsoft.com/office/drawing/2014/main" id="{0E7CE3BB-1193-4BCB-AA7D-4B237B8A4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4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98" name="Rectangle 45">
            <a:extLst>
              <a:ext uri="{FF2B5EF4-FFF2-40B4-BE49-F238E27FC236}">
                <a16:creationId xmlns:a16="http://schemas.microsoft.com/office/drawing/2014/main" id="{30469D2E-9FC0-4F84-8991-06DF4363F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434" y="3232150"/>
            <a:ext cx="1219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X=3</a:t>
            </a:r>
          </a:p>
        </p:txBody>
      </p:sp>
      <p:sp>
        <p:nvSpPr>
          <p:cNvPr id="99" name="Rectangle 46">
            <a:extLst>
              <a:ext uri="{FF2B5EF4-FFF2-40B4-BE49-F238E27FC236}">
                <a16:creationId xmlns:a16="http://schemas.microsoft.com/office/drawing/2014/main" id="{B0452B62-62BD-45CF-AFE6-16FD9B92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634" y="3232150"/>
            <a:ext cx="457200" cy="38100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</a:t>
            </a:r>
          </a:p>
        </p:txBody>
      </p:sp>
      <p:grpSp>
        <p:nvGrpSpPr>
          <p:cNvPr id="100" name="Group 47">
            <a:extLst>
              <a:ext uri="{FF2B5EF4-FFF2-40B4-BE49-F238E27FC236}">
                <a16:creationId xmlns:a16="http://schemas.microsoft.com/office/drawing/2014/main" id="{A7170DD1-3CE9-4E87-899C-9BB3E08E627E}"/>
              </a:ext>
            </a:extLst>
          </p:cNvPr>
          <p:cNvGrpSpPr>
            <a:grpSpLocks/>
          </p:cNvGrpSpPr>
          <p:nvPr/>
        </p:nvGrpSpPr>
        <p:grpSpPr bwMode="auto">
          <a:xfrm>
            <a:off x="7796034" y="2241550"/>
            <a:ext cx="1574800" cy="1293813"/>
            <a:chOff x="4800" y="1296"/>
            <a:chExt cx="992" cy="815"/>
          </a:xfrm>
        </p:grpSpPr>
        <p:sp>
          <p:nvSpPr>
            <p:cNvPr id="101" name="Text Box 48">
              <a:extLst>
                <a:ext uri="{FF2B5EF4-FFF2-40B4-BE49-F238E27FC236}">
                  <a16:creationId xmlns:a16="http://schemas.microsoft.com/office/drawing/2014/main" id="{2CE69223-47A4-431E-8FA5-820889176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" y="1632"/>
              <a:ext cx="65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rd &amp;X</a:t>
              </a:r>
            </a:p>
          </p:txBody>
        </p:sp>
        <p:sp>
          <p:nvSpPr>
            <p:cNvPr id="102" name="Freeform 49">
              <a:extLst>
                <a:ext uri="{FF2B5EF4-FFF2-40B4-BE49-F238E27FC236}">
                  <a16:creationId xmlns:a16="http://schemas.microsoft.com/office/drawing/2014/main" id="{06A60C0C-8BE1-436A-9B66-9F68D280D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296"/>
              <a:ext cx="415" cy="815"/>
            </a:xfrm>
            <a:custGeom>
              <a:avLst/>
              <a:gdLst>
                <a:gd name="T0" fmla="*/ 0 w 416"/>
                <a:gd name="T1" fmla="*/ 0 h 1488"/>
                <a:gd name="T2" fmla="*/ 369 w 416"/>
                <a:gd name="T3" fmla="*/ 1 h 1488"/>
                <a:gd name="T4" fmla="*/ 192 w 416"/>
                <a:gd name="T5" fmla="*/ 1 h 1488"/>
                <a:gd name="T6" fmla="*/ 0 60000 65536"/>
                <a:gd name="T7" fmla="*/ 0 60000 65536"/>
                <a:gd name="T8" fmla="*/ 0 60000 65536"/>
                <a:gd name="T9" fmla="*/ 0 w 416"/>
                <a:gd name="T10" fmla="*/ 0 h 1488"/>
                <a:gd name="T11" fmla="*/ 416 w 416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1488">
                  <a:moveTo>
                    <a:pt x="0" y="0"/>
                  </a:moveTo>
                  <a:cubicBezTo>
                    <a:pt x="176" y="116"/>
                    <a:pt x="352" y="232"/>
                    <a:pt x="384" y="480"/>
                  </a:cubicBezTo>
                  <a:cubicBezTo>
                    <a:pt x="416" y="728"/>
                    <a:pt x="304" y="1108"/>
                    <a:pt x="192" y="1488"/>
                  </a:cubicBezTo>
                </a:path>
              </a:pathLst>
            </a:cu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3" name="Freeform 50">
            <a:extLst>
              <a:ext uri="{FF2B5EF4-FFF2-40B4-BE49-F238E27FC236}">
                <a16:creationId xmlns:a16="http://schemas.microsoft.com/office/drawing/2014/main" id="{A355D16D-6216-4751-91D2-DEC3DA75B4C3}"/>
              </a:ext>
            </a:extLst>
          </p:cNvPr>
          <p:cNvSpPr>
            <a:spLocks/>
          </p:cNvSpPr>
          <p:nvPr/>
        </p:nvSpPr>
        <p:spPr bwMode="auto">
          <a:xfrm>
            <a:off x="6157734" y="2165350"/>
            <a:ext cx="495300" cy="1219200"/>
          </a:xfrm>
          <a:custGeom>
            <a:avLst/>
            <a:gdLst>
              <a:gd name="T0" fmla="*/ 2147483647 w 312"/>
              <a:gd name="T1" fmla="*/ 2147483647 h 768"/>
              <a:gd name="T2" fmla="*/ 2147483647 w 312"/>
              <a:gd name="T3" fmla="*/ 2147483647 h 768"/>
              <a:gd name="T4" fmla="*/ 2147483647 w 312"/>
              <a:gd name="T5" fmla="*/ 0 h 768"/>
              <a:gd name="T6" fmla="*/ 0 60000 65536"/>
              <a:gd name="T7" fmla="*/ 0 60000 65536"/>
              <a:gd name="T8" fmla="*/ 0 60000 65536"/>
              <a:gd name="T9" fmla="*/ 0 w 312"/>
              <a:gd name="T10" fmla="*/ 0 h 768"/>
              <a:gd name="T11" fmla="*/ 312 w 31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2" h="768">
                <a:moveTo>
                  <a:pt x="168" y="768"/>
                </a:moveTo>
                <a:cubicBezTo>
                  <a:pt x="84" y="616"/>
                  <a:pt x="0" y="464"/>
                  <a:pt x="24" y="336"/>
                </a:cubicBezTo>
                <a:cubicBezTo>
                  <a:pt x="48" y="208"/>
                  <a:pt x="180" y="104"/>
                  <a:pt x="312" y="0"/>
                </a:cubicBezTo>
              </a:path>
            </a:pathLst>
          </a:custGeom>
          <a:noFill/>
          <a:ln w="3816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703182F-36A9-9F2D-E749-952F0E04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4718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7480-945D-465C-A506-F75BD888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79481-E3E0-4CCE-A503-84E56494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24</a:t>
            </a:fld>
            <a:endParaRPr lang="en-IN" dirty="0"/>
          </a:p>
        </p:txBody>
      </p:sp>
      <p:graphicFrame>
        <p:nvGraphicFramePr>
          <p:cNvPr id="6" name="Group 69">
            <a:extLst>
              <a:ext uri="{FF2B5EF4-FFF2-40B4-BE49-F238E27FC236}">
                <a16:creationId xmlns:a16="http://schemas.microsoft.com/office/drawing/2014/main" id="{242BEAC3-5034-4856-8ABD-F141E3E3E997}"/>
              </a:ext>
            </a:extLst>
          </p:cNvPr>
          <p:cNvGraphicFramePr>
            <a:graphicFrameLocks/>
          </p:cNvGraphicFramePr>
          <p:nvPr/>
        </p:nvGraphicFramePr>
        <p:xfrm>
          <a:off x="838200" y="1849989"/>
          <a:ext cx="8074025" cy="3700464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05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Proc Action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State P1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State P2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State P3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 Action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Data From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-111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W1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P1 cache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W3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BusRdX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-111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P3 cache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-111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D49778-A1A9-647A-29D0-9ABC5AF9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41740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7198-EBD6-4561-8A65-B4C1ED2F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9398D-8534-4B39-B036-7689F8E0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25</a:t>
            </a:fld>
            <a:endParaRPr lang="en-IN" dirty="0"/>
          </a:p>
        </p:txBody>
      </p:sp>
      <p:graphicFrame>
        <p:nvGraphicFramePr>
          <p:cNvPr id="7" name="Group 69">
            <a:extLst>
              <a:ext uri="{FF2B5EF4-FFF2-40B4-BE49-F238E27FC236}">
                <a16:creationId xmlns:a16="http://schemas.microsoft.com/office/drawing/2014/main" id="{4712168B-E18F-4E8E-8443-9A248AB5DC93}"/>
              </a:ext>
            </a:extLst>
          </p:cNvPr>
          <p:cNvGraphicFramePr>
            <a:graphicFrameLocks/>
          </p:cNvGraphicFramePr>
          <p:nvPr/>
        </p:nvGraphicFramePr>
        <p:xfrm>
          <a:off x="838199" y="1849989"/>
          <a:ext cx="8074025" cy="3700464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05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Proc Action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State P1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State P2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State P3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 Action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Data From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W1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P1 cache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W3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I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BusRdX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-111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P3 cache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R2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BusRd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Mem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-111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49CC26-B5A1-ECA4-BCE6-CD0E0461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00493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7FB8C7FB-6863-CB9E-5FA4-6233C9D3C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0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Cache Coherence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D1E9E1-2EFB-ECBE-4194-5AE9818792FE}"/>
              </a:ext>
            </a:extLst>
          </p:cNvPr>
          <p:cNvSpPr/>
          <p:nvPr/>
        </p:nvSpPr>
        <p:spPr>
          <a:xfrm>
            <a:off x="1676400" y="1143000"/>
            <a:ext cx="8839200" cy="12954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265113" lvl="1" indent="-265113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ct val="80000"/>
              <a:defRPr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Coherence misses: misses due to accesses to blocks that were invalidated due to coherence events</a:t>
            </a:r>
          </a:p>
          <a:p>
            <a:pPr marL="265113" indent="-265113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ct val="80000"/>
              <a:defRPr/>
            </a:pPr>
            <a:endParaRPr lang="en-US" sz="280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FF5C8-07B4-2A55-97DB-A21C7E514531}"/>
              </a:ext>
            </a:extLst>
          </p:cNvPr>
          <p:cNvSpPr/>
          <p:nvPr/>
        </p:nvSpPr>
        <p:spPr>
          <a:xfrm>
            <a:off x="1676400" y="2895600"/>
            <a:ext cx="8839200" cy="12954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265113" lvl="1" indent="-265113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ct val="80000"/>
              <a:defRPr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True sharing: misses that occur when multiple threads share the same data item (byte/word)</a:t>
            </a:r>
            <a:endParaRPr lang="en-US" sz="280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3CD637-5735-1E47-F8C6-9DA384647521}"/>
              </a:ext>
            </a:extLst>
          </p:cNvPr>
          <p:cNvSpPr/>
          <p:nvPr/>
        </p:nvSpPr>
        <p:spPr>
          <a:xfrm>
            <a:off x="1676400" y="4572000"/>
            <a:ext cx="8763000" cy="12954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buFont typeface="Times New Roman" pitchFamily="-111" charset="0"/>
              <a:buNone/>
              <a:defRPr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False sharing: misses that occur when multiple threads share different data items located in a single cache block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24F0705-7973-3BDE-3626-7D2FB01E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26">
            <a:extLst>
              <a:ext uri="{FF2B5EF4-FFF2-40B4-BE49-F238E27FC236}">
                <a16:creationId xmlns:a16="http://schemas.microsoft.com/office/drawing/2014/main" id="{633D7332-8BFE-55A5-0E53-258AEEFACCBA}"/>
              </a:ext>
            </a:extLst>
          </p:cNvPr>
          <p:cNvGraphicFramePr>
            <a:graphicFrameLocks/>
          </p:cNvGraphicFramePr>
          <p:nvPr/>
        </p:nvGraphicFramePr>
        <p:xfrm>
          <a:off x="2438400" y="1828801"/>
          <a:ext cx="7391400" cy="3656013"/>
        </p:xfrm>
        <a:graphic>
          <a:graphicData uri="http://schemas.openxmlformats.org/drawingml/2006/table">
            <a:tbl>
              <a:tblPr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Parameters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True Sharing Misses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False Sharing Misses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Larger cache size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increased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increased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Larger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block/line size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decreased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increased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Larger associativity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unclear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111" charset="0"/>
                        </a:rPr>
                        <a:t>unclear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1">
            <a:extLst>
              <a:ext uri="{FF2B5EF4-FFF2-40B4-BE49-F238E27FC236}">
                <a16:creationId xmlns:a16="http://schemas.microsoft.com/office/drawing/2014/main" id="{A6B1BCF7-E984-2C24-E692-07E664C35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0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2" charset="0"/>
                <a:cs typeface="Arial" charset="0"/>
              </a:rPr>
              <a:t>Cache Coherence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1C8E9-3857-F3FB-51F0-138F1872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F8029-D55A-BA6E-EB44-AB760B3E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757A-01EE-49A7-9E93-52FFB16EB959}" type="slidenum">
              <a:rPr lang="en-US" altLang="en-US" smtClean="0"/>
              <a:pPr/>
              <a:t>28</a:t>
            </a:fld>
            <a:endParaRPr lang="en-US" alt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91C3FC-DBD4-F295-2749-86C801C74A80}"/>
              </a:ext>
            </a:extLst>
          </p:cNvPr>
          <p:cNvGrpSpPr>
            <a:grpSpLocks/>
          </p:cNvGrpSpPr>
          <p:nvPr/>
        </p:nvGrpSpPr>
        <p:grpSpPr bwMode="auto">
          <a:xfrm>
            <a:off x="7366000" y="2057400"/>
            <a:ext cx="2743200" cy="2743201"/>
            <a:chOff x="4563543" y="1989674"/>
            <a:chExt cx="4047023" cy="379301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3C4EF8-583D-5621-0AED-673DED398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1989674"/>
              <a:ext cx="4047023" cy="423334"/>
              <a:chOff x="4555066" y="1989674"/>
              <a:chExt cx="4047023" cy="42333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F430704-7FD2-F7FB-5EEC-96D6467055FB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D42BA6D-9C1B-5B98-F0DF-609A888F4B43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089E46B-D0AF-4648-9427-E7823DE616B0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B2EEC86-3645-3EB8-8BFF-04E4A5DF8B09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FBB54D0-D383-6B2A-9706-0D8DD95FEDAF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A529C49-9972-4353-2AD2-00AB8A5305F9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383BB0BE-1B6F-1DAB-7E7A-07C1ABC36A95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64FB0D8-DD78-336C-6C31-7C956D108C81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462568-F6D4-05C9-BAD7-0FDD2C194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2480734"/>
              <a:ext cx="4047023" cy="423334"/>
              <a:chOff x="4555066" y="1989674"/>
              <a:chExt cx="4047023" cy="423334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7DAAA84-5484-6758-9741-BC6B4EDD0588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C8F1BE1B-33DE-9116-6720-F2A6EB23BF52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117C014-FEF1-6D4E-D230-96543BC7C826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A0807C-23A4-BCC7-88E2-B476C2295D70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B4A9B6B-6DC9-F8CE-FD77-FA60C93B026D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858CDDF-7DA4-26A3-6E69-0969143652DB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AD95738-D4E6-10CF-46C0-913DBE73CDA4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E5562A4-8459-2FEE-2C42-6DD42C46ACEC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CD90A3F-21CD-3585-C8C8-235339D964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2971794"/>
              <a:ext cx="4047023" cy="423334"/>
              <a:chOff x="4555066" y="1989674"/>
              <a:chExt cx="4047023" cy="42333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DE3C145-6641-CBB4-DDAD-885FFEF3E7D6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5753BD9-6662-7C40-6633-EC3D8E41F56F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4252B34-B786-B76C-B873-069AD973644F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F2A6A03-265C-B852-6BAA-29DB8F3EBCD7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A17241B-67B7-99F1-5006-5579684BCB2D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CB0F278-86FF-3DF5-C09D-CD6738BA338B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0804DDE-7FF2-C35C-B94B-16B8A579E706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CFEDD21-C1B4-6EEF-D66F-FAC897181F2F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B90BEF1-941E-1995-567C-8BDB80E49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3462854"/>
              <a:ext cx="4047023" cy="423334"/>
              <a:chOff x="4555066" y="1989674"/>
              <a:chExt cx="4047023" cy="423334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0BE8ABB-76A5-DC50-4549-AAE159E42F65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6BA9CA8-0BD5-BE77-9A8F-2550491EB9E3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9B295A5-18C6-B3B5-D7E7-59B75B0305F3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BB1E50E-63B0-7465-684F-7EC3DD556DB5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3CA4CCA-AB63-B327-5A43-00F9CA808B54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1F95F88-2D36-2DCB-DA6A-D65BB5822985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3FEF676-0B2F-561B-A9A3-9CEA5EAEF9D9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55B4056-1C4E-31E1-8F5A-247B7C8F6CAC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80A8AA3-E7B8-3DA3-E7A7-9724722F6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3936981"/>
              <a:ext cx="4047023" cy="423334"/>
              <a:chOff x="4555066" y="1989674"/>
              <a:chExt cx="4047023" cy="423334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CF20417-8546-D885-9065-D8006B2484D9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FA31177-2927-D610-B57A-5F2696829A83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E7106D0-9F13-ADEF-7890-EFEEFE3F15D6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326EDED-D9F7-83F9-E6F6-C70C16573AC0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95DB04B-584F-7FE9-57D0-36C571647B90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708CAA4-EBB2-C7D2-FEEF-5623836EC011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BD07798-C5CF-7050-6E9A-D8ADD8BD3C91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7411A6D-DA89-F1C5-D203-E79AB11B67B8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C88B08-9E1C-69B5-2668-1D12BC017F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4411108"/>
              <a:ext cx="4047023" cy="423334"/>
              <a:chOff x="4555066" y="1989674"/>
              <a:chExt cx="4047023" cy="42333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AFF5AC2-8F49-D443-D846-C232FA28B3A8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3985722-26CD-066C-D951-FF89F2E326F8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502D9D7-1037-9BAD-5647-2D59D6EF2259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BD6960-1369-1F26-30F5-07713C294AB0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64A628B-3F42-6B65-26FF-FA2BF66D68F3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88C6F6F-50E5-4734-5E01-5F0104A80DC8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6EEE4E9-D9C6-610B-25EE-31B401ACA559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0E06F26-FBE4-4F6B-9E72-D18880410640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73742B6-62CB-38DE-9805-315DA6382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4885235"/>
              <a:ext cx="4047023" cy="423334"/>
              <a:chOff x="4555066" y="1989674"/>
              <a:chExt cx="4047023" cy="42333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605CC77-6D9A-FA0F-44DE-97F996013B4C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39E9F05-336D-AB4F-C0DB-6479BCA24A95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93360C4-7EF4-1EB4-A77C-4E6F8E2FAF7C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542FE58-A791-32FA-AC97-4512CAA07467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9AD4400-5722-5346-3C48-9FFF3006E009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F72D5E9-AD42-AA65-DDC5-C712FE5B2A8F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A431FE1-7AAF-4EAE-671B-A0D142148246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E7DC018-544F-E0A1-2A44-B902463BA16B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12F7C7E-7E35-730D-C8E0-4EC22A596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3543" y="5359359"/>
              <a:ext cx="4047023" cy="423334"/>
              <a:chOff x="4555066" y="1989674"/>
              <a:chExt cx="4047023" cy="42333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43032A9-AAA2-6BEF-5D01-C4FE7B556812}"/>
                  </a:ext>
                </a:extLst>
              </p:cNvPr>
              <p:cNvSpPr/>
              <p:nvPr/>
            </p:nvSpPr>
            <p:spPr>
              <a:xfrm>
                <a:off x="455506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742968A-6270-2BB6-D442-52D89065F0DF}"/>
                  </a:ext>
                </a:extLst>
              </p:cNvPr>
              <p:cNvSpPr/>
              <p:nvPr/>
            </p:nvSpPr>
            <p:spPr>
              <a:xfrm>
                <a:off x="506305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68091A-449F-4D2C-44BA-0329E8EBFE62}"/>
                  </a:ext>
                </a:extLst>
              </p:cNvPr>
              <p:cNvSpPr/>
              <p:nvPr/>
            </p:nvSpPr>
            <p:spPr>
              <a:xfrm>
                <a:off x="5587985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312D729-4E4B-467E-AB93-74D996506E40}"/>
                  </a:ext>
                </a:extLst>
              </p:cNvPr>
              <p:cNvSpPr/>
              <p:nvPr/>
            </p:nvSpPr>
            <p:spPr>
              <a:xfrm>
                <a:off x="6095978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4B708C-2AA2-6651-C06F-C88BF09A27A7}"/>
                  </a:ext>
                </a:extLst>
              </p:cNvPr>
              <p:cNvSpPr/>
              <p:nvPr/>
            </p:nvSpPr>
            <p:spPr>
              <a:xfrm>
                <a:off x="6603977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4F80F4D-A7FB-8FAB-9491-7856FB4ABC71}"/>
                  </a:ext>
                </a:extLst>
              </p:cNvPr>
              <p:cNvSpPr/>
              <p:nvPr/>
            </p:nvSpPr>
            <p:spPr>
              <a:xfrm>
                <a:off x="7111970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D0EFDB8-A1B6-AE60-A655-89A0166C630E}"/>
                  </a:ext>
                </a:extLst>
              </p:cNvPr>
              <p:cNvSpPr/>
              <p:nvPr/>
            </p:nvSpPr>
            <p:spPr>
              <a:xfrm>
                <a:off x="7636896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84FE6EC-C9D0-9307-46DB-D167944B7033}"/>
                  </a:ext>
                </a:extLst>
              </p:cNvPr>
              <p:cNvSpPr/>
              <p:nvPr/>
            </p:nvSpPr>
            <p:spPr>
              <a:xfrm>
                <a:off x="8144889" y="1989674"/>
                <a:ext cx="457200" cy="423334"/>
              </a:xfrm>
              <a:prstGeom prst="rect">
                <a:avLst/>
              </a:prstGeom>
              <a:ln>
                <a:noFill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GB"/>
                </a:defPPr>
                <a:lvl1pPr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49263" rtl="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kern="0">
                  <a:solidFill>
                    <a:srgbClr val="000000"/>
                  </a:solidFill>
                  <a:latin typeface="Tahoma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21E13CA-E0F5-D7FD-D327-77E30BC6A19F}"/>
              </a:ext>
            </a:extLst>
          </p:cNvPr>
          <p:cNvGrpSpPr>
            <a:grpSpLocks/>
          </p:cNvGrpSpPr>
          <p:nvPr/>
        </p:nvGrpSpPr>
        <p:grpSpPr bwMode="auto">
          <a:xfrm>
            <a:off x="2082800" y="2057400"/>
            <a:ext cx="2743200" cy="2743199"/>
            <a:chOff x="550327" y="1820344"/>
            <a:chExt cx="2844812" cy="28865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0B7870-9EA5-62EF-54F0-8DF6552A66DC}"/>
                </a:ext>
              </a:extLst>
            </p:cNvPr>
            <p:cNvSpPr/>
            <p:nvPr/>
          </p:nvSpPr>
          <p:spPr>
            <a:xfrm>
              <a:off x="550327" y="1820344"/>
              <a:ext cx="1380072" cy="1405454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kern="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810884-B3C3-185D-74B8-45FC74E374BB}"/>
                </a:ext>
              </a:extLst>
            </p:cNvPr>
            <p:cNvSpPr/>
            <p:nvPr/>
          </p:nvSpPr>
          <p:spPr>
            <a:xfrm>
              <a:off x="2015067" y="1820344"/>
              <a:ext cx="1380072" cy="1405454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kern="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363347-08AE-193A-87FD-BC764BC4C801}"/>
                </a:ext>
              </a:extLst>
            </p:cNvPr>
            <p:cNvSpPr/>
            <p:nvPr/>
          </p:nvSpPr>
          <p:spPr>
            <a:xfrm>
              <a:off x="550327" y="3301470"/>
              <a:ext cx="1380072" cy="1405454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kern="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A85332-F3DC-04E1-DD04-AC328AFB2980}"/>
                </a:ext>
              </a:extLst>
            </p:cNvPr>
            <p:cNvSpPr/>
            <p:nvPr/>
          </p:nvSpPr>
          <p:spPr>
            <a:xfrm>
              <a:off x="2015067" y="3291946"/>
              <a:ext cx="1380072" cy="1405454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kern="0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6" name="Right Arrow 81">
            <a:extLst>
              <a:ext uri="{FF2B5EF4-FFF2-40B4-BE49-F238E27FC236}">
                <a16:creationId xmlns:a16="http://schemas.microsoft.com/office/drawing/2014/main" id="{AEE1BC4A-56AB-507A-3B2E-1C3B1303021F}"/>
              </a:ext>
            </a:extLst>
          </p:cNvPr>
          <p:cNvSpPr/>
          <p:nvPr/>
        </p:nvSpPr>
        <p:spPr>
          <a:xfrm>
            <a:off x="5743367" y="3186808"/>
            <a:ext cx="978408" cy="484632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Times New Roman" pitchFamily="-111" charset="0"/>
              <a:buNone/>
              <a:defRPr/>
            </a:pPr>
            <a:endParaRPr lang="en-US"/>
          </a:p>
        </p:txBody>
      </p:sp>
      <p:sp>
        <p:nvSpPr>
          <p:cNvPr id="83" name="Text Box 1">
            <a:extLst>
              <a:ext uri="{FF2B5EF4-FFF2-40B4-BE49-F238E27FC236}">
                <a16:creationId xmlns:a16="http://schemas.microsoft.com/office/drawing/2014/main" id="{BE59DC02-DC3B-F315-C698-5BD26B918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</a:rPr>
              <a:t>Multicore to Manycore (Think about coherence performance)</a:t>
            </a:r>
          </a:p>
        </p:txBody>
      </p:sp>
      <p:sp>
        <p:nvSpPr>
          <p:cNvPr id="84" name="Footer Placeholder 3">
            <a:extLst>
              <a:ext uri="{FF2B5EF4-FFF2-40B4-BE49-F238E27FC236}">
                <a16:creationId xmlns:a16="http://schemas.microsoft.com/office/drawing/2014/main" id="{89A9A580-9404-164C-C491-5F623C1B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83433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7480-945D-465C-A506-F75BD888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88" y="105030"/>
            <a:ext cx="10515600" cy="1325563"/>
          </a:xfrm>
        </p:spPr>
        <p:txBody>
          <a:bodyPr/>
          <a:lstStyle/>
          <a:p>
            <a:r>
              <a:rPr lang="en-US" dirty="0"/>
              <a:t>Too much traffic: </a:t>
            </a:r>
            <a:br>
              <a:rPr lang="en-US" dirty="0"/>
            </a:br>
            <a:r>
              <a:rPr lang="en-US" dirty="0"/>
              <a:t>Cache Coherence Directory is the solution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79481-E3E0-4CCE-A503-84E56494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29</a:t>
            </a:fld>
            <a:endParaRPr lang="en-IN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D49778-A1A9-647A-29D0-9ABC5AF9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4251D6A-867D-6542-9288-D2E152218701}"/>
              </a:ext>
            </a:extLst>
          </p:cNvPr>
          <p:cNvSpPr/>
          <p:nvPr/>
        </p:nvSpPr>
        <p:spPr>
          <a:xfrm>
            <a:off x="6363018" y="3973735"/>
            <a:ext cx="4044950" cy="584200"/>
          </a:xfrm>
          <a:custGeom>
            <a:avLst/>
            <a:gdLst/>
            <a:ahLst/>
            <a:cxnLst/>
            <a:rect l="l" t="t" r="r" b="b"/>
            <a:pathLst>
              <a:path w="4044950" h="584200">
                <a:moveTo>
                  <a:pt x="4044950" y="0"/>
                </a:moveTo>
                <a:lnTo>
                  <a:pt x="1687512" y="0"/>
                </a:lnTo>
                <a:lnTo>
                  <a:pt x="1687512" y="279400"/>
                </a:lnTo>
                <a:lnTo>
                  <a:pt x="0" y="279400"/>
                </a:lnTo>
                <a:lnTo>
                  <a:pt x="0" y="584200"/>
                </a:lnTo>
                <a:lnTo>
                  <a:pt x="3079750" y="584200"/>
                </a:lnTo>
                <a:lnTo>
                  <a:pt x="3079750" y="304800"/>
                </a:lnTo>
                <a:lnTo>
                  <a:pt x="4044950" y="304800"/>
                </a:lnTo>
                <a:lnTo>
                  <a:pt x="40449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24E5732-9083-5E77-E8BF-D61362DCFB64}"/>
              </a:ext>
            </a:extLst>
          </p:cNvPr>
          <p:cNvSpPr txBox="1"/>
          <p:nvPr/>
        </p:nvSpPr>
        <p:spPr>
          <a:xfrm>
            <a:off x="6176963" y="3680874"/>
            <a:ext cx="3251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6055" indent="-173355">
              <a:lnSpc>
                <a:spcPct val="100000"/>
              </a:lnSpc>
              <a:spcBef>
                <a:spcPts val="100"/>
              </a:spcBef>
              <a:buChar char="•"/>
              <a:tabLst>
                <a:tab pos="186055" algn="l"/>
              </a:tabLst>
            </a:pPr>
            <a:r>
              <a:rPr sz="2000" spc="-5" dirty="0">
                <a:latin typeface="Verdana"/>
                <a:cs typeface="Verdana"/>
              </a:rPr>
              <a:t>Directory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schemes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send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F93F35BC-9951-DAA4-FE61-B3DDD72374CF}"/>
              </a:ext>
            </a:extLst>
          </p:cNvPr>
          <p:cNvSpPr txBox="1"/>
          <p:nvPr/>
        </p:nvSpPr>
        <p:spPr>
          <a:xfrm>
            <a:off x="6350318" y="3961289"/>
            <a:ext cx="3982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messages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only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those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caches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F82A3B7-971C-31FF-7FAA-4039A3FEBAEB}"/>
              </a:ext>
            </a:extLst>
          </p:cNvPr>
          <p:cNvSpPr txBox="1"/>
          <p:nvPr/>
        </p:nvSpPr>
        <p:spPr>
          <a:xfrm>
            <a:off x="6350318" y="4241706"/>
            <a:ext cx="31051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latin typeface="Verdana"/>
                <a:cs typeface="Verdana"/>
              </a:rPr>
              <a:t>that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might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have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the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line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2961EA6-E126-A2A1-6585-64464084ABFF}"/>
              </a:ext>
            </a:extLst>
          </p:cNvPr>
          <p:cNvSpPr txBox="1"/>
          <p:nvPr/>
        </p:nvSpPr>
        <p:spPr>
          <a:xfrm>
            <a:off x="6176963" y="4570889"/>
            <a:ext cx="4025265" cy="14859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6055" marR="5080" indent="-173355" algn="just">
              <a:lnSpc>
                <a:spcPts val="2210"/>
              </a:lnSpc>
              <a:spcBef>
                <a:spcPts val="330"/>
              </a:spcBef>
              <a:buChar char="•"/>
              <a:tabLst>
                <a:tab pos="186055" algn="l"/>
              </a:tabLst>
            </a:pPr>
            <a:r>
              <a:rPr sz="2000" spc="-5" dirty="0">
                <a:latin typeface="Verdana"/>
                <a:cs typeface="Verdana"/>
              </a:rPr>
              <a:t>Can scale to large numbers of </a:t>
            </a:r>
            <a:r>
              <a:rPr sz="2000" spc="-6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processors</a:t>
            </a:r>
            <a:endParaRPr sz="2000">
              <a:latin typeface="Verdana"/>
              <a:cs typeface="Verdana"/>
            </a:endParaRPr>
          </a:p>
          <a:p>
            <a:pPr marL="186055" marR="685800" indent="-173355" algn="just">
              <a:lnSpc>
                <a:spcPct val="89500"/>
              </a:lnSpc>
              <a:spcBef>
                <a:spcPts val="400"/>
              </a:spcBef>
              <a:buChar char="•"/>
              <a:tabLst>
                <a:tab pos="186055" algn="l"/>
              </a:tabLst>
            </a:pPr>
            <a:r>
              <a:rPr sz="2000" spc="-5" dirty="0">
                <a:latin typeface="Verdana"/>
                <a:cs typeface="Verdana"/>
              </a:rPr>
              <a:t>Requires extra directory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storage to track possible </a:t>
            </a:r>
            <a:r>
              <a:rPr sz="2000" spc="-6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sharers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B9B86181-57C5-647A-428E-1586BFE00781}"/>
              </a:ext>
            </a:extLst>
          </p:cNvPr>
          <p:cNvSpPr txBox="1"/>
          <p:nvPr/>
        </p:nvSpPr>
        <p:spPr>
          <a:xfrm>
            <a:off x="1784032" y="3741833"/>
            <a:ext cx="2344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6055" indent="-173355">
              <a:lnSpc>
                <a:spcPct val="100000"/>
              </a:lnSpc>
              <a:spcBef>
                <a:spcPts val="100"/>
              </a:spcBef>
              <a:buChar char="•"/>
              <a:tabLst>
                <a:tab pos="186055" algn="l"/>
              </a:tabLst>
            </a:pPr>
            <a:r>
              <a:rPr sz="2000" spc="-5" dirty="0">
                <a:latin typeface="Verdana"/>
                <a:cs typeface="Verdana"/>
              </a:rPr>
              <a:t>Snoopy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schemes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D57F8FD4-4BA7-E533-744D-528D7511B4BC}"/>
              </a:ext>
            </a:extLst>
          </p:cNvPr>
          <p:cNvSpPr txBox="1"/>
          <p:nvPr/>
        </p:nvSpPr>
        <p:spPr>
          <a:xfrm>
            <a:off x="4203700" y="3753322"/>
            <a:ext cx="1260475" cy="3090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90"/>
              </a:lnSpc>
              <a:spcBef>
                <a:spcPts val="10"/>
              </a:spcBef>
            </a:pPr>
            <a:r>
              <a:rPr sz="2000" i="1" dirty="0">
                <a:latin typeface="Verdana"/>
                <a:cs typeface="Verdana"/>
              </a:rPr>
              <a:t>b</a:t>
            </a:r>
            <a:r>
              <a:rPr sz="2000" i="1" spc="-5" dirty="0">
                <a:latin typeface="Verdana"/>
                <a:cs typeface="Verdana"/>
              </a:rPr>
              <a:t>roa</a:t>
            </a: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5" dirty="0">
                <a:latin typeface="Verdana"/>
                <a:cs typeface="Verdana"/>
              </a:rPr>
              <a:t>cas</a:t>
            </a:r>
            <a:r>
              <a:rPr sz="2000" i="1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AF0367BC-DCF5-6949-2599-60002A560A55}"/>
              </a:ext>
            </a:extLst>
          </p:cNvPr>
          <p:cNvSpPr txBox="1"/>
          <p:nvPr/>
        </p:nvSpPr>
        <p:spPr>
          <a:xfrm>
            <a:off x="1957388" y="4046633"/>
            <a:ext cx="34588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requests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over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memory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AF7C9C5A-18D6-3B82-AA1F-B57B04BABFF1}"/>
              </a:ext>
            </a:extLst>
          </p:cNvPr>
          <p:cNvSpPr txBox="1"/>
          <p:nvPr/>
        </p:nvSpPr>
        <p:spPr>
          <a:xfrm>
            <a:off x="1784032" y="4412394"/>
            <a:ext cx="3757295" cy="160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6055" marR="447675" indent="-173355">
              <a:lnSpc>
                <a:spcPct val="100000"/>
              </a:lnSpc>
              <a:spcBef>
                <a:spcPts val="100"/>
              </a:spcBef>
              <a:buChar char="•"/>
              <a:tabLst>
                <a:tab pos="186055" algn="l"/>
              </a:tabLst>
            </a:pPr>
            <a:r>
              <a:rPr sz="2000" spc="-5" dirty="0">
                <a:latin typeface="Verdana"/>
                <a:cs typeface="Verdana"/>
              </a:rPr>
              <a:t>Difficult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scale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large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numbers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processors</a:t>
            </a:r>
            <a:endParaRPr sz="2000">
              <a:latin typeface="Verdana"/>
              <a:cs typeface="Verdana"/>
            </a:endParaRPr>
          </a:p>
          <a:p>
            <a:pPr marL="186055" marR="5080" indent="-173355">
              <a:lnSpc>
                <a:spcPct val="100000"/>
              </a:lnSpc>
              <a:spcBef>
                <a:spcPts val="405"/>
              </a:spcBef>
              <a:buChar char="•"/>
              <a:tabLst>
                <a:tab pos="186055" algn="l"/>
              </a:tabLst>
            </a:pPr>
            <a:r>
              <a:rPr sz="2000" spc="-5" dirty="0">
                <a:latin typeface="Verdana"/>
                <a:cs typeface="Verdana"/>
              </a:rPr>
              <a:t>Requires additional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bandwidth to cache tags for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snoop requests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09B1F5CF-AC15-D88B-5441-6CFC97EB7DCF}"/>
              </a:ext>
            </a:extLst>
          </p:cNvPr>
          <p:cNvGrpSpPr/>
          <p:nvPr/>
        </p:nvGrpSpPr>
        <p:grpSpPr>
          <a:xfrm>
            <a:off x="2794633" y="2362741"/>
            <a:ext cx="2092325" cy="434975"/>
            <a:chOff x="1268410" y="2289175"/>
            <a:chExt cx="2092325" cy="434975"/>
          </a:xfrm>
        </p:grpSpPr>
        <p:sp>
          <p:nvSpPr>
            <p:cNvPr id="72" name="object 14">
              <a:extLst>
                <a:ext uri="{FF2B5EF4-FFF2-40B4-BE49-F238E27FC236}">
                  <a16:creationId xmlns:a16="http://schemas.microsoft.com/office/drawing/2014/main" id="{A4F00353-5647-DF5F-D8A1-448BFDEAA223}"/>
                </a:ext>
              </a:extLst>
            </p:cNvPr>
            <p:cNvSpPr/>
            <p:nvPr/>
          </p:nvSpPr>
          <p:spPr>
            <a:xfrm>
              <a:off x="1268410" y="2289175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80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3" name="object 15">
              <a:extLst>
                <a:ext uri="{FF2B5EF4-FFF2-40B4-BE49-F238E27FC236}">
                  <a16:creationId xmlns:a16="http://schemas.microsoft.com/office/drawing/2014/main" id="{A0A4D1E6-0386-59AF-8CDC-474BB781C745}"/>
                </a:ext>
              </a:extLst>
            </p:cNvPr>
            <p:cNvSpPr/>
            <p:nvPr/>
          </p:nvSpPr>
          <p:spPr>
            <a:xfrm>
              <a:off x="1408111" y="2513012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1" y="2000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4" name="object 16">
              <a:extLst>
                <a:ext uri="{FF2B5EF4-FFF2-40B4-BE49-F238E27FC236}">
                  <a16:creationId xmlns:a16="http://schemas.microsoft.com/office/drawing/2014/main" id="{BCE57CDE-4E5E-B750-6DAC-3F3CEBB81983}"/>
                </a:ext>
              </a:extLst>
            </p:cNvPr>
            <p:cNvSpPr/>
            <p:nvPr/>
          </p:nvSpPr>
          <p:spPr>
            <a:xfrm>
              <a:off x="1268410" y="2724150"/>
              <a:ext cx="2092325" cy="0"/>
            </a:xfrm>
            <a:custGeom>
              <a:avLst/>
              <a:gdLst/>
              <a:ahLst/>
              <a:cxnLst/>
              <a:rect l="l" t="t" r="r" b="b"/>
              <a:pathLst>
                <a:path w="2092325">
                  <a:moveTo>
                    <a:pt x="0" y="0"/>
                  </a:moveTo>
                  <a:lnTo>
                    <a:pt x="2092325" y="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A991477D-A084-A5AB-A1E5-20397B031E22}"/>
              </a:ext>
            </a:extLst>
          </p:cNvPr>
          <p:cNvSpPr txBox="1"/>
          <p:nvPr/>
        </p:nvSpPr>
        <p:spPr>
          <a:xfrm>
            <a:off x="2807333" y="2339754"/>
            <a:ext cx="3352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$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A68D7380-4FDD-1671-6363-1D0CE91120F5}"/>
              </a:ext>
            </a:extLst>
          </p:cNvPr>
          <p:cNvSpPr/>
          <p:nvPr/>
        </p:nvSpPr>
        <p:spPr>
          <a:xfrm>
            <a:off x="2794633" y="2138903"/>
            <a:ext cx="360680" cy="198755"/>
          </a:xfrm>
          <a:custGeom>
            <a:avLst/>
            <a:gdLst/>
            <a:ahLst/>
            <a:cxnLst/>
            <a:rect l="l" t="t" r="r" b="b"/>
            <a:pathLst>
              <a:path w="360680" h="198755">
                <a:moveTo>
                  <a:pt x="0" y="0"/>
                </a:moveTo>
                <a:lnTo>
                  <a:pt x="360363" y="0"/>
                </a:lnTo>
                <a:lnTo>
                  <a:pt x="360363" y="198438"/>
                </a:lnTo>
                <a:lnTo>
                  <a:pt x="0" y="19843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4AA2ED37-B25A-31A9-C3D4-37492E6A2E4B}"/>
              </a:ext>
            </a:extLst>
          </p:cNvPr>
          <p:cNvSpPr txBox="1"/>
          <p:nvPr/>
        </p:nvSpPr>
        <p:spPr>
          <a:xfrm>
            <a:off x="2799396" y="2143666"/>
            <a:ext cx="351155" cy="205184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ts val="1555"/>
              </a:lnSpc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3FB4DF25-47FE-983F-52A6-6ED25D0651CC}"/>
              </a:ext>
            </a:extLst>
          </p:cNvPr>
          <p:cNvSpPr/>
          <p:nvPr/>
        </p:nvSpPr>
        <p:spPr>
          <a:xfrm>
            <a:off x="3391534" y="2586578"/>
            <a:ext cx="0" cy="200025"/>
          </a:xfrm>
          <a:custGeom>
            <a:avLst/>
            <a:gdLst/>
            <a:ahLst/>
            <a:cxnLst/>
            <a:rect l="l" t="t" r="r" b="b"/>
            <a:pathLst>
              <a:path h="200025">
                <a:moveTo>
                  <a:pt x="0" y="0"/>
                </a:moveTo>
                <a:lnTo>
                  <a:pt x="1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20B139A2-3B17-9D13-ACF2-9EE7B66B6A89}"/>
              </a:ext>
            </a:extLst>
          </p:cNvPr>
          <p:cNvSpPr txBox="1"/>
          <p:nvPr/>
        </p:nvSpPr>
        <p:spPr>
          <a:xfrm>
            <a:off x="3269296" y="2354009"/>
            <a:ext cx="342900" cy="2076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0">
              <a:lnSpc>
                <a:spcPts val="1630"/>
              </a:lnSpc>
            </a:pPr>
            <a:r>
              <a:rPr sz="1400" dirty="0">
                <a:latin typeface="Verdana"/>
                <a:cs typeface="Verdana"/>
              </a:rPr>
              <a:t>$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DDFBD7EC-E8B1-010F-F364-7EBFFF93195C}"/>
              </a:ext>
            </a:extLst>
          </p:cNvPr>
          <p:cNvSpPr/>
          <p:nvPr/>
        </p:nvSpPr>
        <p:spPr>
          <a:xfrm>
            <a:off x="3251834" y="2138903"/>
            <a:ext cx="360680" cy="198755"/>
          </a:xfrm>
          <a:custGeom>
            <a:avLst/>
            <a:gdLst/>
            <a:ahLst/>
            <a:cxnLst/>
            <a:rect l="l" t="t" r="r" b="b"/>
            <a:pathLst>
              <a:path w="360680" h="198755">
                <a:moveTo>
                  <a:pt x="0" y="0"/>
                </a:moveTo>
                <a:lnTo>
                  <a:pt x="360363" y="0"/>
                </a:lnTo>
                <a:lnTo>
                  <a:pt x="360363" y="198438"/>
                </a:lnTo>
                <a:lnTo>
                  <a:pt x="0" y="19843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1F3B3193-4C7D-57FB-54C4-470C83769E2C}"/>
              </a:ext>
            </a:extLst>
          </p:cNvPr>
          <p:cNvSpPr txBox="1"/>
          <p:nvPr/>
        </p:nvSpPr>
        <p:spPr>
          <a:xfrm>
            <a:off x="3274059" y="2143666"/>
            <a:ext cx="333375" cy="205184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139">
              <a:lnSpc>
                <a:spcPts val="1555"/>
              </a:lnSpc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52DAA94B-4115-E2A2-C4AF-A7944951E336}"/>
              </a:ext>
            </a:extLst>
          </p:cNvPr>
          <p:cNvSpPr/>
          <p:nvPr/>
        </p:nvSpPr>
        <p:spPr>
          <a:xfrm>
            <a:off x="3848734" y="2586578"/>
            <a:ext cx="0" cy="200025"/>
          </a:xfrm>
          <a:custGeom>
            <a:avLst/>
            <a:gdLst/>
            <a:ahLst/>
            <a:cxnLst/>
            <a:rect l="l" t="t" r="r" b="b"/>
            <a:pathLst>
              <a:path h="200025">
                <a:moveTo>
                  <a:pt x="0" y="0"/>
                </a:moveTo>
                <a:lnTo>
                  <a:pt x="1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F25A586F-5A08-1E00-6F2E-57676AA01466}"/>
              </a:ext>
            </a:extLst>
          </p:cNvPr>
          <p:cNvSpPr txBox="1"/>
          <p:nvPr/>
        </p:nvSpPr>
        <p:spPr>
          <a:xfrm>
            <a:off x="3709034" y="2354009"/>
            <a:ext cx="341630" cy="2076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6839">
              <a:lnSpc>
                <a:spcPts val="1630"/>
              </a:lnSpc>
            </a:pPr>
            <a:r>
              <a:rPr sz="1400" dirty="0">
                <a:latin typeface="Verdana"/>
                <a:cs typeface="Verdana"/>
              </a:rPr>
              <a:t>$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EF42C4C0-C33A-4F3E-16C2-F37BB9BBB691}"/>
              </a:ext>
            </a:extLst>
          </p:cNvPr>
          <p:cNvSpPr/>
          <p:nvPr/>
        </p:nvSpPr>
        <p:spPr>
          <a:xfrm>
            <a:off x="3709034" y="2138903"/>
            <a:ext cx="360680" cy="198755"/>
          </a:xfrm>
          <a:custGeom>
            <a:avLst/>
            <a:gdLst/>
            <a:ahLst/>
            <a:cxnLst/>
            <a:rect l="l" t="t" r="r" b="b"/>
            <a:pathLst>
              <a:path w="360680" h="198755">
                <a:moveTo>
                  <a:pt x="0" y="0"/>
                </a:moveTo>
                <a:lnTo>
                  <a:pt x="360363" y="0"/>
                </a:lnTo>
                <a:lnTo>
                  <a:pt x="360363" y="198438"/>
                </a:lnTo>
                <a:lnTo>
                  <a:pt x="0" y="19843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A840CCD-DE58-3BDD-570E-35287B31256B}"/>
              </a:ext>
            </a:extLst>
          </p:cNvPr>
          <p:cNvSpPr txBox="1"/>
          <p:nvPr/>
        </p:nvSpPr>
        <p:spPr>
          <a:xfrm>
            <a:off x="3713797" y="2143666"/>
            <a:ext cx="332105" cy="205184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0">
              <a:lnSpc>
                <a:spcPts val="1555"/>
              </a:lnSpc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7" name="object 28">
            <a:extLst>
              <a:ext uri="{FF2B5EF4-FFF2-40B4-BE49-F238E27FC236}">
                <a16:creationId xmlns:a16="http://schemas.microsoft.com/office/drawing/2014/main" id="{51C7AD9A-A872-2E4C-C0BA-945102C35D2D}"/>
              </a:ext>
            </a:extLst>
          </p:cNvPr>
          <p:cNvGrpSpPr/>
          <p:nvPr/>
        </p:nvGrpSpPr>
        <p:grpSpPr>
          <a:xfrm>
            <a:off x="4166234" y="2362741"/>
            <a:ext cx="360680" cy="423862"/>
            <a:chOff x="2640011" y="2289175"/>
            <a:chExt cx="360680" cy="423862"/>
          </a:xfrm>
        </p:grpSpPr>
        <p:sp>
          <p:nvSpPr>
            <p:cNvPr id="70" name="object 29">
              <a:extLst>
                <a:ext uri="{FF2B5EF4-FFF2-40B4-BE49-F238E27FC236}">
                  <a16:creationId xmlns:a16="http://schemas.microsoft.com/office/drawing/2014/main" id="{2C8B3F59-92D0-8AF9-795B-1A3A4DCEBB8F}"/>
                </a:ext>
              </a:extLst>
            </p:cNvPr>
            <p:cNvSpPr/>
            <p:nvPr/>
          </p:nvSpPr>
          <p:spPr>
            <a:xfrm>
              <a:off x="2640011" y="2289175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80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1" name="object 30">
              <a:extLst>
                <a:ext uri="{FF2B5EF4-FFF2-40B4-BE49-F238E27FC236}">
                  <a16:creationId xmlns:a16="http://schemas.microsoft.com/office/drawing/2014/main" id="{A136E82D-8B63-27C4-7C32-8DAC4CEB782A}"/>
                </a:ext>
              </a:extLst>
            </p:cNvPr>
            <p:cNvSpPr/>
            <p:nvPr/>
          </p:nvSpPr>
          <p:spPr>
            <a:xfrm>
              <a:off x="2779711" y="2513012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1" y="2000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8" name="object 31">
            <a:extLst>
              <a:ext uri="{FF2B5EF4-FFF2-40B4-BE49-F238E27FC236}">
                <a16:creationId xmlns:a16="http://schemas.microsoft.com/office/drawing/2014/main" id="{0CDF64AE-92B6-B002-CA09-703A2F0536F3}"/>
              </a:ext>
            </a:extLst>
          </p:cNvPr>
          <p:cNvSpPr txBox="1"/>
          <p:nvPr/>
        </p:nvSpPr>
        <p:spPr>
          <a:xfrm>
            <a:off x="4178934" y="2339754"/>
            <a:ext cx="3352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$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9" name="object 32">
            <a:extLst>
              <a:ext uri="{FF2B5EF4-FFF2-40B4-BE49-F238E27FC236}">
                <a16:creationId xmlns:a16="http://schemas.microsoft.com/office/drawing/2014/main" id="{4074F2FE-818F-094A-E298-18D85B7BB8A3}"/>
              </a:ext>
            </a:extLst>
          </p:cNvPr>
          <p:cNvSpPr/>
          <p:nvPr/>
        </p:nvSpPr>
        <p:spPr>
          <a:xfrm>
            <a:off x="4166234" y="2138903"/>
            <a:ext cx="360680" cy="198755"/>
          </a:xfrm>
          <a:custGeom>
            <a:avLst/>
            <a:gdLst/>
            <a:ahLst/>
            <a:cxnLst/>
            <a:rect l="l" t="t" r="r" b="b"/>
            <a:pathLst>
              <a:path w="360680" h="198755">
                <a:moveTo>
                  <a:pt x="0" y="0"/>
                </a:moveTo>
                <a:lnTo>
                  <a:pt x="360363" y="0"/>
                </a:lnTo>
                <a:lnTo>
                  <a:pt x="360363" y="198438"/>
                </a:lnTo>
                <a:lnTo>
                  <a:pt x="0" y="19843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object 33">
            <a:extLst>
              <a:ext uri="{FF2B5EF4-FFF2-40B4-BE49-F238E27FC236}">
                <a16:creationId xmlns:a16="http://schemas.microsoft.com/office/drawing/2014/main" id="{3AE5F290-E8E7-261C-0E2E-198D68D47122}"/>
              </a:ext>
            </a:extLst>
          </p:cNvPr>
          <p:cNvSpPr txBox="1"/>
          <p:nvPr/>
        </p:nvSpPr>
        <p:spPr>
          <a:xfrm>
            <a:off x="4170996" y="2143666"/>
            <a:ext cx="351155" cy="205184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55"/>
              </a:lnSpc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1" name="object 34">
            <a:extLst>
              <a:ext uri="{FF2B5EF4-FFF2-40B4-BE49-F238E27FC236}">
                <a16:creationId xmlns:a16="http://schemas.microsoft.com/office/drawing/2014/main" id="{317FE32D-28ED-E2C4-BA4D-7591A96CA7C7}"/>
              </a:ext>
            </a:extLst>
          </p:cNvPr>
          <p:cNvSpPr/>
          <p:nvPr/>
        </p:nvSpPr>
        <p:spPr>
          <a:xfrm>
            <a:off x="3709034" y="2816766"/>
            <a:ext cx="0" cy="200025"/>
          </a:xfrm>
          <a:custGeom>
            <a:avLst/>
            <a:gdLst/>
            <a:ahLst/>
            <a:cxnLst/>
            <a:rect l="l" t="t" r="r" b="b"/>
            <a:pathLst>
              <a:path h="200025">
                <a:moveTo>
                  <a:pt x="0" y="0"/>
                </a:moveTo>
                <a:lnTo>
                  <a:pt x="1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object 35">
            <a:extLst>
              <a:ext uri="{FF2B5EF4-FFF2-40B4-BE49-F238E27FC236}">
                <a16:creationId xmlns:a16="http://schemas.microsoft.com/office/drawing/2014/main" id="{9D27ABCB-FE5E-441E-075A-8ECA863E1194}"/>
              </a:ext>
            </a:extLst>
          </p:cNvPr>
          <p:cNvSpPr txBox="1"/>
          <p:nvPr/>
        </p:nvSpPr>
        <p:spPr>
          <a:xfrm>
            <a:off x="4431346" y="2763425"/>
            <a:ext cx="3530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Bus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6">
            <a:extLst>
              <a:ext uri="{FF2B5EF4-FFF2-40B4-BE49-F238E27FC236}">
                <a16:creationId xmlns:a16="http://schemas.microsoft.com/office/drawing/2014/main" id="{3C338724-531B-6162-1C99-FCE9C0840E3A}"/>
              </a:ext>
            </a:extLst>
          </p:cNvPr>
          <p:cNvSpPr/>
          <p:nvPr/>
        </p:nvSpPr>
        <p:spPr>
          <a:xfrm>
            <a:off x="3286759" y="3035841"/>
            <a:ext cx="744855" cy="381000"/>
          </a:xfrm>
          <a:custGeom>
            <a:avLst/>
            <a:gdLst/>
            <a:ahLst/>
            <a:cxnLst/>
            <a:rect l="l" t="t" r="r" b="b"/>
            <a:pathLst>
              <a:path w="744855" h="381000">
                <a:moveTo>
                  <a:pt x="0" y="0"/>
                </a:moveTo>
                <a:lnTo>
                  <a:pt x="744538" y="0"/>
                </a:lnTo>
                <a:lnTo>
                  <a:pt x="744538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object 37">
            <a:extLst>
              <a:ext uri="{FF2B5EF4-FFF2-40B4-BE49-F238E27FC236}">
                <a16:creationId xmlns:a16="http://schemas.microsoft.com/office/drawing/2014/main" id="{5D9D0B67-E577-6684-862A-0D9C59819EAF}"/>
              </a:ext>
            </a:extLst>
          </p:cNvPr>
          <p:cNvSpPr txBox="1"/>
          <p:nvPr/>
        </p:nvSpPr>
        <p:spPr>
          <a:xfrm>
            <a:off x="3269296" y="3035841"/>
            <a:ext cx="781050" cy="65466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83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latin typeface="Verdana"/>
                <a:cs typeface="Verdana"/>
              </a:rPr>
              <a:t>Mem</a:t>
            </a:r>
            <a:r>
              <a:rPr lang="en-US" sz="2000" spc="-5" dirty="0">
                <a:latin typeface="Verdana"/>
                <a:cs typeface="Verdana"/>
              </a:rPr>
              <a:t>/LLC</a:t>
            </a:r>
            <a:r>
              <a:rPr sz="2000" spc="-5" dirty="0"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35" name="object 38">
            <a:extLst>
              <a:ext uri="{FF2B5EF4-FFF2-40B4-BE49-F238E27FC236}">
                <a16:creationId xmlns:a16="http://schemas.microsoft.com/office/drawing/2014/main" id="{CDFBC5F9-1B7A-F369-05EC-7F3597694556}"/>
              </a:ext>
            </a:extLst>
          </p:cNvPr>
          <p:cNvGrpSpPr/>
          <p:nvPr/>
        </p:nvGrpSpPr>
        <p:grpSpPr>
          <a:xfrm>
            <a:off x="2924797" y="2578640"/>
            <a:ext cx="1485900" cy="609601"/>
            <a:chOff x="1398574" y="2505074"/>
            <a:chExt cx="1485900" cy="609601"/>
          </a:xfrm>
        </p:grpSpPr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2219B47C-2306-5F1A-D3DC-B1CEEC5C7562}"/>
                </a:ext>
              </a:extLst>
            </p:cNvPr>
            <p:cNvSpPr/>
            <p:nvPr/>
          </p:nvSpPr>
          <p:spPr>
            <a:xfrm>
              <a:off x="1398574" y="2505074"/>
              <a:ext cx="1485900" cy="304800"/>
            </a:xfrm>
            <a:custGeom>
              <a:avLst/>
              <a:gdLst/>
              <a:ahLst/>
              <a:cxnLst/>
              <a:rect l="l" t="t" r="r" b="b"/>
              <a:pathLst>
                <a:path w="1485900" h="304800">
                  <a:moveTo>
                    <a:pt x="114300" y="114300"/>
                  </a:moveTo>
                  <a:lnTo>
                    <a:pt x="104775" y="95250"/>
                  </a:lnTo>
                  <a:lnTo>
                    <a:pt x="57162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304800"/>
                  </a:lnTo>
                  <a:lnTo>
                    <a:pt x="76200" y="304800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  <a:path w="1485900" h="304800">
                  <a:moveTo>
                    <a:pt x="571500" y="114300"/>
                  </a:moveTo>
                  <a:lnTo>
                    <a:pt x="561975" y="95250"/>
                  </a:lnTo>
                  <a:lnTo>
                    <a:pt x="514362" y="0"/>
                  </a:lnTo>
                  <a:lnTo>
                    <a:pt x="457200" y="114300"/>
                  </a:lnTo>
                  <a:lnTo>
                    <a:pt x="495300" y="114300"/>
                  </a:lnTo>
                  <a:lnTo>
                    <a:pt x="495300" y="304800"/>
                  </a:lnTo>
                  <a:lnTo>
                    <a:pt x="533400" y="304800"/>
                  </a:lnTo>
                  <a:lnTo>
                    <a:pt x="533400" y="114300"/>
                  </a:lnTo>
                  <a:lnTo>
                    <a:pt x="571500" y="114300"/>
                  </a:lnTo>
                  <a:close/>
                </a:path>
                <a:path w="1485900" h="304800">
                  <a:moveTo>
                    <a:pt x="1028700" y="190500"/>
                  </a:moveTo>
                  <a:lnTo>
                    <a:pt x="990600" y="190500"/>
                  </a:lnTo>
                  <a:lnTo>
                    <a:pt x="990600" y="0"/>
                  </a:lnTo>
                  <a:lnTo>
                    <a:pt x="952500" y="0"/>
                  </a:lnTo>
                  <a:lnTo>
                    <a:pt x="952500" y="190500"/>
                  </a:lnTo>
                  <a:lnTo>
                    <a:pt x="914400" y="190500"/>
                  </a:lnTo>
                  <a:lnTo>
                    <a:pt x="971562" y="304800"/>
                  </a:lnTo>
                  <a:lnTo>
                    <a:pt x="1019175" y="209550"/>
                  </a:lnTo>
                  <a:lnTo>
                    <a:pt x="1028700" y="190500"/>
                  </a:lnTo>
                  <a:close/>
                </a:path>
                <a:path w="1485900" h="304800">
                  <a:moveTo>
                    <a:pt x="1485900" y="114300"/>
                  </a:moveTo>
                  <a:lnTo>
                    <a:pt x="1476375" y="95250"/>
                  </a:lnTo>
                  <a:lnTo>
                    <a:pt x="1428762" y="0"/>
                  </a:lnTo>
                  <a:lnTo>
                    <a:pt x="1371600" y="114300"/>
                  </a:lnTo>
                  <a:lnTo>
                    <a:pt x="1409700" y="114300"/>
                  </a:lnTo>
                  <a:lnTo>
                    <a:pt x="1409700" y="304800"/>
                  </a:lnTo>
                  <a:lnTo>
                    <a:pt x="1447800" y="304800"/>
                  </a:lnTo>
                  <a:lnTo>
                    <a:pt x="1447800" y="114300"/>
                  </a:lnTo>
                  <a:lnTo>
                    <a:pt x="1485900" y="114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8" name="object 40">
              <a:extLst>
                <a:ext uri="{FF2B5EF4-FFF2-40B4-BE49-F238E27FC236}">
                  <a16:creationId xmlns:a16="http://schemas.microsoft.com/office/drawing/2014/main" id="{1BA5DB24-44F9-5A21-CA06-2BD74960AD11}"/>
                </a:ext>
              </a:extLst>
            </p:cNvPr>
            <p:cNvSpPr/>
            <p:nvPr/>
          </p:nvSpPr>
          <p:spPr>
            <a:xfrm>
              <a:off x="1436686" y="2809875"/>
              <a:ext cx="1406525" cy="0"/>
            </a:xfrm>
            <a:custGeom>
              <a:avLst/>
              <a:gdLst/>
              <a:ahLst/>
              <a:cxnLst/>
              <a:rect l="l" t="t" r="r" b="b"/>
              <a:pathLst>
                <a:path w="1406525">
                  <a:moveTo>
                    <a:pt x="0" y="0"/>
                  </a:moveTo>
                  <a:lnTo>
                    <a:pt x="1406525" y="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9" name="object 41">
              <a:extLst>
                <a:ext uri="{FF2B5EF4-FFF2-40B4-BE49-F238E27FC236}">
                  <a16:creationId xmlns:a16="http://schemas.microsoft.com/office/drawing/2014/main" id="{7946EE10-D785-5EBC-3371-0B7FBFCCEB19}"/>
                </a:ext>
              </a:extLst>
            </p:cNvPr>
            <p:cNvSpPr/>
            <p:nvPr/>
          </p:nvSpPr>
          <p:spPr>
            <a:xfrm>
              <a:off x="2236786" y="2809875"/>
              <a:ext cx="114300" cy="304800"/>
            </a:xfrm>
            <a:custGeom>
              <a:avLst/>
              <a:gdLst/>
              <a:ahLst/>
              <a:cxnLst/>
              <a:rect l="l" t="t" r="r" b="b"/>
              <a:pathLst>
                <a:path w="114300" h="304800">
                  <a:moveTo>
                    <a:pt x="38100" y="190500"/>
                  </a:moveTo>
                  <a:lnTo>
                    <a:pt x="0" y="190500"/>
                  </a:lnTo>
                  <a:lnTo>
                    <a:pt x="57151" y="304800"/>
                  </a:lnTo>
                  <a:lnTo>
                    <a:pt x="104775" y="209550"/>
                  </a:lnTo>
                  <a:lnTo>
                    <a:pt x="38100" y="209550"/>
                  </a:lnTo>
                  <a:lnTo>
                    <a:pt x="38100" y="190500"/>
                  </a:lnTo>
                  <a:close/>
                </a:path>
                <a:path w="114300" h="304800">
                  <a:moveTo>
                    <a:pt x="76200" y="0"/>
                  </a:moveTo>
                  <a:lnTo>
                    <a:pt x="38100" y="0"/>
                  </a:lnTo>
                  <a:lnTo>
                    <a:pt x="38100" y="209550"/>
                  </a:lnTo>
                  <a:lnTo>
                    <a:pt x="76200" y="209550"/>
                  </a:lnTo>
                  <a:lnTo>
                    <a:pt x="76200" y="0"/>
                  </a:lnTo>
                  <a:close/>
                </a:path>
                <a:path w="114300" h="304800">
                  <a:moveTo>
                    <a:pt x="114300" y="190500"/>
                  </a:moveTo>
                  <a:lnTo>
                    <a:pt x="76200" y="190500"/>
                  </a:lnTo>
                  <a:lnTo>
                    <a:pt x="76200" y="209550"/>
                  </a:lnTo>
                  <a:lnTo>
                    <a:pt x="104775" y="209550"/>
                  </a:lnTo>
                  <a:lnTo>
                    <a:pt x="114300" y="1905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6" name="object 42">
            <a:extLst>
              <a:ext uri="{FF2B5EF4-FFF2-40B4-BE49-F238E27FC236}">
                <a16:creationId xmlns:a16="http://schemas.microsoft.com/office/drawing/2014/main" id="{A2374923-5395-1D60-A90F-409CC4CF826C}"/>
              </a:ext>
            </a:extLst>
          </p:cNvPr>
          <p:cNvSpPr txBox="1"/>
          <p:nvPr/>
        </p:nvSpPr>
        <p:spPr>
          <a:xfrm>
            <a:off x="2503645" y="1355250"/>
            <a:ext cx="22631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785" marR="5080" indent="-4572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Snoopy Protocols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(Goodman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1983)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7" name="object 43">
            <a:extLst>
              <a:ext uri="{FF2B5EF4-FFF2-40B4-BE49-F238E27FC236}">
                <a16:creationId xmlns:a16="http://schemas.microsoft.com/office/drawing/2014/main" id="{78D1CCD5-B5FE-E443-22D4-EA722DEB8456}"/>
              </a:ext>
            </a:extLst>
          </p:cNvPr>
          <p:cNvGrpSpPr/>
          <p:nvPr/>
        </p:nvGrpSpPr>
        <p:grpSpPr>
          <a:xfrm>
            <a:off x="7141210" y="1808703"/>
            <a:ext cx="360680" cy="422593"/>
            <a:chOff x="5614987" y="1735137"/>
            <a:chExt cx="360680" cy="422593"/>
          </a:xfrm>
        </p:grpSpPr>
        <p:sp>
          <p:nvSpPr>
            <p:cNvPr id="65" name="object 44">
              <a:extLst>
                <a:ext uri="{FF2B5EF4-FFF2-40B4-BE49-F238E27FC236}">
                  <a16:creationId xmlns:a16="http://schemas.microsoft.com/office/drawing/2014/main" id="{210BEA8D-95DF-1679-CF59-A22BA6983B79}"/>
                </a:ext>
              </a:extLst>
            </p:cNvPr>
            <p:cNvSpPr/>
            <p:nvPr/>
          </p:nvSpPr>
          <p:spPr>
            <a:xfrm>
              <a:off x="5614987" y="1958975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6" name="object 45">
              <a:extLst>
                <a:ext uri="{FF2B5EF4-FFF2-40B4-BE49-F238E27FC236}">
                  <a16:creationId xmlns:a16="http://schemas.microsoft.com/office/drawing/2014/main" id="{D591C140-0AF0-ECB0-E6FF-D2147AA8663A}"/>
                </a:ext>
              </a:extLst>
            </p:cNvPr>
            <p:cNvSpPr/>
            <p:nvPr/>
          </p:nvSpPr>
          <p:spPr>
            <a:xfrm>
              <a:off x="5614987" y="1735137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8" name="object 46">
            <a:extLst>
              <a:ext uri="{FF2B5EF4-FFF2-40B4-BE49-F238E27FC236}">
                <a16:creationId xmlns:a16="http://schemas.microsoft.com/office/drawing/2014/main" id="{C752ACD2-3EE0-5C98-8EA0-D88413770E0A}"/>
              </a:ext>
            </a:extLst>
          </p:cNvPr>
          <p:cNvSpPr txBox="1"/>
          <p:nvPr/>
        </p:nvSpPr>
        <p:spPr>
          <a:xfrm>
            <a:off x="7145973" y="1813466"/>
            <a:ext cx="351155" cy="200696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209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ts val="1390"/>
              </a:lnSpc>
              <a:spcBef>
                <a:spcPts val="16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9" name="object 47">
            <a:extLst>
              <a:ext uri="{FF2B5EF4-FFF2-40B4-BE49-F238E27FC236}">
                <a16:creationId xmlns:a16="http://schemas.microsoft.com/office/drawing/2014/main" id="{CFAC6859-C1CD-1686-FEFC-1ACBDE6BBC6F}"/>
              </a:ext>
            </a:extLst>
          </p:cNvPr>
          <p:cNvGrpSpPr/>
          <p:nvPr/>
        </p:nvGrpSpPr>
        <p:grpSpPr>
          <a:xfrm>
            <a:off x="7598410" y="1808703"/>
            <a:ext cx="360680" cy="422593"/>
            <a:chOff x="6072187" y="1735137"/>
            <a:chExt cx="360680" cy="422593"/>
          </a:xfrm>
        </p:grpSpPr>
        <p:sp>
          <p:nvSpPr>
            <p:cNvPr id="63" name="object 48">
              <a:extLst>
                <a:ext uri="{FF2B5EF4-FFF2-40B4-BE49-F238E27FC236}">
                  <a16:creationId xmlns:a16="http://schemas.microsoft.com/office/drawing/2014/main" id="{8C5755B5-E1A5-8191-4603-A562E858B9D3}"/>
                </a:ext>
              </a:extLst>
            </p:cNvPr>
            <p:cNvSpPr/>
            <p:nvPr/>
          </p:nvSpPr>
          <p:spPr>
            <a:xfrm>
              <a:off x="6072187" y="1958975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4" name="object 49">
              <a:extLst>
                <a:ext uri="{FF2B5EF4-FFF2-40B4-BE49-F238E27FC236}">
                  <a16:creationId xmlns:a16="http://schemas.microsoft.com/office/drawing/2014/main" id="{7E2B0BC9-3778-9A7D-4DA9-E3C6F454947E}"/>
                </a:ext>
              </a:extLst>
            </p:cNvPr>
            <p:cNvSpPr/>
            <p:nvPr/>
          </p:nvSpPr>
          <p:spPr>
            <a:xfrm>
              <a:off x="6072187" y="1735137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0" name="object 50">
            <a:extLst>
              <a:ext uri="{FF2B5EF4-FFF2-40B4-BE49-F238E27FC236}">
                <a16:creationId xmlns:a16="http://schemas.microsoft.com/office/drawing/2014/main" id="{8BD6DB59-9060-9D7B-3D57-D2DF23760410}"/>
              </a:ext>
            </a:extLst>
          </p:cNvPr>
          <p:cNvSpPr txBox="1"/>
          <p:nvPr/>
        </p:nvSpPr>
        <p:spPr>
          <a:xfrm>
            <a:off x="7603173" y="1813466"/>
            <a:ext cx="351155" cy="200696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209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ts val="1390"/>
              </a:lnSpc>
              <a:spcBef>
                <a:spcPts val="16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1" name="object 51">
            <a:extLst>
              <a:ext uri="{FF2B5EF4-FFF2-40B4-BE49-F238E27FC236}">
                <a16:creationId xmlns:a16="http://schemas.microsoft.com/office/drawing/2014/main" id="{26B29F6C-EF1C-F880-64E8-79E8DA346687}"/>
              </a:ext>
            </a:extLst>
          </p:cNvPr>
          <p:cNvGrpSpPr/>
          <p:nvPr/>
        </p:nvGrpSpPr>
        <p:grpSpPr>
          <a:xfrm>
            <a:off x="8055610" y="1808703"/>
            <a:ext cx="360680" cy="422593"/>
            <a:chOff x="6529387" y="1735137"/>
            <a:chExt cx="360680" cy="422593"/>
          </a:xfrm>
        </p:grpSpPr>
        <p:sp>
          <p:nvSpPr>
            <p:cNvPr id="61" name="object 52">
              <a:extLst>
                <a:ext uri="{FF2B5EF4-FFF2-40B4-BE49-F238E27FC236}">
                  <a16:creationId xmlns:a16="http://schemas.microsoft.com/office/drawing/2014/main" id="{0ABAB2D7-1412-F242-E04F-8EE65621548F}"/>
                </a:ext>
              </a:extLst>
            </p:cNvPr>
            <p:cNvSpPr/>
            <p:nvPr/>
          </p:nvSpPr>
          <p:spPr>
            <a:xfrm>
              <a:off x="6529387" y="1958975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2" name="object 53">
              <a:extLst>
                <a:ext uri="{FF2B5EF4-FFF2-40B4-BE49-F238E27FC236}">
                  <a16:creationId xmlns:a16="http://schemas.microsoft.com/office/drawing/2014/main" id="{336DB0A2-BE64-2ACE-3875-559BE433E432}"/>
                </a:ext>
              </a:extLst>
            </p:cNvPr>
            <p:cNvSpPr/>
            <p:nvPr/>
          </p:nvSpPr>
          <p:spPr>
            <a:xfrm>
              <a:off x="6529387" y="1735137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2" name="object 54">
            <a:extLst>
              <a:ext uri="{FF2B5EF4-FFF2-40B4-BE49-F238E27FC236}">
                <a16:creationId xmlns:a16="http://schemas.microsoft.com/office/drawing/2014/main" id="{A250D4A3-7270-7E5C-62E9-E3E445DAFD5B}"/>
              </a:ext>
            </a:extLst>
          </p:cNvPr>
          <p:cNvSpPr txBox="1"/>
          <p:nvPr/>
        </p:nvSpPr>
        <p:spPr>
          <a:xfrm>
            <a:off x="8060373" y="1813466"/>
            <a:ext cx="351155" cy="200696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209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90"/>
              </a:lnSpc>
              <a:spcBef>
                <a:spcPts val="16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3" name="object 55">
            <a:extLst>
              <a:ext uri="{FF2B5EF4-FFF2-40B4-BE49-F238E27FC236}">
                <a16:creationId xmlns:a16="http://schemas.microsoft.com/office/drawing/2014/main" id="{682F75DE-11EA-3414-26F4-CA5FA8409821}"/>
              </a:ext>
            </a:extLst>
          </p:cNvPr>
          <p:cNvGrpSpPr/>
          <p:nvPr/>
        </p:nvGrpSpPr>
        <p:grpSpPr>
          <a:xfrm>
            <a:off x="8512810" y="1808703"/>
            <a:ext cx="360680" cy="422593"/>
            <a:chOff x="6986587" y="1735137"/>
            <a:chExt cx="360680" cy="422593"/>
          </a:xfrm>
        </p:grpSpPr>
        <p:sp>
          <p:nvSpPr>
            <p:cNvPr id="59" name="object 56">
              <a:extLst>
                <a:ext uri="{FF2B5EF4-FFF2-40B4-BE49-F238E27FC236}">
                  <a16:creationId xmlns:a16="http://schemas.microsoft.com/office/drawing/2014/main" id="{B8DB85A4-089B-3B1C-B590-631808FDFAE3}"/>
                </a:ext>
              </a:extLst>
            </p:cNvPr>
            <p:cNvSpPr/>
            <p:nvPr/>
          </p:nvSpPr>
          <p:spPr>
            <a:xfrm>
              <a:off x="6986587" y="1958975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0" name="object 57">
              <a:extLst>
                <a:ext uri="{FF2B5EF4-FFF2-40B4-BE49-F238E27FC236}">
                  <a16:creationId xmlns:a16="http://schemas.microsoft.com/office/drawing/2014/main" id="{3D353607-E02C-C1F0-6B23-2919F8789EF6}"/>
                </a:ext>
              </a:extLst>
            </p:cNvPr>
            <p:cNvSpPr/>
            <p:nvPr/>
          </p:nvSpPr>
          <p:spPr>
            <a:xfrm>
              <a:off x="6986587" y="1735137"/>
              <a:ext cx="360680" cy="198755"/>
            </a:xfrm>
            <a:custGeom>
              <a:avLst/>
              <a:gdLst/>
              <a:ahLst/>
              <a:cxnLst/>
              <a:rect l="l" t="t" r="r" b="b"/>
              <a:pathLst>
                <a:path w="360679" h="198755">
                  <a:moveTo>
                    <a:pt x="0" y="0"/>
                  </a:moveTo>
                  <a:lnTo>
                    <a:pt x="360363" y="0"/>
                  </a:lnTo>
                  <a:lnTo>
                    <a:pt x="360363" y="198438"/>
                  </a:lnTo>
                  <a:lnTo>
                    <a:pt x="0" y="1984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4" name="object 58">
            <a:extLst>
              <a:ext uri="{FF2B5EF4-FFF2-40B4-BE49-F238E27FC236}">
                <a16:creationId xmlns:a16="http://schemas.microsoft.com/office/drawing/2014/main" id="{DA789094-47E9-45E0-7E0D-BE492B739BE2}"/>
              </a:ext>
            </a:extLst>
          </p:cNvPr>
          <p:cNvSpPr txBox="1"/>
          <p:nvPr/>
        </p:nvSpPr>
        <p:spPr>
          <a:xfrm>
            <a:off x="8517573" y="1813466"/>
            <a:ext cx="351155" cy="200696"/>
          </a:xfrm>
          <a:prstGeom prst="rect">
            <a:avLst/>
          </a:prstGeom>
          <a:solidFill>
            <a:srgbClr val="91A67C"/>
          </a:solidFill>
        </p:spPr>
        <p:txBody>
          <a:bodyPr vert="horz" wrap="square" lIns="0" tIns="209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90"/>
              </a:lnSpc>
              <a:spcBef>
                <a:spcPts val="16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5" name="object 59">
            <a:extLst>
              <a:ext uri="{FF2B5EF4-FFF2-40B4-BE49-F238E27FC236}">
                <a16:creationId xmlns:a16="http://schemas.microsoft.com/office/drawing/2014/main" id="{797ED0CC-13C9-36C0-4027-06318DF1EC88}"/>
              </a:ext>
            </a:extLst>
          </p:cNvPr>
          <p:cNvGrpSpPr/>
          <p:nvPr/>
        </p:nvGrpSpPr>
        <p:grpSpPr>
          <a:xfrm>
            <a:off x="7317423" y="2207166"/>
            <a:ext cx="457200" cy="200025"/>
            <a:chOff x="5791200" y="2133600"/>
            <a:chExt cx="457200" cy="200025"/>
          </a:xfrm>
        </p:grpSpPr>
        <p:sp>
          <p:nvSpPr>
            <p:cNvPr id="57" name="object 60">
              <a:extLst>
                <a:ext uri="{FF2B5EF4-FFF2-40B4-BE49-F238E27FC236}">
                  <a16:creationId xmlns:a16="http://schemas.microsoft.com/office/drawing/2014/main" id="{A4C2B8E0-CEE4-E3F2-0A44-4FA27A35A682}"/>
                </a:ext>
              </a:extLst>
            </p:cNvPr>
            <p:cNvSpPr/>
            <p:nvPr/>
          </p:nvSpPr>
          <p:spPr>
            <a:xfrm>
              <a:off x="5791200" y="213360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1" y="2000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8" name="object 61">
              <a:extLst>
                <a:ext uri="{FF2B5EF4-FFF2-40B4-BE49-F238E27FC236}">
                  <a16:creationId xmlns:a16="http://schemas.microsoft.com/office/drawing/2014/main" id="{22938AC3-7613-0294-E7C1-E75457C98096}"/>
                </a:ext>
              </a:extLst>
            </p:cNvPr>
            <p:cNvSpPr/>
            <p:nvPr/>
          </p:nvSpPr>
          <p:spPr>
            <a:xfrm>
              <a:off x="6248400" y="213360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1" y="2000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6" name="object 62">
            <a:extLst>
              <a:ext uri="{FF2B5EF4-FFF2-40B4-BE49-F238E27FC236}">
                <a16:creationId xmlns:a16="http://schemas.microsoft.com/office/drawing/2014/main" id="{F61CAA2E-6BC4-CDAE-F04B-65CA9322E664}"/>
              </a:ext>
            </a:extLst>
          </p:cNvPr>
          <p:cNvSpPr/>
          <p:nvPr/>
        </p:nvSpPr>
        <p:spPr>
          <a:xfrm>
            <a:off x="8231823" y="2207166"/>
            <a:ext cx="0" cy="200025"/>
          </a:xfrm>
          <a:custGeom>
            <a:avLst/>
            <a:gdLst/>
            <a:ahLst/>
            <a:cxnLst/>
            <a:rect l="l" t="t" r="r" b="b"/>
            <a:pathLst>
              <a:path h="200025">
                <a:moveTo>
                  <a:pt x="0" y="0"/>
                </a:moveTo>
                <a:lnTo>
                  <a:pt x="1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7" name="object 63">
            <a:extLst>
              <a:ext uri="{FF2B5EF4-FFF2-40B4-BE49-F238E27FC236}">
                <a16:creationId xmlns:a16="http://schemas.microsoft.com/office/drawing/2014/main" id="{D8DE0DD9-4983-D6DF-0463-D76CA3DFF115}"/>
              </a:ext>
            </a:extLst>
          </p:cNvPr>
          <p:cNvSpPr/>
          <p:nvPr/>
        </p:nvSpPr>
        <p:spPr>
          <a:xfrm>
            <a:off x="8689023" y="2207166"/>
            <a:ext cx="0" cy="200025"/>
          </a:xfrm>
          <a:custGeom>
            <a:avLst/>
            <a:gdLst/>
            <a:ahLst/>
            <a:cxnLst/>
            <a:rect l="l" t="t" r="r" b="b"/>
            <a:pathLst>
              <a:path h="200025">
                <a:moveTo>
                  <a:pt x="0" y="0"/>
                </a:moveTo>
                <a:lnTo>
                  <a:pt x="1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8" name="object 64">
            <a:extLst>
              <a:ext uri="{FF2B5EF4-FFF2-40B4-BE49-F238E27FC236}">
                <a16:creationId xmlns:a16="http://schemas.microsoft.com/office/drawing/2014/main" id="{46542F1F-409B-090A-789A-543C0D7259EC}"/>
              </a:ext>
            </a:extLst>
          </p:cNvPr>
          <p:cNvSpPr/>
          <p:nvPr/>
        </p:nvSpPr>
        <p:spPr>
          <a:xfrm>
            <a:off x="8003223" y="296916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25401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9" name="object 65">
            <a:extLst>
              <a:ext uri="{FF2B5EF4-FFF2-40B4-BE49-F238E27FC236}">
                <a16:creationId xmlns:a16="http://schemas.microsoft.com/office/drawing/2014/main" id="{7AC4EA0F-7883-79C6-D19A-19D93641C38F}"/>
              </a:ext>
            </a:extLst>
          </p:cNvPr>
          <p:cNvSpPr/>
          <p:nvPr/>
        </p:nvSpPr>
        <p:spPr>
          <a:xfrm>
            <a:off x="6555423" y="2359566"/>
            <a:ext cx="2667000" cy="609600"/>
          </a:xfrm>
          <a:custGeom>
            <a:avLst/>
            <a:gdLst/>
            <a:ahLst/>
            <a:cxnLst/>
            <a:rect l="l" t="t" r="r" b="b"/>
            <a:pathLst>
              <a:path w="2667000" h="609600">
                <a:moveTo>
                  <a:pt x="240770" y="202147"/>
                </a:moveTo>
                <a:lnTo>
                  <a:pt x="148166" y="211622"/>
                </a:lnTo>
                <a:lnTo>
                  <a:pt x="64822" y="230574"/>
                </a:lnTo>
                <a:lnTo>
                  <a:pt x="18520" y="255842"/>
                </a:lnTo>
                <a:lnTo>
                  <a:pt x="0" y="287428"/>
                </a:lnTo>
                <a:lnTo>
                  <a:pt x="9260" y="309537"/>
                </a:lnTo>
                <a:lnTo>
                  <a:pt x="37041" y="328489"/>
                </a:lnTo>
                <a:lnTo>
                  <a:pt x="74083" y="344281"/>
                </a:lnTo>
                <a:lnTo>
                  <a:pt x="129645" y="356916"/>
                </a:lnTo>
                <a:lnTo>
                  <a:pt x="74083" y="385343"/>
                </a:lnTo>
                <a:lnTo>
                  <a:pt x="64822" y="397977"/>
                </a:lnTo>
                <a:lnTo>
                  <a:pt x="55562" y="413769"/>
                </a:lnTo>
                <a:lnTo>
                  <a:pt x="64822" y="429562"/>
                </a:lnTo>
                <a:lnTo>
                  <a:pt x="74083" y="448514"/>
                </a:lnTo>
                <a:lnTo>
                  <a:pt x="138906" y="473782"/>
                </a:lnTo>
                <a:lnTo>
                  <a:pt x="222250" y="492733"/>
                </a:lnTo>
                <a:lnTo>
                  <a:pt x="268552" y="495892"/>
                </a:lnTo>
                <a:lnTo>
                  <a:pt x="324114" y="499050"/>
                </a:lnTo>
                <a:lnTo>
                  <a:pt x="342635" y="499050"/>
                </a:lnTo>
                <a:lnTo>
                  <a:pt x="361156" y="499050"/>
                </a:lnTo>
                <a:lnTo>
                  <a:pt x="435239" y="530636"/>
                </a:lnTo>
                <a:lnTo>
                  <a:pt x="537104" y="552746"/>
                </a:lnTo>
                <a:lnTo>
                  <a:pt x="648229" y="565380"/>
                </a:lnTo>
                <a:lnTo>
                  <a:pt x="768614" y="571697"/>
                </a:lnTo>
                <a:lnTo>
                  <a:pt x="898260" y="568538"/>
                </a:lnTo>
                <a:lnTo>
                  <a:pt x="1018646" y="552746"/>
                </a:lnTo>
                <a:lnTo>
                  <a:pt x="1083469" y="574855"/>
                </a:lnTo>
                <a:lnTo>
                  <a:pt x="1166812" y="593807"/>
                </a:lnTo>
                <a:lnTo>
                  <a:pt x="1259417" y="606441"/>
                </a:lnTo>
                <a:lnTo>
                  <a:pt x="1361281" y="609600"/>
                </a:lnTo>
                <a:lnTo>
                  <a:pt x="1426104" y="606441"/>
                </a:lnTo>
                <a:lnTo>
                  <a:pt x="1490927" y="603282"/>
                </a:lnTo>
                <a:lnTo>
                  <a:pt x="1611312" y="584331"/>
                </a:lnTo>
                <a:lnTo>
                  <a:pt x="1703917" y="555904"/>
                </a:lnTo>
                <a:lnTo>
                  <a:pt x="1731698" y="536953"/>
                </a:lnTo>
                <a:lnTo>
                  <a:pt x="1759479" y="518002"/>
                </a:lnTo>
                <a:lnTo>
                  <a:pt x="1852083" y="530636"/>
                </a:lnTo>
                <a:lnTo>
                  <a:pt x="1953948" y="533794"/>
                </a:lnTo>
                <a:lnTo>
                  <a:pt x="2028031" y="530636"/>
                </a:lnTo>
                <a:lnTo>
                  <a:pt x="2092854" y="524319"/>
                </a:lnTo>
                <a:lnTo>
                  <a:pt x="2148417" y="514843"/>
                </a:lnTo>
                <a:lnTo>
                  <a:pt x="2203979" y="502209"/>
                </a:lnTo>
                <a:lnTo>
                  <a:pt x="2250281" y="486416"/>
                </a:lnTo>
                <a:lnTo>
                  <a:pt x="2296583" y="445355"/>
                </a:lnTo>
                <a:lnTo>
                  <a:pt x="2305844" y="423245"/>
                </a:lnTo>
                <a:lnTo>
                  <a:pt x="2379927" y="416928"/>
                </a:lnTo>
                <a:lnTo>
                  <a:pt x="2444750" y="407452"/>
                </a:lnTo>
                <a:lnTo>
                  <a:pt x="2509573" y="394818"/>
                </a:lnTo>
                <a:lnTo>
                  <a:pt x="2565135" y="379025"/>
                </a:lnTo>
                <a:lnTo>
                  <a:pt x="2602177" y="363233"/>
                </a:lnTo>
                <a:lnTo>
                  <a:pt x="2639219" y="341123"/>
                </a:lnTo>
                <a:lnTo>
                  <a:pt x="2667000" y="296903"/>
                </a:lnTo>
                <a:lnTo>
                  <a:pt x="2657740" y="274793"/>
                </a:lnTo>
                <a:lnTo>
                  <a:pt x="2648479" y="252683"/>
                </a:lnTo>
                <a:lnTo>
                  <a:pt x="2620698" y="233732"/>
                </a:lnTo>
                <a:lnTo>
                  <a:pt x="2583656" y="214781"/>
                </a:lnTo>
                <a:lnTo>
                  <a:pt x="2592917" y="195830"/>
                </a:lnTo>
                <a:lnTo>
                  <a:pt x="2583656" y="142134"/>
                </a:lnTo>
                <a:lnTo>
                  <a:pt x="2537354" y="113707"/>
                </a:lnTo>
                <a:lnTo>
                  <a:pt x="2463271" y="91597"/>
                </a:lnTo>
                <a:lnTo>
                  <a:pt x="2361406" y="75805"/>
                </a:lnTo>
                <a:lnTo>
                  <a:pt x="2352146" y="60012"/>
                </a:lnTo>
                <a:lnTo>
                  <a:pt x="2324364" y="44219"/>
                </a:lnTo>
                <a:lnTo>
                  <a:pt x="2259542" y="22109"/>
                </a:lnTo>
                <a:lnTo>
                  <a:pt x="2176198" y="6317"/>
                </a:lnTo>
                <a:lnTo>
                  <a:pt x="2065073" y="0"/>
                </a:lnTo>
                <a:lnTo>
                  <a:pt x="2000250" y="3158"/>
                </a:lnTo>
                <a:lnTo>
                  <a:pt x="1944688" y="9475"/>
                </a:lnTo>
                <a:lnTo>
                  <a:pt x="1889125" y="18951"/>
                </a:lnTo>
                <a:lnTo>
                  <a:pt x="1842823" y="31585"/>
                </a:lnTo>
                <a:lnTo>
                  <a:pt x="1796521" y="18951"/>
                </a:lnTo>
                <a:lnTo>
                  <a:pt x="1750219" y="9475"/>
                </a:lnTo>
                <a:lnTo>
                  <a:pt x="1694656" y="3158"/>
                </a:lnTo>
                <a:lnTo>
                  <a:pt x="1629833" y="0"/>
                </a:lnTo>
                <a:lnTo>
                  <a:pt x="1555750" y="3158"/>
                </a:lnTo>
                <a:lnTo>
                  <a:pt x="1490927" y="12634"/>
                </a:lnTo>
                <a:lnTo>
                  <a:pt x="1435365" y="28426"/>
                </a:lnTo>
                <a:lnTo>
                  <a:pt x="1389062" y="47378"/>
                </a:lnTo>
                <a:lnTo>
                  <a:pt x="1333500" y="34744"/>
                </a:lnTo>
                <a:lnTo>
                  <a:pt x="1277938" y="25268"/>
                </a:lnTo>
                <a:lnTo>
                  <a:pt x="1222375" y="22109"/>
                </a:lnTo>
                <a:lnTo>
                  <a:pt x="1157552" y="18951"/>
                </a:lnTo>
                <a:lnTo>
                  <a:pt x="1074208" y="22109"/>
                </a:lnTo>
                <a:lnTo>
                  <a:pt x="990864" y="31585"/>
                </a:lnTo>
                <a:lnTo>
                  <a:pt x="916781" y="50536"/>
                </a:lnTo>
                <a:lnTo>
                  <a:pt x="861218" y="72646"/>
                </a:lnTo>
                <a:lnTo>
                  <a:pt x="759354" y="60012"/>
                </a:lnTo>
                <a:lnTo>
                  <a:pt x="657489" y="56853"/>
                </a:lnTo>
                <a:lnTo>
                  <a:pt x="574145" y="60012"/>
                </a:lnTo>
                <a:lnTo>
                  <a:pt x="490802" y="66329"/>
                </a:lnTo>
                <a:lnTo>
                  <a:pt x="416718" y="78963"/>
                </a:lnTo>
                <a:lnTo>
                  <a:pt x="361156" y="94756"/>
                </a:lnTo>
                <a:lnTo>
                  <a:pt x="305593" y="113707"/>
                </a:lnTo>
                <a:lnTo>
                  <a:pt x="268552" y="135817"/>
                </a:lnTo>
                <a:lnTo>
                  <a:pt x="231510" y="186354"/>
                </a:lnTo>
                <a:lnTo>
                  <a:pt x="240770" y="195830"/>
                </a:lnTo>
                <a:lnTo>
                  <a:pt x="240770" y="2021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0" name="object 66">
            <a:extLst>
              <a:ext uri="{FF2B5EF4-FFF2-40B4-BE49-F238E27FC236}">
                <a16:creationId xmlns:a16="http://schemas.microsoft.com/office/drawing/2014/main" id="{362C926E-CD7B-B846-3F34-6C74D1B364AA}"/>
              </a:ext>
            </a:extLst>
          </p:cNvPr>
          <p:cNvSpPr txBox="1"/>
          <p:nvPr/>
        </p:nvSpPr>
        <p:spPr>
          <a:xfrm>
            <a:off x="7182485" y="3121566"/>
            <a:ext cx="762000" cy="34689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370">
              <a:lnSpc>
                <a:spcPct val="100000"/>
              </a:lnSpc>
              <a:spcBef>
                <a:spcPts val="305"/>
              </a:spcBef>
            </a:pPr>
            <a:r>
              <a:rPr sz="2000" spc="-75" dirty="0">
                <a:latin typeface="Verdana"/>
                <a:cs typeface="Verdana"/>
              </a:rPr>
              <a:t>Dir.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1" name="object 67">
            <a:extLst>
              <a:ext uri="{FF2B5EF4-FFF2-40B4-BE49-F238E27FC236}">
                <a16:creationId xmlns:a16="http://schemas.microsoft.com/office/drawing/2014/main" id="{7C44AC29-54F7-94C6-34A3-42A2A64A1FC4}"/>
              </a:ext>
            </a:extLst>
          </p:cNvPr>
          <p:cNvSpPr txBox="1"/>
          <p:nvPr/>
        </p:nvSpPr>
        <p:spPr>
          <a:xfrm>
            <a:off x="7153910" y="2010569"/>
            <a:ext cx="1706880" cy="912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3810" algn="ctr">
              <a:lnSpc>
                <a:spcPct val="100000"/>
              </a:lnSpc>
              <a:spcBef>
                <a:spcPts val="100"/>
              </a:spcBef>
              <a:tabLst>
                <a:tab pos="456565" algn="l"/>
                <a:tab pos="912494" algn="l"/>
                <a:tab pos="1369695" algn="l"/>
              </a:tabLst>
            </a:pPr>
            <a:r>
              <a:rPr sz="1400" dirty="0">
                <a:latin typeface="Verdana"/>
                <a:cs typeface="Verdana"/>
              </a:rPr>
              <a:t>$	$	$	$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Verdana"/>
              <a:cs typeface="Verdana"/>
            </a:endParaRPr>
          </a:p>
          <a:p>
            <a:pPr marL="281940" marR="282575" algn="ctr">
              <a:lnSpc>
                <a:spcPct val="101400"/>
              </a:lnSpc>
            </a:pPr>
            <a:r>
              <a:rPr sz="1400" spc="-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er</a:t>
            </a:r>
            <a:r>
              <a:rPr sz="1400" spc="-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onne</a:t>
            </a:r>
            <a:r>
              <a:rPr sz="1400" spc="-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t  </a:t>
            </a:r>
            <a:r>
              <a:rPr sz="1400" spc="-5" dirty="0">
                <a:latin typeface="Verdana"/>
                <a:cs typeface="Verdana"/>
              </a:rPr>
              <a:t>Network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2" name="object 68">
            <a:extLst>
              <a:ext uri="{FF2B5EF4-FFF2-40B4-BE49-F238E27FC236}">
                <a16:creationId xmlns:a16="http://schemas.microsoft.com/office/drawing/2014/main" id="{D40896BC-1156-A7E2-BDDE-09F74B7BBF8F}"/>
              </a:ext>
            </a:extLst>
          </p:cNvPr>
          <p:cNvSpPr/>
          <p:nvPr/>
        </p:nvSpPr>
        <p:spPr>
          <a:xfrm>
            <a:off x="7944485" y="3121566"/>
            <a:ext cx="744855" cy="381000"/>
          </a:xfrm>
          <a:custGeom>
            <a:avLst/>
            <a:gdLst/>
            <a:ahLst/>
            <a:cxnLst/>
            <a:rect l="l" t="t" r="r" b="b"/>
            <a:pathLst>
              <a:path w="744854" h="381000">
                <a:moveTo>
                  <a:pt x="744537" y="0"/>
                </a:moveTo>
                <a:lnTo>
                  <a:pt x="0" y="0"/>
                </a:lnTo>
                <a:lnTo>
                  <a:pt x="0" y="381000"/>
                </a:lnTo>
                <a:lnTo>
                  <a:pt x="744537" y="381000"/>
                </a:lnTo>
                <a:lnTo>
                  <a:pt x="7445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3" name="object 69">
            <a:extLst>
              <a:ext uri="{FF2B5EF4-FFF2-40B4-BE49-F238E27FC236}">
                <a16:creationId xmlns:a16="http://schemas.microsoft.com/office/drawing/2014/main" id="{3D7F4927-76B2-C5C5-02C3-1F01163AF701}"/>
              </a:ext>
            </a:extLst>
          </p:cNvPr>
          <p:cNvSpPr txBox="1"/>
          <p:nvPr/>
        </p:nvSpPr>
        <p:spPr>
          <a:xfrm>
            <a:off x="7944485" y="3121566"/>
            <a:ext cx="744855" cy="65466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685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latin typeface="Verdana"/>
                <a:cs typeface="Verdana"/>
              </a:rPr>
              <a:t>Mem</a:t>
            </a:r>
            <a:r>
              <a:rPr lang="en-US" sz="2000" spc="-5" dirty="0">
                <a:latin typeface="Verdana"/>
                <a:cs typeface="Verdana"/>
              </a:rPr>
              <a:t>/LLC</a:t>
            </a:r>
            <a:r>
              <a:rPr sz="2000" spc="-5" dirty="0"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54" name="object 70">
            <a:extLst>
              <a:ext uri="{FF2B5EF4-FFF2-40B4-BE49-F238E27FC236}">
                <a16:creationId xmlns:a16="http://schemas.microsoft.com/office/drawing/2014/main" id="{AF6F4DC5-2C34-BBD8-D18B-E442476057DB}"/>
              </a:ext>
            </a:extLst>
          </p:cNvPr>
          <p:cNvSpPr/>
          <p:nvPr/>
        </p:nvSpPr>
        <p:spPr>
          <a:xfrm>
            <a:off x="7698423" y="2197577"/>
            <a:ext cx="914400" cy="936625"/>
          </a:xfrm>
          <a:custGeom>
            <a:avLst/>
            <a:gdLst/>
            <a:ahLst/>
            <a:cxnLst/>
            <a:rect l="l" t="t" r="r" b="b"/>
            <a:pathLst>
              <a:path w="914400" h="936625">
                <a:moveTo>
                  <a:pt x="549846" y="19189"/>
                </a:moveTo>
                <a:lnTo>
                  <a:pt x="516940" y="0"/>
                </a:lnTo>
                <a:lnTo>
                  <a:pt x="41135" y="815670"/>
                </a:lnTo>
                <a:lnTo>
                  <a:pt x="8216" y="796467"/>
                </a:lnTo>
                <a:lnTo>
                  <a:pt x="0" y="923988"/>
                </a:lnTo>
                <a:lnTo>
                  <a:pt x="106946" y="854062"/>
                </a:lnTo>
                <a:lnTo>
                  <a:pt x="102247" y="851319"/>
                </a:lnTo>
                <a:lnTo>
                  <a:pt x="74041" y="834859"/>
                </a:lnTo>
                <a:lnTo>
                  <a:pt x="549846" y="19189"/>
                </a:lnTo>
                <a:close/>
              </a:path>
              <a:path w="914400" h="936625">
                <a:moveTo>
                  <a:pt x="914400" y="9588"/>
                </a:moveTo>
                <a:lnTo>
                  <a:pt x="797318" y="60820"/>
                </a:lnTo>
                <a:lnTo>
                  <a:pt x="826579" y="85204"/>
                </a:lnTo>
                <a:lnTo>
                  <a:pt x="137756" y="911796"/>
                </a:lnTo>
                <a:lnTo>
                  <a:pt x="167030" y="936193"/>
                </a:lnTo>
                <a:lnTo>
                  <a:pt x="855853" y="109601"/>
                </a:lnTo>
                <a:lnTo>
                  <a:pt x="885126" y="133985"/>
                </a:lnTo>
                <a:lnTo>
                  <a:pt x="900049" y="70573"/>
                </a:lnTo>
                <a:lnTo>
                  <a:pt x="914400" y="95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5" name="object 71">
            <a:extLst>
              <a:ext uri="{FF2B5EF4-FFF2-40B4-BE49-F238E27FC236}">
                <a16:creationId xmlns:a16="http://schemas.microsoft.com/office/drawing/2014/main" id="{5DB6951F-DF8E-34F2-378B-8C24D4E2B69F}"/>
              </a:ext>
            </a:extLst>
          </p:cNvPr>
          <p:cNvSpPr/>
          <p:nvPr/>
        </p:nvSpPr>
        <p:spPr>
          <a:xfrm>
            <a:off x="7365901" y="2207166"/>
            <a:ext cx="274955" cy="919480"/>
          </a:xfrm>
          <a:custGeom>
            <a:avLst/>
            <a:gdLst/>
            <a:ahLst/>
            <a:cxnLst/>
            <a:rect l="l" t="t" r="r" b="b"/>
            <a:pathLst>
              <a:path w="274954" h="919480">
                <a:moveTo>
                  <a:pt x="73924" y="106267"/>
                </a:moveTo>
                <a:lnTo>
                  <a:pt x="36962" y="115507"/>
                </a:lnTo>
                <a:lnTo>
                  <a:pt x="237840" y="919020"/>
                </a:lnTo>
                <a:lnTo>
                  <a:pt x="274802" y="909779"/>
                </a:lnTo>
                <a:lnTo>
                  <a:pt x="73924" y="106267"/>
                </a:lnTo>
                <a:close/>
              </a:path>
              <a:path w="274954" h="919480">
                <a:moveTo>
                  <a:pt x="27721" y="0"/>
                </a:moveTo>
                <a:lnTo>
                  <a:pt x="0" y="124748"/>
                </a:lnTo>
                <a:lnTo>
                  <a:pt x="36962" y="115507"/>
                </a:lnTo>
                <a:lnTo>
                  <a:pt x="32341" y="97026"/>
                </a:lnTo>
                <a:lnTo>
                  <a:pt x="69303" y="87786"/>
                </a:lnTo>
                <a:lnTo>
                  <a:pt x="102967" y="87786"/>
                </a:lnTo>
                <a:lnTo>
                  <a:pt x="27721" y="0"/>
                </a:lnTo>
                <a:close/>
              </a:path>
              <a:path w="274954" h="919480">
                <a:moveTo>
                  <a:pt x="69303" y="87786"/>
                </a:moveTo>
                <a:lnTo>
                  <a:pt x="32341" y="97026"/>
                </a:lnTo>
                <a:lnTo>
                  <a:pt x="36962" y="115507"/>
                </a:lnTo>
                <a:lnTo>
                  <a:pt x="73924" y="106267"/>
                </a:lnTo>
                <a:lnTo>
                  <a:pt x="69303" y="87786"/>
                </a:lnTo>
                <a:close/>
              </a:path>
              <a:path w="274954" h="919480">
                <a:moveTo>
                  <a:pt x="102967" y="87786"/>
                </a:moveTo>
                <a:lnTo>
                  <a:pt x="69303" y="87786"/>
                </a:lnTo>
                <a:lnTo>
                  <a:pt x="73924" y="106267"/>
                </a:lnTo>
                <a:lnTo>
                  <a:pt x="110887" y="97026"/>
                </a:lnTo>
                <a:lnTo>
                  <a:pt x="102967" y="877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6" name="object 72">
            <a:extLst>
              <a:ext uri="{FF2B5EF4-FFF2-40B4-BE49-F238E27FC236}">
                <a16:creationId xmlns:a16="http://schemas.microsoft.com/office/drawing/2014/main" id="{C7B01275-FCA3-AEE3-8FC8-2EFAA489F968}"/>
              </a:ext>
            </a:extLst>
          </p:cNvPr>
          <p:cNvSpPr txBox="1"/>
          <p:nvPr/>
        </p:nvSpPr>
        <p:spPr>
          <a:xfrm>
            <a:off x="6787198" y="1404018"/>
            <a:ext cx="243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Directory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Protocols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55001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7965C-2D28-8380-8385-CAEB773B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08" y="56151"/>
            <a:ext cx="10515600" cy="1325563"/>
          </a:xfrm>
        </p:spPr>
        <p:txBody>
          <a:bodyPr/>
          <a:lstStyle/>
          <a:p>
            <a:r>
              <a:rPr lang="en-US" dirty="0"/>
              <a:t>MSI Directory Protocol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D360F-641C-B656-4086-E7292564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0D51B-5442-28D6-8BA0-3CE937B9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30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A5DB0ED-1D16-0B1E-46A5-CD6D61B6BCEF}"/>
              </a:ext>
            </a:extLst>
          </p:cNvPr>
          <p:cNvSpPr txBox="1"/>
          <p:nvPr/>
        </p:nvSpPr>
        <p:spPr>
          <a:xfrm>
            <a:off x="1954530" y="3987800"/>
            <a:ext cx="8147684" cy="236855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Cache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states: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Modified </a:t>
            </a:r>
            <a:r>
              <a:rPr sz="2000" dirty="0">
                <a:latin typeface="Verdana"/>
                <a:cs typeface="Verdana"/>
              </a:rPr>
              <a:t>(M) /</a:t>
            </a:r>
            <a:r>
              <a:rPr sz="2000" spc="-5" dirty="0">
                <a:latin typeface="Verdana"/>
                <a:cs typeface="Verdana"/>
              </a:rPr>
              <a:t> Shared (S)</a:t>
            </a:r>
            <a:r>
              <a:rPr sz="2000" dirty="0">
                <a:latin typeface="Verdana"/>
                <a:cs typeface="Verdana"/>
              </a:rPr>
              <a:t> /</a:t>
            </a:r>
            <a:r>
              <a:rPr sz="2000" spc="-5" dirty="0">
                <a:latin typeface="Verdana"/>
                <a:cs typeface="Verdana"/>
              </a:rPr>
              <a:t> Invalid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(I)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Directory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states: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Uncached</a:t>
            </a:r>
            <a:r>
              <a:rPr sz="16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(Un):</a:t>
            </a:r>
            <a:r>
              <a:rPr sz="1600" spc="-2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No</a:t>
            </a:r>
            <a:r>
              <a:rPr sz="1600" spc="-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sharers</a:t>
            </a:r>
            <a:endParaRPr sz="16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385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Shared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(Sh):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One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or</a:t>
            </a:r>
            <a:r>
              <a:rPr sz="16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more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sharers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with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read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permission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(S)</a:t>
            </a:r>
            <a:endParaRPr sz="1600">
              <a:latin typeface="Verdana"/>
              <a:cs typeface="Verdana"/>
            </a:endParaRPr>
          </a:p>
          <a:p>
            <a:pPr marL="755650" lvl="1" indent="-285750">
              <a:lnSpc>
                <a:spcPct val="100000"/>
              </a:lnSpc>
              <a:spcBef>
                <a:spcPts val="385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Exclusive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(Ex):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A</a:t>
            </a:r>
            <a:r>
              <a:rPr sz="16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single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sharer</a:t>
            </a:r>
            <a:r>
              <a:rPr sz="16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with</a:t>
            </a:r>
            <a:r>
              <a:rPr sz="16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read</a:t>
            </a:r>
            <a:r>
              <a:rPr sz="16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&amp;</a:t>
            </a:r>
            <a:r>
              <a:rPr sz="16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write</a:t>
            </a:r>
            <a:r>
              <a:rPr sz="16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permissions</a:t>
            </a:r>
            <a:r>
              <a:rPr sz="16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56127A"/>
                </a:solidFill>
                <a:latin typeface="Verdana"/>
                <a:cs typeface="Verdana"/>
              </a:rPr>
              <a:t>(M)</a:t>
            </a:r>
            <a:endParaRPr sz="1600">
              <a:latin typeface="Verdana"/>
              <a:cs typeface="Verdana"/>
            </a:endParaRPr>
          </a:p>
          <a:p>
            <a:pPr marL="355600" marR="5080" indent="-342900">
              <a:lnSpc>
                <a:spcPts val="2590"/>
              </a:lnSpc>
              <a:spcBef>
                <a:spcPts val="605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Verdana"/>
                <a:cs typeface="Verdana"/>
              </a:rPr>
              <a:t>Transient states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not drawn </a:t>
            </a:r>
            <a:r>
              <a:rPr sz="2200" dirty="0">
                <a:latin typeface="Verdana"/>
                <a:cs typeface="Verdana"/>
              </a:rPr>
              <a:t>for </a:t>
            </a:r>
            <a:r>
              <a:rPr sz="2200" spc="-5" dirty="0">
                <a:latin typeface="Verdana"/>
                <a:cs typeface="Verdana"/>
              </a:rPr>
              <a:t>clarity;</a:t>
            </a:r>
            <a:r>
              <a:rPr sz="2200" dirty="0">
                <a:latin typeface="Verdana"/>
                <a:cs typeface="Verdana"/>
              </a:rPr>
              <a:t> for </a:t>
            </a:r>
            <a:r>
              <a:rPr sz="2200" spc="-5" dirty="0">
                <a:latin typeface="Verdana"/>
                <a:cs typeface="Verdana"/>
              </a:rPr>
              <a:t>now,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assume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no racing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requests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A114D544-23C6-E089-AFAC-3CDC6307F87C}"/>
              </a:ext>
            </a:extLst>
          </p:cNvPr>
          <p:cNvSpPr txBox="1"/>
          <p:nvPr/>
        </p:nvSpPr>
        <p:spPr>
          <a:xfrm>
            <a:off x="2917188" y="3562604"/>
            <a:ext cx="285242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09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115">
              <a:lnSpc>
                <a:spcPct val="100000"/>
              </a:lnSpc>
              <a:spcBef>
                <a:spcPts val="165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8C41C51-6E60-5116-8E94-9F0C4D50558D}"/>
              </a:ext>
            </a:extLst>
          </p:cNvPr>
          <p:cNvSpPr txBox="1"/>
          <p:nvPr/>
        </p:nvSpPr>
        <p:spPr>
          <a:xfrm>
            <a:off x="2917190" y="1124204"/>
            <a:ext cx="6357620" cy="377667"/>
          </a:xfrm>
          <a:prstGeom prst="rect">
            <a:avLst/>
          </a:prstGeom>
          <a:solidFill>
            <a:srgbClr val="686EA8"/>
          </a:solidFill>
          <a:ln w="25400">
            <a:solidFill>
              <a:srgbClr val="464A72"/>
            </a:solidFill>
          </a:ln>
        </p:spPr>
        <p:txBody>
          <a:bodyPr vert="horz" wrap="square" lIns="0" tIns="6921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r>
              <a:rPr lang="en-US" sz="2000" spc="-5" dirty="0">
                <a:solidFill>
                  <a:srgbClr val="FFFFFF"/>
                </a:solidFill>
                <a:latin typeface="Verdana"/>
                <a:cs typeface="Verdana"/>
              </a:rPr>
              <a:t>/LLC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DB3A62A2-0273-0BBA-85B1-2C1D4750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488" y="2559304"/>
            <a:ext cx="2842259" cy="916908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944337A1-F49D-09C0-2ACD-4F197BF4A249}"/>
              </a:ext>
            </a:extLst>
          </p:cNvPr>
          <p:cNvSpPr txBox="1"/>
          <p:nvPr/>
        </p:nvSpPr>
        <p:spPr>
          <a:xfrm>
            <a:off x="6422390" y="3562604"/>
            <a:ext cx="285242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09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2969">
              <a:lnSpc>
                <a:spcPct val="100000"/>
              </a:lnSpc>
              <a:spcBef>
                <a:spcPts val="165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46F12E9-323C-AC6B-F00E-47FD2FC96C54}"/>
              </a:ext>
            </a:extLst>
          </p:cNvPr>
          <p:cNvSpPr txBox="1"/>
          <p:nvPr/>
        </p:nvSpPr>
        <p:spPr>
          <a:xfrm>
            <a:off x="6736715" y="2973521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1875AF4F-80B2-FFA4-37AB-50AAB58C3889}"/>
              </a:ext>
            </a:extLst>
          </p:cNvPr>
          <p:cNvSpPr txBox="1"/>
          <p:nvPr/>
        </p:nvSpPr>
        <p:spPr>
          <a:xfrm>
            <a:off x="7606665" y="2973521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AA4EEAAC-EFF2-FB03-06DA-38F85454EA04}"/>
              </a:ext>
            </a:extLst>
          </p:cNvPr>
          <p:cNvSpPr txBox="1"/>
          <p:nvPr/>
        </p:nvSpPr>
        <p:spPr>
          <a:xfrm>
            <a:off x="8571865" y="2973521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4" name="table">
            <a:extLst>
              <a:ext uri="{FF2B5EF4-FFF2-40B4-BE49-F238E27FC236}">
                <a16:creationId xmlns:a16="http://schemas.microsoft.com/office/drawing/2014/main" id="{118F3088-E69E-3E79-AA17-0D2EC5CD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690" y="2559304"/>
            <a:ext cx="2842259" cy="916908"/>
          </a:xfrm>
          <a:prstGeom prst="rect">
            <a:avLst/>
          </a:prstGeom>
        </p:spPr>
      </p:pic>
      <p:pic>
        <p:nvPicPr>
          <p:cNvPr id="15" name="table">
            <a:extLst>
              <a:ext uri="{FF2B5EF4-FFF2-40B4-BE49-F238E27FC236}">
                <a16:creationId xmlns:a16="http://schemas.microsoft.com/office/drawing/2014/main" id="{8CA0EEBF-E60C-F4ED-5694-4D1E7510B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490" y="1632234"/>
            <a:ext cx="6357620" cy="862317"/>
          </a:xfrm>
          <a:prstGeom prst="rect">
            <a:avLst/>
          </a:prstGeom>
        </p:spPr>
      </p:pic>
      <p:sp>
        <p:nvSpPr>
          <p:cNvPr id="16" name="object 13">
            <a:extLst>
              <a:ext uri="{FF2B5EF4-FFF2-40B4-BE49-F238E27FC236}">
                <a16:creationId xmlns:a16="http://schemas.microsoft.com/office/drawing/2014/main" id="{0B5C30F1-FAB1-A062-DA47-E85EBE72591D}"/>
              </a:ext>
            </a:extLst>
          </p:cNvPr>
          <p:cNvSpPr txBox="1"/>
          <p:nvPr/>
        </p:nvSpPr>
        <p:spPr>
          <a:xfrm>
            <a:off x="6038753" y="3037839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…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9191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3BC5-721C-573C-1743-635052EA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51F46-EF60-ED53-E8DF-CE313EBF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1BFA6-494F-AB94-DCEE-B242E684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31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4187968-7BF1-8BB0-0150-757352D2188B}"/>
              </a:ext>
            </a:extLst>
          </p:cNvPr>
          <p:cNvSpPr txBox="1"/>
          <p:nvPr/>
        </p:nvSpPr>
        <p:spPr>
          <a:xfrm>
            <a:off x="2437402" y="4492475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7F378022-A22F-57AB-93EE-C5962C1B7B9E}"/>
              </a:ext>
            </a:extLst>
          </p:cNvPr>
          <p:cNvGrpSpPr/>
          <p:nvPr/>
        </p:nvGrpSpPr>
        <p:grpSpPr>
          <a:xfrm>
            <a:off x="2435589" y="1395984"/>
            <a:ext cx="7776209" cy="443865"/>
            <a:chOff x="607787" y="1295400"/>
            <a:chExt cx="7776209" cy="443865"/>
          </a:xfrm>
        </p:grpSpPr>
        <p:sp>
          <p:nvSpPr>
            <p:cNvPr id="70" name="object 5">
              <a:extLst>
                <a:ext uri="{FF2B5EF4-FFF2-40B4-BE49-F238E27FC236}">
                  <a16:creationId xmlns:a16="http://schemas.microsoft.com/office/drawing/2014/main" id="{678CABA7-8800-510D-A122-150557F10FFA}"/>
                </a:ext>
              </a:extLst>
            </p:cNvPr>
            <p:cNvSpPr/>
            <p:nvPr/>
          </p:nvSpPr>
          <p:spPr>
            <a:xfrm>
              <a:off x="607787" y="1295400"/>
              <a:ext cx="7776209" cy="443865"/>
            </a:xfrm>
            <a:custGeom>
              <a:avLst/>
              <a:gdLst/>
              <a:ahLst/>
              <a:cxnLst/>
              <a:rect l="l" t="t" r="r" b="b"/>
              <a:pathLst>
                <a:path w="7776209" h="443864">
                  <a:moveTo>
                    <a:pt x="7775662" y="0"/>
                  </a:moveTo>
                  <a:lnTo>
                    <a:pt x="0" y="0"/>
                  </a:lnTo>
                  <a:lnTo>
                    <a:pt x="0" y="443345"/>
                  </a:lnTo>
                  <a:lnTo>
                    <a:pt x="7775662" y="443345"/>
                  </a:lnTo>
                  <a:lnTo>
                    <a:pt x="7775662" y="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1" name="object 6">
              <a:extLst>
                <a:ext uri="{FF2B5EF4-FFF2-40B4-BE49-F238E27FC236}">
                  <a16:creationId xmlns:a16="http://schemas.microsoft.com/office/drawing/2014/main" id="{14280684-E849-3080-D228-ED25253F1A2F}"/>
                </a:ext>
              </a:extLst>
            </p:cNvPr>
            <p:cNvSpPr/>
            <p:nvPr/>
          </p:nvSpPr>
          <p:spPr>
            <a:xfrm>
              <a:off x="607787" y="1295400"/>
              <a:ext cx="7776209" cy="443865"/>
            </a:xfrm>
            <a:custGeom>
              <a:avLst/>
              <a:gdLst/>
              <a:ahLst/>
              <a:cxnLst/>
              <a:rect l="l" t="t" r="r" b="b"/>
              <a:pathLst>
                <a:path w="7776209" h="443864">
                  <a:moveTo>
                    <a:pt x="0" y="0"/>
                  </a:moveTo>
                  <a:lnTo>
                    <a:pt x="7775662" y="0"/>
                  </a:lnTo>
                  <a:lnTo>
                    <a:pt x="7775662" y="443345"/>
                  </a:lnTo>
                  <a:lnTo>
                    <a:pt x="0" y="44334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64A72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DCB5BBD8-619A-AAC0-5BED-4286DC2D578B}"/>
              </a:ext>
            </a:extLst>
          </p:cNvPr>
          <p:cNvSpPr txBox="1"/>
          <p:nvPr/>
        </p:nvSpPr>
        <p:spPr>
          <a:xfrm>
            <a:off x="5455057" y="1452372"/>
            <a:ext cx="25568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r>
              <a:rPr lang="en-US" sz="2000" spc="-5" dirty="0">
                <a:solidFill>
                  <a:srgbClr val="FFFFFF"/>
                </a:solidFill>
                <a:latin typeface="Verdana"/>
                <a:cs typeface="Verdana"/>
              </a:rPr>
              <a:t>/LLC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78EC09AF-FAAC-CAD9-55E4-76F0E6F08116}"/>
              </a:ext>
            </a:extLst>
          </p:cNvPr>
          <p:cNvSpPr txBox="1"/>
          <p:nvPr/>
        </p:nvSpPr>
        <p:spPr>
          <a:xfrm>
            <a:off x="2698726" y="3836613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3376CFBD-7554-898D-EBEE-28A5E546550A}"/>
              </a:ext>
            </a:extLst>
          </p:cNvPr>
          <p:cNvSpPr txBox="1"/>
          <p:nvPr/>
        </p:nvSpPr>
        <p:spPr>
          <a:xfrm>
            <a:off x="3432288" y="3836613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E0D947F0-59F4-B3DD-77D0-AD17B4E9177C}"/>
              </a:ext>
            </a:extLst>
          </p:cNvPr>
          <p:cNvSpPr txBox="1"/>
          <p:nvPr/>
        </p:nvSpPr>
        <p:spPr>
          <a:xfrm>
            <a:off x="4261099" y="3836613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2D8A5A7C-4C70-59B9-3B38-9755DC5DCFEF}"/>
              </a:ext>
            </a:extLst>
          </p:cNvPr>
          <p:cNvGrpSpPr/>
          <p:nvPr/>
        </p:nvGrpSpPr>
        <p:grpSpPr>
          <a:xfrm>
            <a:off x="2452596" y="1929384"/>
            <a:ext cx="7757795" cy="862330"/>
            <a:chOff x="624794" y="1828800"/>
            <a:chExt cx="7757795" cy="862330"/>
          </a:xfrm>
        </p:grpSpPr>
        <p:sp>
          <p:nvSpPr>
            <p:cNvPr id="68" name="object 12">
              <a:extLst>
                <a:ext uri="{FF2B5EF4-FFF2-40B4-BE49-F238E27FC236}">
                  <a16:creationId xmlns:a16="http://schemas.microsoft.com/office/drawing/2014/main" id="{77E21C68-6149-575A-B6C7-EB1D6984458F}"/>
                </a:ext>
              </a:extLst>
            </p:cNvPr>
            <p:cNvSpPr/>
            <p:nvPr/>
          </p:nvSpPr>
          <p:spPr>
            <a:xfrm>
              <a:off x="624794" y="1828800"/>
              <a:ext cx="7757795" cy="862330"/>
            </a:xfrm>
            <a:custGeom>
              <a:avLst/>
              <a:gdLst/>
              <a:ahLst/>
              <a:cxnLst/>
              <a:rect l="l" t="t" r="r" b="b"/>
              <a:pathLst>
                <a:path w="7757795" h="862330">
                  <a:moveTo>
                    <a:pt x="7757205" y="0"/>
                  </a:moveTo>
                  <a:lnTo>
                    <a:pt x="0" y="0"/>
                  </a:lnTo>
                  <a:lnTo>
                    <a:pt x="0" y="862318"/>
                  </a:lnTo>
                  <a:lnTo>
                    <a:pt x="7757205" y="862318"/>
                  </a:lnTo>
                  <a:lnTo>
                    <a:pt x="7757205" y="0"/>
                  </a:lnTo>
                  <a:close/>
                </a:path>
              </a:pathLst>
            </a:custGeom>
            <a:solidFill>
              <a:srgbClr val="BEC0D7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9" name="object 13">
              <a:extLst>
                <a:ext uri="{FF2B5EF4-FFF2-40B4-BE49-F238E27FC236}">
                  <a16:creationId xmlns:a16="http://schemas.microsoft.com/office/drawing/2014/main" id="{B30EEA48-9A05-FE8C-B0AF-406D0100A539}"/>
                </a:ext>
              </a:extLst>
            </p:cNvPr>
            <p:cNvSpPr/>
            <p:nvPr/>
          </p:nvSpPr>
          <p:spPr>
            <a:xfrm>
              <a:off x="624794" y="1828800"/>
              <a:ext cx="7757795" cy="862330"/>
            </a:xfrm>
            <a:custGeom>
              <a:avLst/>
              <a:gdLst/>
              <a:ahLst/>
              <a:cxnLst/>
              <a:rect l="l" t="t" r="r" b="b"/>
              <a:pathLst>
                <a:path w="7757795" h="862330">
                  <a:moveTo>
                    <a:pt x="0" y="0"/>
                  </a:moveTo>
                  <a:lnTo>
                    <a:pt x="7757205" y="0"/>
                  </a:lnTo>
                  <a:lnTo>
                    <a:pt x="7757205" y="862318"/>
                  </a:lnTo>
                  <a:lnTo>
                    <a:pt x="0" y="86231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5E6398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5CD2A4D2-CED5-5B7C-26AA-057CE7D2B55B}"/>
              </a:ext>
            </a:extLst>
          </p:cNvPr>
          <p:cNvSpPr txBox="1"/>
          <p:nvPr/>
        </p:nvSpPr>
        <p:spPr>
          <a:xfrm>
            <a:off x="5849392" y="1981707"/>
            <a:ext cx="963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Verdana"/>
                <a:cs typeface="Verdana"/>
              </a:rPr>
              <a:t>Directory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4" name="object 15">
            <a:extLst>
              <a:ext uri="{FF2B5EF4-FFF2-40B4-BE49-F238E27FC236}">
                <a16:creationId xmlns:a16="http://schemas.microsoft.com/office/drawing/2014/main" id="{341F18B8-E5E5-BE40-0D08-0A459A2FF863}"/>
              </a:ext>
            </a:extLst>
          </p:cNvPr>
          <p:cNvGrpSpPr/>
          <p:nvPr/>
        </p:nvGrpSpPr>
        <p:grpSpPr>
          <a:xfrm>
            <a:off x="4609203" y="2210078"/>
            <a:ext cx="3438229" cy="561340"/>
            <a:chOff x="2781401" y="2109494"/>
            <a:chExt cx="3438229" cy="561340"/>
          </a:xfrm>
        </p:grpSpPr>
        <p:sp>
          <p:nvSpPr>
            <p:cNvPr id="60" name="object 16">
              <a:extLst>
                <a:ext uri="{FF2B5EF4-FFF2-40B4-BE49-F238E27FC236}">
                  <a16:creationId xmlns:a16="http://schemas.microsoft.com/office/drawing/2014/main" id="{E0D4D20D-E54A-6D23-1446-CADE5A541038}"/>
                </a:ext>
              </a:extLst>
            </p:cNvPr>
            <p:cNvSpPr/>
            <p:nvPr/>
          </p:nvSpPr>
          <p:spPr>
            <a:xfrm>
              <a:off x="2787751" y="2390165"/>
              <a:ext cx="2239010" cy="17780"/>
            </a:xfrm>
            <a:custGeom>
              <a:avLst/>
              <a:gdLst/>
              <a:ahLst/>
              <a:cxnLst/>
              <a:rect l="l" t="t" r="r" b="b"/>
              <a:pathLst>
                <a:path w="2239010" h="17780">
                  <a:moveTo>
                    <a:pt x="1097102" y="0"/>
                  </a:moveTo>
                  <a:lnTo>
                    <a:pt x="0" y="0"/>
                  </a:lnTo>
                  <a:lnTo>
                    <a:pt x="0" y="17754"/>
                  </a:lnTo>
                  <a:lnTo>
                    <a:pt x="1097102" y="17754"/>
                  </a:lnTo>
                  <a:lnTo>
                    <a:pt x="1097102" y="0"/>
                  </a:lnTo>
                  <a:close/>
                </a:path>
                <a:path w="2239010" h="17780">
                  <a:moveTo>
                    <a:pt x="2238768" y="0"/>
                  </a:moveTo>
                  <a:lnTo>
                    <a:pt x="1141666" y="0"/>
                  </a:lnTo>
                  <a:lnTo>
                    <a:pt x="1141666" y="17754"/>
                  </a:lnTo>
                  <a:lnTo>
                    <a:pt x="2238768" y="17754"/>
                  </a:lnTo>
                  <a:lnTo>
                    <a:pt x="2238768" y="0"/>
                  </a:lnTo>
                  <a:close/>
                </a:path>
              </a:pathLst>
            </a:custGeom>
            <a:solidFill>
              <a:srgbClr val="D4D5E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1" name="object 17">
              <a:extLst>
                <a:ext uri="{FF2B5EF4-FFF2-40B4-BE49-F238E27FC236}">
                  <a16:creationId xmlns:a16="http://schemas.microsoft.com/office/drawing/2014/main" id="{31A865D8-1A81-B1CD-6608-BF431182A692}"/>
                </a:ext>
              </a:extLst>
            </p:cNvPr>
            <p:cNvSpPr/>
            <p:nvPr/>
          </p:nvSpPr>
          <p:spPr>
            <a:xfrm>
              <a:off x="3929421" y="2109494"/>
              <a:ext cx="1141730" cy="24130"/>
            </a:xfrm>
            <a:custGeom>
              <a:avLst/>
              <a:gdLst/>
              <a:ahLst/>
              <a:cxnLst/>
              <a:rect l="l" t="t" r="r" b="b"/>
              <a:pathLst>
                <a:path w="1141729" h="24130">
                  <a:moveTo>
                    <a:pt x="0" y="0"/>
                  </a:moveTo>
                  <a:lnTo>
                    <a:pt x="0" y="24105"/>
                  </a:lnTo>
                </a:path>
                <a:path w="1141729" h="24130">
                  <a:moveTo>
                    <a:pt x="1141665" y="0"/>
                  </a:moveTo>
                  <a:lnTo>
                    <a:pt x="1141665" y="2410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2" name="object 18">
              <a:extLst>
                <a:ext uri="{FF2B5EF4-FFF2-40B4-BE49-F238E27FC236}">
                  <a16:creationId xmlns:a16="http://schemas.microsoft.com/office/drawing/2014/main" id="{4012B1C4-83E2-58E5-9BC9-71DDBE42F58B}"/>
                </a:ext>
              </a:extLst>
            </p:cNvPr>
            <p:cNvSpPr/>
            <p:nvPr/>
          </p:nvSpPr>
          <p:spPr>
            <a:xfrm>
              <a:off x="2781401" y="2371115"/>
              <a:ext cx="3437890" cy="36830"/>
            </a:xfrm>
            <a:custGeom>
              <a:avLst/>
              <a:gdLst/>
              <a:ahLst/>
              <a:cxnLst/>
              <a:rect l="l" t="t" r="r" b="b"/>
              <a:pathLst>
                <a:path w="3437890" h="36830">
                  <a:moveTo>
                    <a:pt x="1103452" y="0"/>
                  </a:moveTo>
                  <a:lnTo>
                    <a:pt x="0" y="0"/>
                  </a:lnTo>
                  <a:lnTo>
                    <a:pt x="0" y="36804"/>
                  </a:lnTo>
                  <a:lnTo>
                    <a:pt x="1103452" y="36804"/>
                  </a:lnTo>
                  <a:lnTo>
                    <a:pt x="1103452" y="0"/>
                  </a:lnTo>
                  <a:close/>
                </a:path>
                <a:path w="3437890" h="36830">
                  <a:moveTo>
                    <a:pt x="3437699" y="0"/>
                  </a:moveTo>
                  <a:lnTo>
                    <a:pt x="3386785" y="0"/>
                  </a:lnTo>
                  <a:lnTo>
                    <a:pt x="3386785" y="36804"/>
                  </a:lnTo>
                  <a:lnTo>
                    <a:pt x="3437699" y="36804"/>
                  </a:lnTo>
                  <a:lnTo>
                    <a:pt x="343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3" name="object 19">
              <a:extLst>
                <a:ext uri="{FF2B5EF4-FFF2-40B4-BE49-F238E27FC236}">
                  <a16:creationId xmlns:a16="http://schemas.microsoft.com/office/drawing/2014/main" id="{E954F69D-BFD7-D83A-DE9D-4960466FC267}"/>
                </a:ext>
              </a:extLst>
            </p:cNvPr>
            <p:cNvSpPr/>
            <p:nvPr/>
          </p:nvSpPr>
          <p:spPr>
            <a:xfrm>
              <a:off x="2781406" y="2399042"/>
              <a:ext cx="2245360" cy="0"/>
            </a:xfrm>
            <a:custGeom>
              <a:avLst/>
              <a:gdLst/>
              <a:ahLst/>
              <a:cxnLst/>
              <a:rect l="l" t="t" r="r" b="b"/>
              <a:pathLst>
                <a:path w="2245360">
                  <a:moveTo>
                    <a:pt x="0" y="0"/>
                  </a:moveTo>
                  <a:lnTo>
                    <a:pt x="2245123" y="0"/>
                  </a:lnTo>
                </a:path>
              </a:pathLst>
            </a:custGeom>
            <a:ln w="17755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4" name="object 20">
              <a:extLst>
                <a:ext uri="{FF2B5EF4-FFF2-40B4-BE49-F238E27FC236}">
                  <a16:creationId xmlns:a16="http://schemas.microsoft.com/office/drawing/2014/main" id="{EDD6DA3B-95DB-8771-46B0-35ED14FF195F}"/>
                </a:ext>
              </a:extLst>
            </p:cNvPr>
            <p:cNvSpPr/>
            <p:nvPr/>
          </p:nvSpPr>
          <p:spPr>
            <a:xfrm>
              <a:off x="6168186" y="2390165"/>
              <a:ext cx="51435" cy="36195"/>
            </a:xfrm>
            <a:custGeom>
              <a:avLst/>
              <a:gdLst/>
              <a:ahLst/>
              <a:cxnLst/>
              <a:rect l="l" t="t" r="r" b="b"/>
              <a:pathLst>
                <a:path w="51435" h="36194">
                  <a:moveTo>
                    <a:pt x="50914" y="18402"/>
                  </a:moveTo>
                  <a:lnTo>
                    <a:pt x="0" y="18402"/>
                  </a:lnTo>
                  <a:lnTo>
                    <a:pt x="0" y="36169"/>
                  </a:lnTo>
                  <a:lnTo>
                    <a:pt x="50914" y="36169"/>
                  </a:lnTo>
                  <a:lnTo>
                    <a:pt x="50914" y="18402"/>
                  </a:lnTo>
                  <a:close/>
                </a:path>
                <a:path w="51435" h="36194">
                  <a:moveTo>
                    <a:pt x="50914" y="0"/>
                  </a:moveTo>
                  <a:lnTo>
                    <a:pt x="0" y="0"/>
                  </a:lnTo>
                  <a:lnTo>
                    <a:pt x="0" y="17754"/>
                  </a:lnTo>
                  <a:lnTo>
                    <a:pt x="50914" y="17754"/>
                  </a:lnTo>
                  <a:lnTo>
                    <a:pt x="509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5" name="object 21">
              <a:extLst>
                <a:ext uri="{FF2B5EF4-FFF2-40B4-BE49-F238E27FC236}">
                  <a16:creationId xmlns:a16="http://schemas.microsoft.com/office/drawing/2014/main" id="{61F084EB-3011-7D63-E564-336CD7B827E5}"/>
                </a:ext>
              </a:extLst>
            </p:cNvPr>
            <p:cNvSpPr/>
            <p:nvPr/>
          </p:nvSpPr>
          <p:spPr>
            <a:xfrm>
              <a:off x="2787756" y="2109494"/>
              <a:ext cx="0" cy="24130"/>
            </a:xfrm>
            <a:custGeom>
              <a:avLst/>
              <a:gdLst/>
              <a:ahLst/>
              <a:cxnLst/>
              <a:rect l="l" t="t" r="r" b="b"/>
              <a:pathLst>
                <a:path h="24130">
                  <a:moveTo>
                    <a:pt x="0" y="0"/>
                  </a:moveTo>
                  <a:lnTo>
                    <a:pt x="0" y="2410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6" name="object 22">
              <a:extLst>
                <a:ext uri="{FF2B5EF4-FFF2-40B4-BE49-F238E27FC236}">
                  <a16:creationId xmlns:a16="http://schemas.microsoft.com/office/drawing/2014/main" id="{D09DBC3D-FB80-793F-E778-0C2C1D9A98D7}"/>
                </a:ext>
              </a:extLst>
            </p:cNvPr>
            <p:cNvSpPr/>
            <p:nvPr/>
          </p:nvSpPr>
          <p:spPr>
            <a:xfrm>
              <a:off x="2781406" y="2109494"/>
              <a:ext cx="3437890" cy="561340"/>
            </a:xfrm>
            <a:custGeom>
              <a:avLst/>
              <a:gdLst/>
              <a:ahLst/>
              <a:cxnLst/>
              <a:rect l="l" t="t" r="r" b="b"/>
              <a:pathLst>
                <a:path w="3437890" h="561339">
                  <a:moveTo>
                    <a:pt x="3431345" y="0"/>
                  </a:moveTo>
                  <a:lnTo>
                    <a:pt x="3431345" y="561340"/>
                  </a:lnTo>
                </a:path>
                <a:path w="3437890" h="561339">
                  <a:moveTo>
                    <a:pt x="0" y="6350"/>
                  </a:moveTo>
                  <a:lnTo>
                    <a:pt x="3437695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7" name="object 23">
              <a:extLst>
                <a:ext uri="{FF2B5EF4-FFF2-40B4-BE49-F238E27FC236}">
                  <a16:creationId xmlns:a16="http://schemas.microsoft.com/office/drawing/2014/main" id="{0FC10CC0-EA78-F032-FA80-A3D5341A95B7}"/>
                </a:ext>
              </a:extLst>
            </p:cNvPr>
            <p:cNvSpPr/>
            <p:nvPr/>
          </p:nvSpPr>
          <p:spPr>
            <a:xfrm>
              <a:off x="6168195" y="2664484"/>
              <a:ext cx="51435" cy="0"/>
            </a:xfrm>
            <a:custGeom>
              <a:avLst/>
              <a:gdLst/>
              <a:ahLst/>
              <a:cxnLst/>
              <a:rect l="l" t="t" r="r" b="b"/>
              <a:pathLst>
                <a:path w="51435">
                  <a:moveTo>
                    <a:pt x="0" y="0"/>
                  </a:moveTo>
                  <a:lnTo>
                    <a:pt x="5090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5" name="object 24">
            <a:extLst>
              <a:ext uri="{FF2B5EF4-FFF2-40B4-BE49-F238E27FC236}">
                <a16:creationId xmlns:a16="http://schemas.microsoft.com/office/drawing/2014/main" id="{407235CB-6031-77D0-5C9E-F4DD64DE836F}"/>
              </a:ext>
            </a:extLst>
          </p:cNvPr>
          <p:cNvSpPr txBox="1"/>
          <p:nvPr/>
        </p:nvSpPr>
        <p:spPr>
          <a:xfrm>
            <a:off x="5030815" y="2260797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25">
            <a:extLst>
              <a:ext uri="{FF2B5EF4-FFF2-40B4-BE49-F238E27FC236}">
                <a16:creationId xmlns:a16="http://schemas.microsoft.com/office/drawing/2014/main" id="{F86B7A46-BCFF-2D81-F8E4-CEFB06D7D553}"/>
              </a:ext>
            </a:extLst>
          </p:cNvPr>
          <p:cNvSpPr txBox="1"/>
          <p:nvPr/>
        </p:nvSpPr>
        <p:spPr>
          <a:xfrm>
            <a:off x="6102630" y="2260797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26">
            <a:extLst>
              <a:ext uri="{FF2B5EF4-FFF2-40B4-BE49-F238E27FC236}">
                <a16:creationId xmlns:a16="http://schemas.microsoft.com/office/drawing/2014/main" id="{62C4598F-EFFD-12DA-B5CE-E6E92C21A700}"/>
              </a:ext>
            </a:extLst>
          </p:cNvPr>
          <p:cNvSpPr txBox="1"/>
          <p:nvPr/>
        </p:nvSpPr>
        <p:spPr>
          <a:xfrm>
            <a:off x="7138727" y="2260797"/>
            <a:ext cx="66230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Sha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rers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27">
            <a:extLst>
              <a:ext uri="{FF2B5EF4-FFF2-40B4-BE49-F238E27FC236}">
                <a16:creationId xmlns:a16="http://schemas.microsoft.com/office/drawing/2014/main" id="{3C9BEA9E-CEE0-4A61-7339-88AF7B4A1199}"/>
              </a:ext>
            </a:extLst>
          </p:cNvPr>
          <p:cNvSpPr txBox="1"/>
          <p:nvPr/>
        </p:nvSpPr>
        <p:spPr>
          <a:xfrm>
            <a:off x="5104402" y="4487387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032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6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19" name="table">
            <a:extLst>
              <a:ext uri="{FF2B5EF4-FFF2-40B4-BE49-F238E27FC236}">
                <a16:creationId xmlns:a16="http://schemas.microsoft.com/office/drawing/2014/main" id="{470DFE07-CB4C-5B25-3B52-138AF3614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702" y="3422928"/>
            <a:ext cx="2430144" cy="916908"/>
          </a:xfrm>
          <a:prstGeom prst="rect">
            <a:avLst/>
          </a:prstGeom>
        </p:spPr>
      </p:pic>
      <p:sp>
        <p:nvSpPr>
          <p:cNvPr id="20" name="object 29">
            <a:extLst>
              <a:ext uri="{FF2B5EF4-FFF2-40B4-BE49-F238E27FC236}">
                <a16:creationId xmlns:a16="http://schemas.microsoft.com/office/drawing/2014/main" id="{C22EB84E-B960-8B0A-F44B-74690084ED1E}"/>
              </a:ext>
            </a:extLst>
          </p:cNvPr>
          <p:cNvSpPr txBox="1"/>
          <p:nvPr/>
        </p:nvSpPr>
        <p:spPr>
          <a:xfrm>
            <a:off x="7771400" y="4492475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21" name="table">
            <a:extLst>
              <a:ext uri="{FF2B5EF4-FFF2-40B4-BE49-F238E27FC236}">
                <a16:creationId xmlns:a16="http://schemas.microsoft.com/office/drawing/2014/main" id="{80D6CD7B-0B18-AA43-5F2A-3402AD393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700" y="3428014"/>
            <a:ext cx="2430144" cy="916908"/>
          </a:xfrm>
          <a:prstGeom prst="rect">
            <a:avLst/>
          </a:prstGeom>
        </p:spPr>
      </p:pic>
      <p:sp>
        <p:nvSpPr>
          <p:cNvPr id="22" name="object 31">
            <a:extLst>
              <a:ext uri="{FF2B5EF4-FFF2-40B4-BE49-F238E27FC236}">
                <a16:creationId xmlns:a16="http://schemas.microsoft.com/office/drawing/2014/main" id="{4D9D108C-0387-F449-0D86-09FD41E3FD95}"/>
              </a:ext>
            </a:extLst>
          </p:cNvPr>
          <p:cNvSpPr txBox="1"/>
          <p:nvPr/>
        </p:nvSpPr>
        <p:spPr>
          <a:xfrm>
            <a:off x="3201941" y="5083555"/>
            <a:ext cx="1121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LD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0xA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23" name="object 32">
            <a:extLst>
              <a:ext uri="{FF2B5EF4-FFF2-40B4-BE49-F238E27FC236}">
                <a16:creationId xmlns:a16="http://schemas.microsoft.com/office/drawing/2014/main" id="{B7FF6074-4826-569B-A6F6-700714D96E95}"/>
              </a:ext>
            </a:extLst>
          </p:cNvPr>
          <p:cNvGrpSpPr/>
          <p:nvPr/>
        </p:nvGrpSpPr>
        <p:grpSpPr>
          <a:xfrm>
            <a:off x="2742202" y="5129784"/>
            <a:ext cx="304800" cy="304800"/>
            <a:chOff x="914400" y="5029200"/>
            <a:chExt cx="304800" cy="304800"/>
          </a:xfrm>
        </p:grpSpPr>
        <p:sp>
          <p:nvSpPr>
            <p:cNvPr id="58" name="object 33">
              <a:extLst>
                <a:ext uri="{FF2B5EF4-FFF2-40B4-BE49-F238E27FC236}">
                  <a16:creationId xmlns:a16="http://schemas.microsoft.com/office/drawing/2014/main" id="{CA364620-1DD9-4AC3-B37E-A3374536CE34}"/>
                </a:ext>
              </a:extLst>
            </p:cNvPr>
            <p:cNvSpPr/>
            <p:nvPr/>
          </p:nvSpPr>
          <p:spPr>
            <a:xfrm>
              <a:off x="914400" y="5029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9" name="object 34">
              <a:extLst>
                <a:ext uri="{FF2B5EF4-FFF2-40B4-BE49-F238E27FC236}">
                  <a16:creationId xmlns:a16="http://schemas.microsoft.com/office/drawing/2014/main" id="{9EC9B625-15F7-D8DB-618E-F7483F4DF2DE}"/>
                </a:ext>
              </a:extLst>
            </p:cNvPr>
            <p:cNvSpPr/>
            <p:nvPr/>
          </p:nvSpPr>
          <p:spPr>
            <a:xfrm>
              <a:off x="914400" y="5029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4" name="object 35">
            <a:extLst>
              <a:ext uri="{FF2B5EF4-FFF2-40B4-BE49-F238E27FC236}">
                <a16:creationId xmlns:a16="http://schemas.microsoft.com/office/drawing/2014/main" id="{BDA0CDDA-DDC7-5B02-C76F-0879100F3709}"/>
              </a:ext>
            </a:extLst>
          </p:cNvPr>
          <p:cNvSpPr txBox="1"/>
          <p:nvPr/>
        </p:nvSpPr>
        <p:spPr>
          <a:xfrm>
            <a:off x="2791414" y="5116068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36">
            <a:extLst>
              <a:ext uri="{FF2B5EF4-FFF2-40B4-BE49-F238E27FC236}">
                <a16:creationId xmlns:a16="http://schemas.microsoft.com/office/drawing/2014/main" id="{FA47E1AA-3625-555B-5292-CED510A5070B}"/>
              </a:ext>
            </a:extLst>
          </p:cNvPr>
          <p:cNvSpPr txBox="1"/>
          <p:nvPr/>
        </p:nvSpPr>
        <p:spPr>
          <a:xfrm>
            <a:off x="2683531" y="3864045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37">
            <a:extLst>
              <a:ext uri="{FF2B5EF4-FFF2-40B4-BE49-F238E27FC236}">
                <a16:creationId xmlns:a16="http://schemas.microsoft.com/office/drawing/2014/main" id="{703DE036-5E0B-C789-4299-FF678FB18A7A}"/>
              </a:ext>
            </a:extLst>
          </p:cNvPr>
          <p:cNvSpPr txBox="1"/>
          <p:nvPr/>
        </p:nvSpPr>
        <p:spPr>
          <a:xfrm>
            <a:off x="3417092" y="3864045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38">
            <a:extLst>
              <a:ext uri="{FF2B5EF4-FFF2-40B4-BE49-F238E27FC236}">
                <a16:creationId xmlns:a16="http://schemas.microsoft.com/office/drawing/2014/main" id="{15CF3F1D-8298-41D3-9D03-C673A2509B9F}"/>
              </a:ext>
            </a:extLst>
          </p:cNvPr>
          <p:cNvSpPr txBox="1"/>
          <p:nvPr/>
        </p:nvSpPr>
        <p:spPr>
          <a:xfrm>
            <a:off x="4245903" y="3864045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39">
            <a:extLst>
              <a:ext uri="{FF2B5EF4-FFF2-40B4-BE49-F238E27FC236}">
                <a16:creationId xmlns:a16="http://schemas.microsoft.com/office/drawing/2014/main" id="{F2FC621E-03CD-5987-806D-0C6A5A4445BC}"/>
              </a:ext>
            </a:extLst>
          </p:cNvPr>
          <p:cNvSpPr txBox="1"/>
          <p:nvPr/>
        </p:nvSpPr>
        <p:spPr>
          <a:xfrm>
            <a:off x="2693056" y="4138365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40">
            <a:extLst>
              <a:ext uri="{FF2B5EF4-FFF2-40B4-BE49-F238E27FC236}">
                <a16:creationId xmlns:a16="http://schemas.microsoft.com/office/drawing/2014/main" id="{A7F044D8-E604-D6C1-0DDE-CAB02A278C7B}"/>
              </a:ext>
            </a:extLst>
          </p:cNvPr>
          <p:cNvSpPr txBox="1"/>
          <p:nvPr/>
        </p:nvSpPr>
        <p:spPr>
          <a:xfrm>
            <a:off x="3461861" y="4138365"/>
            <a:ext cx="36195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latin typeface="Verdana"/>
                <a:cs typeface="Verdana"/>
              </a:rPr>
              <a:t>I</a:t>
            </a:r>
            <a:r>
              <a:rPr sz="1200" spc="5" dirty="0">
                <a:latin typeface="Verdana"/>
                <a:cs typeface="Verdana"/>
              </a:rPr>
              <a:t>-&gt;S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30" name="table">
            <a:extLst>
              <a:ext uri="{FF2B5EF4-FFF2-40B4-BE49-F238E27FC236}">
                <a16:creationId xmlns:a16="http://schemas.microsoft.com/office/drawing/2014/main" id="{92E09E06-2C16-4EDA-9C3C-8AE94C708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702" y="3428014"/>
            <a:ext cx="2426969" cy="931513"/>
          </a:xfrm>
          <a:prstGeom prst="rect">
            <a:avLst/>
          </a:prstGeom>
        </p:spPr>
      </p:pic>
      <p:sp>
        <p:nvSpPr>
          <p:cNvPr id="31" name="object 42">
            <a:extLst>
              <a:ext uri="{FF2B5EF4-FFF2-40B4-BE49-F238E27FC236}">
                <a16:creationId xmlns:a16="http://schemas.microsoft.com/office/drawing/2014/main" id="{3F199802-1E68-1781-2A89-E9B962EDA45E}"/>
              </a:ext>
            </a:extLst>
          </p:cNvPr>
          <p:cNvSpPr/>
          <p:nvPr/>
        </p:nvSpPr>
        <p:spPr>
          <a:xfrm>
            <a:off x="3653164" y="2774332"/>
            <a:ext cx="1680210" cy="675640"/>
          </a:xfrm>
          <a:custGeom>
            <a:avLst/>
            <a:gdLst/>
            <a:ahLst/>
            <a:cxnLst/>
            <a:rect l="l" t="t" r="r" b="b"/>
            <a:pathLst>
              <a:path w="1680210" h="675639">
                <a:moveTo>
                  <a:pt x="1625954" y="28015"/>
                </a:moveTo>
                <a:lnTo>
                  <a:pt x="0" y="657499"/>
                </a:lnTo>
                <a:lnTo>
                  <a:pt x="6877" y="675264"/>
                </a:lnTo>
                <a:lnTo>
                  <a:pt x="1632833" y="45780"/>
                </a:lnTo>
                <a:lnTo>
                  <a:pt x="1644620" y="31003"/>
                </a:lnTo>
                <a:lnTo>
                  <a:pt x="1625954" y="28015"/>
                </a:lnTo>
                <a:close/>
              </a:path>
              <a:path w="1680210" h="675639">
                <a:moveTo>
                  <a:pt x="1667023" y="15295"/>
                </a:moveTo>
                <a:lnTo>
                  <a:pt x="1658810" y="15295"/>
                </a:lnTo>
                <a:lnTo>
                  <a:pt x="1665687" y="33060"/>
                </a:lnTo>
                <a:lnTo>
                  <a:pt x="1632833" y="45780"/>
                </a:lnTo>
                <a:lnTo>
                  <a:pt x="1596510" y="91312"/>
                </a:lnTo>
                <a:lnTo>
                  <a:pt x="1597185" y="97306"/>
                </a:lnTo>
                <a:lnTo>
                  <a:pt x="1605410" y="103866"/>
                </a:lnTo>
                <a:lnTo>
                  <a:pt x="1611403" y="103192"/>
                </a:lnTo>
                <a:lnTo>
                  <a:pt x="1679878" y="17353"/>
                </a:lnTo>
                <a:lnTo>
                  <a:pt x="1667023" y="15295"/>
                </a:lnTo>
                <a:close/>
              </a:path>
              <a:path w="1680210" h="675639">
                <a:moveTo>
                  <a:pt x="1644620" y="31003"/>
                </a:moveTo>
                <a:lnTo>
                  <a:pt x="1632833" y="45780"/>
                </a:lnTo>
                <a:lnTo>
                  <a:pt x="1664336" y="33583"/>
                </a:lnTo>
                <a:lnTo>
                  <a:pt x="1660744" y="33583"/>
                </a:lnTo>
                <a:lnTo>
                  <a:pt x="1644620" y="31003"/>
                </a:lnTo>
                <a:close/>
              </a:path>
              <a:path w="1680210" h="675639">
                <a:moveTo>
                  <a:pt x="1654803" y="18238"/>
                </a:moveTo>
                <a:lnTo>
                  <a:pt x="1644620" y="31003"/>
                </a:lnTo>
                <a:lnTo>
                  <a:pt x="1660744" y="33583"/>
                </a:lnTo>
                <a:lnTo>
                  <a:pt x="1654803" y="18238"/>
                </a:lnTo>
                <a:close/>
              </a:path>
              <a:path w="1680210" h="675639">
                <a:moveTo>
                  <a:pt x="1659949" y="18238"/>
                </a:moveTo>
                <a:lnTo>
                  <a:pt x="1654803" y="18238"/>
                </a:lnTo>
                <a:lnTo>
                  <a:pt x="1660744" y="33583"/>
                </a:lnTo>
                <a:lnTo>
                  <a:pt x="1664336" y="33583"/>
                </a:lnTo>
                <a:lnTo>
                  <a:pt x="1665687" y="33060"/>
                </a:lnTo>
                <a:lnTo>
                  <a:pt x="1659949" y="18238"/>
                </a:lnTo>
                <a:close/>
              </a:path>
              <a:path w="1680210" h="675639">
                <a:moveTo>
                  <a:pt x="1658810" y="15295"/>
                </a:moveTo>
                <a:lnTo>
                  <a:pt x="1625954" y="28015"/>
                </a:lnTo>
                <a:lnTo>
                  <a:pt x="1644620" y="31003"/>
                </a:lnTo>
                <a:lnTo>
                  <a:pt x="1654803" y="18238"/>
                </a:lnTo>
                <a:lnTo>
                  <a:pt x="1659949" y="18238"/>
                </a:lnTo>
                <a:lnTo>
                  <a:pt x="1658810" y="15295"/>
                </a:lnTo>
                <a:close/>
              </a:path>
              <a:path w="1680210" h="675639">
                <a:moveTo>
                  <a:pt x="1571452" y="0"/>
                </a:moveTo>
                <a:lnTo>
                  <a:pt x="1566567" y="3536"/>
                </a:lnTo>
                <a:lnTo>
                  <a:pt x="1564905" y="13925"/>
                </a:lnTo>
                <a:lnTo>
                  <a:pt x="1568442" y="18811"/>
                </a:lnTo>
                <a:lnTo>
                  <a:pt x="1625954" y="28015"/>
                </a:lnTo>
                <a:lnTo>
                  <a:pt x="1658810" y="15295"/>
                </a:lnTo>
                <a:lnTo>
                  <a:pt x="1667023" y="15295"/>
                </a:lnTo>
                <a:lnTo>
                  <a:pt x="1571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pSp>
        <p:nvGrpSpPr>
          <p:cNvPr id="32" name="object 43">
            <a:extLst>
              <a:ext uri="{FF2B5EF4-FFF2-40B4-BE49-F238E27FC236}">
                <a16:creationId xmlns:a16="http://schemas.microsoft.com/office/drawing/2014/main" id="{C5B5BA56-2A08-5FB7-333D-A59972CFD911}"/>
              </a:ext>
            </a:extLst>
          </p:cNvPr>
          <p:cNvGrpSpPr/>
          <p:nvPr/>
        </p:nvGrpSpPr>
        <p:grpSpPr>
          <a:xfrm>
            <a:off x="1980202" y="2919984"/>
            <a:ext cx="304800" cy="304800"/>
            <a:chOff x="152400" y="2819400"/>
            <a:chExt cx="304800" cy="304800"/>
          </a:xfrm>
        </p:grpSpPr>
        <p:sp>
          <p:nvSpPr>
            <p:cNvPr id="56" name="object 44">
              <a:extLst>
                <a:ext uri="{FF2B5EF4-FFF2-40B4-BE49-F238E27FC236}">
                  <a16:creationId xmlns:a16="http://schemas.microsoft.com/office/drawing/2014/main" id="{B4218CC0-CFC7-4AA4-C87A-5E7FAA005472}"/>
                </a:ext>
              </a:extLst>
            </p:cNvPr>
            <p:cNvSpPr/>
            <p:nvPr/>
          </p:nvSpPr>
          <p:spPr>
            <a:xfrm>
              <a:off x="152400" y="2819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7" name="object 45">
              <a:extLst>
                <a:ext uri="{FF2B5EF4-FFF2-40B4-BE49-F238E27FC236}">
                  <a16:creationId xmlns:a16="http://schemas.microsoft.com/office/drawing/2014/main" id="{FE144ACB-521A-76E7-B025-AA5F1FC61151}"/>
                </a:ext>
              </a:extLst>
            </p:cNvPr>
            <p:cNvSpPr/>
            <p:nvPr/>
          </p:nvSpPr>
          <p:spPr>
            <a:xfrm>
              <a:off x="152400" y="2819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3" name="object 46">
            <a:extLst>
              <a:ext uri="{FF2B5EF4-FFF2-40B4-BE49-F238E27FC236}">
                <a16:creationId xmlns:a16="http://schemas.microsoft.com/office/drawing/2014/main" id="{EDEB7B98-8E72-F85C-A69B-F34370BD59D9}"/>
              </a:ext>
            </a:extLst>
          </p:cNvPr>
          <p:cNvSpPr txBox="1"/>
          <p:nvPr/>
        </p:nvSpPr>
        <p:spPr>
          <a:xfrm>
            <a:off x="2029414" y="2906268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4" name="object 47">
            <a:extLst>
              <a:ext uri="{FF2B5EF4-FFF2-40B4-BE49-F238E27FC236}">
                <a16:creationId xmlns:a16="http://schemas.microsoft.com/office/drawing/2014/main" id="{A4DFB9D7-B897-D76D-28AB-0FDA0541501E}"/>
              </a:ext>
            </a:extLst>
          </p:cNvPr>
          <p:cNvSpPr txBox="1"/>
          <p:nvPr/>
        </p:nvSpPr>
        <p:spPr>
          <a:xfrm>
            <a:off x="2439942" y="2876804"/>
            <a:ext cx="16948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Verdana"/>
                <a:cs typeface="Verdana"/>
              </a:rPr>
              <a:t>ShReq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0xA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5" name="object 48">
            <a:extLst>
              <a:ext uri="{FF2B5EF4-FFF2-40B4-BE49-F238E27FC236}">
                <a16:creationId xmlns:a16="http://schemas.microsoft.com/office/drawing/2014/main" id="{205B70C1-A34D-8D2C-A163-69465F0486F6}"/>
              </a:ext>
            </a:extLst>
          </p:cNvPr>
          <p:cNvGrpSpPr/>
          <p:nvPr/>
        </p:nvGrpSpPr>
        <p:grpSpPr>
          <a:xfrm>
            <a:off x="4564652" y="2227834"/>
            <a:ext cx="3437890" cy="561340"/>
            <a:chOff x="2736850" y="2127250"/>
            <a:chExt cx="3437890" cy="561340"/>
          </a:xfrm>
        </p:grpSpPr>
        <p:sp>
          <p:nvSpPr>
            <p:cNvPr id="53" name="object 49">
              <a:extLst>
                <a:ext uri="{FF2B5EF4-FFF2-40B4-BE49-F238E27FC236}">
                  <a16:creationId xmlns:a16="http://schemas.microsoft.com/office/drawing/2014/main" id="{27A5FA29-E72B-B7D9-0869-40C0004127E8}"/>
                </a:ext>
              </a:extLst>
            </p:cNvPr>
            <p:cNvSpPr/>
            <p:nvPr/>
          </p:nvSpPr>
          <p:spPr>
            <a:xfrm>
              <a:off x="3884865" y="2127250"/>
              <a:ext cx="1141730" cy="561340"/>
            </a:xfrm>
            <a:custGeom>
              <a:avLst/>
              <a:gdLst/>
              <a:ahLst/>
              <a:cxnLst/>
              <a:rect l="l" t="t" r="r" b="b"/>
              <a:pathLst>
                <a:path w="1141729" h="561339">
                  <a:moveTo>
                    <a:pt x="0" y="0"/>
                  </a:moveTo>
                  <a:lnTo>
                    <a:pt x="0" y="561340"/>
                  </a:lnTo>
                </a:path>
                <a:path w="1141729" h="561339">
                  <a:moveTo>
                    <a:pt x="1141665" y="0"/>
                  </a:moveTo>
                  <a:lnTo>
                    <a:pt x="1141665" y="5613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4" name="object 50">
              <a:extLst>
                <a:ext uri="{FF2B5EF4-FFF2-40B4-BE49-F238E27FC236}">
                  <a16:creationId xmlns:a16="http://schemas.microsoft.com/office/drawing/2014/main" id="{A5C62353-8979-0E60-74B2-074102500D6F}"/>
                </a:ext>
              </a:extLst>
            </p:cNvPr>
            <p:cNvSpPr/>
            <p:nvPr/>
          </p:nvSpPr>
          <p:spPr>
            <a:xfrm>
              <a:off x="2736850" y="2407920"/>
              <a:ext cx="3437890" cy="0"/>
            </a:xfrm>
            <a:custGeom>
              <a:avLst/>
              <a:gdLst/>
              <a:ahLst/>
              <a:cxnLst/>
              <a:rect l="l" t="t" r="r" b="b"/>
              <a:pathLst>
                <a:path w="3437890">
                  <a:moveTo>
                    <a:pt x="0" y="0"/>
                  </a:moveTo>
                  <a:lnTo>
                    <a:pt x="343769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5" name="object 51">
              <a:extLst>
                <a:ext uri="{FF2B5EF4-FFF2-40B4-BE49-F238E27FC236}">
                  <a16:creationId xmlns:a16="http://schemas.microsoft.com/office/drawing/2014/main" id="{66C90ED5-FEBB-7BF3-4883-3DA4558648B5}"/>
                </a:ext>
              </a:extLst>
            </p:cNvPr>
            <p:cNvSpPr/>
            <p:nvPr/>
          </p:nvSpPr>
          <p:spPr>
            <a:xfrm>
              <a:off x="2736850" y="2127250"/>
              <a:ext cx="3437890" cy="561340"/>
            </a:xfrm>
            <a:custGeom>
              <a:avLst/>
              <a:gdLst/>
              <a:ahLst/>
              <a:cxnLst/>
              <a:rect l="l" t="t" r="r" b="b"/>
              <a:pathLst>
                <a:path w="3437890" h="561339">
                  <a:moveTo>
                    <a:pt x="6350" y="0"/>
                  </a:moveTo>
                  <a:lnTo>
                    <a:pt x="6350" y="561340"/>
                  </a:lnTo>
                </a:path>
                <a:path w="3437890" h="561339">
                  <a:moveTo>
                    <a:pt x="3431345" y="0"/>
                  </a:moveTo>
                  <a:lnTo>
                    <a:pt x="3431345" y="561340"/>
                  </a:lnTo>
                </a:path>
                <a:path w="3437890" h="561339">
                  <a:moveTo>
                    <a:pt x="0" y="6350"/>
                  </a:moveTo>
                  <a:lnTo>
                    <a:pt x="3437695" y="6350"/>
                  </a:lnTo>
                </a:path>
                <a:path w="3437890" h="561339">
                  <a:moveTo>
                    <a:pt x="0" y="554990"/>
                  </a:moveTo>
                  <a:lnTo>
                    <a:pt x="3437695" y="55499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6" name="object 52">
            <a:extLst>
              <a:ext uri="{FF2B5EF4-FFF2-40B4-BE49-F238E27FC236}">
                <a16:creationId xmlns:a16="http://schemas.microsoft.com/office/drawing/2014/main" id="{77D22F0C-7DE8-DBCA-F78D-56C1B701F21A}"/>
              </a:ext>
            </a:extLst>
          </p:cNvPr>
          <p:cNvSpPr txBox="1"/>
          <p:nvPr/>
        </p:nvSpPr>
        <p:spPr>
          <a:xfrm>
            <a:off x="4577352" y="2231656"/>
            <a:ext cx="1129030" cy="24892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48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Tag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7" name="object 53">
            <a:extLst>
              <a:ext uri="{FF2B5EF4-FFF2-40B4-BE49-F238E27FC236}">
                <a16:creationId xmlns:a16="http://schemas.microsoft.com/office/drawing/2014/main" id="{9CADA5B3-D704-FFDB-305A-C686132BBDCE}"/>
              </a:ext>
            </a:extLst>
          </p:cNvPr>
          <p:cNvSpPr txBox="1"/>
          <p:nvPr/>
        </p:nvSpPr>
        <p:spPr>
          <a:xfrm>
            <a:off x="5719017" y="2231656"/>
            <a:ext cx="1129030" cy="25781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48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455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State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8" name="object 54">
            <a:extLst>
              <a:ext uri="{FF2B5EF4-FFF2-40B4-BE49-F238E27FC236}">
                <a16:creationId xmlns:a16="http://schemas.microsoft.com/office/drawing/2014/main" id="{46A45110-4AD2-BBAC-91DE-BE7FEF657344}"/>
              </a:ext>
            </a:extLst>
          </p:cNvPr>
          <p:cNvSpPr txBox="1"/>
          <p:nvPr/>
        </p:nvSpPr>
        <p:spPr>
          <a:xfrm>
            <a:off x="6860682" y="2231656"/>
            <a:ext cx="1151255" cy="25781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48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045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Sharers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55">
            <a:extLst>
              <a:ext uri="{FF2B5EF4-FFF2-40B4-BE49-F238E27FC236}">
                <a16:creationId xmlns:a16="http://schemas.microsoft.com/office/drawing/2014/main" id="{56CB4BD4-7537-0D8A-2860-53B26E615D4F}"/>
              </a:ext>
            </a:extLst>
          </p:cNvPr>
          <p:cNvSpPr txBox="1"/>
          <p:nvPr/>
        </p:nvSpPr>
        <p:spPr>
          <a:xfrm>
            <a:off x="4577352" y="2536432"/>
            <a:ext cx="1129030" cy="24130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177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spc="-5" dirty="0">
                <a:latin typeface="Verdana"/>
                <a:cs typeface="Verdana"/>
              </a:rPr>
              <a:t>0xA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56">
            <a:extLst>
              <a:ext uri="{FF2B5EF4-FFF2-40B4-BE49-F238E27FC236}">
                <a16:creationId xmlns:a16="http://schemas.microsoft.com/office/drawing/2014/main" id="{535F7385-EAE1-904E-1BAB-C4CB38FEFC16}"/>
              </a:ext>
            </a:extLst>
          </p:cNvPr>
          <p:cNvSpPr txBox="1"/>
          <p:nvPr/>
        </p:nvSpPr>
        <p:spPr>
          <a:xfrm>
            <a:off x="5719017" y="2527554"/>
            <a:ext cx="1129030" cy="25019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66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latin typeface="Verdana"/>
                <a:cs typeface="Verdana"/>
              </a:rPr>
              <a:t>Sh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1" name="object 57">
            <a:extLst>
              <a:ext uri="{FF2B5EF4-FFF2-40B4-BE49-F238E27FC236}">
                <a16:creationId xmlns:a16="http://schemas.microsoft.com/office/drawing/2014/main" id="{1C0CBB7F-5380-B5D7-34B7-65893468235D}"/>
              </a:ext>
            </a:extLst>
          </p:cNvPr>
          <p:cNvSpPr txBox="1"/>
          <p:nvPr/>
        </p:nvSpPr>
        <p:spPr>
          <a:xfrm>
            <a:off x="6860682" y="2527554"/>
            <a:ext cx="1151255" cy="25019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66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14604" algn="ctr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latin typeface="Verdana"/>
                <a:cs typeface="Verdana"/>
              </a:rPr>
              <a:t>{0}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2" name="object 58">
            <a:extLst>
              <a:ext uri="{FF2B5EF4-FFF2-40B4-BE49-F238E27FC236}">
                <a16:creationId xmlns:a16="http://schemas.microsoft.com/office/drawing/2014/main" id="{F69BE509-364F-9900-6952-440758D824DD}"/>
              </a:ext>
            </a:extLst>
          </p:cNvPr>
          <p:cNvGrpSpPr/>
          <p:nvPr/>
        </p:nvGrpSpPr>
        <p:grpSpPr>
          <a:xfrm>
            <a:off x="4113751" y="1754771"/>
            <a:ext cx="3180080" cy="1697355"/>
            <a:chOff x="2285949" y="1654187"/>
            <a:chExt cx="3180080" cy="1697355"/>
          </a:xfrm>
        </p:grpSpPr>
        <p:sp>
          <p:nvSpPr>
            <p:cNvPr id="50" name="object 59">
              <a:extLst>
                <a:ext uri="{FF2B5EF4-FFF2-40B4-BE49-F238E27FC236}">
                  <a16:creationId xmlns:a16="http://schemas.microsoft.com/office/drawing/2014/main" id="{39EC352B-7E84-F533-D754-FB66C61EE005}"/>
                </a:ext>
              </a:extLst>
            </p:cNvPr>
            <p:cNvSpPr/>
            <p:nvPr/>
          </p:nvSpPr>
          <p:spPr>
            <a:xfrm>
              <a:off x="2285949" y="1654187"/>
              <a:ext cx="3180080" cy="1697355"/>
            </a:xfrm>
            <a:custGeom>
              <a:avLst/>
              <a:gdLst/>
              <a:ahLst/>
              <a:cxnLst/>
              <a:rect l="l" t="t" r="r" b="b"/>
              <a:pathLst>
                <a:path w="3180079" h="1697354">
                  <a:moveTo>
                    <a:pt x="1603806" y="1045768"/>
                  </a:moveTo>
                  <a:lnTo>
                    <a:pt x="1596694" y="1028103"/>
                  </a:lnTo>
                  <a:lnTo>
                    <a:pt x="46672" y="1651838"/>
                  </a:lnTo>
                  <a:lnTo>
                    <a:pt x="82384" y="1605826"/>
                  </a:lnTo>
                  <a:lnTo>
                    <a:pt x="81635" y="1599844"/>
                  </a:lnTo>
                  <a:lnTo>
                    <a:pt x="73329" y="1593392"/>
                  </a:lnTo>
                  <a:lnTo>
                    <a:pt x="67335" y="1594142"/>
                  </a:lnTo>
                  <a:lnTo>
                    <a:pt x="0" y="1680883"/>
                  </a:lnTo>
                  <a:lnTo>
                    <a:pt x="108648" y="1696796"/>
                  </a:lnTo>
                  <a:lnTo>
                    <a:pt x="113487" y="1693202"/>
                  </a:lnTo>
                  <a:lnTo>
                    <a:pt x="115011" y="1682788"/>
                  </a:lnTo>
                  <a:lnTo>
                    <a:pt x="114922" y="1682661"/>
                  </a:lnTo>
                  <a:lnTo>
                    <a:pt x="111417" y="1677949"/>
                  </a:lnTo>
                  <a:lnTo>
                    <a:pt x="53784" y="1669503"/>
                  </a:lnTo>
                  <a:lnTo>
                    <a:pt x="1603806" y="1045768"/>
                  </a:lnTo>
                  <a:close/>
                </a:path>
                <a:path w="3180079" h="1697354">
                  <a:moveTo>
                    <a:pt x="3179572" y="232219"/>
                  </a:moveTo>
                  <a:lnTo>
                    <a:pt x="3178035" y="226377"/>
                  </a:lnTo>
                  <a:lnTo>
                    <a:pt x="3168954" y="221081"/>
                  </a:lnTo>
                  <a:lnTo>
                    <a:pt x="3163112" y="222618"/>
                  </a:lnTo>
                  <a:lnTo>
                    <a:pt x="3133775" y="272923"/>
                  </a:lnTo>
                  <a:lnTo>
                    <a:pt x="3133775" y="0"/>
                  </a:lnTo>
                  <a:lnTo>
                    <a:pt x="3114725" y="0"/>
                  </a:lnTo>
                  <a:lnTo>
                    <a:pt x="3114725" y="272923"/>
                  </a:lnTo>
                  <a:lnTo>
                    <a:pt x="3085376" y="222618"/>
                  </a:lnTo>
                  <a:lnTo>
                    <a:pt x="3079534" y="221081"/>
                  </a:lnTo>
                  <a:lnTo>
                    <a:pt x="3070453" y="226377"/>
                  </a:lnTo>
                  <a:lnTo>
                    <a:pt x="3068917" y="232219"/>
                  </a:lnTo>
                  <a:lnTo>
                    <a:pt x="3124250" y="327063"/>
                  </a:lnTo>
                  <a:lnTo>
                    <a:pt x="3135274" y="308152"/>
                  </a:lnTo>
                  <a:lnTo>
                    <a:pt x="3179572" y="232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1" name="object 60">
              <a:extLst>
                <a:ext uri="{FF2B5EF4-FFF2-40B4-BE49-F238E27FC236}">
                  <a16:creationId xmlns:a16="http://schemas.microsoft.com/office/drawing/2014/main" id="{5BF5F69A-55C0-3B0B-4FD5-6276C571A369}"/>
                </a:ext>
              </a:extLst>
            </p:cNvPr>
            <p:cNvSpPr/>
            <p:nvPr/>
          </p:nvSpPr>
          <p:spPr>
            <a:xfrm>
              <a:off x="3464064" y="289113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2" name="object 61">
              <a:extLst>
                <a:ext uri="{FF2B5EF4-FFF2-40B4-BE49-F238E27FC236}">
                  <a16:creationId xmlns:a16="http://schemas.microsoft.com/office/drawing/2014/main" id="{59AFE37F-7709-97D7-EBFB-B8A407FAD1CB}"/>
                </a:ext>
              </a:extLst>
            </p:cNvPr>
            <p:cNvSpPr/>
            <p:nvPr/>
          </p:nvSpPr>
          <p:spPr>
            <a:xfrm>
              <a:off x="3464064" y="289113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3" name="object 62">
            <a:extLst>
              <a:ext uri="{FF2B5EF4-FFF2-40B4-BE49-F238E27FC236}">
                <a16:creationId xmlns:a16="http://schemas.microsoft.com/office/drawing/2014/main" id="{8B515995-2381-86E1-E072-9D258373DC86}"/>
              </a:ext>
            </a:extLst>
          </p:cNvPr>
          <p:cNvSpPr txBox="1"/>
          <p:nvPr/>
        </p:nvSpPr>
        <p:spPr>
          <a:xfrm>
            <a:off x="7829213" y="1730755"/>
            <a:ext cx="227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Mem[0xA]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=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3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4" name="object 63">
            <a:extLst>
              <a:ext uri="{FF2B5EF4-FFF2-40B4-BE49-F238E27FC236}">
                <a16:creationId xmlns:a16="http://schemas.microsoft.com/office/drawing/2014/main" id="{A66EBEBF-1B63-815A-EC35-4E79D3553835}"/>
              </a:ext>
            </a:extLst>
          </p:cNvPr>
          <p:cNvSpPr txBox="1"/>
          <p:nvPr/>
        </p:nvSpPr>
        <p:spPr>
          <a:xfrm>
            <a:off x="5341079" y="2979419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5" name="object 64">
            <a:extLst>
              <a:ext uri="{FF2B5EF4-FFF2-40B4-BE49-F238E27FC236}">
                <a16:creationId xmlns:a16="http://schemas.microsoft.com/office/drawing/2014/main" id="{4F58D0EF-C6BF-BCBB-42CF-00EBEA51E54D}"/>
              </a:ext>
            </a:extLst>
          </p:cNvPr>
          <p:cNvSpPr txBox="1"/>
          <p:nvPr/>
        </p:nvSpPr>
        <p:spPr>
          <a:xfrm>
            <a:off x="5751606" y="2949955"/>
            <a:ext cx="319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Verdana"/>
                <a:cs typeface="Verdana"/>
              </a:rPr>
              <a:t>ShResp </a:t>
            </a:r>
            <a:r>
              <a:rPr sz="2400" spc="-5" dirty="0">
                <a:latin typeface="Verdana"/>
                <a:cs typeface="Verdana"/>
              </a:rPr>
              <a:t>0xA,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data=3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6" name="object 65">
            <a:extLst>
              <a:ext uri="{FF2B5EF4-FFF2-40B4-BE49-F238E27FC236}">
                <a16:creationId xmlns:a16="http://schemas.microsoft.com/office/drawing/2014/main" id="{40089D99-435E-1219-ECE6-A2855811D6F6}"/>
              </a:ext>
            </a:extLst>
          </p:cNvPr>
          <p:cNvGrpSpPr/>
          <p:nvPr/>
        </p:nvGrpSpPr>
        <p:grpSpPr>
          <a:xfrm>
            <a:off x="7390402" y="1776984"/>
            <a:ext cx="304800" cy="304800"/>
            <a:chOff x="5562600" y="1676400"/>
            <a:chExt cx="304800" cy="304800"/>
          </a:xfrm>
        </p:grpSpPr>
        <p:sp>
          <p:nvSpPr>
            <p:cNvPr id="48" name="object 66">
              <a:extLst>
                <a:ext uri="{FF2B5EF4-FFF2-40B4-BE49-F238E27FC236}">
                  <a16:creationId xmlns:a16="http://schemas.microsoft.com/office/drawing/2014/main" id="{894A0DAB-E3D1-57CE-1B21-896C139372F0}"/>
                </a:ext>
              </a:extLst>
            </p:cNvPr>
            <p:cNvSpPr/>
            <p:nvPr/>
          </p:nvSpPr>
          <p:spPr>
            <a:xfrm>
              <a:off x="5562600" y="167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9" name="object 67">
              <a:extLst>
                <a:ext uri="{FF2B5EF4-FFF2-40B4-BE49-F238E27FC236}">
                  <a16:creationId xmlns:a16="http://schemas.microsoft.com/office/drawing/2014/main" id="{BC1EB14E-24E2-5371-8481-39E3E877AB6C}"/>
                </a:ext>
              </a:extLst>
            </p:cNvPr>
            <p:cNvSpPr/>
            <p:nvPr/>
          </p:nvSpPr>
          <p:spPr>
            <a:xfrm>
              <a:off x="5562600" y="167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7" name="object 68">
            <a:extLst>
              <a:ext uri="{FF2B5EF4-FFF2-40B4-BE49-F238E27FC236}">
                <a16:creationId xmlns:a16="http://schemas.microsoft.com/office/drawing/2014/main" id="{594FD3AB-187C-8D11-0EAB-D713C7BA6818}"/>
              </a:ext>
            </a:extLst>
          </p:cNvPr>
          <p:cNvSpPr txBox="1"/>
          <p:nvPr/>
        </p:nvSpPr>
        <p:spPr>
          <a:xfrm>
            <a:off x="7439614" y="1763268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87672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E011-0753-BD09-D2E5-DFC43D5F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</a:t>
            </a:r>
            <a:r>
              <a:rPr lang="en-US" dirty="0" err="1"/>
              <a:t>Contd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58A0C-74A0-127D-2036-54338B08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75289-FDE8-49FE-E146-11A20EC8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32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98DAC9F-7C2C-3D08-4312-615C1EBF5BE4}"/>
              </a:ext>
            </a:extLst>
          </p:cNvPr>
          <p:cNvSpPr txBox="1"/>
          <p:nvPr/>
        </p:nvSpPr>
        <p:spPr>
          <a:xfrm>
            <a:off x="2016079" y="4530575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4528FB27-A892-73C0-7E56-77A7DE2CF2F3}"/>
              </a:ext>
            </a:extLst>
          </p:cNvPr>
          <p:cNvGrpSpPr/>
          <p:nvPr/>
        </p:nvGrpSpPr>
        <p:grpSpPr>
          <a:xfrm>
            <a:off x="2014266" y="1434084"/>
            <a:ext cx="7776209" cy="443865"/>
            <a:chOff x="607787" y="1295400"/>
            <a:chExt cx="7776209" cy="443865"/>
          </a:xfrm>
        </p:grpSpPr>
        <p:sp>
          <p:nvSpPr>
            <p:cNvPr id="71" name="object 5">
              <a:extLst>
                <a:ext uri="{FF2B5EF4-FFF2-40B4-BE49-F238E27FC236}">
                  <a16:creationId xmlns:a16="http://schemas.microsoft.com/office/drawing/2014/main" id="{FEB59DAA-A102-3F86-6447-910C276297CB}"/>
                </a:ext>
              </a:extLst>
            </p:cNvPr>
            <p:cNvSpPr/>
            <p:nvPr/>
          </p:nvSpPr>
          <p:spPr>
            <a:xfrm>
              <a:off x="607787" y="1295400"/>
              <a:ext cx="7776209" cy="443865"/>
            </a:xfrm>
            <a:custGeom>
              <a:avLst/>
              <a:gdLst/>
              <a:ahLst/>
              <a:cxnLst/>
              <a:rect l="l" t="t" r="r" b="b"/>
              <a:pathLst>
                <a:path w="7776209" h="443864">
                  <a:moveTo>
                    <a:pt x="7775662" y="0"/>
                  </a:moveTo>
                  <a:lnTo>
                    <a:pt x="0" y="0"/>
                  </a:lnTo>
                  <a:lnTo>
                    <a:pt x="0" y="443345"/>
                  </a:lnTo>
                  <a:lnTo>
                    <a:pt x="7775662" y="443345"/>
                  </a:lnTo>
                  <a:lnTo>
                    <a:pt x="7775662" y="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2" name="object 6">
              <a:extLst>
                <a:ext uri="{FF2B5EF4-FFF2-40B4-BE49-F238E27FC236}">
                  <a16:creationId xmlns:a16="http://schemas.microsoft.com/office/drawing/2014/main" id="{80E54B42-D756-2545-53B1-1C90A86F15ED}"/>
                </a:ext>
              </a:extLst>
            </p:cNvPr>
            <p:cNvSpPr/>
            <p:nvPr/>
          </p:nvSpPr>
          <p:spPr>
            <a:xfrm>
              <a:off x="607787" y="1295400"/>
              <a:ext cx="7776209" cy="443865"/>
            </a:xfrm>
            <a:custGeom>
              <a:avLst/>
              <a:gdLst/>
              <a:ahLst/>
              <a:cxnLst/>
              <a:rect l="l" t="t" r="r" b="b"/>
              <a:pathLst>
                <a:path w="7776209" h="443864">
                  <a:moveTo>
                    <a:pt x="0" y="0"/>
                  </a:moveTo>
                  <a:lnTo>
                    <a:pt x="7775662" y="0"/>
                  </a:lnTo>
                  <a:lnTo>
                    <a:pt x="7775662" y="443345"/>
                  </a:lnTo>
                  <a:lnTo>
                    <a:pt x="0" y="44334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64A72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087DB6B8-E657-EEBE-68C9-C27E123E6FB1}"/>
              </a:ext>
            </a:extLst>
          </p:cNvPr>
          <p:cNvSpPr txBox="1"/>
          <p:nvPr/>
        </p:nvSpPr>
        <p:spPr>
          <a:xfrm>
            <a:off x="5033734" y="1490472"/>
            <a:ext cx="237415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r>
              <a:rPr lang="en-US" sz="2000" spc="-5" dirty="0">
                <a:solidFill>
                  <a:srgbClr val="FFFFFF"/>
                </a:solidFill>
                <a:latin typeface="Verdana"/>
                <a:cs typeface="Verdana"/>
              </a:rPr>
              <a:t>/LLC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14155BBA-3F12-6508-54E0-C01CA0005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379" y="3466114"/>
            <a:ext cx="2430144" cy="916908"/>
          </a:xfrm>
          <a:prstGeom prst="rect">
            <a:avLst/>
          </a:prstGeom>
        </p:spPr>
      </p:pic>
      <p:grpSp>
        <p:nvGrpSpPr>
          <p:cNvPr id="10" name="object 9">
            <a:extLst>
              <a:ext uri="{FF2B5EF4-FFF2-40B4-BE49-F238E27FC236}">
                <a16:creationId xmlns:a16="http://schemas.microsoft.com/office/drawing/2014/main" id="{05626535-AC01-B3F2-0CD1-EA4EFDF81E52}"/>
              </a:ext>
            </a:extLst>
          </p:cNvPr>
          <p:cNvGrpSpPr/>
          <p:nvPr/>
        </p:nvGrpSpPr>
        <p:grpSpPr>
          <a:xfrm>
            <a:off x="2031273" y="1967484"/>
            <a:ext cx="7757795" cy="862330"/>
            <a:chOff x="624794" y="1828800"/>
            <a:chExt cx="7757795" cy="862330"/>
          </a:xfrm>
        </p:grpSpPr>
        <p:sp>
          <p:nvSpPr>
            <p:cNvPr id="69" name="object 10">
              <a:extLst>
                <a:ext uri="{FF2B5EF4-FFF2-40B4-BE49-F238E27FC236}">
                  <a16:creationId xmlns:a16="http://schemas.microsoft.com/office/drawing/2014/main" id="{8F7F1798-74E5-3B22-186A-74E12ABB8E16}"/>
                </a:ext>
              </a:extLst>
            </p:cNvPr>
            <p:cNvSpPr/>
            <p:nvPr/>
          </p:nvSpPr>
          <p:spPr>
            <a:xfrm>
              <a:off x="624794" y="1828800"/>
              <a:ext cx="7757795" cy="862330"/>
            </a:xfrm>
            <a:custGeom>
              <a:avLst/>
              <a:gdLst/>
              <a:ahLst/>
              <a:cxnLst/>
              <a:rect l="l" t="t" r="r" b="b"/>
              <a:pathLst>
                <a:path w="7757795" h="862330">
                  <a:moveTo>
                    <a:pt x="7757205" y="0"/>
                  </a:moveTo>
                  <a:lnTo>
                    <a:pt x="0" y="0"/>
                  </a:lnTo>
                  <a:lnTo>
                    <a:pt x="0" y="862318"/>
                  </a:lnTo>
                  <a:lnTo>
                    <a:pt x="7757205" y="862318"/>
                  </a:lnTo>
                  <a:lnTo>
                    <a:pt x="7757205" y="0"/>
                  </a:lnTo>
                  <a:close/>
                </a:path>
              </a:pathLst>
            </a:custGeom>
            <a:solidFill>
              <a:srgbClr val="BEC0D7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0" name="object 11">
              <a:extLst>
                <a:ext uri="{FF2B5EF4-FFF2-40B4-BE49-F238E27FC236}">
                  <a16:creationId xmlns:a16="http://schemas.microsoft.com/office/drawing/2014/main" id="{29167B56-3116-0365-F42C-85E4C60D8493}"/>
                </a:ext>
              </a:extLst>
            </p:cNvPr>
            <p:cNvSpPr/>
            <p:nvPr/>
          </p:nvSpPr>
          <p:spPr>
            <a:xfrm>
              <a:off x="624794" y="1828800"/>
              <a:ext cx="7757795" cy="862330"/>
            </a:xfrm>
            <a:custGeom>
              <a:avLst/>
              <a:gdLst/>
              <a:ahLst/>
              <a:cxnLst/>
              <a:rect l="l" t="t" r="r" b="b"/>
              <a:pathLst>
                <a:path w="7757795" h="862330">
                  <a:moveTo>
                    <a:pt x="0" y="0"/>
                  </a:moveTo>
                  <a:lnTo>
                    <a:pt x="7757205" y="0"/>
                  </a:lnTo>
                  <a:lnTo>
                    <a:pt x="7757205" y="862318"/>
                  </a:lnTo>
                  <a:lnTo>
                    <a:pt x="0" y="86231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5E6398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1" name="object 12">
            <a:extLst>
              <a:ext uri="{FF2B5EF4-FFF2-40B4-BE49-F238E27FC236}">
                <a16:creationId xmlns:a16="http://schemas.microsoft.com/office/drawing/2014/main" id="{D51A7F62-FC1D-A3E2-C41D-908111F81B9A}"/>
              </a:ext>
            </a:extLst>
          </p:cNvPr>
          <p:cNvSpPr txBox="1"/>
          <p:nvPr/>
        </p:nvSpPr>
        <p:spPr>
          <a:xfrm>
            <a:off x="5428069" y="2019807"/>
            <a:ext cx="963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Verdana"/>
                <a:cs typeface="Verdana"/>
              </a:rPr>
              <a:t>Directory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2" name="object 13">
            <a:extLst>
              <a:ext uri="{FF2B5EF4-FFF2-40B4-BE49-F238E27FC236}">
                <a16:creationId xmlns:a16="http://schemas.microsoft.com/office/drawing/2014/main" id="{82F060F2-FEB9-73EC-4958-BDF7ABA59BB6}"/>
              </a:ext>
            </a:extLst>
          </p:cNvPr>
          <p:cNvGrpSpPr/>
          <p:nvPr/>
        </p:nvGrpSpPr>
        <p:grpSpPr>
          <a:xfrm>
            <a:off x="4187885" y="2248178"/>
            <a:ext cx="3437890" cy="561340"/>
            <a:chOff x="2781406" y="2109494"/>
            <a:chExt cx="3437890" cy="561340"/>
          </a:xfrm>
        </p:grpSpPr>
        <p:sp>
          <p:nvSpPr>
            <p:cNvPr id="63" name="object 14">
              <a:extLst>
                <a:ext uri="{FF2B5EF4-FFF2-40B4-BE49-F238E27FC236}">
                  <a16:creationId xmlns:a16="http://schemas.microsoft.com/office/drawing/2014/main" id="{80FD0D6A-ED6B-BD4B-68C6-66C1CE1C28DC}"/>
                </a:ext>
              </a:extLst>
            </p:cNvPr>
            <p:cNvSpPr/>
            <p:nvPr/>
          </p:nvSpPr>
          <p:spPr>
            <a:xfrm>
              <a:off x="3929421" y="2109494"/>
              <a:ext cx="1141730" cy="561340"/>
            </a:xfrm>
            <a:custGeom>
              <a:avLst/>
              <a:gdLst/>
              <a:ahLst/>
              <a:cxnLst/>
              <a:rect l="l" t="t" r="r" b="b"/>
              <a:pathLst>
                <a:path w="1141729" h="561339">
                  <a:moveTo>
                    <a:pt x="0" y="0"/>
                  </a:moveTo>
                  <a:lnTo>
                    <a:pt x="0" y="561340"/>
                  </a:lnTo>
                </a:path>
                <a:path w="1141729" h="561339">
                  <a:moveTo>
                    <a:pt x="1141665" y="0"/>
                  </a:moveTo>
                  <a:lnTo>
                    <a:pt x="1141665" y="5613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4" name="object 15">
              <a:extLst>
                <a:ext uri="{FF2B5EF4-FFF2-40B4-BE49-F238E27FC236}">
                  <a16:creationId xmlns:a16="http://schemas.microsoft.com/office/drawing/2014/main" id="{2A949B27-DAF1-ADAC-6A97-47C68BE69288}"/>
                </a:ext>
              </a:extLst>
            </p:cNvPr>
            <p:cNvSpPr/>
            <p:nvPr/>
          </p:nvSpPr>
          <p:spPr>
            <a:xfrm>
              <a:off x="2781406" y="2371114"/>
              <a:ext cx="1149350" cy="27940"/>
            </a:xfrm>
            <a:custGeom>
              <a:avLst/>
              <a:gdLst/>
              <a:ahLst/>
              <a:cxnLst/>
              <a:rect l="l" t="t" r="r" b="b"/>
              <a:pathLst>
                <a:path w="1149350" h="27939">
                  <a:moveTo>
                    <a:pt x="0" y="27927"/>
                  </a:moveTo>
                  <a:lnTo>
                    <a:pt x="1148736" y="27927"/>
                  </a:lnTo>
                  <a:lnTo>
                    <a:pt x="1148736" y="0"/>
                  </a:lnTo>
                  <a:lnTo>
                    <a:pt x="0" y="0"/>
                  </a:lnTo>
                  <a:lnTo>
                    <a:pt x="0" y="27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5" name="object 16">
              <a:extLst>
                <a:ext uri="{FF2B5EF4-FFF2-40B4-BE49-F238E27FC236}">
                  <a16:creationId xmlns:a16="http://schemas.microsoft.com/office/drawing/2014/main" id="{12AA24FD-5B38-2E2E-7188-4215184467C4}"/>
                </a:ext>
              </a:extLst>
            </p:cNvPr>
            <p:cNvSpPr/>
            <p:nvPr/>
          </p:nvSpPr>
          <p:spPr>
            <a:xfrm>
              <a:off x="2781406" y="2390164"/>
              <a:ext cx="3435350" cy="8890"/>
            </a:xfrm>
            <a:custGeom>
              <a:avLst/>
              <a:gdLst/>
              <a:ahLst/>
              <a:cxnLst/>
              <a:rect l="l" t="t" r="r" b="b"/>
              <a:pathLst>
                <a:path w="3435350" h="8889">
                  <a:moveTo>
                    <a:pt x="0" y="4438"/>
                  </a:moveTo>
                  <a:lnTo>
                    <a:pt x="2290400" y="4438"/>
                  </a:lnTo>
                </a:path>
                <a:path w="3435350" h="8889">
                  <a:moveTo>
                    <a:pt x="3434880" y="0"/>
                  </a:moveTo>
                  <a:lnTo>
                    <a:pt x="3434880" y="8877"/>
                  </a:lnTo>
                </a:path>
              </a:pathLst>
            </a:custGeom>
            <a:ln w="8877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6" name="object 17">
              <a:extLst>
                <a:ext uri="{FF2B5EF4-FFF2-40B4-BE49-F238E27FC236}">
                  <a16:creationId xmlns:a16="http://schemas.microsoft.com/office/drawing/2014/main" id="{3C64AC94-384B-8089-0BDB-F4785B0D4E7B}"/>
                </a:ext>
              </a:extLst>
            </p:cNvPr>
            <p:cNvSpPr/>
            <p:nvPr/>
          </p:nvSpPr>
          <p:spPr>
            <a:xfrm>
              <a:off x="2784942" y="2404127"/>
              <a:ext cx="0" cy="8890"/>
            </a:xfrm>
            <a:custGeom>
              <a:avLst/>
              <a:gdLst/>
              <a:ahLst/>
              <a:cxnLst/>
              <a:rect l="l" t="t" r="r" b="b"/>
              <a:pathLst>
                <a:path h="8889">
                  <a:moveTo>
                    <a:pt x="0" y="0"/>
                  </a:moveTo>
                  <a:lnTo>
                    <a:pt x="0" y="8877"/>
                  </a:lnTo>
                </a:path>
              </a:pathLst>
            </a:custGeom>
            <a:ln w="7071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7" name="object 18">
              <a:extLst>
                <a:ext uri="{FF2B5EF4-FFF2-40B4-BE49-F238E27FC236}">
                  <a16:creationId xmlns:a16="http://schemas.microsoft.com/office/drawing/2014/main" id="{3CDCA745-DB94-2B0C-5A5A-418EB72E3798}"/>
                </a:ext>
              </a:extLst>
            </p:cNvPr>
            <p:cNvSpPr/>
            <p:nvPr/>
          </p:nvSpPr>
          <p:spPr>
            <a:xfrm>
              <a:off x="2781406" y="2109494"/>
              <a:ext cx="3437890" cy="561340"/>
            </a:xfrm>
            <a:custGeom>
              <a:avLst/>
              <a:gdLst/>
              <a:ahLst/>
              <a:cxnLst/>
              <a:rect l="l" t="t" r="r" b="b"/>
              <a:pathLst>
                <a:path w="3437890" h="561339">
                  <a:moveTo>
                    <a:pt x="6350" y="0"/>
                  </a:moveTo>
                  <a:lnTo>
                    <a:pt x="6350" y="561340"/>
                  </a:lnTo>
                </a:path>
                <a:path w="3437890" h="561339">
                  <a:moveTo>
                    <a:pt x="3431345" y="0"/>
                  </a:moveTo>
                  <a:lnTo>
                    <a:pt x="3431345" y="561340"/>
                  </a:lnTo>
                </a:path>
                <a:path w="3437890" h="561339">
                  <a:moveTo>
                    <a:pt x="0" y="6350"/>
                  </a:moveTo>
                  <a:lnTo>
                    <a:pt x="3437695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8" name="object 19">
              <a:extLst>
                <a:ext uri="{FF2B5EF4-FFF2-40B4-BE49-F238E27FC236}">
                  <a16:creationId xmlns:a16="http://schemas.microsoft.com/office/drawing/2014/main" id="{2146270E-2017-C9F6-390F-FA55EAD3C30D}"/>
                </a:ext>
              </a:extLst>
            </p:cNvPr>
            <p:cNvSpPr/>
            <p:nvPr/>
          </p:nvSpPr>
          <p:spPr>
            <a:xfrm>
              <a:off x="2784942" y="26581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700"/>
                  </a:lnTo>
                </a:path>
              </a:pathLst>
            </a:custGeom>
            <a:ln w="7071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3" name="object 20">
            <a:extLst>
              <a:ext uri="{FF2B5EF4-FFF2-40B4-BE49-F238E27FC236}">
                <a16:creationId xmlns:a16="http://schemas.microsoft.com/office/drawing/2014/main" id="{2B30FAB3-06C8-E7DC-0981-B6DABA3BF972}"/>
              </a:ext>
            </a:extLst>
          </p:cNvPr>
          <p:cNvSpPr txBox="1"/>
          <p:nvPr/>
        </p:nvSpPr>
        <p:spPr>
          <a:xfrm>
            <a:off x="4609492" y="2298897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E5F1807E-29D7-E5C8-00D2-A48DAAFAC615}"/>
              </a:ext>
            </a:extLst>
          </p:cNvPr>
          <p:cNvSpPr txBox="1"/>
          <p:nvPr/>
        </p:nvSpPr>
        <p:spPr>
          <a:xfrm>
            <a:off x="5681307" y="2298897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E1D35F3D-8F74-4786-DE03-2729ADF39D87}"/>
              </a:ext>
            </a:extLst>
          </p:cNvPr>
          <p:cNvSpPr txBox="1"/>
          <p:nvPr/>
        </p:nvSpPr>
        <p:spPr>
          <a:xfrm>
            <a:off x="6717404" y="2298897"/>
            <a:ext cx="66230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Sha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rers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CCB79257-0A18-78A8-C653-E9AE420F9C2C}"/>
              </a:ext>
            </a:extLst>
          </p:cNvPr>
          <p:cNvSpPr txBox="1"/>
          <p:nvPr/>
        </p:nvSpPr>
        <p:spPr>
          <a:xfrm>
            <a:off x="4619017" y="2573217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70C4854-ABB9-4F85-8C1A-57AEFC8E1D84}"/>
              </a:ext>
            </a:extLst>
          </p:cNvPr>
          <p:cNvSpPr txBox="1"/>
          <p:nvPr/>
        </p:nvSpPr>
        <p:spPr>
          <a:xfrm>
            <a:off x="5805926" y="2573217"/>
            <a:ext cx="20193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Sh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D8A4C61-058E-8FE0-FF74-D972351FB3AC}"/>
              </a:ext>
            </a:extLst>
          </p:cNvPr>
          <p:cNvSpPr txBox="1"/>
          <p:nvPr/>
        </p:nvSpPr>
        <p:spPr>
          <a:xfrm>
            <a:off x="6903141" y="2573217"/>
            <a:ext cx="29083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{</a:t>
            </a: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26">
            <a:extLst>
              <a:ext uri="{FF2B5EF4-FFF2-40B4-BE49-F238E27FC236}">
                <a16:creationId xmlns:a16="http://schemas.microsoft.com/office/drawing/2014/main" id="{7C861993-39CC-5627-AD21-F071115F57E1}"/>
              </a:ext>
            </a:extLst>
          </p:cNvPr>
          <p:cNvSpPr txBox="1"/>
          <p:nvPr/>
        </p:nvSpPr>
        <p:spPr>
          <a:xfrm>
            <a:off x="4683079" y="4525487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032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6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20" name="table">
            <a:extLst>
              <a:ext uri="{FF2B5EF4-FFF2-40B4-BE49-F238E27FC236}">
                <a16:creationId xmlns:a16="http://schemas.microsoft.com/office/drawing/2014/main" id="{4DC1B025-D084-9E16-DDF3-4EEE03EE4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9" y="3461028"/>
            <a:ext cx="2430144" cy="916908"/>
          </a:xfrm>
          <a:prstGeom prst="rect">
            <a:avLst/>
          </a:prstGeom>
        </p:spPr>
      </p:pic>
      <p:sp>
        <p:nvSpPr>
          <p:cNvPr id="21" name="object 28">
            <a:extLst>
              <a:ext uri="{FF2B5EF4-FFF2-40B4-BE49-F238E27FC236}">
                <a16:creationId xmlns:a16="http://schemas.microsoft.com/office/drawing/2014/main" id="{9A7F9CA1-CE81-A981-BFA9-5086F7A5C589}"/>
              </a:ext>
            </a:extLst>
          </p:cNvPr>
          <p:cNvSpPr txBox="1"/>
          <p:nvPr/>
        </p:nvSpPr>
        <p:spPr>
          <a:xfrm>
            <a:off x="7350077" y="4530575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3627EDB6-1A06-BE81-ABFE-744A7BC088DB}"/>
              </a:ext>
            </a:extLst>
          </p:cNvPr>
          <p:cNvSpPr txBox="1"/>
          <p:nvPr/>
        </p:nvSpPr>
        <p:spPr>
          <a:xfrm>
            <a:off x="7611402" y="3874713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3E7DD0B0-64EF-36D0-6E71-57489574D12A}"/>
              </a:ext>
            </a:extLst>
          </p:cNvPr>
          <p:cNvSpPr txBox="1"/>
          <p:nvPr/>
        </p:nvSpPr>
        <p:spPr>
          <a:xfrm>
            <a:off x="8344964" y="3874713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31">
            <a:extLst>
              <a:ext uri="{FF2B5EF4-FFF2-40B4-BE49-F238E27FC236}">
                <a16:creationId xmlns:a16="http://schemas.microsoft.com/office/drawing/2014/main" id="{3F3CC6DD-BD73-5217-DFDA-1EF4D7253F4C}"/>
              </a:ext>
            </a:extLst>
          </p:cNvPr>
          <p:cNvSpPr txBox="1"/>
          <p:nvPr/>
        </p:nvSpPr>
        <p:spPr>
          <a:xfrm>
            <a:off x="9173774" y="3874713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32">
            <a:extLst>
              <a:ext uri="{FF2B5EF4-FFF2-40B4-BE49-F238E27FC236}">
                <a16:creationId xmlns:a16="http://schemas.microsoft.com/office/drawing/2014/main" id="{0BF22675-E313-F594-D370-8A1C0E212278}"/>
              </a:ext>
            </a:extLst>
          </p:cNvPr>
          <p:cNvSpPr txBox="1"/>
          <p:nvPr/>
        </p:nvSpPr>
        <p:spPr>
          <a:xfrm>
            <a:off x="8114619" y="5045455"/>
            <a:ext cx="1121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LD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0xA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26" name="object 33">
            <a:extLst>
              <a:ext uri="{FF2B5EF4-FFF2-40B4-BE49-F238E27FC236}">
                <a16:creationId xmlns:a16="http://schemas.microsoft.com/office/drawing/2014/main" id="{8A622FAC-ACDB-EA94-6356-0E184EEC2342}"/>
              </a:ext>
            </a:extLst>
          </p:cNvPr>
          <p:cNvGrpSpPr/>
          <p:nvPr/>
        </p:nvGrpSpPr>
        <p:grpSpPr>
          <a:xfrm>
            <a:off x="7654879" y="5091684"/>
            <a:ext cx="304800" cy="304800"/>
            <a:chOff x="6248400" y="4953000"/>
            <a:chExt cx="304800" cy="304800"/>
          </a:xfrm>
        </p:grpSpPr>
        <p:sp>
          <p:nvSpPr>
            <p:cNvPr id="61" name="object 34">
              <a:extLst>
                <a:ext uri="{FF2B5EF4-FFF2-40B4-BE49-F238E27FC236}">
                  <a16:creationId xmlns:a16="http://schemas.microsoft.com/office/drawing/2014/main" id="{5FF82A91-5331-C837-D0F4-7A712488B1B9}"/>
                </a:ext>
              </a:extLst>
            </p:cNvPr>
            <p:cNvSpPr/>
            <p:nvPr/>
          </p:nvSpPr>
          <p:spPr>
            <a:xfrm>
              <a:off x="62484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2" name="object 35">
              <a:extLst>
                <a:ext uri="{FF2B5EF4-FFF2-40B4-BE49-F238E27FC236}">
                  <a16:creationId xmlns:a16="http://schemas.microsoft.com/office/drawing/2014/main" id="{149CC635-C331-7995-79E9-F678232058EA}"/>
                </a:ext>
              </a:extLst>
            </p:cNvPr>
            <p:cNvSpPr/>
            <p:nvPr/>
          </p:nvSpPr>
          <p:spPr>
            <a:xfrm>
              <a:off x="62484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7" name="object 36">
            <a:extLst>
              <a:ext uri="{FF2B5EF4-FFF2-40B4-BE49-F238E27FC236}">
                <a16:creationId xmlns:a16="http://schemas.microsoft.com/office/drawing/2014/main" id="{82C2F589-5B7A-80F0-9AC2-9A3A48E01766}"/>
              </a:ext>
            </a:extLst>
          </p:cNvPr>
          <p:cNvSpPr txBox="1"/>
          <p:nvPr/>
        </p:nvSpPr>
        <p:spPr>
          <a:xfrm>
            <a:off x="7704091" y="5077968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37">
            <a:extLst>
              <a:ext uri="{FF2B5EF4-FFF2-40B4-BE49-F238E27FC236}">
                <a16:creationId xmlns:a16="http://schemas.microsoft.com/office/drawing/2014/main" id="{28517001-8C84-969E-97B2-6AA3598794E7}"/>
              </a:ext>
            </a:extLst>
          </p:cNvPr>
          <p:cNvSpPr txBox="1"/>
          <p:nvPr/>
        </p:nvSpPr>
        <p:spPr>
          <a:xfrm>
            <a:off x="7616947" y="3874713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38">
            <a:extLst>
              <a:ext uri="{FF2B5EF4-FFF2-40B4-BE49-F238E27FC236}">
                <a16:creationId xmlns:a16="http://schemas.microsoft.com/office/drawing/2014/main" id="{23832C09-AA52-6FB5-1717-AE7D0A3034E7}"/>
              </a:ext>
            </a:extLst>
          </p:cNvPr>
          <p:cNvSpPr txBox="1"/>
          <p:nvPr/>
        </p:nvSpPr>
        <p:spPr>
          <a:xfrm>
            <a:off x="8350508" y="3874713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9">
            <a:extLst>
              <a:ext uri="{FF2B5EF4-FFF2-40B4-BE49-F238E27FC236}">
                <a16:creationId xmlns:a16="http://schemas.microsoft.com/office/drawing/2014/main" id="{C6C07AE0-0156-2F4C-E695-AEA25EC7010E}"/>
              </a:ext>
            </a:extLst>
          </p:cNvPr>
          <p:cNvSpPr txBox="1"/>
          <p:nvPr/>
        </p:nvSpPr>
        <p:spPr>
          <a:xfrm>
            <a:off x="9179320" y="3874713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40">
            <a:extLst>
              <a:ext uri="{FF2B5EF4-FFF2-40B4-BE49-F238E27FC236}">
                <a16:creationId xmlns:a16="http://schemas.microsoft.com/office/drawing/2014/main" id="{166B6C3C-CE80-A07F-893C-80BCAD097008}"/>
              </a:ext>
            </a:extLst>
          </p:cNvPr>
          <p:cNvSpPr txBox="1"/>
          <p:nvPr/>
        </p:nvSpPr>
        <p:spPr>
          <a:xfrm>
            <a:off x="7626472" y="4149033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41">
            <a:extLst>
              <a:ext uri="{FF2B5EF4-FFF2-40B4-BE49-F238E27FC236}">
                <a16:creationId xmlns:a16="http://schemas.microsoft.com/office/drawing/2014/main" id="{1B454E19-5B5E-FA5D-294A-4B730AADC052}"/>
              </a:ext>
            </a:extLst>
          </p:cNvPr>
          <p:cNvSpPr txBox="1"/>
          <p:nvPr/>
        </p:nvSpPr>
        <p:spPr>
          <a:xfrm>
            <a:off x="8395277" y="4149033"/>
            <a:ext cx="36195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latin typeface="Verdana"/>
                <a:cs typeface="Verdana"/>
              </a:rPr>
              <a:t>I</a:t>
            </a:r>
            <a:r>
              <a:rPr sz="1200" spc="5" dirty="0">
                <a:latin typeface="Verdana"/>
                <a:cs typeface="Verdana"/>
              </a:rPr>
              <a:t>-&gt;S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33" name="table">
            <a:extLst>
              <a:ext uri="{FF2B5EF4-FFF2-40B4-BE49-F238E27FC236}">
                <a16:creationId xmlns:a16="http://schemas.microsoft.com/office/drawing/2014/main" id="{051696F4-BCA6-9CBD-BEDC-D5F4048C4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150" y="3478814"/>
            <a:ext cx="2428239" cy="913080"/>
          </a:xfrm>
          <a:prstGeom prst="rect">
            <a:avLst/>
          </a:prstGeom>
        </p:spPr>
      </p:pic>
      <p:grpSp>
        <p:nvGrpSpPr>
          <p:cNvPr id="34" name="object 43">
            <a:extLst>
              <a:ext uri="{FF2B5EF4-FFF2-40B4-BE49-F238E27FC236}">
                <a16:creationId xmlns:a16="http://schemas.microsoft.com/office/drawing/2014/main" id="{1698E3D8-DAB1-B2B3-9474-361CA1704F93}"/>
              </a:ext>
            </a:extLst>
          </p:cNvPr>
          <p:cNvGrpSpPr/>
          <p:nvPr/>
        </p:nvGrpSpPr>
        <p:grpSpPr>
          <a:xfrm>
            <a:off x="6969038" y="2814163"/>
            <a:ext cx="1604010" cy="673735"/>
            <a:chOff x="5562559" y="2675479"/>
            <a:chExt cx="1604010" cy="673735"/>
          </a:xfrm>
        </p:grpSpPr>
        <p:sp>
          <p:nvSpPr>
            <p:cNvPr id="58" name="object 44">
              <a:extLst>
                <a:ext uri="{FF2B5EF4-FFF2-40B4-BE49-F238E27FC236}">
                  <a16:creationId xmlns:a16="http://schemas.microsoft.com/office/drawing/2014/main" id="{00712C26-69B1-79F9-8889-F12FACBA24C2}"/>
                </a:ext>
              </a:extLst>
            </p:cNvPr>
            <p:cNvSpPr/>
            <p:nvPr/>
          </p:nvSpPr>
          <p:spPr>
            <a:xfrm>
              <a:off x="5562559" y="2675479"/>
              <a:ext cx="1604010" cy="673735"/>
            </a:xfrm>
            <a:custGeom>
              <a:avLst/>
              <a:gdLst/>
              <a:ahLst/>
              <a:cxnLst/>
              <a:rect l="l" t="t" r="r" b="b"/>
              <a:pathLst>
                <a:path w="1604009" h="673735">
                  <a:moveTo>
                    <a:pt x="53745" y="27142"/>
                  </a:moveTo>
                  <a:lnTo>
                    <a:pt x="35034" y="29832"/>
                  </a:lnTo>
                  <a:lnTo>
                    <a:pt x="46585" y="44795"/>
                  </a:lnTo>
                  <a:lnTo>
                    <a:pt x="1596660" y="673477"/>
                  </a:lnTo>
                  <a:lnTo>
                    <a:pt x="1603820" y="655824"/>
                  </a:lnTo>
                  <a:lnTo>
                    <a:pt x="53745" y="27142"/>
                  </a:lnTo>
                  <a:close/>
                </a:path>
                <a:path w="1604009" h="673735">
                  <a:moveTo>
                    <a:pt x="108689" y="0"/>
                  </a:moveTo>
                  <a:lnTo>
                    <a:pt x="0" y="15622"/>
                  </a:lnTo>
                  <a:lnTo>
                    <a:pt x="67099" y="102542"/>
                  </a:lnTo>
                  <a:lnTo>
                    <a:pt x="73080" y="103311"/>
                  </a:lnTo>
                  <a:lnTo>
                    <a:pt x="81408" y="96883"/>
                  </a:lnTo>
                  <a:lnTo>
                    <a:pt x="82177" y="90901"/>
                  </a:lnTo>
                  <a:lnTo>
                    <a:pt x="46585" y="44795"/>
                  </a:lnTo>
                  <a:lnTo>
                    <a:pt x="13925" y="31549"/>
                  </a:lnTo>
                  <a:lnTo>
                    <a:pt x="21085" y="13896"/>
                  </a:lnTo>
                  <a:lnTo>
                    <a:pt x="114994" y="13896"/>
                  </a:lnTo>
                  <a:lnTo>
                    <a:pt x="113516" y="3613"/>
                  </a:lnTo>
                  <a:lnTo>
                    <a:pt x="108689" y="0"/>
                  </a:lnTo>
                  <a:close/>
                </a:path>
                <a:path w="1604009" h="673735">
                  <a:moveTo>
                    <a:pt x="21085" y="13896"/>
                  </a:moveTo>
                  <a:lnTo>
                    <a:pt x="13925" y="31549"/>
                  </a:lnTo>
                  <a:lnTo>
                    <a:pt x="46585" y="44795"/>
                  </a:lnTo>
                  <a:lnTo>
                    <a:pt x="36827" y="32155"/>
                  </a:lnTo>
                  <a:lnTo>
                    <a:pt x="18872" y="32155"/>
                  </a:lnTo>
                  <a:lnTo>
                    <a:pt x="25057" y="16907"/>
                  </a:lnTo>
                  <a:lnTo>
                    <a:pt x="28510" y="16907"/>
                  </a:lnTo>
                  <a:lnTo>
                    <a:pt x="21085" y="13896"/>
                  </a:lnTo>
                  <a:close/>
                </a:path>
                <a:path w="1604009" h="673735">
                  <a:moveTo>
                    <a:pt x="25057" y="16907"/>
                  </a:moveTo>
                  <a:lnTo>
                    <a:pt x="18872" y="32155"/>
                  </a:lnTo>
                  <a:lnTo>
                    <a:pt x="35034" y="29832"/>
                  </a:lnTo>
                  <a:lnTo>
                    <a:pt x="25057" y="16907"/>
                  </a:lnTo>
                  <a:close/>
                </a:path>
                <a:path w="1604009" h="673735">
                  <a:moveTo>
                    <a:pt x="35034" y="29832"/>
                  </a:moveTo>
                  <a:lnTo>
                    <a:pt x="18872" y="32155"/>
                  </a:lnTo>
                  <a:lnTo>
                    <a:pt x="36827" y="32155"/>
                  </a:lnTo>
                  <a:lnTo>
                    <a:pt x="35034" y="29832"/>
                  </a:lnTo>
                  <a:close/>
                </a:path>
                <a:path w="1604009" h="673735">
                  <a:moveTo>
                    <a:pt x="28510" y="16907"/>
                  </a:moveTo>
                  <a:lnTo>
                    <a:pt x="25057" y="16907"/>
                  </a:lnTo>
                  <a:lnTo>
                    <a:pt x="35034" y="29832"/>
                  </a:lnTo>
                  <a:lnTo>
                    <a:pt x="53745" y="27142"/>
                  </a:lnTo>
                  <a:lnTo>
                    <a:pt x="28510" y="16907"/>
                  </a:lnTo>
                  <a:close/>
                </a:path>
                <a:path w="1604009" h="673735">
                  <a:moveTo>
                    <a:pt x="114994" y="13896"/>
                  </a:moveTo>
                  <a:lnTo>
                    <a:pt x="21085" y="13896"/>
                  </a:lnTo>
                  <a:lnTo>
                    <a:pt x="53745" y="27142"/>
                  </a:lnTo>
                  <a:lnTo>
                    <a:pt x="111399" y="18855"/>
                  </a:lnTo>
                  <a:lnTo>
                    <a:pt x="115013" y="14027"/>
                  </a:lnTo>
                  <a:lnTo>
                    <a:pt x="114994" y="13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9" name="object 45">
              <a:extLst>
                <a:ext uri="{FF2B5EF4-FFF2-40B4-BE49-F238E27FC236}">
                  <a16:creationId xmlns:a16="http://schemas.microsoft.com/office/drawing/2014/main" id="{F03F4ABF-2A0B-A6D3-CF70-33FB6ABF8B68}"/>
                </a:ext>
              </a:extLst>
            </p:cNvPr>
            <p:cNvSpPr/>
            <p:nvPr/>
          </p:nvSpPr>
          <p:spPr>
            <a:xfrm>
              <a:off x="6629399" y="2819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0" name="object 46">
              <a:extLst>
                <a:ext uri="{FF2B5EF4-FFF2-40B4-BE49-F238E27FC236}">
                  <a16:creationId xmlns:a16="http://schemas.microsoft.com/office/drawing/2014/main" id="{C208244B-8815-DF4F-84F8-94F958331E30}"/>
                </a:ext>
              </a:extLst>
            </p:cNvPr>
            <p:cNvSpPr/>
            <p:nvPr/>
          </p:nvSpPr>
          <p:spPr>
            <a:xfrm>
              <a:off x="6629399" y="2819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5" name="object 47">
            <a:extLst>
              <a:ext uri="{FF2B5EF4-FFF2-40B4-BE49-F238E27FC236}">
                <a16:creationId xmlns:a16="http://schemas.microsoft.com/office/drawing/2014/main" id="{DCE37B17-0826-38FD-0B74-E537D679774D}"/>
              </a:ext>
            </a:extLst>
          </p:cNvPr>
          <p:cNvSpPr txBox="1"/>
          <p:nvPr/>
        </p:nvSpPr>
        <p:spPr>
          <a:xfrm>
            <a:off x="8085091" y="2944368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6" name="object 48">
            <a:extLst>
              <a:ext uri="{FF2B5EF4-FFF2-40B4-BE49-F238E27FC236}">
                <a16:creationId xmlns:a16="http://schemas.microsoft.com/office/drawing/2014/main" id="{B9030F40-EC72-E073-7A95-26BA3834C89C}"/>
              </a:ext>
            </a:extLst>
          </p:cNvPr>
          <p:cNvSpPr txBox="1"/>
          <p:nvPr/>
        </p:nvSpPr>
        <p:spPr>
          <a:xfrm>
            <a:off x="8495619" y="2914904"/>
            <a:ext cx="16948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Verdana"/>
                <a:cs typeface="Verdana"/>
              </a:rPr>
              <a:t>ShReq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0xA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37" name="object 49">
            <a:extLst>
              <a:ext uri="{FF2B5EF4-FFF2-40B4-BE49-F238E27FC236}">
                <a16:creationId xmlns:a16="http://schemas.microsoft.com/office/drawing/2014/main" id="{7D0C81BD-461D-B649-0CE6-83E2C48CD75E}"/>
              </a:ext>
            </a:extLst>
          </p:cNvPr>
          <p:cNvGrpSpPr/>
          <p:nvPr/>
        </p:nvGrpSpPr>
        <p:grpSpPr>
          <a:xfrm>
            <a:off x="4188607" y="2257055"/>
            <a:ext cx="3437890" cy="561340"/>
            <a:chOff x="2782128" y="2118371"/>
            <a:chExt cx="3437890" cy="561340"/>
          </a:xfrm>
        </p:grpSpPr>
        <p:sp>
          <p:nvSpPr>
            <p:cNvPr id="55" name="object 50">
              <a:extLst>
                <a:ext uri="{FF2B5EF4-FFF2-40B4-BE49-F238E27FC236}">
                  <a16:creationId xmlns:a16="http://schemas.microsoft.com/office/drawing/2014/main" id="{0ABB6EE3-EFF7-7153-AF2A-6913689DB5C5}"/>
                </a:ext>
              </a:extLst>
            </p:cNvPr>
            <p:cNvSpPr/>
            <p:nvPr/>
          </p:nvSpPr>
          <p:spPr>
            <a:xfrm>
              <a:off x="3930143" y="2118371"/>
              <a:ext cx="1141730" cy="561340"/>
            </a:xfrm>
            <a:custGeom>
              <a:avLst/>
              <a:gdLst/>
              <a:ahLst/>
              <a:cxnLst/>
              <a:rect l="l" t="t" r="r" b="b"/>
              <a:pathLst>
                <a:path w="1141729" h="561339">
                  <a:moveTo>
                    <a:pt x="0" y="0"/>
                  </a:moveTo>
                  <a:lnTo>
                    <a:pt x="0" y="561340"/>
                  </a:lnTo>
                </a:path>
                <a:path w="1141729" h="561339">
                  <a:moveTo>
                    <a:pt x="1141665" y="0"/>
                  </a:moveTo>
                  <a:lnTo>
                    <a:pt x="1141665" y="5613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6" name="object 51">
              <a:extLst>
                <a:ext uri="{FF2B5EF4-FFF2-40B4-BE49-F238E27FC236}">
                  <a16:creationId xmlns:a16="http://schemas.microsoft.com/office/drawing/2014/main" id="{91B7E6CA-07B0-6D5C-9502-CFF32E325DD7}"/>
                </a:ext>
              </a:extLst>
            </p:cNvPr>
            <p:cNvSpPr/>
            <p:nvPr/>
          </p:nvSpPr>
          <p:spPr>
            <a:xfrm>
              <a:off x="2782128" y="2399041"/>
              <a:ext cx="3437890" cy="0"/>
            </a:xfrm>
            <a:custGeom>
              <a:avLst/>
              <a:gdLst/>
              <a:ahLst/>
              <a:cxnLst/>
              <a:rect l="l" t="t" r="r" b="b"/>
              <a:pathLst>
                <a:path w="3437890">
                  <a:moveTo>
                    <a:pt x="0" y="0"/>
                  </a:moveTo>
                  <a:lnTo>
                    <a:pt x="343769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7" name="object 52">
              <a:extLst>
                <a:ext uri="{FF2B5EF4-FFF2-40B4-BE49-F238E27FC236}">
                  <a16:creationId xmlns:a16="http://schemas.microsoft.com/office/drawing/2014/main" id="{897B0DCA-4631-11C3-3B17-CBA576B744E8}"/>
                </a:ext>
              </a:extLst>
            </p:cNvPr>
            <p:cNvSpPr/>
            <p:nvPr/>
          </p:nvSpPr>
          <p:spPr>
            <a:xfrm>
              <a:off x="2782128" y="2118371"/>
              <a:ext cx="3437890" cy="561340"/>
            </a:xfrm>
            <a:custGeom>
              <a:avLst/>
              <a:gdLst/>
              <a:ahLst/>
              <a:cxnLst/>
              <a:rect l="l" t="t" r="r" b="b"/>
              <a:pathLst>
                <a:path w="3437890" h="561339">
                  <a:moveTo>
                    <a:pt x="6350" y="0"/>
                  </a:moveTo>
                  <a:lnTo>
                    <a:pt x="6350" y="561340"/>
                  </a:lnTo>
                </a:path>
                <a:path w="3437890" h="561339">
                  <a:moveTo>
                    <a:pt x="3431345" y="0"/>
                  </a:moveTo>
                  <a:lnTo>
                    <a:pt x="3431345" y="561340"/>
                  </a:lnTo>
                </a:path>
                <a:path w="3437890" h="561339">
                  <a:moveTo>
                    <a:pt x="0" y="6350"/>
                  </a:moveTo>
                  <a:lnTo>
                    <a:pt x="3437695" y="6350"/>
                  </a:lnTo>
                </a:path>
                <a:path w="3437890" h="561339">
                  <a:moveTo>
                    <a:pt x="0" y="554990"/>
                  </a:moveTo>
                  <a:lnTo>
                    <a:pt x="3437695" y="55499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8" name="object 53">
            <a:extLst>
              <a:ext uri="{FF2B5EF4-FFF2-40B4-BE49-F238E27FC236}">
                <a16:creationId xmlns:a16="http://schemas.microsoft.com/office/drawing/2014/main" id="{347E9992-E683-B36C-F42E-96D15CF76D63}"/>
              </a:ext>
            </a:extLst>
          </p:cNvPr>
          <p:cNvSpPr txBox="1"/>
          <p:nvPr/>
        </p:nvSpPr>
        <p:spPr>
          <a:xfrm>
            <a:off x="4201307" y="2269755"/>
            <a:ext cx="1128395" cy="24511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Tag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54">
            <a:extLst>
              <a:ext uri="{FF2B5EF4-FFF2-40B4-BE49-F238E27FC236}">
                <a16:creationId xmlns:a16="http://schemas.microsoft.com/office/drawing/2014/main" id="{9604E559-5D45-5044-804B-47C268C3AF71}"/>
              </a:ext>
            </a:extLst>
          </p:cNvPr>
          <p:cNvSpPr txBox="1"/>
          <p:nvPr/>
        </p:nvSpPr>
        <p:spPr>
          <a:xfrm>
            <a:off x="5342972" y="2269755"/>
            <a:ext cx="1128395" cy="24892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455">
              <a:lnSpc>
                <a:spcPct val="100000"/>
              </a:lnSpc>
              <a:spcBef>
                <a:spcPts val="30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State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55">
            <a:extLst>
              <a:ext uri="{FF2B5EF4-FFF2-40B4-BE49-F238E27FC236}">
                <a16:creationId xmlns:a16="http://schemas.microsoft.com/office/drawing/2014/main" id="{9F3317D7-E592-F63D-AAB6-6206B64C63BB}"/>
              </a:ext>
            </a:extLst>
          </p:cNvPr>
          <p:cNvSpPr txBox="1"/>
          <p:nvPr/>
        </p:nvSpPr>
        <p:spPr>
          <a:xfrm>
            <a:off x="6484637" y="2269755"/>
            <a:ext cx="1128395" cy="24892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045">
              <a:lnSpc>
                <a:spcPct val="100000"/>
              </a:lnSpc>
              <a:spcBef>
                <a:spcPts val="30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Sharers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1" name="object 56">
            <a:extLst>
              <a:ext uri="{FF2B5EF4-FFF2-40B4-BE49-F238E27FC236}">
                <a16:creationId xmlns:a16="http://schemas.microsoft.com/office/drawing/2014/main" id="{3882C864-EB8B-1E83-7E3D-21775D498BC4}"/>
              </a:ext>
            </a:extLst>
          </p:cNvPr>
          <p:cNvSpPr txBox="1"/>
          <p:nvPr/>
        </p:nvSpPr>
        <p:spPr>
          <a:xfrm>
            <a:off x="4201307" y="2561214"/>
            <a:ext cx="1128395" cy="25019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200" spc="-5" dirty="0">
                <a:latin typeface="Verdana"/>
                <a:cs typeface="Verdana"/>
              </a:rPr>
              <a:t>0xA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2" name="object 57">
            <a:extLst>
              <a:ext uri="{FF2B5EF4-FFF2-40B4-BE49-F238E27FC236}">
                <a16:creationId xmlns:a16="http://schemas.microsoft.com/office/drawing/2014/main" id="{5D1585FB-0E49-8E5A-1E07-4E53423B9EB6}"/>
              </a:ext>
            </a:extLst>
          </p:cNvPr>
          <p:cNvSpPr txBox="1"/>
          <p:nvPr/>
        </p:nvSpPr>
        <p:spPr>
          <a:xfrm>
            <a:off x="5342972" y="2556775"/>
            <a:ext cx="1128395" cy="254635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603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dirty="0">
                <a:latin typeface="Verdana"/>
                <a:cs typeface="Verdana"/>
              </a:rPr>
              <a:t>Sh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3" name="object 58">
            <a:extLst>
              <a:ext uri="{FF2B5EF4-FFF2-40B4-BE49-F238E27FC236}">
                <a16:creationId xmlns:a16="http://schemas.microsoft.com/office/drawing/2014/main" id="{F3364012-F8AE-5B82-4361-74A4E86EE6D8}"/>
              </a:ext>
            </a:extLst>
          </p:cNvPr>
          <p:cNvSpPr txBox="1"/>
          <p:nvPr/>
        </p:nvSpPr>
        <p:spPr>
          <a:xfrm>
            <a:off x="6484637" y="2556775"/>
            <a:ext cx="1128395" cy="254635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603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>
              <a:lnSpc>
                <a:spcPct val="100000"/>
              </a:lnSpc>
              <a:spcBef>
                <a:spcPts val="204"/>
              </a:spcBef>
            </a:pPr>
            <a:r>
              <a:rPr sz="1200" spc="-5" dirty="0">
                <a:latin typeface="Verdana"/>
                <a:cs typeface="Verdana"/>
              </a:rPr>
              <a:t>{0,2}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4" name="object 59">
            <a:extLst>
              <a:ext uri="{FF2B5EF4-FFF2-40B4-BE49-F238E27FC236}">
                <a16:creationId xmlns:a16="http://schemas.microsoft.com/office/drawing/2014/main" id="{E35512A6-B3B1-05F4-A0A7-31D69B3291B0}"/>
              </a:ext>
            </a:extLst>
          </p:cNvPr>
          <p:cNvGrpSpPr/>
          <p:nvPr/>
        </p:nvGrpSpPr>
        <p:grpSpPr>
          <a:xfrm>
            <a:off x="3235279" y="1792871"/>
            <a:ext cx="4724501" cy="1695450"/>
            <a:chOff x="1828800" y="1654187"/>
            <a:chExt cx="4724501" cy="1695450"/>
          </a:xfrm>
        </p:grpSpPr>
        <p:sp>
          <p:nvSpPr>
            <p:cNvPr id="52" name="object 60">
              <a:extLst>
                <a:ext uri="{FF2B5EF4-FFF2-40B4-BE49-F238E27FC236}">
                  <a16:creationId xmlns:a16="http://schemas.microsoft.com/office/drawing/2014/main" id="{2D02E48E-7A51-F0B5-D3DD-34B50546C4E2}"/>
                </a:ext>
              </a:extLst>
            </p:cNvPr>
            <p:cNvSpPr/>
            <p:nvPr/>
          </p:nvSpPr>
          <p:spPr>
            <a:xfrm>
              <a:off x="5025491" y="1654187"/>
              <a:ext cx="1527810" cy="1695450"/>
            </a:xfrm>
            <a:custGeom>
              <a:avLst/>
              <a:gdLst/>
              <a:ahLst/>
              <a:cxnLst/>
              <a:rect l="l" t="t" r="r" b="b"/>
              <a:pathLst>
                <a:path w="1527809" h="1695450">
                  <a:moveTo>
                    <a:pt x="440029" y="232219"/>
                  </a:moveTo>
                  <a:lnTo>
                    <a:pt x="438492" y="226377"/>
                  </a:lnTo>
                  <a:lnTo>
                    <a:pt x="429412" y="221081"/>
                  </a:lnTo>
                  <a:lnTo>
                    <a:pt x="423570" y="222618"/>
                  </a:lnTo>
                  <a:lnTo>
                    <a:pt x="394233" y="272923"/>
                  </a:lnTo>
                  <a:lnTo>
                    <a:pt x="394233" y="0"/>
                  </a:lnTo>
                  <a:lnTo>
                    <a:pt x="375183" y="0"/>
                  </a:lnTo>
                  <a:lnTo>
                    <a:pt x="375183" y="272923"/>
                  </a:lnTo>
                  <a:lnTo>
                    <a:pt x="345833" y="222618"/>
                  </a:lnTo>
                  <a:lnTo>
                    <a:pt x="339991" y="221081"/>
                  </a:lnTo>
                  <a:lnTo>
                    <a:pt x="330911" y="226377"/>
                  </a:lnTo>
                  <a:lnTo>
                    <a:pt x="329374" y="232219"/>
                  </a:lnTo>
                  <a:lnTo>
                    <a:pt x="384708" y="327063"/>
                  </a:lnTo>
                  <a:lnTo>
                    <a:pt x="395732" y="308152"/>
                  </a:lnTo>
                  <a:lnTo>
                    <a:pt x="440029" y="232219"/>
                  </a:lnTo>
                  <a:close/>
                </a:path>
                <a:path w="1527809" h="1695450">
                  <a:moveTo>
                    <a:pt x="1527746" y="1680883"/>
                  </a:moveTo>
                  <a:lnTo>
                    <a:pt x="1461909" y="1592999"/>
                  </a:lnTo>
                  <a:lnTo>
                    <a:pt x="1455940" y="1592148"/>
                  </a:lnTo>
                  <a:lnTo>
                    <a:pt x="1447520" y="1598447"/>
                  </a:lnTo>
                  <a:lnTo>
                    <a:pt x="1446657" y="1604416"/>
                  </a:lnTo>
                  <a:lnTo>
                    <a:pt x="1481582" y="1651038"/>
                  </a:lnTo>
                  <a:lnTo>
                    <a:pt x="7416" y="1028166"/>
                  </a:lnTo>
                  <a:lnTo>
                    <a:pt x="0" y="1045705"/>
                  </a:lnTo>
                  <a:lnTo>
                    <a:pt x="1474165" y="1668589"/>
                  </a:lnTo>
                  <a:lnTo>
                    <a:pt x="1416405" y="1676031"/>
                  </a:lnTo>
                  <a:lnTo>
                    <a:pt x="1412722" y="1680806"/>
                  </a:lnTo>
                  <a:lnTo>
                    <a:pt x="1414068" y="1691246"/>
                  </a:lnTo>
                  <a:lnTo>
                    <a:pt x="1418844" y="1694929"/>
                  </a:lnTo>
                  <a:lnTo>
                    <a:pt x="1516697" y="1682305"/>
                  </a:lnTo>
                  <a:lnTo>
                    <a:pt x="1527746" y="16808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3" name="object 61">
              <a:extLst>
                <a:ext uri="{FF2B5EF4-FFF2-40B4-BE49-F238E27FC236}">
                  <a16:creationId xmlns:a16="http://schemas.microsoft.com/office/drawing/2014/main" id="{BA27B1F7-48B1-DEBC-69F8-B29652698553}"/>
                </a:ext>
              </a:extLst>
            </p:cNvPr>
            <p:cNvSpPr/>
            <p:nvPr/>
          </p:nvSpPr>
          <p:spPr>
            <a:xfrm>
              <a:off x="1828800" y="289113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4" name="object 62">
              <a:extLst>
                <a:ext uri="{FF2B5EF4-FFF2-40B4-BE49-F238E27FC236}">
                  <a16:creationId xmlns:a16="http://schemas.microsoft.com/office/drawing/2014/main" id="{0A9D0FE9-5BF2-A7B7-1661-FEC961BEB3D8}"/>
                </a:ext>
              </a:extLst>
            </p:cNvPr>
            <p:cNvSpPr/>
            <p:nvPr/>
          </p:nvSpPr>
          <p:spPr>
            <a:xfrm>
              <a:off x="1828800" y="289113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5" name="object 63">
            <a:extLst>
              <a:ext uri="{FF2B5EF4-FFF2-40B4-BE49-F238E27FC236}">
                <a16:creationId xmlns:a16="http://schemas.microsoft.com/office/drawing/2014/main" id="{42436D46-5CF8-30AE-F808-D5F845C2AA8C}"/>
              </a:ext>
            </a:extLst>
          </p:cNvPr>
          <p:cNvSpPr txBox="1"/>
          <p:nvPr/>
        </p:nvSpPr>
        <p:spPr>
          <a:xfrm>
            <a:off x="7407890" y="1768855"/>
            <a:ext cx="227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Mem[0xA]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=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3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6" name="object 64">
            <a:extLst>
              <a:ext uri="{FF2B5EF4-FFF2-40B4-BE49-F238E27FC236}">
                <a16:creationId xmlns:a16="http://schemas.microsoft.com/office/drawing/2014/main" id="{BF039FE4-B07B-C9A0-F7BD-FCC318EF8FBD}"/>
              </a:ext>
            </a:extLst>
          </p:cNvPr>
          <p:cNvSpPr txBox="1"/>
          <p:nvPr/>
        </p:nvSpPr>
        <p:spPr>
          <a:xfrm>
            <a:off x="3284491" y="3017519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7" name="object 65">
            <a:extLst>
              <a:ext uri="{FF2B5EF4-FFF2-40B4-BE49-F238E27FC236}">
                <a16:creationId xmlns:a16="http://schemas.microsoft.com/office/drawing/2014/main" id="{EF0C5F37-5989-F2B1-CB66-16A6A4E7E8D7}"/>
              </a:ext>
            </a:extLst>
          </p:cNvPr>
          <p:cNvSpPr txBox="1"/>
          <p:nvPr/>
        </p:nvSpPr>
        <p:spPr>
          <a:xfrm>
            <a:off x="3695018" y="2988055"/>
            <a:ext cx="319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Verdana"/>
                <a:cs typeface="Verdana"/>
              </a:rPr>
              <a:t>ShResp </a:t>
            </a:r>
            <a:r>
              <a:rPr sz="2400" spc="-5" dirty="0">
                <a:latin typeface="Verdana"/>
                <a:cs typeface="Verdana"/>
              </a:rPr>
              <a:t>0xA,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data=3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8" name="object 66">
            <a:extLst>
              <a:ext uri="{FF2B5EF4-FFF2-40B4-BE49-F238E27FC236}">
                <a16:creationId xmlns:a16="http://schemas.microsoft.com/office/drawing/2014/main" id="{59346F1E-95B5-6A14-9858-915F0EB17042}"/>
              </a:ext>
            </a:extLst>
          </p:cNvPr>
          <p:cNvGrpSpPr/>
          <p:nvPr/>
        </p:nvGrpSpPr>
        <p:grpSpPr>
          <a:xfrm>
            <a:off x="6969079" y="1815084"/>
            <a:ext cx="304800" cy="304800"/>
            <a:chOff x="5562600" y="1676400"/>
            <a:chExt cx="304800" cy="304800"/>
          </a:xfrm>
        </p:grpSpPr>
        <p:sp>
          <p:nvSpPr>
            <p:cNvPr id="50" name="object 67">
              <a:extLst>
                <a:ext uri="{FF2B5EF4-FFF2-40B4-BE49-F238E27FC236}">
                  <a16:creationId xmlns:a16="http://schemas.microsoft.com/office/drawing/2014/main" id="{7C0ED5CA-1BFD-9F6E-59DE-F2B52046A737}"/>
                </a:ext>
              </a:extLst>
            </p:cNvPr>
            <p:cNvSpPr/>
            <p:nvPr/>
          </p:nvSpPr>
          <p:spPr>
            <a:xfrm>
              <a:off x="5562600" y="167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1" name="object 68">
              <a:extLst>
                <a:ext uri="{FF2B5EF4-FFF2-40B4-BE49-F238E27FC236}">
                  <a16:creationId xmlns:a16="http://schemas.microsoft.com/office/drawing/2014/main" id="{439A7B9C-8CCA-6696-0AFD-3504EC10A5B4}"/>
                </a:ext>
              </a:extLst>
            </p:cNvPr>
            <p:cNvSpPr/>
            <p:nvPr/>
          </p:nvSpPr>
          <p:spPr>
            <a:xfrm>
              <a:off x="5562600" y="167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9" name="object 69">
            <a:extLst>
              <a:ext uri="{FF2B5EF4-FFF2-40B4-BE49-F238E27FC236}">
                <a16:creationId xmlns:a16="http://schemas.microsoft.com/office/drawing/2014/main" id="{75681094-E02D-6F2E-9A99-28AFDC831AD7}"/>
              </a:ext>
            </a:extLst>
          </p:cNvPr>
          <p:cNvSpPr txBox="1"/>
          <p:nvPr/>
        </p:nvSpPr>
        <p:spPr>
          <a:xfrm>
            <a:off x="7018291" y="1801368"/>
            <a:ext cx="206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73019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31A1-0743-94DE-19D7-0E972E86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Example-Contd.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0081D-F159-196E-C500-E0FD5E2D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E4130-CB2B-1A44-E197-FA1EB90C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33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B84BC45-D1BD-A7D2-5231-FBDB9E26C043}"/>
              </a:ext>
            </a:extLst>
          </p:cNvPr>
          <p:cNvSpPr txBox="1"/>
          <p:nvPr/>
        </p:nvSpPr>
        <p:spPr>
          <a:xfrm>
            <a:off x="2110671" y="5066386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BFA4808-4C7C-CA52-B322-41A105DB0B74}"/>
              </a:ext>
            </a:extLst>
          </p:cNvPr>
          <p:cNvSpPr txBox="1"/>
          <p:nvPr/>
        </p:nvSpPr>
        <p:spPr>
          <a:xfrm>
            <a:off x="2371995" y="4410524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FCA6109-CF42-62AB-FF94-A6BB31AE2E0C}"/>
              </a:ext>
            </a:extLst>
          </p:cNvPr>
          <p:cNvSpPr txBox="1"/>
          <p:nvPr/>
        </p:nvSpPr>
        <p:spPr>
          <a:xfrm>
            <a:off x="3105557" y="4410524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8B971F8-1E82-AC25-0FED-C7B78326E187}"/>
              </a:ext>
            </a:extLst>
          </p:cNvPr>
          <p:cNvSpPr txBox="1"/>
          <p:nvPr/>
        </p:nvSpPr>
        <p:spPr>
          <a:xfrm>
            <a:off x="3934368" y="4410524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E3363078-D439-5C49-80D1-C03D97A5231C}"/>
              </a:ext>
            </a:extLst>
          </p:cNvPr>
          <p:cNvSpPr txBox="1"/>
          <p:nvPr/>
        </p:nvSpPr>
        <p:spPr>
          <a:xfrm>
            <a:off x="2381520" y="4684844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EDAC446-C558-4236-066D-885101068650}"/>
              </a:ext>
            </a:extLst>
          </p:cNvPr>
          <p:cNvSpPr txBox="1"/>
          <p:nvPr/>
        </p:nvSpPr>
        <p:spPr>
          <a:xfrm>
            <a:off x="3278594" y="4684844"/>
            <a:ext cx="10477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B41B215-E310-29B0-BA0A-BB332BA6DEF4}"/>
              </a:ext>
            </a:extLst>
          </p:cNvPr>
          <p:cNvSpPr txBox="1"/>
          <p:nvPr/>
        </p:nvSpPr>
        <p:spPr>
          <a:xfrm>
            <a:off x="4085974" y="4684844"/>
            <a:ext cx="9715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1BD6F4D1-5FDF-B23B-EDBE-A8343F0556F6}"/>
              </a:ext>
            </a:extLst>
          </p:cNvPr>
          <p:cNvGrpSpPr/>
          <p:nvPr/>
        </p:nvGrpSpPr>
        <p:grpSpPr>
          <a:xfrm>
            <a:off x="2108858" y="1588895"/>
            <a:ext cx="7776209" cy="1395730"/>
            <a:chOff x="607787" y="1295400"/>
            <a:chExt cx="7776209" cy="1395730"/>
          </a:xfrm>
        </p:grpSpPr>
        <p:sp>
          <p:nvSpPr>
            <p:cNvPr id="101" name="object 11">
              <a:extLst>
                <a:ext uri="{FF2B5EF4-FFF2-40B4-BE49-F238E27FC236}">
                  <a16:creationId xmlns:a16="http://schemas.microsoft.com/office/drawing/2014/main" id="{EE0DB417-4ACB-BAD8-5E4A-2EA34D15DAA1}"/>
                </a:ext>
              </a:extLst>
            </p:cNvPr>
            <p:cNvSpPr/>
            <p:nvPr/>
          </p:nvSpPr>
          <p:spPr>
            <a:xfrm>
              <a:off x="607787" y="1295400"/>
              <a:ext cx="7776209" cy="443865"/>
            </a:xfrm>
            <a:custGeom>
              <a:avLst/>
              <a:gdLst/>
              <a:ahLst/>
              <a:cxnLst/>
              <a:rect l="l" t="t" r="r" b="b"/>
              <a:pathLst>
                <a:path w="7776209" h="443864">
                  <a:moveTo>
                    <a:pt x="7775662" y="0"/>
                  </a:moveTo>
                  <a:lnTo>
                    <a:pt x="0" y="0"/>
                  </a:lnTo>
                  <a:lnTo>
                    <a:pt x="0" y="443345"/>
                  </a:lnTo>
                  <a:lnTo>
                    <a:pt x="7775662" y="443345"/>
                  </a:lnTo>
                  <a:lnTo>
                    <a:pt x="7775662" y="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02" name="object 12">
              <a:extLst>
                <a:ext uri="{FF2B5EF4-FFF2-40B4-BE49-F238E27FC236}">
                  <a16:creationId xmlns:a16="http://schemas.microsoft.com/office/drawing/2014/main" id="{68C35B7B-403A-CA58-6645-589457A1D755}"/>
                </a:ext>
              </a:extLst>
            </p:cNvPr>
            <p:cNvSpPr/>
            <p:nvPr/>
          </p:nvSpPr>
          <p:spPr>
            <a:xfrm>
              <a:off x="607787" y="1295400"/>
              <a:ext cx="7776209" cy="443865"/>
            </a:xfrm>
            <a:custGeom>
              <a:avLst/>
              <a:gdLst/>
              <a:ahLst/>
              <a:cxnLst/>
              <a:rect l="l" t="t" r="r" b="b"/>
              <a:pathLst>
                <a:path w="7776209" h="443864">
                  <a:moveTo>
                    <a:pt x="0" y="0"/>
                  </a:moveTo>
                  <a:lnTo>
                    <a:pt x="7775662" y="0"/>
                  </a:lnTo>
                  <a:lnTo>
                    <a:pt x="7775662" y="443345"/>
                  </a:lnTo>
                  <a:lnTo>
                    <a:pt x="0" y="44334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64A72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03" name="object 13">
              <a:extLst>
                <a:ext uri="{FF2B5EF4-FFF2-40B4-BE49-F238E27FC236}">
                  <a16:creationId xmlns:a16="http://schemas.microsoft.com/office/drawing/2014/main" id="{09B37DBF-A855-CF6D-03C8-DEB411ED3590}"/>
                </a:ext>
              </a:extLst>
            </p:cNvPr>
            <p:cNvSpPr/>
            <p:nvPr/>
          </p:nvSpPr>
          <p:spPr>
            <a:xfrm>
              <a:off x="607787" y="1828800"/>
              <a:ext cx="7757795" cy="862330"/>
            </a:xfrm>
            <a:custGeom>
              <a:avLst/>
              <a:gdLst/>
              <a:ahLst/>
              <a:cxnLst/>
              <a:rect l="l" t="t" r="r" b="b"/>
              <a:pathLst>
                <a:path w="7757795" h="862330">
                  <a:moveTo>
                    <a:pt x="7757205" y="0"/>
                  </a:moveTo>
                  <a:lnTo>
                    <a:pt x="0" y="0"/>
                  </a:lnTo>
                  <a:lnTo>
                    <a:pt x="0" y="862318"/>
                  </a:lnTo>
                  <a:lnTo>
                    <a:pt x="7757205" y="862318"/>
                  </a:lnTo>
                  <a:lnTo>
                    <a:pt x="7757205" y="0"/>
                  </a:lnTo>
                  <a:close/>
                </a:path>
              </a:pathLst>
            </a:custGeom>
            <a:solidFill>
              <a:srgbClr val="BEC0D7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04" name="object 14">
              <a:extLst>
                <a:ext uri="{FF2B5EF4-FFF2-40B4-BE49-F238E27FC236}">
                  <a16:creationId xmlns:a16="http://schemas.microsoft.com/office/drawing/2014/main" id="{C224FA0D-630C-A0DF-8A7D-DCF9A4F9E793}"/>
                </a:ext>
              </a:extLst>
            </p:cNvPr>
            <p:cNvSpPr/>
            <p:nvPr/>
          </p:nvSpPr>
          <p:spPr>
            <a:xfrm>
              <a:off x="607787" y="1828800"/>
              <a:ext cx="7757795" cy="862330"/>
            </a:xfrm>
            <a:custGeom>
              <a:avLst/>
              <a:gdLst/>
              <a:ahLst/>
              <a:cxnLst/>
              <a:rect l="l" t="t" r="r" b="b"/>
              <a:pathLst>
                <a:path w="7757795" h="862330">
                  <a:moveTo>
                    <a:pt x="0" y="0"/>
                  </a:moveTo>
                  <a:lnTo>
                    <a:pt x="7757205" y="0"/>
                  </a:lnTo>
                  <a:lnTo>
                    <a:pt x="7757205" y="862318"/>
                  </a:lnTo>
                  <a:lnTo>
                    <a:pt x="0" y="86231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5E6398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4" name="object 15">
            <a:extLst>
              <a:ext uri="{FF2B5EF4-FFF2-40B4-BE49-F238E27FC236}">
                <a16:creationId xmlns:a16="http://schemas.microsoft.com/office/drawing/2014/main" id="{11EC0D19-EB1D-A308-0E0A-06109703C676}"/>
              </a:ext>
            </a:extLst>
          </p:cNvPr>
          <p:cNvSpPr txBox="1"/>
          <p:nvPr/>
        </p:nvSpPr>
        <p:spPr>
          <a:xfrm>
            <a:off x="5505655" y="2174618"/>
            <a:ext cx="963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Verdana"/>
                <a:cs typeface="Verdana"/>
              </a:rPr>
              <a:t>Directory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6">
            <a:extLst>
              <a:ext uri="{FF2B5EF4-FFF2-40B4-BE49-F238E27FC236}">
                <a16:creationId xmlns:a16="http://schemas.microsoft.com/office/drawing/2014/main" id="{665FB3C0-D070-3612-5DF9-B85BE121810E}"/>
              </a:ext>
            </a:extLst>
          </p:cNvPr>
          <p:cNvGrpSpPr/>
          <p:nvPr/>
        </p:nvGrpSpPr>
        <p:grpSpPr>
          <a:xfrm>
            <a:off x="4282477" y="2402989"/>
            <a:ext cx="3437890" cy="561950"/>
            <a:chOff x="2781406" y="2109494"/>
            <a:chExt cx="3437890" cy="561950"/>
          </a:xfrm>
        </p:grpSpPr>
        <p:sp>
          <p:nvSpPr>
            <p:cNvPr id="91" name="object 17">
              <a:extLst>
                <a:ext uri="{FF2B5EF4-FFF2-40B4-BE49-F238E27FC236}">
                  <a16:creationId xmlns:a16="http://schemas.microsoft.com/office/drawing/2014/main" id="{283D8BC7-7237-E0BD-BFDB-A8D2189898BF}"/>
                </a:ext>
              </a:extLst>
            </p:cNvPr>
            <p:cNvSpPr/>
            <p:nvPr/>
          </p:nvSpPr>
          <p:spPr>
            <a:xfrm>
              <a:off x="3924019" y="2407919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2914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2" name="object 18">
              <a:extLst>
                <a:ext uri="{FF2B5EF4-FFF2-40B4-BE49-F238E27FC236}">
                  <a16:creationId xmlns:a16="http://schemas.microsoft.com/office/drawing/2014/main" id="{F1C47557-9226-3348-E983-57E2DACD87C8}"/>
                </a:ext>
              </a:extLst>
            </p:cNvPr>
            <p:cNvSpPr/>
            <p:nvPr/>
          </p:nvSpPr>
          <p:spPr>
            <a:xfrm>
              <a:off x="3929421" y="2109494"/>
              <a:ext cx="0" cy="298450"/>
            </a:xfrm>
            <a:custGeom>
              <a:avLst/>
              <a:gdLst/>
              <a:ahLst/>
              <a:cxnLst/>
              <a:rect l="l" t="t" r="r" b="b"/>
              <a:pathLst>
                <a:path h="298450">
                  <a:moveTo>
                    <a:pt x="0" y="0"/>
                  </a:moveTo>
                  <a:lnTo>
                    <a:pt x="0" y="29842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3" name="object 19">
              <a:extLst>
                <a:ext uri="{FF2B5EF4-FFF2-40B4-BE49-F238E27FC236}">
                  <a16:creationId xmlns:a16="http://schemas.microsoft.com/office/drawing/2014/main" id="{BE86B530-60F5-BB0A-1D81-DAC651F9063B}"/>
                </a:ext>
              </a:extLst>
            </p:cNvPr>
            <p:cNvSpPr/>
            <p:nvPr/>
          </p:nvSpPr>
          <p:spPr>
            <a:xfrm>
              <a:off x="5065684" y="2407919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2914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4" name="object 20">
              <a:extLst>
                <a:ext uri="{FF2B5EF4-FFF2-40B4-BE49-F238E27FC236}">
                  <a16:creationId xmlns:a16="http://schemas.microsoft.com/office/drawing/2014/main" id="{F20A0BF1-76D6-D952-E2EB-496758805EF0}"/>
                </a:ext>
              </a:extLst>
            </p:cNvPr>
            <p:cNvSpPr/>
            <p:nvPr/>
          </p:nvSpPr>
          <p:spPr>
            <a:xfrm>
              <a:off x="5071086" y="2109494"/>
              <a:ext cx="0" cy="298450"/>
            </a:xfrm>
            <a:custGeom>
              <a:avLst/>
              <a:gdLst/>
              <a:ahLst/>
              <a:cxnLst/>
              <a:rect l="l" t="t" r="r" b="b"/>
              <a:pathLst>
                <a:path h="298450">
                  <a:moveTo>
                    <a:pt x="0" y="0"/>
                  </a:moveTo>
                  <a:lnTo>
                    <a:pt x="0" y="29842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5" name="object 21">
              <a:extLst>
                <a:ext uri="{FF2B5EF4-FFF2-40B4-BE49-F238E27FC236}">
                  <a16:creationId xmlns:a16="http://schemas.microsoft.com/office/drawing/2014/main" id="{25B8D831-2221-14D7-D3E0-3198BFA7A4E4}"/>
                </a:ext>
              </a:extLst>
            </p:cNvPr>
            <p:cNvSpPr/>
            <p:nvPr/>
          </p:nvSpPr>
          <p:spPr>
            <a:xfrm>
              <a:off x="2781406" y="2371114"/>
              <a:ext cx="1143635" cy="36830"/>
            </a:xfrm>
            <a:custGeom>
              <a:avLst/>
              <a:gdLst/>
              <a:ahLst/>
              <a:cxnLst/>
              <a:rect l="l" t="t" r="r" b="b"/>
              <a:pathLst>
                <a:path w="1143635" h="36830">
                  <a:moveTo>
                    <a:pt x="0" y="36805"/>
                  </a:moveTo>
                  <a:lnTo>
                    <a:pt x="1143560" y="36805"/>
                  </a:lnTo>
                  <a:lnTo>
                    <a:pt x="1143560" y="0"/>
                  </a:lnTo>
                  <a:lnTo>
                    <a:pt x="0" y="0"/>
                  </a:lnTo>
                  <a:lnTo>
                    <a:pt x="0" y="368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6" name="object 22">
              <a:extLst>
                <a:ext uri="{FF2B5EF4-FFF2-40B4-BE49-F238E27FC236}">
                  <a16:creationId xmlns:a16="http://schemas.microsoft.com/office/drawing/2014/main" id="{1D732181-6C56-4DAD-384A-7A17D7BD88FB}"/>
                </a:ext>
              </a:extLst>
            </p:cNvPr>
            <p:cNvSpPr/>
            <p:nvPr/>
          </p:nvSpPr>
          <p:spPr>
            <a:xfrm>
              <a:off x="2781406" y="2390164"/>
              <a:ext cx="3432810" cy="17780"/>
            </a:xfrm>
            <a:custGeom>
              <a:avLst/>
              <a:gdLst/>
              <a:ahLst/>
              <a:cxnLst/>
              <a:rect l="l" t="t" r="r" b="b"/>
              <a:pathLst>
                <a:path w="3432810" h="17780">
                  <a:moveTo>
                    <a:pt x="0" y="8877"/>
                  </a:moveTo>
                  <a:lnTo>
                    <a:pt x="2285225" y="8877"/>
                  </a:lnTo>
                </a:path>
                <a:path w="3432810" h="17780">
                  <a:moveTo>
                    <a:pt x="3432292" y="0"/>
                  </a:moveTo>
                  <a:lnTo>
                    <a:pt x="3432292" y="17755"/>
                  </a:lnTo>
                </a:path>
              </a:pathLst>
            </a:custGeom>
            <a:ln w="17755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7" name="object 23">
              <a:extLst>
                <a:ext uri="{FF2B5EF4-FFF2-40B4-BE49-F238E27FC236}">
                  <a16:creationId xmlns:a16="http://schemas.microsoft.com/office/drawing/2014/main" id="{031C6B0F-9DEF-B5F6-2B88-FAF012F182F8}"/>
                </a:ext>
              </a:extLst>
            </p:cNvPr>
            <p:cNvSpPr/>
            <p:nvPr/>
          </p:nvSpPr>
          <p:spPr>
            <a:xfrm>
              <a:off x="2782354" y="2408567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75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8" name="object 24">
              <a:extLst>
                <a:ext uri="{FF2B5EF4-FFF2-40B4-BE49-F238E27FC236}">
                  <a16:creationId xmlns:a16="http://schemas.microsoft.com/office/drawing/2014/main" id="{62C2835E-4A9E-CD1A-E4B6-5BF494C290F3}"/>
                </a:ext>
              </a:extLst>
            </p:cNvPr>
            <p:cNvSpPr/>
            <p:nvPr/>
          </p:nvSpPr>
          <p:spPr>
            <a:xfrm>
              <a:off x="2787756" y="2109494"/>
              <a:ext cx="3425190" cy="561340"/>
            </a:xfrm>
            <a:custGeom>
              <a:avLst/>
              <a:gdLst/>
              <a:ahLst/>
              <a:cxnLst/>
              <a:rect l="l" t="t" r="r" b="b"/>
              <a:pathLst>
                <a:path w="3425190" h="561339">
                  <a:moveTo>
                    <a:pt x="0" y="298425"/>
                  </a:moveTo>
                  <a:lnTo>
                    <a:pt x="0" y="561340"/>
                  </a:lnTo>
                </a:path>
                <a:path w="3425190" h="561339">
                  <a:moveTo>
                    <a:pt x="0" y="0"/>
                  </a:moveTo>
                  <a:lnTo>
                    <a:pt x="0" y="298425"/>
                  </a:lnTo>
                </a:path>
                <a:path w="3425190" h="561339">
                  <a:moveTo>
                    <a:pt x="3424995" y="298425"/>
                  </a:moveTo>
                  <a:lnTo>
                    <a:pt x="3424995" y="561340"/>
                  </a:lnTo>
                </a:path>
                <a:path w="3425190" h="561339">
                  <a:moveTo>
                    <a:pt x="3424995" y="0"/>
                  </a:moveTo>
                  <a:lnTo>
                    <a:pt x="3424995" y="29842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9" name="object 25">
              <a:extLst>
                <a:ext uri="{FF2B5EF4-FFF2-40B4-BE49-F238E27FC236}">
                  <a16:creationId xmlns:a16="http://schemas.microsoft.com/office/drawing/2014/main" id="{13680485-0812-44BE-7B09-ADDAD6FD8A40}"/>
                </a:ext>
              </a:extLst>
            </p:cNvPr>
            <p:cNvSpPr/>
            <p:nvPr/>
          </p:nvSpPr>
          <p:spPr>
            <a:xfrm>
              <a:off x="2781406" y="2109494"/>
              <a:ext cx="3437890" cy="12700"/>
            </a:xfrm>
            <a:custGeom>
              <a:avLst/>
              <a:gdLst/>
              <a:ahLst/>
              <a:cxnLst/>
              <a:rect l="l" t="t" r="r" b="b"/>
              <a:pathLst>
                <a:path w="3437890" h="12700">
                  <a:moveTo>
                    <a:pt x="0" y="0"/>
                  </a:moveTo>
                  <a:lnTo>
                    <a:pt x="3437695" y="0"/>
                  </a:lnTo>
                  <a:lnTo>
                    <a:pt x="3437695" y="12700"/>
                  </a:lnTo>
                  <a:lnTo>
                    <a:pt x="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00" name="object 26">
              <a:extLst>
                <a:ext uri="{FF2B5EF4-FFF2-40B4-BE49-F238E27FC236}">
                  <a16:creationId xmlns:a16="http://schemas.microsoft.com/office/drawing/2014/main" id="{542D9F39-86C9-E3FF-D343-B93D5DDB9D07}"/>
                </a:ext>
              </a:extLst>
            </p:cNvPr>
            <p:cNvSpPr/>
            <p:nvPr/>
          </p:nvSpPr>
          <p:spPr>
            <a:xfrm>
              <a:off x="2782354" y="26581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70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6" name="object 27">
            <a:extLst>
              <a:ext uri="{FF2B5EF4-FFF2-40B4-BE49-F238E27FC236}">
                <a16:creationId xmlns:a16="http://schemas.microsoft.com/office/drawing/2014/main" id="{102F0EC3-657C-7014-3C25-63F5F91E691F}"/>
              </a:ext>
            </a:extLst>
          </p:cNvPr>
          <p:cNvSpPr txBox="1"/>
          <p:nvPr/>
        </p:nvSpPr>
        <p:spPr>
          <a:xfrm>
            <a:off x="4704084" y="2453708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75C46E44-9AF3-C401-5635-511EE9F4D85B}"/>
              </a:ext>
            </a:extLst>
          </p:cNvPr>
          <p:cNvSpPr txBox="1"/>
          <p:nvPr/>
        </p:nvSpPr>
        <p:spPr>
          <a:xfrm>
            <a:off x="5775899" y="2453708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153F6DC8-8C2E-1347-AFF4-ECF1A082D8EB}"/>
              </a:ext>
            </a:extLst>
          </p:cNvPr>
          <p:cNvSpPr txBox="1"/>
          <p:nvPr/>
        </p:nvSpPr>
        <p:spPr>
          <a:xfrm>
            <a:off x="6811996" y="2453708"/>
            <a:ext cx="66230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Sha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rers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30">
            <a:extLst>
              <a:ext uri="{FF2B5EF4-FFF2-40B4-BE49-F238E27FC236}">
                <a16:creationId xmlns:a16="http://schemas.microsoft.com/office/drawing/2014/main" id="{B00ACEAC-50AC-50EC-03DD-34F214E38DFA}"/>
              </a:ext>
            </a:extLst>
          </p:cNvPr>
          <p:cNvSpPr txBox="1"/>
          <p:nvPr/>
        </p:nvSpPr>
        <p:spPr>
          <a:xfrm>
            <a:off x="4713609" y="2728028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31">
            <a:extLst>
              <a:ext uri="{FF2B5EF4-FFF2-40B4-BE49-F238E27FC236}">
                <a16:creationId xmlns:a16="http://schemas.microsoft.com/office/drawing/2014/main" id="{786E906A-078D-CED2-3E2F-28A9DAEEB461}"/>
              </a:ext>
            </a:extLst>
          </p:cNvPr>
          <p:cNvSpPr txBox="1"/>
          <p:nvPr/>
        </p:nvSpPr>
        <p:spPr>
          <a:xfrm>
            <a:off x="5900518" y="2728028"/>
            <a:ext cx="20193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Sh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32">
            <a:extLst>
              <a:ext uri="{FF2B5EF4-FFF2-40B4-BE49-F238E27FC236}">
                <a16:creationId xmlns:a16="http://schemas.microsoft.com/office/drawing/2014/main" id="{FCC0B639-C46D-A849-D71D-242C752BC3DB}"/>
              </a:ext>
            </a:extLst>
          </p:cNvPr>
          <p:cNvSpPr txBox="1"/>
          <p:nvPr/>
        </p:nvSpPr>
        <p:spPr>
          <a:xfrm>
            <a:off x="6921533" y="2728028"/>
            <a:ext cx="44323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{</a:t>
            </a: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,</a:t>
            </a:r>
            <a:r>
              <a:rPr sz="1200" spc="-5" dirty="0">
                <a:latin typeface="Verdana"/>
                <a:cs typeface="Verdana"/>
              </a:rPr>
              <a:t>2</a:t>
            </a:r>
            <a:r>
              <a:rPr sz="1200" dirty="0">
                <a:latin typeface="Verdana"/>
                <a:cs typeface="Verdana"/>
              </a:rPr>
              <a:t>}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object 33">
            <a:extLst>
              <a:ext uri="{FF2B5EF4-FFF2-40B4-BE49-F238E27FC236}">
                <a16:creationId xmlns:a16="http://schemas.microsoft.com/office/drawing/2014/main" id="{455024DC-27A6-749F-5130-2AFBE4EC9FDD}"/>
              </a:ext>
            </a:extLst>
          </p:cNvPr>
          <p:cNvSpPr txBox="1"/>
          <p:nvPr/>
        </p:nvSpPr>
        <p:spPr>
          <a:xfrm>
            <a:off x="4777671" y="5061298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032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6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3" name="object 34">
            <a:extLst>
              <a:ext uri="{FF2B5EF4-FFF2-40B4-BE49-F238E27FC236}">
                <a16:creationId xmlns:a16="http://schemas.microsoft.com/office/drawing/2014/main" id="{AA108114-F41F-7200-4188-726DFE0C9FDB}"/>
              </a:ext>
            </a:extLst>
          </p:cNvPr>
          <p:cNvSpPr txBox="1"/>
          <p:nvPr/>
        </p:nvSpPr>
        <p:spPr>
          <a:xfrm>
            <a:off x="5038996" y="4407476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35">
            <a:extLst>
              <a:ext uri="{FF2B5EF4-FFF2-40B4-BE49-F238E27FC236}">
                <a16:creationId xmlns:a16="http://schemas.microsoft.com/office/drawing/2014/main" id="{1F5E8B7E-F060-EBF5-E310-F3A47F5092EB}"/>
              </a:ext>
            </a:extLst>
          </p:cNvPr>
          <p:cNvSpPr txBox="1"/>
          <p:nvPr/>
        </p:nvSpPr>
        <p:spPr>
          <a:xfrm>
            <a:off x="5772557" y="4407476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36">
            <a:extLst>
              <a:ext uri="{FF2B5EF4-FFF2-40B4-BE49-F238E27FC236}">
                <a16:creationId xmlns:a16="http://schemas.microsoft.com/office/drawing/2014/main" id="{402E4B50-2917-6FA6-4D53-38B6DF51E163}"/>
              </a:ext>
            </a:extLst>
          </p:cNvPr>
          <p:cNvSpPr txBox="1"/>
          <p:nvPr/>
        </p:nvSpPr>
        <p:spPr>
          <a:xfrm>
            <a:off x="6601368" y="4407476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37">
            <a:extLst>
              <a:ext uri="{FF2B5EF4-FFF2-40B4-BE49-F238E27FC236}">
                <a16:creationId xmlns:a16="http://schemas.microsoft.com/office/drawing/2014/main" id="{11BA0FBC-3024-9549-86C9-2537CC255BFB}"/>
              </a:ext>
            </a:extLst>
          </p:cNvPr>
          <p:cNvSpPr txBox="1"/>
          <p:nvPr/>
        </p:nvSpPr>
        <p:spPr>
          <a:xfrm>
            <a:off x="7444669" y="5066386"/>
            <a:ext cx="24384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310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7" name="object 38">
            <a:extLst>
              <a:ext uri="{FF2B5EF4-FFF2-40B4-BE49-F238E27FC236}">
                <a16:creationId xmlns:a16="http://schemas.microsoft.com/office/drawing/2014/main" id="{03A420C3-F483-8F9F-472E-DD8423440518}"/>
              </a:ext>
            </a:extLst>
          </p:cNvPr>
          <p:cNvSpPr txBox="1"/>
          <p:nvPr/>
        </p:nvSpPr>
        <p:spPr>
          <a:xfrm>
            <a:off x="7705994" y="4410524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39">
            <a:extLst>
              <a:ext uri="{FF2B5EF4-FFF2-40B4-BE49-F238E27FC236}">
                <a16:creationId xmlns:a16="http://schemas.microsoft.com/office/drawing/2014/main" id="{E19C9EDF-6492-2E74-F205-576639E85196}"/>
              </a:ext>
            </a:extLst>
          </p:cNvPr>
          <p:cNvSpPr txBox="1"/>
          <p:nvPr/>
        </p:nvSpPr>
        <p:spPr>
          <a:xfrm>
            <a:off x="8439556" y="4410524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40">
            <a:extLst>
              <a:ext uri="{FF2B5EF4-FFF2-40B4-BE49-F238E27FC236}">
                <a16:creationId xmlns:a16="http://schemas.microsoft.com/office/drawing/2014/main" id="{88C9FC6C-3423-1398-8BAE-21B1E9C16CAB}"/>
              </a:ext>
            </a:extLst>
          </p:cNvPr>
          <p:cNvSpPr txBox="1"/>
          <p:nvPr/>
        </p:nvSpPr>
        <p:spPr>
          <a:xfrm>
            <a:off x="9268366" y="4410524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41">
            <a:extLst>
              <a:ext uri="{FF2B5EF4-FFF2-40B4-BE49-F238E27FC236}">
                <a16:creationId xmlns:a16="http://schemas.microsoft.com/office/drawing/2014/main" id="{B01A36FE-A346-35B5-6567-24BC6AD7B556}"/>
              </a:ext>
            </a:extLst>
          </p:cNvPr>
          <p:cNvSpPr txBox="1"/>
          <p:nvPr/>
        </p:nvSpPr>
        <p:spPr>
          <a:xfrm>
            <a:off x="7715519" y="4684844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42">
            <a:extLst>
              <a:ext uri="{FF2B5EF4-FFF2-40B4-BE49-F238E27FC236}">
                <a16:creationId xmlns:a16="http://schemas.microsoft.com/office/drawing/2014/main" id="{876A9E00-D89D-5B9F-7667-C6162E87EFAF}"/>
              </a:ext>
            </a:extLst>
          </p:cNvPr>
          <p:cNvSpPr txBox="1"/>
          <p:nvPr/>
        </p:nvSpPr>
        <p:spPr>
          <a:xfrm>
            <a:off x="8612593" y="4684844"/>
            <a:ext cx="10477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43">
            <a:extLst>
              <a:ext uri="{FF2B5EF4-FFF2-40B4-BE49-F238E27FC236}">
                <a16:creationId xmlns:a16="http://schemas.microsoft.com/office/drawing/2014/main" id="{BC6C5871-84B3-7F3E-283A-B8CDE3A60C65}"/>
              </a:ext>
            </a:extLst>
          </p:cNvPr>
          <p:cNvSpPr txBox="1"/>
          <p:nvPr/>
        </p:nvSpPr>
        <p:spPr>
          <a:xfrm>
            <a:off x="9419972" y="4684844"/>
            <a:ext cx="9715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3" name="object 44">
            <a:extLst>
              <a:ext uri="{FF2B5EF4-FFF2-40B4-BE49-F238E27FC236}">
                <a16:creationId xmlns:a16="http://schemas.microsoft.com/office/drawing/2014/main" id="{9186DE3A-59C9-F8CC-912A-21AF1C385934}"/>
              </a:ext>
            </a:extLst>
          </p:cNvPr>
          <p:cNvGrpSpPr/>
          <p:nvPr/>
        </p:nvGrpSpPr>
        <p:grpSpPr>
          <a:xfrm>
            <a:off x="5323882" y="5627495"/>
            <a:ext cx="304800" cy="304800"/>
            <a:chOff x="3822811" y="5334000"/>
            <a:chExt cx="304800" cy="304800"/>
          </a:xfrm>
        </p:grpSpPr>
        <p:sp>
          <p:nvSpPr>
            <p:cNvPr id="89" name="object 45">
              <a:extLst>
                <a:ext uri="{FF2B5EF4-FFF2-40B4-BE49-F238E27FC236}">
                  <a16:creationId xmlns:a16="http://schemas.microsoft.com/office/drawing/2014/main" id="{BD8D7B83-7F1C-F135-56F8-41F81E10EFA0}"/>
                </a:ext>
              </a:extLst>
            </p:cNvPr>
            <p:cNvSpPr/>
            <p:nvPr/>
          </p:nvSpPr>
          <p:spPr>
            <a:xfrm>
              <a:off x="3822811" y="5334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799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90" name="object 46">
              <a:extLst>
                <a:ext uri="{FF2B5EF4-FFF2-40B4-BE49-F238E27FC236}">
                  <a16:creationId xmlns:a16="http://schemas.microsoft.com/office/drawing/2014/main" id="{A92A95F9-FB9E-CFFC-1A39-29EA7F820656}"/>
                </a:ext>
              </a:extLst>
            </p:cNvPr>
            <p:cNvSpPr/>
            <p:nvPr/>
          </p:nvSpPr>
          <p:spPr>
            <a:xfrm>
              <a:off x="3822811" y="5334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4" name="object 47">
            <a:extLst>
              <a:ext uri="{FF2B5EF4-FFF2-40B4-BE49-F238E27FC236}">
                <a16:creationId xmlns:a16="http://schemas.microsoft.com/office/drawing/2014/main" id="{CF6BF1D9-7C5A-B1E8-DF89-49B85D683152}"/>
              </a:ext>
            </a:extLst>
          </p:cNvPr>
          <p:cNvSpPr txBox="1"/>
          <p:nvPr/>
        </p:nvSpPr>
        <p:spPr>
          <a:xfrm>
            <a:off x="5373095" y="5613779"/>
            <a:ext cx="1297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8460" algn="l"/>
              </a:tabLst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1	</a:t>
            </a:r>
            <a:r>
              <a:rPr sz="2000" spc="-5" dirty="0">
                <a:latin typeface="Verdana"/>
                <a:cs typeface="Verdana"/>
              </a:rPr>
              <a:t>ST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5" name="object 48">
            <a:extLst>
              <a:ext uri="{FF2B5EF4-FFF2-40B4-BE49-F238E27FC236}">
                <a16:creationId xmlns:a16="http://schemas.microsoft.com/office/drawing/2014/main" id="{66F8EC44-D7AC-F7EC-74F0-4D38ED751EAC}"/>
              </a:ext>
            </a:extLst>
          </p:cNvPr>
          <p:cNvSpPr txBox="1"/>
          <p:nvPr/>
        </p:nvSpPr>
        <p:spPr>
          <a:xfrm>
            <a:off x="5038996" y="4407476"/>
            <a:ext cx="3117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6" name="object 49">
            <a:extLst>
              <a:ext uri="{FF2B5EF4-FFF2-40B4-BE49-F238E27FC236}">
                <a16:creationId xmlns:a16="http://schemas.microsoft.com/office/drawing/2014/main" id="{2D7D707A-183C-8B8F-5CB1-043B8AAFFA22}"/>
              </a:ext>
            </a:extLst>
          </p:cNvPr>
          <p:cNvSpPr txBox="1"/>
          <p:nvPr/>
        </p:nvSpPr>
        <p:spPr>
          <a:xfrm>
            <a:off x="5772557" y="4407476"/>
            <a:ext cx="45021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7" name="object 50">
            <a:extLst>
              <a:ext uri="{FF2B5EF4-FFF2-40B4-BE49-F238E27FC236}">
                <a16:creationId xmlns:a16="http://schemas.microsoft.com/office/drawing/2014/main" id="{028A9582-BCB7-A6B8-4380-61BA0A9CA1F1}"/>
              </a:ext>
            </a:extLst>
          </p:cNvPr>
          <p:cNvSpPr txBox="1"/>
          <p:nvPr/>
        </p:nvSpPr>
        <p:spPr>
          <a:xfrm>
            <a:off x="6601368" y="4407476"/>
            <a:ext cx="40068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200" b="1" dirty="0">
                <a:solidFill>
                  <a:srgbClr val="FFFFFF"/>
                </a:solidFill>
                <a:latin typeface="Verdana"/>
                <a:cs typeface="Verdana"/>
              </a:rPr>
              <a:t>ta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8" name="object 51">
            <a:extLst>
              <a:ext uri="{FF2B5EF4-FFF2-40B4-BE49-F238E27FC236}">
                <a16:creationId xmlns:a16="http://schemas.microsoft.com/office/drawing/2014/main" id="{133187F8-5BB6-C6CF-ADF6-72F9838C85B4}"/>
              </a:ext>
            </a:extLst>
          </p:cNvPr>
          <p:cNvSpPr txBox="1"/>
          <p:nvPr/>
        </p:nvSpPr>
        <p:spPr>
          <a:xfrm>
            <a:off x="5048521" y="4681796"/>
            <a:ext cx="291465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Verdana"/>
                <a:cs typeface="Verdana"/>
              </a:rPr>
              <a:t>0</a:t>
            </a:r>
            <a:r>
              <a:rPr sz="1200" dirty="0">
                <a:latin typeface="Verdana"/>
                <a:cs typeface="Verdana"/>
              </a:rPr>
              <a:t>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52">
            <a:extLst>
              <a:ext uri="{FF2B5EF4-FFF2-40B4-BE49-F238E27FC236}">
                <a16:creationId xmlns:a16="http://schemas.microsoft.com/office/drawing/2014/main" id="{E95A90E8-3C6A-9541-D0AB-F2B527378A34}"/>
              </a:ext>
            </a:extLst>
          </p:cNvPr>
          <p:cNvSpPr txBox="1"/>
          <p:nvPr/>
        </p:nvSpPr>
        <p:spPr>
          <a:xfrm>
            <a:off x="5805418" y="4681796"/>
            <a:ext cx="38608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latin typeface="Verdana"/>
                <a:cs typeface="Verdana"/>
              </a:rPr>
              <a:t>I</a:t>
            </a:r>
            <a:r>
              <a:rPr sz="1200" spc="5" dirty="0">
                <a:latin typeface="Verdana"/>
                <a:cs typeface="Verdana"/>
              </a:rPr>
              <a:t>-&gt;M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40" name="table">
            <a:extLst>
              <a:ext uri="{FF2B5EF4-FFF2-40B4-BE49-F238E27FC236}">
                <a16:creationId xmlns:a16="http://schemas.microsoft.com/office/drawing/2014/main" id="{9C8485D0-7279-5CCD-5D98-5098B122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971" y="4001925"/>
            <a:ext cx="2428238" cy="921365"/>
          </a:xfrm>
          <a:prstGeom prst="rect">
            <a:avLst/>
          </a:prstGeom>
        </p:spPr>
      </p:pic>
      <p:grpSp>
        <p:nvGrpSpPr>
          <p:cNvPr id="41" name="object 54">
            <a:extLst>
              <a:ext uri="{FF2B5EF4-FFF2-40B4-BE49-F238E27FC236}">
                <a16:creationId xmlns:a16="http://schemas.microsoft.com/office/drawing/2014/main" id="{0E29C31D-7E22-CD53-C85C-B4EBC9C731E9}"/>
              </a:ext>
            </a:extLst>
          </p:cNvPr>
          <p:cNvGrpSpPr/>
          <p:nvPr/>
        </p:nvGrpSpPr>
        <p:grpSpPr>
          <a:xfrm>
            <a:off x="6106749" y="2966813"/>
            <a:ext cx="423521" cy="1043305"/>
            <a:chOff x="4605678" y="2673318"/>
            <a:chExt cx="423521" cy="1043305"/>
          </a:xfrm>
        </p:grpSpPr>
        <p:sp>
          <p:nvSpPr>
            <p:cNvPr id="86" name="object 55">
              <a:extLst>
                <a:ext uri="{FF2B5EF4-FFF2-40B4-BE49-F238E27FC236}">
                  <a16:creationId xmlns:a16="http://schemas.microsoft.com/office/drawing/2014/main" id="{4F276FF4-1736-0D17-BAA8-52FA2587810A}"/>
                </a:ext>
              </a:extLst>
            </p:cNvPr>
            <p:cNvSpPr/>
            <p:nvPr/>
          </p:nvSpPr>
          <p:spPr>
            <a:xfrm>
              <a:off x="4605678" y="2673318"/>
              <a:ext cx="111125" cy="1043305"/>
            </a:xfrm>
            <a:custGeom>
              <a:avLst/>
              <a:gdLst/>
              <a:ahLst/>
              <a:cxnLst/>
              <a:rect l="l" t="t" r="r" b="b"/>
              <a:pathLst>
                <a:path w="111125" h="1043304">
                  <a:moveTo>
                    <a:pt x="56094" y="37802"/>
                  </a:moveTo>
                  <a:lnTo>
                    <a:pt x="46349" y="54001"/>
                  </a:lnTo>
                  <a:lnTo>
                    <a:pt x="32997" y="1042597"/>
                  </a:lnTo>
                  <a:lnTo>
                    <a:pt x="52044" y="1042854"/>
                  </a:lnTo>
                  <a:lnTo>
                    <a:pt x="65397" y="54258"/>
                  </a:lnTo>
                  <a:lnTo>
                    <a:pt x="56094" y="37802"/>
                  </a:lnTo>
                  <a:close/>
                </a:path>
                <a:path w="111125" h="1043304">
                  <a:moveTo>
                    <a:pt x="67218" y="18774"/>
                  </a:moveTo>
                  <a:lnTo>
                    <a:pt x="46824" y="18774"/>
                  </a:lnTo>
                  <a:lnTo>
                    <a:pt x="65873" y="19030"/>
                  </a:lnTo>
                  <a:lnTo>
                    <a:pt x="65397" y="54258"/>
                  </a:lnTo>
                  <a:lnTo>
                    <a:pt x="94063" y="104961"/>
                  </a:lnTo>
                  <a:lnTo>
                    <a:pt x="99874" y="106575"/>
                  </a:lnTo>
                  <a:lnTo>
                    <a:pt x="109033" y="101398"/>
                  </a:lnTo>
                  <a:lnTo>
                    <a:pt x="110646" y="95586"/>
                  </a:lnTo>
                  <a:lnTo>
                    <a:pt x="67218" y="18774"/>
                  </a:lnTo>
                  <a:close/>
                </a:path>
                <a:path w="111125" h="1043304">
                  <a:moveTo>
                    <a:pt x="56603" y="0"/>
                  </a:moveTo>
                  <a:lnTo>
                    <a:pt x="0" y="94091"/>
                  </a:lnTo>
                  <a:lnTo>
                    <a:pt x="1456" y="99943"/>
                  </a:lnTo>
                  <a:lnTo>
                    <a:pt x="10471" y="105368"/>
                  </a:lnTo>
                  <a:lnTo>
                    <a:pt x="16324" y="103911"/>
                  </a:lnTo>
                  <a:lnTo>
                    <a:pt x="46349" y="54001"/>
                  </a:lnTo>
                  <a:lnTo>
                    <a:pt x="46824" y="18774"/>
                  </a:lnTo>
                  <a:lnTo>
                    <a:pt x="67218" y="18774"/>
                  </a:lnTo>
                  <a:lnTo>
                    <a:pt x="56603" y="0"/>
                  </a:lnTo>
                  <a:close/>
                </a:path>
                <a:path w="111125" h="1043304">
                  <a:moveTo>
                    <a:pt x="65812" y="23588"/>
                  </a:moveTo>
                  <a:lnTo>
                    <a:pt x="48058" y="23588"/>
                  </a:lnTo>
                  <a:lnTo>
                    <a:pt x="64510" y="23811"/>
                  </a:lnTo>
                  <a:lnTo>
                    <a:pt x="56094" y="37802"/>
                  </a:lnTo>
                  <a:lnTo>
                    <a:pt x="65397" y="54258"/>
                  </a:lnTo>
                  <a:lnTo>
                    <a:pt x="65812" y="23588"/>
                  </a:lnTo>
                  <a:close/>
                </a:path>
                <a:path w="111125" h="1043304">
                  <a:moveTo>
                    <a:pt x="46824" y="18774"/>
                  </a:moveTo>
                  <a:lnTo>
                    <a:pt x="46349" y="54001"/>
                  </a:lnTo>
                  <a:lnTo>
                    <a:pt x="56094" y="37802"/>
                  </a:lnTo>
                  <a:lnTo>
                    <a:pt x="48058" y="23588"/>
                  </a:lnTo>
                  <a:lnTo>
                    <a:pt x="65812" y="23588"/>
                  </a:lnTo>
                  <a:lnTo>
                    <a:pt x="65873" y="19030"/>
                  </a:lnTo>
                  <a:lnTo>
                    <a:pt x="46824" y="18774"/>
                  </a:lnTo>
                  <a:close/>
                </a:path>
                <a:path w="111125" h="1043304">
                  <a:moveTo>
                    <a:pt x="48058" y="23588"/>
                  </a:moveTo>
                  <a:lnTo>
                    <a:pt x="56094" y="37802"/>
                  </a:lnTo>
                  <a:lnTo>
                    <a:pt x="64510" y="23811"/>
                  </a:lnTo>
                  <a:lnTo>
                    <a:pt x="48058" y="23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7" name="object 56">
              <a:extLst>
                <a:ext uri="{FF2B5EF4-FFF2-40B4-BE49-F238E27FC236}">
                  <a16:creationId xmlns:a16="http://schemas.microsoft.com/office/drawing/2014/main" id="{EAF83B73-18A3-34CF-227D-BAC895DCEE25}"/>
                </a:ext>
              </a:extLst>
            </p:cNvPr>
            <p:cNvSpPr/>
            <p:nvPr/>
          </p:nvSpPr>
          <p:spPr>
            <a:xfrm>
              <a:off x="4724399" y="2819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8" name="object 57">
              <a:extLst>
                <a:ext uri="{FF2B5EF4-FFF2-40B4-BE49-F238E27FC236}">
                  <a16:creationId xmlns:a16="http://schemas.microsoft.com/office/drawing/2014/main" id="{C10B2681-C7C7-B82E-F685-F47DC632400F}"/>
                </a:ext>
              </a:extLst>
            </p:cNvPr>
            <p:cNvSpPr/>
            <p:nvPr/>
          </p:nvSpPr>
          <p:spPr>
            <a:xfrm>
              <a:off x="4724399" y="28193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2" name="object 58">
            <a:extLst>
              <a:ext uri="{FF2B5EF4-FFF2-40B4-BE49-F238E27FC236}">
                <a16:creationId xmlns:a16="http://schemas.microsoft.com/office/drawing/2014/main" id="{7D25403C-6D0B-B24B-4658-96C3F98FCC7E}"/>
              </a:ext>
            </a:extLst>
          </p:cNvPr>
          <p:cNvSpPr txBox="1"/>
          <p:nvPr/>
        </p:nvSpPr>
        <p:spPr>
          <a:xfrm>
            <a:off x="6284208" y="3105274"/>
            <a:ext cx="1677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baseline="3086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2700" b="1" spc="450" baseline="308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ExReq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3" name="object 59">
            <a:extLst>
              <a:ext uri="{FF2B5EF4-FFF2-40B4-BE49-F238E27FC236}">
                <a16:creationId xmlns:a16="http://schemas.microsoft.com/office/drawing/2014/main" id="{81698F15-EF6D-E37C-A4CD-69D29C20CDEA}"/>
              </a:ext>
            </a:extLst>
          </p:cNvPr>
          <p:cNvGrpSpPr/>
          <p:nvPr/>
        </p:nvGrpSpPr>
        <p:grpSpPr>
          <a:xfrm>
            <a:off x="4278022" y="2420745"/>
            <a:ext cx="3437890" cy="561340"/>
            <a:chOff x="2776951" y="2127250"/>
            <a:chExt cx="3437890" cy="561340"/>
          </a:xfrm>
        </p:grpSpPr>
        <p:sp>
          <p:nvSpPr>
            <p:cNvPr id="81" name="object 60">
              <a:extLst>
                <a:ext uri="{FF2B5EF4-FFF2-40B4-BE49-F238E27FC236}">
                  <a16:creationId xmlns:a16="http://schemas.microsoft.com/office/drawing/2014/main" id="{F577592B-1CD7-19C4-D7BF-99FF8B3A7FD8}"/>
                </a:ext>
              </a:extLst>
            </p:cNvPr>
            <p:cNvSpPr/>
            <p:nvPr/>
          </p:nvSpPr>
          <p:spPr>
            <a:xfrm>
              <a:off x="3924966" y="2127250"/>
              <a:ext cx="1141730" cy="561340"/>
            </a:xfrm>
            <a:custGeom>
              <a:avLst/>
              <a:gdLst/>
              <a:ahLst/>
              <a:cxnLst/>
              <a:rect l="l" t="t" r="r" b="b"/>
              <a:pathLst>
                <a:path w="1141729" h="561339">
                  <a:moveTo>
                    <a:pt x="0" y="0"/>
                  </a:moveTo>
                  <a:lnTo>
                    <a:pt x="0" y="561340"/>
                  </a:lnTo>
                </a:path>
                <a:path w="1141729" h="561339">
                  <a:moveTo>
                    <a:pt x="1141665" y="0"/>
                  </a:moveTo>
                  <a:lnTo>
                    <a:pt x="1141665" y="5613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2" name="object 61">
              <a:extLst>
                <a:ext uri="{FF2B5EF4-FFF2-40B4-BE49-F238E27FC236}">
                  <a16:creationId xmlns:a16="http://schemas.microsoft.com/office/drawing/2014/main" id="{FD7329AB-40BC-C8E1-4859-FC38EBE15A9D}"/>
                </a:ext>
              </a:extLst>
            </p:cNvPr>
            <p:cNvSpPr/>
            <p:nvPr/>
          </p:nvSpPr>
          <p:spPr>
            <a:xfrm>
              <a:off x="2776951" y="2407920"/>
              <a:ext cx="3437890" cy="0"/>
            </a:xfrm>
            <a:custGeom>
              <a:avLst/>
              <a:gdLst/>
              <a:ahLst/>
              <a:cxnLst/>
              <a:rect l="l" t="t" r="r" b="b"/>
              <a:pathLst>
                <a:path w="3437890">
                  <a:moveTo>
                    <a:pt x="0" y="0"/>
                  </a:moveTo>
                  <a:lnTo>
                    <a:pt x="343769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3" name="object 62">
              <a:extLst>
                <a:ext uri="{FF2B5EF4-FFF2-40B4-BE49-F238E27FC236}">
                  <a16:creationId xmlns:a16="http://schemas.microsoft.com/office/drawing/2014/main" id="{70D99B33-C13B-7138-E006-64BFA8D4145D}"/>
                </a:ext>
              </a:extLst>
            </p:cNvPr>
            <p:cNvSpPr/>
            <p:nvPr/>
          </p:nvSpPr>
          <p:spPr>
            <a:xfrm>
              <a:off x="2783301" y="2127250"/>
              <a:ext cx="3425190" cy="561340"/>
            </a:xfrm>
            <a:custGeom>
              <a:avLst/>
              <a:gdLst/>
              <a:ahLst/>
              <a:cxnLst/>
              <a:rect l="l" t="t" r="r" b="b"/>
              <a:pathLst>
                <a:path w="3425190" h="561339">
                  <a:moveTo>
                    <a:pt x="0" y="0"/>
                  </a:moveTo>
                  <a:lnTo>
                    <a:pt x="0" y="561340"/>
                  </a:lnTo>
                </a:path>
                <a:path w="3425190" h="561339">
                  <a:moveTo>
                    <a:pt x="3424995" y="0"/>
                  </a:moveTo>
                  <a:lnTo>
                    <a:pt x="3424995" y="5613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4" name="object 63">
              <a:extLst>
                <a:ext uri="{FF2B5EF4-FFF2-40B4-BE49-F238E27FC236}">
                  <a16:creationId xmlns:a16="http://schemas.microsoft.com/office/drawing/2014/main" id="{39B7775D-D6F3-4769-DEF0-7EA396E62C40}"/>
                </a:ext>
              </a:extLst>
            </p:cNvPr>
            <p:cNvSpPr/>
            <p:nvPr/>
          </p:nvSpPr>
          <p:spPr>
            <a:xfrm>
              <a:off x="2776951" y="2127250"/>
              <a:ext cx="3437890" cy="12700"/>
            </a:xfrm>
            <a:custGeom>
              <a:avLst/>
              <a:gdLst/>
              <a:ahLst/>
              <a:cxnLst/>
              <a:rect l="l" t="t" r="r" b="b"/>
              <a:pathLst>
                <a:path w="3437890" h="12700">
                  <a:moveTo>
                    <a:pt x="0" y="0"/>
                  </a:moveTo>
                  <a:lnTo>
                    <a:pt x="3437695" y="0"/>
                  </a:lnTo>
                  <a:lnTo>
                    <a:pt x="3437695" y="12700"/>
                  </a:lnTo>
                  <a:lnTo>
                    <a:pt x="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5" name="object 64">
              <a:extLst>
                <a:ext uri="{FF2B5EF4-FFF2-40B4-BE49-F238E27FC236}">
                  <a16:creationId xmlns:a16="http://schemas.microsoft.com/office/drawing/2014/main" id="{459EF443-BD6A-1AD7-B700-1F438C99C8A3}"/>
                </a:ext>
              </a:extLst>
            </p:cNvPr>
            <p:cNvSpPr/>
            <p:nvPr/>
          </p:nvSpPr>
          <p:spPr>
            <a:xfrm>
              <a:off x="2776951" y="2682240"/>
              <a:ext cx="3437890" cy="0"/>
            </a:xfrm>
            <a:custGeom>
              <a:avLst/>
              <a:gdLst/>
              <a:ahLst/>
              <a:cxnLst/>
              <a:rect l="l" t="t" r="r" b="b"/>
              <a:pathLst>
                <a:path w="3437890">
                  <a:moveTo>
                    <a:pt x="0" y="0"/>
                  </a:moveTo>
                  <a:lnTo>
                    <a:pt x="343769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4" name="object 65">
            <a:extLst>
              <a:ext uri="{FF2B5EF4-FFF2-40B4-BE49-F238E27FC236}">
                <a16:creationId xmlns:a16="http://schemas.microsoft.com/office/drawing/2014/main" id="{F377D7B7-843E-6F6A-9FDF-178637E29B98}"/>
              </a:ext>
            </a:extLst>
          </p:cNvPr>
          <p:cNvSpPr txBox="1"/>
          <p:nvPr/>
        </p:nvSpPr>
        <p:spPr>
          <a:xfrm>
            <a:off x="4292950" y="2424567"/>
            <a:ext cx="1124585" cy="24892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48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Tag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5" name="object 66">
            <a:extLst>
              <a:ext uri="{FF2B5EF4-FFF2-40B4-BE49-F238E27FC236}">
                <a16:creationId xmlns:a16="http://schemas.microsoft.com/office/drawing/2014/main" id="{70FA80D9-C278-A8B8-5840-6B7419967F2B}"/>
              </a:ext>
            </a:extLst>
          </p:cNvPr>
          <p:cNvSpPr txBox="1"/>
          <p:nvPr/>
        </p:nvSpPr>
        <p:spPr>
          <a:xfrm>
            <a:off x="5434615" y="2424567"/>
            <a:ext cx="1124585" cy="25781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48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550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State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6" name="object 67">
            <a:extLst>
              <a:ext uri="{FF2B5EF4-FFF2-40B4-BE49-F238E27FC236}">
                <a16:creationId xmlns:a16="http://schemas.microsoft.com/office/drawing/2014/main" id="{D41EF3DB-F1D7-BA03-6E05-31F657E53F2B}"/>
              </a:ext>
            </a:extLst>
          </p:cNvPr>
          <p:cNvSpPr txBox="1"/>
          <p:nvPr/>
        </p:nvSpPr>
        <p:spPr>
          <a:xfrm>
            <a:off x="6576280" y="2424567"/>
            <a:ext cx="1124585" cy="257810"/>
          </a:xfrm>
          <a:prstGeom prst="rect">
            <a:avLst/>
          </a:prstGeom>
          <a:solidFill>
            <a:srgbClr val="686EA8"/>
          </a:solidFill>
        </p:spPr>
        <p:txBody>
          <a:bodyPr vert="horz" wrap="square" lIns="0" tIns="48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140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solidFill>
                  <a:srgbClr val="FFFFFF"/>
                </a:solidFill>
                <a:latin typeface="Verdana"/>
                <a:cs typeface="Verdana"/>
              </a:rPr>
              <a:t>Sharers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7" name="object 68">
            <a:extLst>
              <a:ext uri="{FF2B5EF4-FFF2-40B4-BE49-F238E27FC236}">
                <a16:creationId xmlns:a16="http://schemas.microsoft.com/office/drawing/2014/main" id="{D48C43AF-4C55-9CA6-38DD-C4C330D19F03}"/>
              </a:ext>
            </a:extLst>
          </p:cNvPr>
          <p:cNvSpPr txBox="1"/>
          <p:nvPr/>
        </p:nvSpPr>
        <p:spPr>
          <a:xfrm>
            <a:off x="4292950" y="2729343"/>
            <a:ext cx="1127125" cy="24130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177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spc="-5" dirty="0">
                <a:latin typeface="Verdana"/>
                <a:cs typeface="Verdana"/>
              </a:rPr>
              <a:t>0xA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8" name="object 69">
            <a:extLst>
              <a:ext uri="{FF2B5EF4-FFF2-40B4-BE49-F238E27FC236}">
                <a16:creationId xmlns:a16="http://schemas.microsoft.com/office/drawing/2014/main" id="{9B9FFB2C-2E58-2089-A42E-A8C1BAE99207}"/>
              </a:ext>
            </a:extLst>
          </p:cNvPr>
          <p:cNvSpPr txBox="1"/>
          <p:nvPr/>
        </p:nvSpPr>
        <p:spPr>
          <a:xfrm>
            <a:off x="5432387" y="2720465"/>
            <a:ext cx="1129030" cy="25019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66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latin typeface="Verdana"/>
                <a:cs typeface="Verdana"/>
              </a:rPr>
              <a:t>Ex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9" name="object 70">
            <a:extLst>
              <a:ext uri="{FF2B5EF4-FFF2-40B4-BE49-F238E27FC236}">
                <a16:creationId xmlns:a16="http://schemas.microsoft.com/office/drawing/2014/main" id="{6C4CC0C5-D7CE-BA8B-581E-96CCA72B9B2F}"/>
              </a:ext>
            </a:extLst>
          </p:cNvPr>
          <p:cNvSpPr txBox="1"/>
          <p:nvPr/>
        </p:nvSpPr>
        <p:spPr>
          <a:xfrm>
            <a:off x="6574052" y="2720465"/>
            <a:ext cx="1127125" cy="250190"/>
          </a:xfrm>
          <a:prstGeom prst="rect">
            <a:avLst/>
          </a:prstGeom>
          <a:solidFill>
            <a:srgbClr val="D4D5E1"/>
          </a:solidFill>
        </p:spPr>
        <p:txBody>
          <a:bodyPr vert="horz" wrap="square" lIns="0" tIns="266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algn="ctr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latin typeface="Verdana"/>
                <a:cs typeface="Verdana"/>
              </a:rPr>
              <a:t>{1}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0" name="object 71">
            <a:extLst>
              <a:ext uri="{FF2B5EF4-FFF2-40B4-BE49-F238E27FC236}">
                <a16:creationId xmlns:a16="http://schemas.microsoft.com/office/drawing/2014/main" id="{7693BF2D-D044-4B1A-0AA8-E8FA1F7A6E03}"/>
              </a:ext>
            </a:extLst>
          </p:cNvPr>
          <p:cNvGrpSpPr/>
          <p:nvPr/>
        </p:nvGrpSpPr>
        <p:grpSpPr>
          <a:xfrm>
            <a:off x="6855943" y="1947673"/>
            <a:ext cx="512527" cy="327660"/>
            <a:chOff x="5354872" y="1654178"/>
            <a:chExt cx="512527" cy="327660"/>
          </a:xfrm>
        </p:grpSpPr>
        <p:sp>
          <p:nvSpPr>
            <p:cNvPr id="78" name="object 72">
              <a:extLst>
                <a:ext uri="{FF2B5EF4-FFF2-40B4-BE49-F238E27FC236}">
                  <a16:creationId xmlns:a16="http://schemas.microsoft.com/office/drawing/2014/main" id="{93F0F3F5-8025-7936-3C09-33CB2C82DE88}"/>
                </a:ext>
              </a:extLst>
            </p:cNvPr>
            <p:cNvSpPr/>
            <p:nvPr/>
          </p:nvSpPr>
          <p:spPr>
            <a:xfrm>
              <a:off x="5354872" y="1654178"/>
              <a:ext cx="111125" cy="327660"/>
            </a:xfrm>
            <a:custGeom>
              <a:avLst/>
              <a:gdLst/>
              <a:ahLst/>
              <a:cxnLst/>
              <a:rect l="l" t="t" r="r" b="b"/>
              <a:pathLst>
                <a:path w="111125" h="327660">
                  <a:moveTo>
                    <a:pt x="10622" y="221084"/>
                  </a:moveTo>
                  <a:lnTo>
                    <a:pt x="1535" y="226385"/>
                  </a:lnTo>
                  <a:lnTo>
                    <a:pt x="0" y="232216"/>
                  </a:lnTo>
                  <a:lnTo>
                    <a:pt x="55328" y="327065"/>
                  </a:lnTo>
                  <a:lnTo>
                    <a:pt x="66355" y="308161"/>
                  </a:lnTo>
                  <a:lnTo>
                    <a:pt x="45803" y="308161"/>
                  </a:lnTo>
                  <a:lnTo>
                    <a:pt x="45802" y="272928"/>
                  </a:lnTo>
                  <a:lnTo>
                    <a:pt x="16455" y="222618"/>
                  </a:lnTo>
                  <a:lnTo>
                    <a:pt x="10622" y="221084"/>
                  </a:lnTo>
                  <a:close/>
                </a:path>
                <a:path w="111125" h="327660">
                  <a:moveTo>
                    <a:pt x="45803" y="272929"/>
                  </a:moveTo>
                  <a:lnTo>
                    <a:pt x="45803" y="308161"/>
                  </a:lnTo>
                  <a:lnTo>
                    <a:pt x="64853" y="308161"/>
                  </a:lnTo>
                  <a:lnTo>
                    <a:pt x="64853" y="303362"/>
                  </a:lnTo>
                  <a:lnTo>
                    <a:pt x="47100" y="303362"/>
                  </a:lnTo>
                  <a:lnTo>
                    <a:pt x="55328" y="289257"/>
                  </a:lnTo>
                  <a:lnTo>
                    <a:pt x="45803" y="272929"/>
                  </a:lnTo>
                  <a:close/>
                </a:path>
                <a:path w="111125" h="327660">
                  <a:moveTo>
                    <a:pt x="100034" y="221082"/>
                  </a:moveTo>
                  <a:lnTo>
                    <a:pt x="94200" y="222618"/>
                  </a:lnTo>
                  <a:lnTo>
                    <a:pt x="64853" y="272928"/>
                  </a:lnTo>
                  <a:lnTo>
                    <a:pt x="64853" y="308161"/>
                  </a:lnTo>
                  <a:lnTo>
                    <a:pt x="66355" y="308161"/>
                  </a:lnTo>
                  <a:lnTo>
                    <a:pt x="110656" y="232216"/>
                  </a:lnTo>
                  <a:lnTo>
                    <a:pt x="109120" y="226385"/>
                  </a:lnTo>
                  <a:lnTo>
                    <a:pt x="100034" y="221082"/>
                  </a:lnTo>
                  <a:close/>
                </a:path>
                <a:path w="111125" h="327660">
                  <a:moveTo>
                    <a:pt x="55328" y="289257"/>
                  </a:moveTo>
                  <a:lnTo>
                    <a:pt x="47100" y="303362"/>
                  </a:lnTo>
                  <a:lnTo>
                    <a:pt x="63555" y="303362"/>
                  </a:lnTo>
                  <a:lnTo>
                    <a:pt x="55328" y="289257"/>
                  </a:lnTo>
                  <a:close/>
                </a:path>
                <a:path w="111125" h="327660">
                  <a:moveTo>
                    <a:pt x="64853" y="272928"/>
                  </a:moveTo>
                  <a:lnTo>
                    <a:pt x="55328" y="289257"/>
                  </a:lnTo>
                  <a:lnTo>
                    <a:pt x="63555" y="303362"/>
                  </a:lnTo>
                  <a:lnTo>
                    <a:pt x="64853" y="303362"/>
                  </a:lnTo>
                  <a:lnTo>
                    <a:pt x="64853" y="272928"/>
                  </a:lnTo>
                  <a:close/>
                </a:path>
                <a:path w="111125" h="327660">
                  <a:moveTo>
                    <a:pt x="64852" y="0"/>
                  </a:moveTo>
                  <a:lnTo>
                    <a:pt x="45802" y="0"/>
                  </a:lnTo>
                  <a:lnTo>
                    <a:pt x="45803" y="272929"/>
                  </a:lnTo>
                  <a:lnTo>
                    <a:pt x="55328" y="289257"/>
                  </a:lnTo>
                  <a:lnTo>
                    <a:pt x="64852" y="272929"/>
                  </a:lnTo>
                  <a:lnTo>
                    <a:pt x="64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9" name="object 73">
              <a:extLst>
                <a:ext uri="{FF2B5EF4-FFF2-40B4-BE49-F238E27FC236}">
                  <a16:creationId xmlns:a16="http://schemas.microsoft.com/office/drawing/2014/main" id="{8734B898-D18F-6EFD-7192-13A96E2CC4C7}"/>
                </a:ext>
              </a:extLst>
            </p:cNvPr>
            <p:cNvSpPr/>
            <p:nvPr/>
          </p:nvSpPr>
          <p:spPr>
            <a:xfrm>
              <a:off x="5562599" y="167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0" name="object 74">
              <a:extLst>
                <a:ext uri="{FF2B5EF4-FFF2-40B4-BE49-F238E27FC236}">
                  <a16:creationId xmlns:a16="http://schemas.microsoft.com/office/drawing/2014/main" id="{92A04D58-7EF2-EA03-71A8-7A9DFE07ECAA}"/>
                </a:ext>
              </a:extLst>
            </p:cNvPr>
            <p:cNvSpPr/>
            <p:nvPr/>
          </p:nvSpPr>
          <p:spPr>
            <a:xfrm>
              <a:off x="5562599" y="167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51" name="object 75">
            <a:extLst>
              <a:ext uri="{FF2B5EF4-FFF2-40B4-BE49-F238E27FC236}">
                <a16:creationId xmlns:a16="http://schemas.microsoft.com/office/drawing/2014/main" id="{3DCF1032-DDBC-8EC7-0825-2107D974A1DD}"/>
              </a:ext>
            </a:extLst>
          </p:cNvPr>
          <p:cNvSpPr txBox="1"/>
          <p:nvPr/>
        </p:nvSpPr>
        <p:spPr>
          <a:xfrm>
            <a:off x="5128326" y="1645283"/>
            <a:ext cx="4224020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r>
              <a:rPr lang="en-US" sz="2000" spc="-5" dirty="0">
                <a:solidFill>
                  <a:srgbClr val="FFFFFF"/>
                </a:solidFill>
                <a:latin typeface="Verdana"/>
                <a:cs typeface="Verdana"/>
              </a:rPr>
              <a:t>/LLC</a:t>
            </a:r>
            <a:endParaRPr sz="2000" dirty="0">
              <a:latin typeface="Verdana"/>
              <a:cs typeface="Verdana"/>
            </a:endParaRPr>
          </a:p>
          <a:p>
            <a:pPr marL="1997075">
              <a:lnSpc>
                <a:spcPct val="100000"/>
              </a:lnSpc>
              <a:spcBef>
                <a:spcPts val="45"/>
              </a:spcBef>
              <a:tabLst>
                <a:tab pos="2332990" algn="l"/>
              </a:tabLst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5	</a:t>
            </a:r>
            <a:r>
              <a:rPr sz="3000" spc="-7" baseline="1388" dirty="0">
                <a:latin typeface="Verdana"/>
                <a:cs typeface="Verdana"/>
              </a:rPr>
              <a:t>Mem[0xA]</a:t>
            </a:r>
            <a:r>
              <a:rPr sz="3000" spc="-44" baseline="1388" dirty="0">
                <a:latin typeface="Verdana"/>
                <a:cs typeface="Verdana"/>
              </a:rPr>
              <a:t> </a:t>
            </a:r>
            <a:r>
              <a:rPr sz="3000" baseline="1388" dirty="0">
                <a:latin typeface="Verdana"/>
                <a:cs typeface="Verdana"/>
              </a:rPr>
              <a:t>=</a:t>
            </a:r>
            <a:r>
              <a:rPr sz="3000" spc="-52" baseline="1388" dirty="0">
                <a:latin typeface="Verdana"/>
                <a:cs typeface="Verdana"/>
              </a:rPr>
              <a:t> </a:t>
            </a:r>
            <a:r>
              <a:rPr sz="3000" baseline="1388" dirty="0">
                <a:latin typeface="Verdana"/>
                <a:cs typeface="Verdana"/>
              </a:rPr>
              <a:t>3</a:t>
            </a:r>
          </a:p>
        </p:txBody>
      </p:sp>
      <p:grpSp>
        <p:nvGrpSpPr>
          <p:cNvPr id="52" name="object 76">
            <a:extLst>
              <a:ext uri="{FF2B5EF4-FFF2-40B4-BE49-F238E27FC236}">
                <a16:creationId xmlns:a16="http://schemas.microsoft.com/office/drawing/2014/main" id="{08B1A89E-595E-6254-0772-0EE677B0AC3F}"/>
              </a:ext>
            </a:extLst>
          </p:cNvPr>
          <p:cNvGrpSpPr/>
          <p:nvPr/>
        </p:nvGrpSpPr>
        <p:grpSpPr>
          <a:xfrm>
            <a:off x="8019856" y="2981862"/>
            <a:ext cx="1482725" cy="1028065"/>
            <a:chOff x="6518785" y="2688367"/>
            <a:chExt cx="1482725" cy="1028065"/>
          </a:xfrm>
        </p:grpSpPr>
        <p:sp>
          <p:nvSpPr>
            <p:cNvPr id="75" name="object 77">
              <a:extLst>
                <a:ext uri="{FF2B5EF4-FFF2-40B4-BE49-F238E27FC236}">
                  <a16:creationId xmlns:a16="http://schemas.microsoft.com/office/drawing/2014/main" id="{8189A25C-9206-9541-BCF7-BC24437545E9}"/>
                </a:ext>
              </a:extLst>
            </p:cNvPr>
            <p:cNvSpPr/>
            <p:nvPr/>
          </p:nvSpPr>
          <p:spPr>
            <a:xfrm>
              <a:off x="6518785" y="2688367"/>
              <a:ext cx="1482725" cy="1028065"/>
            </a:xfrm>
            <a:custGeom>
              <a:avLst/>
              <a:gdLst/>
              <a:ahLst/>
              <a:cxnLst/>
              <a:rect l="l" t="t" r="r" b="b"/>
              <a:pathLst>
                <a:path w="1482725" h="1028064">
                  <a:moveTo>
                    <a:pt x="1374216" y="1000337"/>
                  </a:moveTo>
                  <a:lnTo>
                    <a:pt x="1369639" y="1004263"/>
                  </a:lnTo>
                  <a:lnTo>
                    <a:pt x="1368836" y="1014754"/>
                  </a:lnTo>
                  <a:lnTo>
                    <a:pt x="1372763" y="1019331"/>
                  </a:lnTo>
                  <a:lnTo>
                    <a:pt x="1482250" y="1027701"/>
                  </a:lnTo>
                  <a:lnTo>
                    <a:pt x="1480887" y="1024796"/>
                  </a:lnTo>
                  <a:lnTo>
                    <a:pt x="1461282" y="1024796"/>
                  </a:lnTo>
                  <a:lnTo>
                    <a:pt x="1432292" y="1004776"/>
                  </a:lnTo>
                  <a:lnTo>
                    <a:pt x="1374216" y="1000337"/>
                  </a:lnTo>
                  <a:close/>
                </a:path>
                <a:path w="1482725" h="1028064">
                  <a:moveTo>
                    <a:pt x="1432292" y="1004776"/>
                  </a:moveTo>
                  <a:lnTo>
                    <a:pt x="1461282" y="1024796"/>
                  </a:lnTo>
                  <a:lnTo>
                    <a:pt x="1463901" y="1021002"/>
                  </a:lnTo>
                  <a:lnTo>
                    <a:pt x="1458070" y="1021002"/>
                  </a:lnTo>
                  <a:lnTo>
                    <a:pt x="1451139" y="1006217"/>
                  </a:lnTo>
                  <a:lnTo>
                    <a:pt x="1432292" y="1004776"/>
                  </a:lnTo>
                  <a:close/>
                </a:path>
                <a:path w="1482725" h="1028064">
                  <a:moveTo>
                    <a:pt x="1429973" y="926226"/>
                  </a:moveTo>
                  <a:lnTo>
                    <a:pt x="1420446" y="930691"/>
                  </a:lnTo>
                  <a:lnTo>
                    <a:pt x="1418394" y="936362"/>
                  </a:lnTo>
                  <a:lnTo>
                    <a:pt x="1443116" y="989100"/>
                  </a:lnTo>
                  <a:lnTo>
                    <a:pt x="1472106" y="1009120"/>
                  </a:lnTo>
                  <a:lnTo>
                    <a:pt x="1461282" y="1024796"/>
                  </a:lnTo>
                  <a:lnTo>
                    <a:pt x="1480887" y="1024796"/>
                  </a:lnTo>
                  <a:lnTo>
                    <a:pt x="1435643" y="928277"/>
                  </a:lnTo>
                  <a:lnTo>
                    <a:pt x="1429973" y="926226"/>
                  </a:lnTo>
                  <a:close/>
                </a:path>
                <a:path w="1482725" h="1028064">
                  <a:moveTo>
                    <a:pt x="1451139" y="1006217"/>
                  </a:moveTo>
                  <a:lnTo>
                    <a:pt x="1458070" y="1021002"/>
                  </a:lnTo>
                  <a:lnTo>
                    <a:pt x="1467421" y="1007461"/>
                  </a:lnTo>
                  <a:lnTo>
                    <a:pt x="1451139" y="1006217"/>
                  </a:lnTo>
                  <a:close/>
                </a:path>
                <a:path w="1482725" h="1028064">
                  <a:moveTo>
                    <a:pt x="1443116" y="989100"/>
                  </a:moveTo>
                  <a:lnTo>
                    <a:pt x="1451139" y="1006217"/>
                  </a:lnTo>
                  <a:lnTo>
                    <a:pt x="1467421" y="1007461"/>
                  </a:lnTo>
                  <a:lnTo>
                    <a:pt x="1458070" y="1021002"/>
                  </a:lnTo>
                  <a:lnTo>
                    <a:pt x="1463901" y="1021002"/>
                  </a:lnTo>
                  <a:lnTo>
                    <a:pt x="1472106" y="1009120"/>
                  </a:lnTo>
                  <a:lnTo>
                    <a:pt x="1443116" y="989100"/>
                  </a:lnTo>
                  <a:close/>
                </a:path>
                <a:path w="1482725" h="1028064">
                  <a:moveTo>
                    <a:pt x="10824" y="0"/>
                  </a:moveTo>
                  <a:lnTo>
                    <a:pt x="0" y="15675"/>
                  </a:lnTo>
                  <a:lnTo>
                    <a:pt x="1432292" y="1004776"/>
                  </a:lnTo>
                  <a:lnTo>
                    <a:pt x="1451139" y="1006217"/>
                  </a:lnTo>
                  <a:lnTo>
                    <a:pt x="1443116" y="989100"/>
                  </a:lnTo>
                  <a:lnTo>
                    <a:pt x="108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6" name="object 78">
              <a:extLst>
                <a:ext uri="{FF2B5EF4-FFF2-40B4-BE49-F238E27FC236}">
                  <a16:creationId xmlns:a16="http://schemas.microsoft.com/office/drawing/2014/main" id="{A6505A64-1BCB-6A19-CF72-A21E21E4B2B7}"/>
                </a:ext>
              </a:extLst>
            </p:cNvPr>
            <p:cNvSpPr/>
            <p:nvPr/>
          </p:nvSpPr>
          <p:spPr>
            <a:xfrm>
              <a:off x="7239000" y="27603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7" name="object 79">
              <a:extLst>
                <a:ext uri="{FF2B5EF4-FFF2-40B4-BE49-F238E27FC236}">
                  <a16:creationId xmlns:a16="http://schemas.microsoft.com/office/drawing/2014/main" id="{D1508BBD-7AE4-5152-4456-E74C1AB4B289}"/>
                </a:ext>
              </a:extLst>
            </p:cNvPr>
            <p:cNvSpPr/>
            <p:nvPr/>
          </p:nvSpPr>
          <p:spPr>
            <a:xfrm>
              <a:off x="7239000" y="276036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53" name="object 80">
            <a:extLst>
              <a:ext uri="{FF2B5EF4-FFF2-40B4-BE49-F238E27FC236}">
                <a16:creationId xmlns:a16="http://schemas.microsoft.com/office/drawing/2014/main" id="{79F7BDD4-8118-1703-DC0F-DA51222BE107}"/>
              </a:ext>
            </a:extLst>
          </p:cNvPr>
          <p:cNvSpPr txBox="1"/>
          <p:nvPr/>
        </p:nvSpPr>
        <p:spPr>
          <a:xfrm>
            <a:off x="8789283" y="3050410"/>
            <a:ext cx="17945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baseline="1388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3000" b="1" spc="284" baseline="1388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InvReq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4" name="object 81">
            <a:extLst>
              <a:ext uri="{FF2B5EF4-FFF2-40B4-BE49-F238E27FC236}">
                <a16:creationId xmlns:a16="http://schemas.microsoft.com/office/drawing/2014/main" id="{88E9C03A-A2C5-DB1D-2685-EB02242FBDAA}"/>
              </a:ext>
            </a:extLst>
          </p:cNvPr>
          <p:cNvGrpSpPr/>
          <p:nvPr/>
        </p:nvGrpSpPr>
        <p:grpSpPr>
          <a:xfrm>
            <a:off x="1620906" y="3081847"/>
            <a:ext cx="304800" cy="304800"/>
            <a:chOff x="119835" y="2788352"/>
            <a:chExt cx="304800" cy="304800"/>
          </a:xfrm>
        </p:grpSpPr>
        <p:sp>
          <p:nvSpPr>
            <p:cNvPr id="73" name="object 82">
              <a:extLst>
                <a:ext uri="{FF2B5EF4-FFF2-40B4-BE49-F238E27FC236}">
                  <a16:creationId xmlns:a16="http://schemas.microsoft.com/office/drawing/2014/main" id="{A4821DA6-1106-1BA4-AAC9-202A682B95C8}"/>
                </a:ext>
              </a:extLst>
            </p:cNvPr>
            <p:cNvSpPr/>
            <p:nvPr/>
          </p:nvSpPr>
          <p:spPr>
            <a:xfrm>
              <a:off x="119835" y="27883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4" name="object 83">
              <a:extLst>
                <a:ext uri="{FF2B5EF4-FFF2-40B4-BE49-F238E27FC236}">
                  <a16:creationId xmlns:a16="http://schemas.microsoft.com/office/drawing/2014/main" id="{8145019D-C286-F904-6A26-7474C5BA9132}"/>
                </a:ext>
              </a:extLst>
            </p:cNvPr>
            <p:cNvSpPr/>
            <p:nvPr/>
          </p:nvSpPr>
          <p:spPr>
            <a:xfrm>
              <a:off x="119835" y="27883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55" name="object 84">
            <a:extLst>
              <a:ext uri="{FF2B5EF4-FFF2-40B4-BE49-F238E27FC236}">
                <a16:creationId xmlns:a16="http://schemas.microsoft.com/office/drawing/2014/main" id="{EE7D27F5-BEF5-44C6-8B1E-68EA2797A9E0}"/>
              </a:ext>
            </a:extLst>
          </p:cNvPr>
          <p:cNvSpPr txBox="1"/>
          <p:nvPr/>
        </p:nvSpPr>
        <p:spPr>
          <a:xfrm>
            <a:off x="1670118" y="3068698"/>
            <a:ext cx="17945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2000" b="1" spc="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InvReq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6" name="object 85">
            <a:extLst>
              <a:ext uri="{FF2B5EF4-FFF2-40B4-BE49-F238E27FC236}">
                <a16:creationId xmlns:a16="http://schemas.microsoft.com/office/drawing/2014/main" id="{E8B9B43C-F1CB-D739-AC40-445E1850E253}"/>
              </a:ext>
            </a:extLst>
          </p:cNvPr>
          <p:cNvGrpSpPr/>
          <p:nvPr/>
        </p:nvGrpSpPr>
        <p:grpSpPr>
          <a:xfrm>
            <a:off x="2603342" y="2982135"/>
            <a:ext cx="1538605" cy="1035050"/>
            <a:chOff x="1102271" y="2688640"/>
            <a:chExt cx="1538605" cy="1035050"/>
          </a:xfrm>
        </p:grpSpPr>
        <p:sp>
          <p:nvSpPr>
            <p:cNvPr id="70" name="object 86">
              <a:extLst>
                <a:ext uri="{FF2B5EF4-FFF2-40B4-BE49-F238E27FC236}">
                  <a16:creationId xmlns:a16="http://schemas.microsoft.com/office/drawing/2014/main" id="{EB2AB637-8E1F-D491-8F98-CE688D9B0DD5}"/>
                </a:ext>
              </a:extLst>
            </p:cNvPr>
            <p:cNvSpPr/>
            <p:nvPr/>
          </p:nvSpPr>
          <p:spPr>
            <a:xfrm>
              <a:off x="1102271" y="2688640"/>
              <a:ext cx="1538605" cy="1035050"/>
            </a:xfrm>
            <a:custGeom>
              <a:avLst/>
              <a:gdLst/>
              <a:ahLst/>
              <a:cxnLst/>
              <a:rect l="l" t="t" r="r" b="b"/>
              <a:pathLst>
                <a:path w="1538605" h="1035050">
                  <a:moveTo>
                    <a:pt x="1346492" y="15138"/>
                  </a:moveTo>
                  <a:lnTo>
                    <a:pt x="1334922" y="0"/>
                  </a:lnTo>
                  <a:lnTo>
                    <a:pt x="37223" y="992073"/>
                  </a:lnTo>
                  <a:lnTo>
                    <a:pt x="59372" y="938199"/>
                  </a:lnTo>
                  <a:lnTo>
                    <a:pt x="57048" y="932637"/>
                  </a:lnTo>
                  <a:lnTo>
                    <a:pt x="47320" y="928636"/>
                  </a:lnTo>
                  <a:lnTo>
                    <a:pt x="41744" y="930960"/>
                  </a:lnTo>
                  <a:lnTo>
                    <a:pt x="0" y="1032522"/>
                  </a:lnTo>
                  <a:lnTo>
                    <a:pt x="31305" y="1028598"/>
                  </a:lnTo>
                  <a:lnTo>
                    <a:pt x="108953" y="1018870"/>
                  </a:lnTo>
                  <a:lnTo>
                    <a:pt x="112649" y="1014107"/>
                  </a:lnTo>
                  <a:lnTo>
                    <a:pt x="111353" y="1003668"/>
                  </a:lnTo>
                  <a:lnTo>
                    <a:pt x="106591" y="999972"/>
                  </a:lnTo>
                  <a:lnTo>
                    <a:pt x="48793" y="1007211"/>
                  </a:lnTo>
                  <a:lnTo>
                    <a:pt x="1346492" y="15138"/>
                  </a:lnTo>
                  <a:close/>
                </a:path>
                <a:path w="1538605" h="1035050">
                  <a:moveTo>
                    <a:pt x="1538122" y="7543"/>
                  </a:moveTo>
                  <a:lnTo>
                    <a:pt x="1429004" y="19735"/>
                  </a:lnTo>
                  <a:lnTo>
                    <a:pt x="1425232" y="24447"/>
                  </a:lnTo>
                  <a:lnTo>
                    <a:pt x="1426400" y="34899"/>
                  </a:lnTo>
                  <a:lnTo>
                    <a:pt x="1431112" y="38671"/>
                  </a:lnTo>
                  <a:lnTo>
                    <a:pt x="1488998" y="32207"/>
                  </a:lnTo>
                  <a:lnTo>
                    <a:pt x="160807" y="1019759"/>
                  </a:lnTo>
                  <a:lnTo>
                    <a:pt x="172173" y="1035050"/>
                  </a:lnTo>
                  <a:lnTo>
                    <a:pt x="1500365" y="47485"/>
                  </a:lnTo>
                  <a:lnTo>
                    <a:pt x="1477505" y="101066"/>
                  </a:lnTo>
                  <a:lnTo>
                    <a:pt x="1479753" y="106654"/>
                  </a:lnTo>
                  <a:lnTo>
                    <a:pt x="1489430" y="110782"/>
                  </a:lnTo>
                  <a:lnTo>
                    <a:pt x="1495018" y="108534"/>
                  </a:lnTo>
                  <a:lnTo>
                    <a:pt x="1536573" y="11176"/>
                  </a:lnTo>
                  <a:lnTo>
                    <a:pt x="1538122" y="7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1" name="object 87">
              <a:extLst>
                <a:ext uri="{FF2B5EF4-FFF2-40B4-BE49-F238E27FC236}">
                  <a16:creationId xmlns:a16="http://schemas.microsoft.com/office/drawing/2014/main" id="{84BA58C6-3780-7B6C-CE4D-B49DCA35A5EE}"/>
                </a:ext>
              </a:extLst>
            </p:cNvPr>
            <p:cNvSpPr/>
            <p:nvPr/>
          </p:nvSpPr>
          <p:spPr>
            <a:xfrm>
              <a:off x="1752600" y="337884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72" name="object 88">
              <a:extLst>
                <a:ext uri="{FF2B5EF4-FFF2-40B4-BE49-F238E27FC236}">
                  <a16:creationId xmlns:a16="http://schemas.microsoft.com/office/drawing/2014/main" id="{5A5E24F1-A6C9-A5CE-57F6-1F4F4A96034D}"/>
                </a:ext>
              </a:extLst>
            </p:cNvPr>
            <p:cNvSpPr/>
            <p:nvPr/>
          </p:nvSpPr>
          <p:spPr>
            <a:xfrm>
              <a:off x="1752600" y="337884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57" name="object 89">
            <a:extLst>
              <a:ext uri="{FF2B5EF4-FFF2-40B4-BE49-F238E27FC236}">
                <a16:creationId xmlns:a16="http://schemas.microsoft.com/office/drawing/2014/main" id="{064D09E9-E510-BFCB-9D5F-56D2F28C5A0F}"/>
              </a:ext>
            </a:extLst>
          </p:cNvPr>
          <p:cNvSpPr txBox="1"/>
          <p:nvPr/>
        </p:nvSpPr>
        <p:spPr>
          <a:xfrm>
            <a:off x="3302883" y="3660011"/>
            <a:ext cx="19265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2000" b="1" spc="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InvResp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8" name="object 90">
            <a:extLst>
              <a:ext uri="{FF2B5EF4-FFF2-40B4-BE49-F238E27FC236}">
                <a16:creationId xmlns:a16="http://schemas.microsoft.com/office/drawing/2014/main" id="{5F2F30EF-7351-E970-9217-1A99F7440644}"/>
              </a:ext>
            </a:extLst>
          </p:cNvPr>
          <p:cNvGrpSpPr/>
          <p:nvPr/>
        </p:nvGrpSpPr>
        <p:grpSpPr>
          <a:xfrm>
            <a:off x="6898056" y="3672337"/>
            <a:ext cx="304800" cy="304800"/>
            <a:chOff x="5396985" y="3378842"/>
            <a:chExt cx="304800" cy="304800"/>
          </a:xfrm>
        </p:grpSpPr>
        <p:sp>
          <p:nvSpPr>
            <p:cNvPr id="68" name="object 91">
              <a:extLst>
                <a:ext uri="{FF2B5EF4-FFF2-40B4-BE49-F238E27FC236}">
                  <a16:creationId xmlns:a16="http://schemas.microsoft.com/office/drawing/2014/main" id="{DAE6B886-A289-8493-B852-94B231C0E857}"/>
                </a:ext>
              </a:extLst>
            </p:cNvPr>
            <p:cNvSpPr/>
            <p:nvPr/>
          </p:nvSpPr>
          <p:spPr>
            <a:xfrm>
              <a:off x="5396985" y="337884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9" name="object 92">
              <a:extLst>
                <a:ext uri="{FF2B5EF4-FFF2-40B4-BE49-F238E27FC236}">
                  <a16:creationId xmlns:a16="http://schemas.microsoft.com/office/drawing/2014/main" id="{3014C3EF-AF97-89E4-551B-D79D4C4F8B28}"/>
                </a:ext>
              </a:extLst>
            </p:cNvPr>
            <p:cNvSpPr/>
            <p:nvPr/>
          </p:nvSpPr>
          <p:spPr>
            <a:xfrm>
              <a:off x="5396985" y="337884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59" name="object 93">
            <a:extLst>
              <a:ext uri="{FF2B5EF4-FFF2-40B4-BE49-F238E27FC236}">
                <a16:creationId xmlns:a16="http://schemas.microsoft.com/office/drawing/2014/main" id="{DEDE5F7C-178F-9D3A-7E1C-F42DFC4172EA}"/>
              </a:ext>
            </a:extLst>
          </p:cNvPr>
          <p:cNvSpPr txBox="1"/>
          <p:nvPr/>
        </p:nvSpPr>
        <p:spPr>
          <a:xfrm>
            <a:off x="6947269" y="3660011"/>
            <a:ext cx="19265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2000" b="1" spc="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InvResp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0" name="object 94">
            <a:extLst>
              <a:ext uri="{FF2B5EF4-FFF2-40B4-BE49-F238E27FC236}">
                <a16:creationId xmlns:a16="http://schemas.microsoft.com/office/drawing/2014/main" id="{E40184FE-74C7-2B41-312F-C47A4483D945}"/>
              </a:ext>
            </a:extLst>
          </p:cNvPr>
          <p:cNvGrpSpPr/>
          <p:nvPr/>
        </p:nvGrpSpPr>
        <p:grpSpPr>
          <a:xfrm>
            <a:off x="4107357" y="2978998"/>
            <a:ext cx="5171740" cy="1048385"/>
            <a:chOff x="2606286" y="2685503"/>
            <a:chExt cx="5171740" cy="1048385"/>
          </a:xfrm>
        </p:grpSpPr>
        <p:sp>
          <p:nvSpPr>
            <p:cNvPr id="65" name="object 95">
              <a:extLst>
                <a:ext uri="{FF2B5EF4-FFF2-40B4-BE49-F238E27FC236}">
                  <a16:creationId xmlns:a16="http://schemas.microsoft.com/office/drawing/2014/main" id="{42F954CA-076A-9A2D-E055-446605097446}"/>
                </a:ext>
              </a:extLst>
            </p:cNvPr>
            <p:cNvSpPr/>
            <p:nvPr/>
          </p:nvSpPr>
          <p:spPr>
            <a:xfrm>
              <a:off x="4440466" y="2685503"/>
              <a:ext cx="3337560" cy="1048385"/>
            </a:xfrm>
            <a:custGeom>
              <a:avLst/>
              <a:gdLst/>
              <a:ahLst/>
              <a:cxnLst/>
              <a:rect l="l" t="t" r="r" b="b"/>
              <a:pathLst>
                <a:path w="3337559" h="1048385">
                  <a:moveTo>
                    <a:pt x="110655" y="953503"/>
                  </a:moveTo>
                  <a:lnTo>
                    <a:pt x="109118" y="947661"/>
                  </a:lnTo>
                  <a:lnTo>
                    <a:pt x="100037" y="942365"/>
                  </a:lnTo>
                  <a:lnTo>
                    <a:pt x="94195" y="943902"/>
                  </a:lnTo>
                  <a:lnTo>
                    <a:pt x="64858" y="994206"/>
                  </a:lnTo>
                  <a:lnTo>
                    <a:pt x="64858" y="38595"/>
                  </a:lnTo>
                  <a:lnTo>
                    <a:pt x="45808" y="38595"/>
                  </a:lnTo>
                  <a:lnTo>
                    <a:pt x="45808" y="994206"/>
                  </a:lnTo>
                  <a:lnTo>
                    <a:pt x="16459" y="943902"/>
                  </a:lnTo>
                  <a:lnTo>
                    <a:pt x="10617" y="942365"/>
                  </a:lnTo>
                  <a:lnTo>
                    <a:pt x="1536" y="947661"/>
                  </a:lnTo>
                  <a:lnTo>
                    <a:pt x="0" y="953503"/>
                  </a:lnTo>
                  <a:lnTo>
                    <a:pt x="55333" y="1048346"/>
                  </a:lnTo>
                  <a:lnTo>
                    <a:pt x="66357" y="1029449"/>
                  </a:lnTo>
                  <a:lnTo>
                    <a:pt x="110655" y="953503"/>
                  </a:lnTo>
                  <a:close/>
                </a:path>
                <a:path w="3337559" h="1048385">
                  <a:moveTo>
                    <a:pt x="3337445" y="1022781"/>
                  </a:moveTo>
                  <a:lnTo>
                    <a:pt x="1933714" y="23634"/>
                  </a:lnTo>
                  <a:lnTo>
                    <a:pt x="1991728" y="28892"/>
                  </a:lnTo>
                  <a:lnTo>
                    <a:pt x="1996363" y="25031"/>
                  </a:lnTo>
                  <a:lnTo>
                    <a:pt x="1997316" y="14554"/>
                  </a:lnTo>
                  <a:lnTo>
                    <a:pt x="1993442" y="9918"/>
                  </a:lnTo>
                  <a:lnTo>
                    <a:pt x="1919465" y="3213"/>
                  </a:lnTo>
                  <a:lnTo>
                    <a:pt x="1884095" y="0"/>
                  </a:lnTo>
                  <a:lnTo>
                    <a:pt x="1929282" y="100076"/>
                  </a:lnTo>
                  <a:lnTo>
                    <a:pt x="1934921" y="102209"/>
                  </a:lnTo>
                  <a:lnTo>
                    <a:pt x="1944509" y="97878"/>
                  </a:lnTo>
                  <a:lnTo>
                    <a:pt x="1946643" y="92227"/>
                  </a:lnTo>
                  <a:lnTo>
                    <a:pt x="1922678" y="39154"/>
                  </a:lnTo>
                  <a:lnTo>
                    <a:pt x="3326409" y="1038301"/>
                  </a:lnTo>
                  <a:lnTo>
                    <a:pt x="3337445" y="1022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6" name="object 96">
              <a:extLst>
                <a:ext uri="{FF2B5EF4-FFF2-40B4-BE49-F238E27FC236}">
                  <a16:creationId xmlns:a16="http://schemas.microsoft.com/office/drawing/2014/main" id="{B0727A32-028D-16FA-8058-514FB49EBECD}"/>
                </a:ext>
              </a:extLst>
            </p:cNvPr>
            <p:cNvSpPr/>
            <p:nvPr/>
          </p:nvSpPr>
          <p:spPr>
            <a:xfrm>
              <a:off x="2606286" y="28371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9" y="7769"/>
                  </a:lnTo>
                  <a:lnTo>
                    <a:pt x="62394" y="29404"/>
                  </a:lnTo>
                  <a:lnTo>
                    <a:pt x="29404" y="62394"/>
                  </a:lnTo>
                  <a:lnTo>
                    <a:pt x="7769" y="104229"/>
                  </a:lnTo>
                  <a:lnTo>
                    <a:pt x="0" y="152400"/>
                  </a:lnTo>
                  <a:lnTo>
                    <a:pt x="7769" y="200570"/>
                  </a:lnTo>
                  <a:lnTo>
                    <a:pt x="29404" y="242405"/>
                  </a:lnTo>
                  <a:lnTo>
                    <a:pt x="62394" y="275395"/>
                  </a:lnTo>
                  <a:lnTo>
                    <a:pt x="104229" y="297030"/>
                  </a:lnTo>
                  <a:lnTo>
                    <a:pt x="152400" y="304800"/>
                  </a:lnTo>
                  <a:lnTo>
                    <a:pt x="200570" y="297030"/>
                  </a:lnTo>
                  <a:lnTo>
                    <a:pt x="242405" y="275395"/>
                  </a:lnTo>
                  <a:lnTo>
                    <a:pt x="275395" y="242405"/>
                  </a:lnTo>
                  <a:lnTo>
                    <a:pt x="297030" y="200570"/>
                  </a:lnTo>
                  <a:lnTo>
                    <a:pt x="304800" y="152400"/>
                  </a:lnTo>
                  <a:lnTo>
                    <a:pt x="297030" y="104229"/>
                  </a:lnTo>
                  <a:lnTo>
                    <a:pt x="275395" y="62394"/>
                  </a:lnTo>
                  <a:lnTo>
                    <a:pt x="242405" y="29404"/>
                  </a:lnTo>
                  <a:lnTo>
                    <a:pt x="200570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7" name="object 97">
              <a:extLst>
                <a:ext uri="{FF2B5EF4-FFF2-40B4-BE49-F238E27FC236}">
                  <a16:creationId xmlns:a16="http://schemas.microsoft.com/office/drawing/2014/main" id="{0A9DC954-553A-8F33-8AAF-812499585C23}"/>
                </a:ext>
              </a:extLst>
            </p:cNvPr>
            <p:cNvSpPr/>
            <p:nvPr/>
          </p:nvSpPr>
          <p:spPr>
            <a:xfrm>
              <a:off x="2606286" y="28371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lnTo>
                    <a:pt x="200570" y="7769"/>
                  </a:lnTo>
                  <a:lnTo>
                    <a:pt x="242405" y="29404"/>
                  </a:lnTo>
                  <a:lnTo>
                    <a:pt x="275395" y="62394"/>
                  </a:lnTo>
                  <a:lnTo>
                    <a:pt x="297030" y="104229"/>
                  </a:lnTo>
                  <a:lnTo>
                    <a:pt x="304800" y="152400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400" y="304800"/>
                  </a:ln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96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61" name="object 98">
            <a:extLst>
              <a:ext uri="{FF2B5EF4-FFF2-40B4-BE49-F238E27FC236}">
                <a16:creationId xmlns:a16="http://schemas.microsoft.com/office/drawing/2014/main" id="{6E4E259B-BBCF-06C4-69BD-8A6B0729FBF5}"/>
              </a:ext>
            </a:extLst>
          </p:cNvPr>
          <p:cNvSpPr txBox="1"/>
          <p:nvPr/>
        </p:nvSpPr>
        <p:spPr>
          <a:xfrm>
            <a:off x="4131169" y="2992498"/>
            <a:ext cx="1873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="1" baseline="-27777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r>
              <a:rPr sz="3000" b="1" spc="300" baseline="-27777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ExResp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0xA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2" name="object 99">
            <a:extLst>
              <a:ext uri="{FF2B5EF4-FFF2-40B4-BE49-F238E27FC236}">
                <a16:creationId xmlns:a16="http://schemas.microsoft.com/office/drawing/2014/main" id="{A82661A3-2C18-11A3-0F28-4CFF98862DAC}"/>
              </a:ext>
            </a:extLst>
          </p:cNvPr>
          <p:cNvSpPr txBox="1"/>
          <p:nvPr/>
        </p:nvSpPr>
        <p:spPr>
          <a:xfrm>
            <a:off x="4455384" y="3297298"/>
            <a:ext cx="11366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data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3" name="table">
            <a:extLst>
              <a:ext uri="{FF2B5EF4-FFF2-40B4-BE49-F238E27FC236}">
                <a16:creationId xmlns:a16="http://schemas.microsoft.com/office/drawing/2014/main" id="{524A7804-04C0-2C51-0D11-ADB9A4F3A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969" y="4001925"/>
            <a:ext cx="2426969" cy="927068"/>
          </a:xfrm>
          <a:prstGeom prst="rect">
            <a:avLst/>
          </a:prstGeom>
        </p:spPr>
      </p:pic>
      <p:pic>
        <p:nvPicPr>
          <p:cNvPr id="64" name="table">
            <a:extLst>
              <a:ext uri="{FF2B5EF4-FFF2-40B4-BE49-F238E27FC236}">
                <a16:creationId xmlns:a16="http://schemas.microsoft.com/office/drawing/2014/main" id="{577A53B8-2961-BF27-1EAF-9EAA5BB47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21" y="3996839"/>
            <a:ext cx="2426969" cy="90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09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AA72-523A-D25A-A37C-BBB93A78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Organization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89435-F2ED-3E34-184E-9F04C4A8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BD559-519E-A2BC-A14C-9C541DED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34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BCCBCE2-7CAB-12FB-E9D0-51254F8AFE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080" indent="-342900">
              <a:lnSpc>
                <a:spcPct val="100800"/>
              </a:lnSpc>
              <a:spcBef>
                <a:spcPts val="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Verdana"/>
                <a:cs typeface="Verdana"/>
              </a:rPr>
              <a:t>Requirement: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Directory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needs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keep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track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all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" dirty="0">
                <a:latin typeface="Verdana"/>
                <a:cs typeface="Verdana"/>
              </a:rPr>
              <a:t> cores</a:t>
            </a:r>
            <a:r>
              <a:rPr sz="2400" dirty="0">
                <a:latin typeface="Verdana"/>
                <a:cs typeface="Verdana"/>
              </a:rPr>
              <a:t> that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sharing a </a:t>
            </a:r>
            <a:r>
              <a:rPr sz="2400" spc="-5" dirty="0">
                <a:latin typeface="Verdana"/>
                <a:cs typeface="Verdana"/>
              </a:rPr>
              <a:t>cache </a:t>
            </a:r>
            <a:r>
              <a:rPr sz="2400" dirty="0">
                <a:latin typeface="Verdana"/>
                <a:cs typeface="Verdana"/>
              </a:rPr>
              <a:t>block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Verdana"/>
              <a:buChar char="•"/>
            </a:pPr>
            <a:endParaRPr sz="3300">
              <a:latin typeface="Verdana"/>
              <a:cs typeface="Verdana"/>
            </a:endParaRPr>
          </a:p>
          <a:p>
            <a:pPr marL="355600" marR="325120" indent="-342900">
              <a:lnSpc>
                <a:spcPct val="992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Verdana"/>
                <a:cs typeface="Verdana"/>
              </a:rPr>
              <a:t>Challenge: </a:t>
            </a:r>
            <a:r>
              <a:rPr sz="2400" dirty="0">
                <a:latin typeface="Verdana"/>
                <a:cs typeface="Verdana"/>
              </a:rPr>
              <a:t>For </a:t>
            </a:r>
            <a:r>
              <a:rPr sz="2400" spc="-5" dirty="0">
                <a:latin typeface="Verdana"/>
                <a:cs typeface="Verdana"/>
              </a:rPr>
              <a:t>each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block, the </a:t>
            </a:r>
            <a:r>
              <a:rPr sz="2400" spc="-5" dirty="0">
                <a:latin typeface="Verdana"/>
                <a:cs typeface="Verdana"/>
              </a:rPr>
              <a:t>space needed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hold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 </a:t>
            </a:r>
            <a:r>
              <a:rPr sz="2400" spc="-5" dirty="0">
                <a:latin typeface="Verdana"/>
                <a:cs typeface="Verdana"/>
              </a:rPr>
              <a:t>list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sharers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grows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number </a:t>
            </a:r>
            <a:r>
              <a:rPr sz="2400" spc="5" dirty="0">
                <a:latin typeface="Verdana"/>
                <a:cs typeface="Verdana"/>
              </a:rPr>
              <a:t>of 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possible sharers…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155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22A6-28B2-48E9-9FA7-C29073EB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Directory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8705A-FED3-9BFC-9EEE-3DB51F25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BCF9C-0420-D231-6ABF-78F3CB7B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35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9AE44FA-E35D-E1D8-E061-BE4E5BE598E6}"/>
              </a:ext>
            </a:extLst>
          </p:cNvPr>
          <p:cNvSpPr txBox="1"/>
          <p:nvPr/>
        </p:nvSpPr>
        <p:spPr>
          <a:xfrm>
            <a:off x="1983741" y="5449316"/>
            <a:ext cx="821372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Wingdings"/>
                <a:cs typeface="Wingdings"/>
              </a:rPr>
              <a:t>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Verdana"/>
                <a:cs typeface="Verdana"/>
              </a:rPr>
              <a:t>Slow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ts val="2845"/>
              </a:lnSpc>
            </a:pPr>
            <a:r>
              <a:rPr sz="2400" dirty="0">
                <a:solidFill>
                  <a:srgbClr val="C00000"/>
                </a:solidFill>
                <a:latin typeface="Wingdings"/>
                <a:cs typeface="Wingdings"/>
              </a:rPr>
              <a:t></a:t>
            </a:r>
            <a:r>
              <a:rPr sz="24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C00000"/>
                </a:solidFill>
                <a:latin typeface="Verdana"/>
                <a:cs typeface="Verdana"/>
              </a:rPr>
              <a:t>Very</a:t>
            </a:r>
            <a:r>
              <a:rPr sz="24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00000"/>
                </a:solidFill>
                <a:latin typeface="Verdana"/>
                <a:cs typeface="Verdana"/>
              </a:rPr>
              <a:t>inefficient</a:t>
            </a:r>
            <a:r>
              <a:rPr sz="24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00000"/>
                </a:solidFill>
                <a:latin typeface="Verdana"/>
                <a:cs typeface="Verdana"/>
              </a:rPr>
              <a:t>with</a:t>
            </a:r>
            <a:r>
              <a:rPr sz="24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4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Verdana"/>
                <a:cs typeface="Verdana"/>
              </a:rPr>
              <a:t>processors</a:t>
            </a:r>
            <a:r>
              <a:rPr sz="24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Verdana"/>
                <a:cs typeface="Verdana"/>
              </a:rPr>
              <a:t>(~P</a:t>
            </a:r>
            <a:r>
              <a:rPr sz="24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C00000"/>
                </a:solidFill>
                <a:latin typeface="Verdana"/>
                <a:cs typeface="Verdana"/>
              </a:rPr>
              <a:t>bits/line)</a:t>
            </a:r>
            <a:endParaRPr sz="2400">
              <a:latin typeface="Verdana"/>
              <a:cs typeface="Verdana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348B521F-A715-838A-F8B0-33FDEBCC557F}"/>
              </a:ext>
            </a:extLst>
          </p:cNvPr>
          <p:cNvGraphicFramePr>
            <a:graphicFrameLocks noGrp="1"/>
          </p:cNvGraphicFramePr>
          <p:nvPr/>
        </p:nvGraphicFramePr>
        <p:xfrm>
          <a:off x="6159500" y="3721100"/>
          <a:ext cx="3429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spc="5" dirty="0">
                          <a:latin typeface="Verdana"/>
                          <a:cs typeface="Verdana"/>
                        </a:rPr>
                        <a:t>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4B5081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4B5081"/>
                      </a:solidFill>
                      <a:prstDash val="solid"/>
                    </a:lnT>
                    <a:lnB w="28575">
                      <a:solidFill>
                        <a:srgbClr val="4B5081"/>
                      </a:solidFill>
                      <a:prstDash val="solid"/>
                    </a:lnB>
                    <a:solidFill>
                      <a:srgbClr val="C3C5DC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5">
            <a:extLst>
              <a:ext uri="{FF2B5EF4-FFF2-40B4-BE49-F238E27FC236}">
                <a16:creationId xmlns:a16="http://schemas.microsoft.com/office/drawing/2014/main" id="{7DCF6953-E136-67A1-AC66-8FFCC751CA06}"/>
              </a:ext>
            </a:extLst>
          </p:cNvPr>
          <p:cNvSpPr/>
          <p:nvPr/>
        </p:nvSpPr>
        <p:spPr>
          <a:xfrm>
            <a:off x="7162800" y="3733800"/>
            <a:ext cx="2438400" cy="457200"/>
          </a:xfrm>
          <a:custGeom>
            <a:avLst/>
            <a:gdLst/>
            <a:ahLst/>
            <a:cxnLst/>
            <a:rect l="l" t="t" r="r" b="b"/>
            <a:pathLst>
              <a:path w="2438400" h="457200">
                <a:moveTo>
                  <a:pt x="2438400" y="0"/>
                </a:moveTo>
                <a:lnTo>
                  <a:pt x="2438400" y="0"/>
                </a:lnTo>
                <a:lnTo>
                  <a:pt x="0" y="0"/>
                </a:lnTo>
                <a:lnTo>
                  <a:pt x="0" y="457200"/>
                </a:lnTo>
                <a:lnTo>
                  <a:pt x="2438400" y="457200"/>
                </a:lnTo>
                <a:lnTo>
                  <a:pt x="2438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6">
            <a:extLst>
              <a:ext uri="{FF2B5EF4-FFF2-40B4-BE49-F238E27FC236}">
                <a16:creationId xmlns:a16="http://schemas.microsoft.com/office/drawing/2014/main" id="{CD4B1B88-D9AA-8112-E94A-2C05FD738A89}"/>
              </a:ext>
            </a:extLst>
          </p:cNvPr>
          <p:cNvGrpSpPr/>
          <p:nvPr/>
        </p:nvGrpSpPr>
        <p:grpSpPr>
          <a:xfrm>
            <a:off x="3082047" y="3187700"/>
            <a:ext cx="1579245" cy="1244600"/>
            <a:chOff x="1558046" y="3187700"/>
            <a:chExt cx="1579245" cy="1244600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9D525BCD-05F9-2609-86F1-F30C29EA1C73}"/>
                </a:ext>
              </a:extLst>
            </p:cNvPr>
            <p:cNvSpPr/>
            <p:nvPr/>
          </p:nvSpPr>
          <p:spPr>
            <a:xfrm>
              <a:off x="1570746" y="32004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DE94831F-BAC9-6174-C43A-3953503FF015}"/>
                </a:ext>
              </a:extLst>
            </p:cNvPr>
            <p:cNvSpPr/>
            <p:nvPr/>
          </p:nvSpPr>
          <p:spPr>
            <a:xfrm>
              <a:off x="1570746" y="32004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DC57A89F-D4A7-26E2-1976-E2B980AEC897}"/>
                </a:ext>
              </a:extLst>
            </p:cNvPr>
            <p:cNvSpPr/>
            <p:nvPr/>
          </p:nvSpPr>
          <p:spPr>
            <a:xfrm>
              <a:off x="1570746" y="33528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9517AB66-816F-875E-4549-81955290B360}"/>
                </a:ext>
              </a:extLst>
            </p:cNvPr>
            <p:cNvSpPr/>
            <p:nvPr/>
          </p:nvSpPr>
          <p:spPr>
            <a:xfrm>
              <a:off x="1570746" y="33528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55157E00-8BB4-E598-D622-09CEA37C945C}"/>
                </a:ext>
              </a:extLst>
            </p:cNvPr>
            <p:cNvSpPr/>
            <p:nvPr/>
          </p:nvSpPr>
          <p:spPr>
            <a:xfrm>
              <a:off x="1570746" y="35052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62FB3412-1077-E9C4-7868-B5AEDD079650}"/>
                </a:ext>
              </a:extLst>
            </p:cNvPr>
            <p:cNvSpPr/>
            <p:nvPr/>
          </p:nvSpPr>
          <p:spPr>
            <a:xfrm>
              <a:off x="1570746" y="35052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01C7703E-56C3-D7F7-6219-F99391D1155B}"/>
                </a:ext>
              </a:extLst>
            </p:cNvPr>
            <p:cNvSpPr/>
            <p:nvPr/>
          </p:nvSpPr>
          <p:spPr>
            <a:xfrm>
              <a:off x="1570746" y="36576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C3C97E4E-9BC9-FCBB-CDDA-6DF578C0647E}"/>
                </a:ext>
              </a:extLst>
            </p:cNvPr>
            <p:cNvSpPr/>
            <p:nvPr/>
          </p:nvSpPr>
          <p:spPr>
            <a:xfrm>
              <a:off x="1570746" y="36576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D34308B3-2DCD-B177-1E07-ADBDD8573F9A}"/>
                </a:ext>
              </a:extLst>
            </p:cNvPr>
            <p:cNvSpPr/>
            <p:nvPr/>
          </p:nvSpPr>
          <p:spPr>
            <a:xfrm>
              <a:off x="1570746" y="38100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685DB5CD-D017-630D-9C2E-C0A9753A980C}"/>
                </a:ext>
              </a:extLst>
            </p:cNvPr>
            <p:cNvSpPr/>
            <p:nvPr/>
          </p:nvSpPr>
          <p:spPr>
            <a:xfrm>
              <a:off x="1570746" y="38100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A12A9004-CD9A-79D8-8965-3AC7A1E57E62}"/>
                </a:ext>
              </a:extLst>
            </p:cNvPr>
            <p:cNvSpPr/>
            <p:nvPr/>
          </p:nvSpPr>
          <p:spPr>
            <a:xfrm>
              <a:off x="1570746" y="39624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A3C8AD12-FF56-8A49-8ADB-72CAA8022852}"/>
                </a:ext>
              </a:extLst>
            </p:cNvPr>
            <p:cNvSpPr/>
            <p:nvPr/>
          </p:nvSpPr>
          <p:spPr>
            <a:xfrm>
              <a:off x="1570746" y="39624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A7388C2F-9C0E-5187-B602-BB4DA877CDA5}"/>
                </a:ext>
              </a:extLst>
            </p:cNvPr>
            <p:cNvSpPr/>
            <p:nvPr/>
          </p:nvSpPr>
          <p:spPr>
            <a:xfrm>
              <a:off x="1570746" y="41148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73E6D744-BE61-69D8-BBBF-6C29054509C1}"/>
                </a:ext>
              </a:extLst>
            </p:cNvPr>
            <p:cNvSpPr/>
            <p:nvPr/>
          </p:nvSpPr>
          <p:spPr>
            <a:xfrm>
              <a:off x="1570746" y="41148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00B7033A-BD9F-2FDD-280D-D82560AE218A}"/>
                </a:ext>
              </a:extLst>
            </p:cNvPr>
            <p:cNvSpPr/>
            <p:nvPr/>
          </p:nvSpPr>
          <p:spPr>
            <a:xfrm>
              <a:off x="1570746" y="4267200"/>
              <a:ext cx="1325245" cy="152400"/>
            </a:xfrm>
            <a:custGeom>
              <a:avLst/>
              <a:gdLst/>
              <a:ahLst/>
              <a:cxnLst/>
              <a:rect l="l" t="t" r="r" b="b"/>
              <a:pathLst>
                <a:path w="1325245" h="152400">
                  <a:moveTo>
                    <a:pt x="0" y="152400"/>
                  </a:moveTo>
                  <a:lnTo>
                    <a:pt x="1324853" y="152400"/>
                  </a:lnTo>
                  <a:lnTo>
                    <a:pt x="1324853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86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84AFA8AA-34D2-9741-A82C-36691DA12C41}"/>
                </a:ext>
              </a:extLst>
            </p:cNvPr>
            <p:cNvSpPr/>
            <p:nvPr/>
          </p:nvSpPr>
          <p:spPr>
            <a:xfrm>
              <a:off x="1570746" y="4267200"/>
              <a:ext cx="1553845" cy="152400"/>
            </a:xfrm>
            <a:custGeom>
              <a:avLst/>
              <a:gdLst/>
              <a:ahLst/>
              <a:cxnLst/>
              <a:rect l="l" t="t" r="r" b="b"/>
              <a:pathLst>
                <a:path w="1553845" h="152400">
                  <a:moveTo>
                    <a:pt x="0" y="0"/>
                  </a:moveTo>
                  <a:lnTo>
                    <a:pt x="1553454" y="0"/>
                  </a:lnTo>
                  <a:lnTo>
                    <a:pt x="155345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B5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3">
            <a:extLst>
              <a:ext uri="{FF2B5EF4-FFF2-40B4-BE49-F238E27FC236}">
                <a16:creationId xmlns:a16="http://schemas.microsoft.com/office/drawing/2014/main" id="{F45B79EE-D3E3-39AA-2BD9-1E03D2B78EB5}"/>
              </a:ext>
            </a:extLst>
          </p:cNvPr>
          <p:cNvSpPr txBox="1"/>
          <p:nvPr/>
        </p:nvSpPr>
        <p:spPr>
          <a:xfrm>
            <a:off x="1932941" y="1374141"/>
            <a:ext cx="7847965" cy="23247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spcBef>
                <a:spcPts val="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Verdana"/>
                <a:cs typeface="Verdana"/>
              </a:rPr>
              <a:t>Dedicate </a:t>
            </a:r>
            <a:r>
              <a:rPr sz="2400" dirty="0">
                <a:latin typeface="Verdana"/>
                <a:cs typeface="Verdana"/>
              </a:rPr>
              <a:t>a few bits of </a:t>
            </a:r>
            <a:r>
              <a:rPr sz="2400" spc="-5" dirty="0">
                <a:latin typeface="Verdana"/>
                <a:cs typeface="Verdana"/>
              </a:rPr>
              <a:t>main </a:t>
            </a:r>
            <a:r>
              <a:rPr sz="2400" dirty="0">
                <a:latin typeface="Verdana"/>
                <a:cs typeface="Verdana"/>
              </a:rPr>
              <a:t>memory to store the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state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sharers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every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line</a:t>
            </a:r>
          </a:p>
          <a:p>
            <a:pPr marL="355600" indent="-342900"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Encode</a:t>
            </a:r>
            <a:r>
              <a:rPr sz="2400" spc="-5" dirty="0">
                <a:latin typeface="Verdana"/>
                <a:cs typeface="Verdana"/>
              </a:rPr>
              <a:t> sharers</a:t>
            </a:r>
            <a:r>
              <a:rPr sz="2400" dirty="0">
                <a:latin typeface="Verdana"/>
                <a:cs typeface="Verdana"/>
              </a:rPr>
              <a:t> using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bit-vector</a:t>
            </a:r>
            <a:endParaRPr sz="2400" dirty="0">
              <a:latin typeface="Verdana"/>
              <a:cs typeface="Verdana"/>
            </a:endParaRPr>
          </a:p>
          <a:p>
            <a:pPr marL="1087120">
              <a:spcBef>
                <a:spcPts val="1840"/>
              </a:spcBef>
            </a:pPr>
            <a:r>
              <a:rPr sz="2000" spc="-5" dirty="0">
                <a:latin typeface="Verdana"/>
                <a:cs typeface="Verdana"/>
              </a:rPr>
              <a:t>Main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Memory</a:t>
            </a:r>
            <a:endParaRPr sz="2000" dirty="0">
              <a:latin typeface="Verdana"/>
              <a:cs typeface="Verdana"/>
            </a:endParaRPr>
          </a:p>
          <a:p>
            <a:pPr>
              <a:spcBef>
                <a:spcPts val="15"/>
              </a:spcBef>
            </a:pPr>
            <a:endParaRPr sz="2250" dirty="0">
              <a:latin typeface="Verdana"/>
              <a:cs typeface="Verdana"/>
            </a:endParaRPr>
          </a:p>
          <a:p>
            <a:pPr marL="4429760">
              <a:tabLst>
                <a:tab pos="5890895" algn="l"/>
              </a:tabLst>
            </a:pPr>
            <a:r>
              <a:rPr sz="1600" spc="-5" dirty="0">
                <a:latin typeface="Verdana"/>
                <a:cs typeface="Verdana"/>
              </a:rPr>
              <a:t>State	Sharer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Set</a:t>
            </a:r>
          </a:p>
        </p:txBody>
      </p:sp>
      <p:grpSp>
        <p:nvGrpSpPr>
          <p:cNvPr id="27" name="object 24">
            <a:extLst>
              <a:ext uri="{FF2B5EF4-FFF2-40B4-BE49-F238E27FC236}">
                <a16:creationId xmlns:a16="http://schemas.microsoft.com/office/drawing/2014/main" id="{E994D140-BAFF-CC04-46AD-74E925529705}"/>
              </a:ext>
            </a:extLst>
          </p:cNvPr>
          <p:cNvGrpSpPr/>
          <p:nvPr/>
        </p:nvGrpSpPr>
        <p:grpSpPr>
          <a:xfrm>
            <a:off x="4414838" y="3195638"/>
            <a:ext cx="238125" cy="1228725"/>
            <a:chOff x="2890837" y="3195637"/>
            <a:chExt cx="238125" cy="1228725"/>
          </a:xfrm>
        </p:grpSpPr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5C651DBF-A7E3-F282-576F-A14905BFE448}"/>
                </a:ext>
              </a:extLst>
            </p:cNvPr>
            <p:cNvSpPr/>
            <p:nvPr/>
          </p:nvSpPr>
          <p:spPr>
            <a:xfrm>
              <a:off x="2895600" y="36576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F0674894-7A15-C438-6952-2BBBC9213BF4}"/>
                </a:ext>
              </a:extLst>
            </p:cNvPr>
            <p:cNvSpPr/>
            <p:nvPr/>
          </p:nvSpPr>
          <p:spPr>
            <a:xfrm>
              <a:off x="2895600" y="36576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8EEE83D1-8A9B-9396-8EC7-9E2818E5B316}"/>
                </a:ext>
              </a:extLst>
            </p:cNvPr>
            <p:cNvSpPr/>
            <p:nvPr/>
          </p:nvSpPr>
          <p:spPr>
            <a:xfrm>
              <a:off x="2895600" y="35052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BC2F304D-EBDE-6915-FDC5-BF3ABAAC5184}"/>
                </a:ext>
              </a:extLst>
            </p:cNvPr>
            <p:cNvSpPr/>
            <p:nvPr/>
          </p:nvSpPr>
          <p:spPr>
            <a:xfrm>
              <a:off x="2895600" y="35052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BBE5176C-B3D0-057F-529D-A8F3F047C2B6}"/>
                </a:ext>
              </a:extLst>
            </p:cNvPr>
            <p:cNvSpPr/>
            <p:nvPr/>
          </p:nvSpPr>
          <p:spPr>
            <a:xfrm>
              <a:off x="2895600" y="33528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B5ED2BEB-68C1-18C9-98C1-1A8BB2C7F252}"/>
                </a:ext>
              </a:extLst>
            </p:cNvPr>
            <p:cNvSpPr/>
            <p:nvPr/>
          </p:nvSpPr>
          <p:spPr>
            <a:xfrm>
              <a:off x="2895600" y="33528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83FD5D44-0F8E-1786-00B4-85078A665F14}"/>
                </a:ext>
              </a:extLst>
            </p:cNvPr>
            <p:cNvSpPr/>
            <p:nvPr/>
          </p:nvSpPr>
          <p:spPr>
            <a:xfrm>
              <a:off x="2895600" y="32004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6A446069-3E81-E6AE-A05D-1531FF1C34F5}"/>
                </a:ext>
              </a:extLst>
            </p:cNvPr>
            <p:cNvSpPr/>
            <p:nvPr/>
          </p:nvSpPr>
          <p:spPr>
            <a:xfrm>
              <a:off x="2895600" y="32004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57BFB5F9-44F3-9FD0-5D4B-E9EC670A4F9A}"/>
                </a:ext>
              </a:extLst>
            </p:cNvPr>
            <p:cNvSpPr/>
            <p:nvPr/>
          </p:nvSpPr>
          <p:spPr>
            <a:xfrm>
              <a:off x="2895600" y="38100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B0BA640C-3F95-554E-3D96-9B13BC2B069C}"/>
                </a:ext>
              </a:extLst>
            </p:cNvPr>
            <p:cNvSpPr/>
            <p:nvPr/>
          </p:nvSpPr>
          <p:spPr>
            <a:xfrm>
              <a:off x="2895600" y="38100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2220B2E9-D2AB-F794-C2C2-061FAFE8B7CB}"/>
                </a:ext>
              </a:extLst>
            </p:cNvPr>
            <p:cNvSpPr/>
            <p:nvPr/>
          </p:nvSpPr>
          <p:spPr>
            <a:xfrm>
              <a:off x="2895600" y="39624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45E3DEB4-712F-ABB0-7A54-E39ED421A6F7}"/>
                </a:ext>
              </a:extLst>
            </p:cNvPr>
            <p:cNvSpPr/>
            <p:nvPr/>
          </p:nvSpPr>
          <p:spPr>
            <a:xfrm>
              <a:off x="2895600" y="39624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C94AA434-A36E-5114-48E3-2ACE56BF7707}"/>
                </a:ext>
              </a:extLst>
            </p:cNvPr>
            <p:cNvSpPr/>
            <p:nvPr/>
          </p:nvSpPr>
          <p:spPr>
            <a:xfrm>
              <a:off x="2895600" y="41148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D3FF06B5-C056-5F80-699B-700BA41F986A}"/>
                </a:ext>
              </a:extLst>
            </p:cNvPr>
            <p:cNvSpPr/>
            <p:nvPr/>
          </p:nvSpPr>
          <p:spPr>
            <a:xfrm>
              <a:off x="2895600" y="41148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850DB88C-2CC9-F246-FD3C-9DB504812D8F}"/>
                </a:ext>
              </a:extLst>
            </p:cNvPr>
            <p:cNvSpPr/>
            <p:nvPr/>
          </p:nvSpPr>
          <p:spPr>
            <a:xfrm>
              <a:off x="2895600" y="42672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3C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BA9B4316-CD2A-F5F5-5C0B-805CCE873DF9}"/>
                </a:ext>
              </a:extLst>
            </p:cNvPr>
            <p:cNvSpPr/>
            <p:nvPr/>
          </p:nvSpPr>
          <p:spPr>
            <a:xfrm>
              <a:off x="2895600" y="42672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0"/>
                  </a:moveTo>
                  <a:lnTo>
                    <a:pt x="228600" y="0"/>
                  </a:lnTo>
                  <a:lnTo>
                    <a:pt x="2286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323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1">
            <a:extLst>
              <a:ext uri="{FF2B5EF4-FFF2-40B4-BE49-F238E27FC236}">
                <a16:creationId xmlns:a16="http://schemas.microsoft.com/office/drawing/2014/main" id="{917CA5D6-35EF-04C8-9E4D-3C2E99778CC8}"/>
              </a:ext>
            </a:extLst>
          </p:cNvPr>
          <p:cNvSpPr/>
          <p:nvPr/>
        </p:nvSpPr>
        <p:spPr>
          <a:xfrm>
            <a:off x="4724400" y="3733800"/>
            <a:ext cx="1371600" cy="228600"/>
          </a:xfrm>
          <a:custGeom>
            <a:avLst/>
            <a:gdLst/>
            <a:ahLst/>
            <a:cxnLst/>
            <a:rect l="l" t="t" r="r" b="b"/>
            <a:pathLst>
              <a:path w="1371600" h="228600">
                <a:moveTo>
                  <a:pt x="0" y="228600"/>
                </a:moveTo>
                <a:lnTo>
                  <a:pt x="1371600" y="0"/>
                </a:lnTo>
              </a:path>
            </a:pathLst>
          </a:custGeom>
          <a:ln w="158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>
            <a:extLst>
              <a:ext uri="{FF2B5EF4-FFF2-40B4-BE49-F238E27FC236}">
                <a16:creationId xmlns:a16="http://schemas.microsoft.com/office/drawing/2014/main" id="{EE2C0D6D-8686-43B0-2069-9F473B3C3C94}"/>
              </a:ext>
            </a:extLst>
          </p:cNvPr>
          <p:cNvSpPr/>
          <p:nvPr/>
        </p:nvSpPr>
        <p:spPr>
          <a:xfrm>
            <a:off x="4719320" y="4104640"/>
            <a:ext cx="1376680" cy="162560"/>
          </a:xfrm>
          <a:custGeom>
            <a:avLst/>
            <a:gdLst/>
            <a:ahLst/>
            <a:cxnLst/>
            <a:rect l="l" t="t" r="r" b="b"/>
            <a:pathLst>
              <a:path w="1376679" h="162560">
                <a:moveTo>
                  <a:pt x="0" y="0"/>
                </a:moveTo>
                <a:lnTo>
                  <a:pt x="1376680" y="162560"/>
                </a:lnTo>
              </a:path>
            </a:pathLst>
          </a:custGeom>
          <a:ln w="158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3">
            <a:extLst>
              <a:ext uri="{FF2B5EF4-FFF2-40B4-BE49-F238E27FC236}">
                <a16:creationId xmlns:a16="http://schemas.microsoft.com/office/drawing/2014/main" id="{F47D1AE0-8285-7BD7-E60F-902EA3E7DD8D}"/>
              </a:ext>
            </a:extLst>
          </p:cNvPr>
          <p:cNvGrpSpPr/>
          <p:nvPr/>
        </p:nvGrpSpPr>
        <p:grpSpPr>
          <a:xfrm>
            <a:off x="3094747" y="4533900"/>
            <a:ext cx="1553845" cy="76200"/>
            <a:chOff x="1570746" y="4533900"/>
            <a:chExt cx="1553845" cy="76200"/>
          </a:xfrm>
        </p:grpSpPr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43F37C5B-BD5A-ED4B-59E4-958E0E0436D1}"/>
                </a:ext>
              </a:extLst>
            </p:cNvPr>
            <p:cNvSpPr/>
            <p:nvPr/>
          </p:nvSpPr>
          <p:spPr>
            <a:xfrm>
              <a:off x="1570746" y="4533900"/>
              <a:ext cx="1325245" cy="76200"/>
            </a:xfrm>
            <a:custGeom>
              <a:avLst/>
              <a:gdLst/>
              <a:ahLst/>
              <a:cxnLst/>
              <a:rect l="l" t="t" r="r" b="b"/>
              <a:pathLst>
                <a:path w="1325245" h="76200">
                  <a:moveTo>
                    <a:pt x="1248653" y="42863"/>
                  </a:moveTo>
                  <a:lnTo>
                    <a:pt x="1248653" y="76201"/>
                  </a:lnTo>
                  <a:lnTo>
                    <a:pt x="1315328" y="42863"/>
                  </a:lnTo>
                  <a:lnTo>
                    <a:pt x="1248653" y="42863"/>
                  </a:lnTo>
                  <a:close/>
                </a:path>
                <a:path w="132524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2862"/>
                  </a:lnTo>
                  <a:lnTo>
                    <a:pt x="63500" y="42862"/>
                  </a:lnTo>
                  <a:lnTo>
                    <a:pt x="63500" y="33337"/>
                  </a:lnTo>
                  <a:lnTo>
                    <a:pt x="76200" y="33337"/>
                  </a:lnTo>
                  <a:lnTo>
                    <a:pt x="76200" y="0"/>
                  </a:lnTo>
                  <a:close/>
                </a:path>
                <a:path w="1325245" h="76200">
                  <a:moveTo>
                    <a:pt x="1248653" y="33338"/>
                  </a:moveTo>
                  <a:lnTo>
                    <a:pt x="1248653" y="42863"/>
                  </a:lnTo>
                  <a:lnTo>
                    <a:pt x="1261353" y="42863"/>
                  </a:lnTo>
                  <a:lnTo>
                    <a:pt x="1261353" y="33338"/>
                  </a:lnTo>
                  <a:lnTo>
                    <a:pt x="1248653" y="33338"/>
                  </a:lnTo>
                  <a:close/>
                </a:path>
                <a:path w="1325245" h="76200">
                  <a:moveTo>
                    <a:pt x="1248653" y="1"/>
                  </a:moveTo>
                  <a:lnTo>
                    <a:pt x="1248653" y="33338"/>
                  </a:lnTo>
                  <a:lnTo>
                    <a:pt x="1261353" y="33338"/>
                  </a:lnTo>
                  <a:lnTo>
                    <a:pt x="1261353" y="42863"/>
                  </a:lnTo>
                  <a:lnTo>
                    <a:pt x="1315331" y="42862"/>
                  </a:lnTo>
                  <a:lnTo>
                    <a:pt x="1324853" y="38101"/>
                  </a:lnTo>
                  <a:lnTo>
                    <a:pt x="1248653" y="1"/>
                  </a:lnTo>
                  <a:close/>
                </a:path>
                <a:path w="1325245" h="76200">
                  <a:moveTo>
                    <a:pt x="76200" y="33337"/>
                  </a:moveTo>
                  <a:lnTo>
                    <a:pt x="76200" y="42862"/>
                  </a:lnTo>
                  <a:lnTo>
                    <a:pt x="1248653" y="42863"/>
                  </a:lnTo>
                  <a:lnTo>
                    <a:pt x="1248653" y="33338"/>
                  </a:lnTo>
                  <a:lnTo>
                    <a:pt x="76200" y="33337"/>
                  </a:lnTo>
                  <a:close/>
                </a:path>
                <a:path w="1325245" h="76200">
                  <a:moveTo>
                    <a:pt x="63500" y="33337"/>
                  </a:moveTo>
                  <a:lnTo>
                    <a:pt x="63500" y="42862"/>
                  </a:lnTo>
                  <a:lnTo>
                    <a:pt x="76200" y="42862"/>
                  </a:lnTo>
                  <a:lnTo>
                    <a:pt x="76200" y="33337"/>
                  </a:lnTo>
                  <a:lnTo>
                    <a:pt x="63500" y="33337"/>
                  </a:lnTo>
                  <a:close/>
                </a:path>
                <a:path w="1325245" h="76200">
                  <a:moveTo>
                    <a:pt x="76200" y="33337"/>
                  </a:moveTo>
                  <a:lnTo>
                    <a:pt x="63500" y="33337"/>
                  </a:lnTo>
                  <a:lnTo>
                    <a:pt x="76200" y="3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5">
              <a:extLst>
                <a:ext uri="{FF2B5EF4-FFF2-40B4-BE49-F238E27FC236}">
                  <a16:creationId xmlns:a16="http://schemas.microsoft.com/office/drawing/2014/main" id="{F9323FCA-7312-1EFF-B420-7179B53C4A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5600" y="4533900"/>
              <a:ext cx="228600" cy="76200"/>
            </a:xfrm>
            <a:prstGeom prst="rect">
              <a:avLst/>
            </a:prstGeom>
          </p:spPr>
        </p:pic>
      </p:grpSp>
      <p:sp>
        <p:nvSpPr>
          <p:cNvPr id="49" name="object 46">
            <a:extLst>
              <a:ext uri="{FF2B5EF4-FFF2-40B4-BE49-F238E27FC236}">
                <a16:creationId xmlns:a16="http://schemas.microsoft.com/office/drawing/2014/main" id="{2F891F4C-0FE5-576E-A6A8-DFF300DB1988}"/>
              </a:ext>
            </a:extLst>
          </p:cNvPr>
          <p:cNvSpPr txBox="1"/>
          <p:nvPr/>
        </p:nvSpPr>
        <p:spPr>
          <a:xfrm>
            <a:off x="1983740" y="4587495"/>
            <a:ext cx="2241550" cy="88455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31265">
              <a:spcBef>
                <a:spcPts val="835"/>
              </a:spcBef>
            </a:pPr>
            <a:r>
              <a:rPr dirty="0">
                <a:latin typeface="Verdana"/>
                <a:cs typeface="Verdana"/>
              </a:rPr>
              <a:t>64</a:t>
            </a:r>
            <a:r>
              <a:rPr spc="-6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bytes</a:t>
            </a:r>
            <a:endParaRPr>
              <a:latin typeface="Verdana"/>
              <a:cs typeface="Verdana"/>
            </a:endParaRPr>
          </a:p>
          <a:p>
            <a:pPr marL="287020" indent="-274320">
              <a:spcBef>
                <a:spcPts val="985"/>
              </a:spcBef>
              <a:buFont typeface="Wingdings"/>
              <a:buChar char=""/>
              <a:tabLst>
                <a:tab pos="287020" algn="l"/>
              </a:tabLst>
            </a:pPr>
            <a:r>
              <a:rPr sz="2400" dirty="0">
                <a:solidFill>
                  <a:srgbClr val="457723"/>
                </a:solidFill>
                <a:latin typeface="Verdana"/>
                <a:cs typeface="Verdana"/>
              </a:rPr>
              <a:t>Simple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0" name="object 47">
            <a:extLst>
              <a:ext uri="{FF2B5EF4-FFF2-40B4-BE49-F238E27FC236}">
                <a16:creationId xmlns:a16="http://schemas.microsoft.com/office/drawing/2014/main" id="{E529F07A-0291-06A2-DF27-C194E5D50FBE}"/>
              </a:ext>
            </a:extLst>
          </p:cNvPr>
          <p:cNvSpPr txBox="1"/>
          <p:nvPr/>
        </p:nvSpPr>
        <p:spPr>
          <a:xfrm>
            <a:off x="4431381" y="4681220"/>
            <a:ext cx="814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10</a:t>
            </a:r>
            <a:r>
              <a:rPr spc="-7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bits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843194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F874-EF50-268E-C41E-C98B7D55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Directory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4BDDE-22DE-6E37-13D2-9614CD1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876C4-CE1F-4601-C123-AD6E1791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36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4D46E17-53AB-EA01-0F0A-38B555BE8758}"/>
              </a:ext>
            </a:extLst>
          </p:cNvPr>
          <p:cNvSpPr txBox="1"/>
          <p:nvPr/>
        </p:nvSpPr>
        <p:spPr>
          <a:xfrm>
            <a:off x="1932940" y="1374141"/>
            <a:ext cx="8171180" cy="11931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spcBef>
                <a:spcPts val="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Not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every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line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system </a:t>
            </a:r>
            <a:r>
              <a:rPr sz="2400" spc="-5" dirty="0">
                <a:latin typeface="Verdana"/>
                <a:cs typeface="Verdana"/>
              </a:rPr>
              <a:t>needs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5" dirty="0">
                <a:latin typeface="Verdana"/>
                <a:cs typeface="Verdana"/>
              </a:rPr>
              <a:t> tracked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–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those 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private </a:t>
            </a:r>
            <a:r>
              <a:rPr sz="2400" spc="-5" dirty="0">
                <a:latin typeface="Verdana"/>
                <a:cs typeface="Verdana"/>
              </a:rPr>
              <a:t>caches!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Verdana"/>
                <a:cs typeface="Verdana"/>
              </a:rPr>
              <a:t>Idea: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Organize directory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cache</a:t>
            </a:r>
            <a:endParaRPr sz="2400" dirty="0">
              <a:latin typeface="Verdana"/>
              <a:cs typeface="Verdana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A380B707-5784-3FFF-AD64-D4EC4C130548}"/>
              </a:ext>
            </a:extLst>
          </p:cNvPr>
          <p:cNvGraphicFramePr>
            <a:graphicFrameLocks noGrp="1"/>
          </p:cNvGraphicFramePr>
          <p:nvPr/>
        </p:nvGraphicFramePr>
        <p:xfrm>
          <a:off x="2044700" y="3111500"/>
          <a:ext cx="24384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97959"/>
                      </a:solidFill>
                      <a:prstDash val="solid"/>
                    </a:lnL>
                    <a:lnR w="28575">
                      <a:solidFill>
                        <a:srgbClr val="697959"/>
                      </a:solidFill>
                      <a:prstDash val="solid"/>
                    </a:lnR>
                    <a:lnT w="28575">
                      <a:solidFill>
                        <a:srgbClr val="697959"/>
                      </a:solidFill>
                      <a:prstDash val="solid"/>
                    </a:lnT>
                    <a:lnB w="28575">
                      <a:solidFill>
                        <a:srgbClr val="697959"/>
                      </a:solidFill>
                      <a:prstDash val="solid"/>
                    </a:lnB>
                    <a:solidFill>
                      <a:srgbClr val="91A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2E51A833-4121-DE40-A5AF-4B5F4F3B757D}"/>
              </a:ext>
            </a:extLst>
          </p:cNvPr>
          <p:cNvGraphicFramePr>
            <a:graphicFrameLocks noGrp="1"/>
          </p:cNvGraphicFramePr>
          <p:nvPr/>
        </p:nvGraphicFramePr>
        <p:xfrm>
          <a:off x="5016500" y="3721100"/>
          <a:ext cx="51816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0xF00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4B5081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spc="5" dirty="0">
                          <a:latin typeface="Verdana"/>
                          <a:cs typeface="Verdana"/>
                        </a:rPr>
                        <a:t>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4B5081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4B5081"/>
                      </a:solidFill>
                      <a:prstDash val="solid"/>
                    </a:lnT>
                    <a:lnB w="28575">
                      <a:solidFill>
                        <a:srgbClr val="4B5081"/>
                      </a:solidFill>
                      <a:prstDash val="solid"/>
                    </a:lnB>
                    <a:solidFill>
                      <a:srgbClr val="C3C5DC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BFBFBF"/>
                      </a:solidFill>
                      <a:prstDash val="solid"/>
                    </a:lnL>
                    <a:lnR w="28575">
                      <a:solidFill>
                        <a:srgbClr val="BFBFBF"/>
                      </a:solidFill>
                      <a:prstDash val="solid"/>
                    </a:lnR>
                    <a:lnT w="28575">
                      <a:solidFill>
                        <a:srgbClr val="BFBFBF"/>
                      </a:solidFill>
                      <a:prstDash val="solid"/>
                    </a:lnT>
                    <a:lnB w="2857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6">
            <a:extLst>
              <a:ext uri="{FF2B5EF4-FFF2-40B4-BE49-F238E27FC236}">
                <a16:creationId xmlns:a16="http://schemas.microsoft.com/office/drawing/2014/main" id="{B95462D1-502B-C29D-F1A8-76EAD15B7E40}"/>
              </a:ext>
            </a:extLst>
          </p:cNvPr>
          <p:cNvSpPr txBox="1"/>
          <p:nvPr/>
        </p:nvSpPr>
        <p:spPr>
          <a:xfrm>
            <a:off x="4986065" y="3077971"/>
            <a:ext cx="455866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8660" algn="ctr">
              <a:lnSpc>
                <a:spcPts val="2825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Directory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Entry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Format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ts val="1864"/>
              </a:lnSpc>
              <a:tabLst>
                <a:tab pos="1986280" algn="l"/>
                <a:tab pos="3447415" algn="l"/>
              </a:tabLst>
            </a:pPr>
            <a:r>
              <a:rPr sz="1600" spc="-5" dirty="0">
                <a:latin typeface="Verdana"/>
                <a:cs typeface="Verdana"/>
              </a:rPr>
              <a:t>Line </a:t>
            </a:r>
            <a:r>
              <a:rPr sz="1600" dirty="0">
                <a:latin typeface="Verdana"/>
                <a:cs typeface="Verdana"/>
              </a:rPr>
              <a:t>Address	</a:t>
            </a:r>
            <a:r>
              <a:rPr sz="1600" spc="-5" dirty="0">
                <a:latin typeface="Verdana"/>
                <a:cs typeface="Verdana"/>
              </a:rPr>
              <a:t>State	Sharer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Set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46617E9C-582E-7828-ACF3-A70019533ED8}"/>
              </a:ext>
            </a:extLst>
          </p:cNvPr>
          <p:cNvSpPr/>
          <p:nvPr/>
        </p:nvSpPr>
        <p:spPr>
          <a:xfrm>
            <a:off x="7772400" y="3733800"/>
            <a:ext cx="2438400" cy="457200"/>
          </a:xfrm>
          <a:custGeom>
            <a:avLst/>
            <a:gdLst/>
            <a:ahLst/>
            <a:cxnLst/>
            <a:rect l="l" t="t" r="r" b="b"/>
            <a:pathLst>
              <a:path w="2438400" h="457200">
                <a:moveTo>
                  <a:pt x="2438400" y="0"/>
                </a:moveTo>
                <a:lnTo>
                  <a:pt x="2438400" y="0"/>
                </a:lnTo>
                <a:lnTo>
                  <a:pt x="0" y="0"/>
                </a:lnTo>
                <a:lnTo>
                  <a:pt x="0" y="457200"/>
                </a:lnTo>
                <a:lnTo>
                  <a:pt x="2438400" y="457200"/>
                </a:lnTo>
                <a:lnTo>
                  <a:pt x="2438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C6A86E8-5610-84D6-7F20-4AA99E025425}"/>
              </a:ext>
            </a:extLst>
          </p:cNvPr>
          <p:cNvSpPr/>
          <p:nvPr/>
        </p:nvSpPr>
        <p:spPr>
          <a:xfrm>
            <a:off x="4495800" y="3733800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533400" h="152400">
                <a:moveTo>
                  <a:pt x="0" y="152400"/>
                </a:moveTo>
                <a:lnTo>
                  <a:pt x="533400" y="0"/>
                </a:lnTo>
              </a:path>
            </a:pathLst>
          </a:custGeom>
          <a:ln w="158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CE41F2FC-F19B-ABE8-78D6-686508BAABFB}"/>
              </a:ext>
            </a:extLst>
          </p:cNvPr>
          <p:cNvSpPr/>
          <p:nvPr/>
        </p:nvSpPr>
        <p:spPr>
          <a:xfrm>
            <a:off x="4490720" y="4028440"/>
            <a:ext cx="538480" cy="162560"/>
          </a:xfrm>
          <a:custGeom>
            <a:avLst/>
            <a:gdLst/>
            <a:ahLst/>
            <a:cxnLst/>
            <a:rect l="l" t="t" r="r" b="b"/>
            <a:pathLst>
              <a:path w="538479" h="162560">
                <a:moveTo>
                  <a:pt x="0" y="0"/>
                </a:moveTo>
                <a:lnTo>
                  <a:pt x="538480" y="162560"/>
                </a:lnTo>
              </a:path>
            </a:pathLst>
          </a:custGeom>
          <a:ln w="158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CCB2B50D-6194-276F-8D35-65333CCEFCEB}"/>
              </a:ext>
            </a:extLst>
          </p:cNvPr>
          <p:cNvSpPr txBox="1"/>
          <p:nvPr/>
        </p:nvSpPr>
        <p:spPr>
          <a:xfrm>
            <a:off x="1976305" y="4985003"/>
            <a:ext cx="7269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spcBef>
                <a:spcPts val="100"/>
              </a:spcBef>
              <a:buFont typeface="Wingdings"/>
              <a:buChar char=""/>
              <a:tabLst>
                <a:tab pos="287020" algn="l"/>
              </a:tabLst>
            </a:pPr>
            <a:r>
              <a:rPr sz="2000" spc="-5" dirty="0">
                <a:solidFill>
                  <a:srgbClr val="457723"/>
                </a:solidFill>
                <a:latin typeface="Verdana"/>
                <a:cs typeface="Verdana"/>
              </a:rPr>
              <a:t>Low</a:t>
            </a:r>
            <a:r>
              <a:rPr sz="2000" spc="-10" dirty="0">
                <a:solidFill>
                  <a:srgbClr val="457723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457723"/>
                </a:solidFill>
                <a:latin typeface="Verdana"/>
                <a:cs typeface="Verdana"/>
              </a:rPr>
              <a:t>latency,</a:t>
            </a:r>
            <a:r>
              <a:rPr sz="2000" spc="-10" dirty="0">
                <a:solidFill>
                  <a:srgbClr val="457723"/>
                </a:solidFill>
                <a:latin typeface="Verdana"/>
                <a:cs typeface="Verdana"/>
              </a:rPr>
              <a:t> energy-efficient</a:t>
            </a:r>
            <a:endParaRPr sz="2000" dirty="0">
              <a:latin typeface="Verdana"/>
              <a:cs typeface="Verdana"/>
            </a:endParaRPr>
          </a:p>
          <a:p>
            <a:pPr marL="12700"/>
            <a:r>
              <a:rPr sz="2000" dirty="0">
                <a:solidFill>
                  <a:srgbClr val="C00000"/>
                </a:solidFill>
                <a:latin typeface="Wingdings"/>
                <a:cs typeface="Wingdings"/>
              </a:rPr>
              <a:t></a:t>
            </a:r>
            <a:r>
              <a:rPr sz="2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Verdana"/>
                <a:cs typeface="Verdana"/>
              </a:rPr>
              <a:t>Bit-vectors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Verdana"/>
                <a:cs typeface="Verdana"/>
              </a:rPr>
              <a:t>grow with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#</a:t>
            </a:r>
            <a:r>
              <a:rPr sz="2000" spc="-5" dirty="0">
                <a:solidFill>
                  <a:srgbClr val="C00000"/>
                </a:solidFill>
                <a:latin typeface="Verdana"/>
                <a:cs typeface="Verdana"/>
              </a:rPr>
              <a:t> cores</a:t>
            </a:r>
            <a:r>
              <a:rPr sz="2000" spc="-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2000" spc="2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Verdana"/>
                <a:cs typeface="Verdana"/>
              </a:rPr>
              <a:t>Area scales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Verdana"/>
                <a:cs typeface="Verdana"/>
              </a:rPr>
              <a:t>poorly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886F99AB-9550-E043-2B7B-D9467F9FDC50}"/>
              </a:ext>
            </a:extLst>
          </p:cNvPr>
          <p:cNvSpPr txBox="1"/>
          <p:nvPr/>
        </p:nvSpPr>
        <p:spPr>
          <a:xfrm>
            <a:off x="2113547" y="2879852"/>
            <a:ext cx="23298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18490" algn="l"/>
                <a:tab pos="1228090" algn="l"/>
                <a:tab pos="1840864" algn="l"/>
              </a:tabLst>
            </a:pPr>
            <a:r>
              <a:rPr sz="1200" spc="-25" dirty="0">
                <a:latin typeface="Verdana"/>
                <a:cs typeface="Verdana"/>
              </a:rPr>
              <a:t>Way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1	</a:t>
            </a:r>
            <a:r>
              <a:rPr sz="1200" spc="-25" dirty="0">
                <a:latin typeface="Verdana"/>
                <a:cs typeface="Verdana"/>
              </a:rPr>
              <a:t>Way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2	</a:t>
            </a:r>
            <a:r>
              <a:rPr sz="1200" spc="-25" dirty="0">
                <a:latin typeface="Verdana"/>
                <a:cs typeface="Verdana"/>
              </a:rPr>
              <a:t>Way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3	</a:t>
            </a:r>
            <a:r>
              <a:rPr sz="1200" spc="-25" dirty="0">
                <a:latin typeface="Verdana"/>
                <a:cs typeface="Verdana"/>
              </a:rPr>
              <a:t>Way</a:t>
            </a:r>
            <a:r>
              <a:rPr sz="1200" spc="-7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81582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0050-FF1C-4206-48DB-F0DFC40F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Coherence Directory in 2024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77DB8-4FE5-A5DF-7E02-994612F6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D36C9-A33B-05C6-EA7C-BA087E08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37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12C8CD1-06AB-A8A5-EC26-A45C285DF8BF}"/>
              </a:ext>
            </a:extLst>
          </p:cNvPr>
          <p:cNvSpPr txBox="1"/>
          <p:nvPr/>
        </p:nvSpPr>
        <p:spPr>
          <a:xfrm>
            <a:off x="1704822" y="1331024"/>
            <a:ext cx="634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Common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multicore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memory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hierarchy: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D66C216-7DA0-2B2E-BBBD-FF5BE7133068}"/>
              </a:ext>
            </a:extLst>
          </p:cNvPr>
          <p:cNvSpPr txBox="1"/>
          <p:nvPr/>
        </p:nvSpPr>
        <p:spPr>
          <a:xfrm>
            <a:off x="1704822" y="1971724"/>
            <a:ext cx="6344285" cy="2454133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5650" indent="-285750">
              <a:lnSpc>
                <a:spcPct val="100000"/>
              </a:lnSpc>
              <a:spcBef>
                <a:spcPts val="555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1+</a:t>
            </a:r>
            <a:r>
              <a:rPr sz="18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levels</a:t>
            </a:r>
            <a:r>
              <a:rPr sz="1800" spc="-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of</a:t>
            </a:r>
            <a:r>
              <a:rPr sz="18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private</a:t>
            </a:r>
            <a:r>
              <a:rPr sz="18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caches</a:t>
            </a:r>
            <a:endParaRPr sz="1800" dirty="0">
              <a:latin typeface="Verdana"/>
              <a:cs typeface="Verdana"/>
            </a:endParaRPr>
          </a:p>
          <a:p>
            <a:pPr marL="755650" indent="-285750">
              <a:lnSpc>
                <a:spcPct val="100000"/>
              </a:lnSpc>
              <a:spcBef>
                <a:spcPts val="455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A</a:t>
            </a:r>
            <a:r>
              <a:rPr sz="1800" spc="-2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shared</a:t>
            </a:r>
            <a:r>
              <a:rPr sz="18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last-level</a:t>
            </a:r>
            <a:r>
              <a:rPr sz="18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cache</a:t>
            </a:r>
            <a:endParaRPr sz="1800" dirty="0">
              <a:latin typeface="Verdana"/>
              <a:cs typeface="Verdana"/>
            </a:endParaRPr>
          </a:p>
          <a:p>
            <a:pPr marL="755015" marR="799465" indent="-285750">
              <a:lnSpc>
                <a:spcPts val="2090"/>
              </a:lnSpc>
              <a:spcBef>
                <a:spcPts val="56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Need to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enforce coherence </a:t>
            </a:r>
            <a:r>
              <a:rPr sz="1800" spc="-62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among private caches</a:t>
            </a:r>
            <a:endParaRPr sz="1800" dirty="0">
              <a:latin typeface="Verdana"/>
              <a:cs typeface="Verdana"/>
            </a:endParaRPr>
          </a:p>
          <a:p>
            <a:pPr marL="355600" marR="5080" indent="-342900">
              <a:lnSpc>
                <a:spcPct val="99200"/>
              </a:lnSpc>
              <a:spcBef>
                <a:spcPts val="61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Verdana"/>
                <a:cs typeface="Verdana"/>
              </a:rPr>
              <a:t>Idea: Embed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" dirty="0">
                <a:latin typeface="Verdana"/>
                <a:cs typeface="Verdana"/>
              </a:rPr>
              <a:t> directory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information</a:t>
            </a:r>
            <a:r>
              <a:rPr sz="2400" dirty="0">
                <a:latin typeface="Verdana"/>
                <a:cs typeface="Verdana"/>
              </a:rPr>
              <a:t> in</a:t>
            </a:r>
            <a:r>
              <a:rPr sz="2400" spc="-5" dirty="0">
                <a:latin typeface="Verdana"/>
                <a:cs typeface="Verdana"/>
              </a:rPr>
              <a:t> shared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cache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tags</a:t>
            </a:r>
            <a:endParaRPr sz="24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  <a:tabLst>
                <a:tab pos="755015" algn="l"/>
              </a:tabLst>
            </a:pP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–	</a:t>
            </a:r>
            <a:r>
              <a:rPr sz="1800" spc="-10" dirty="0">
                <a:solidFill>
                  <a:srgbClr val="56127A"/>
                </a:solidFill>
                <a:latin typeface="Verdana"/>
                <a:cs typeface="Verdana"/>
              </a:rPr>
              <a:t>Shared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 cache</a:t>
            </a: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must</a:t>
            </a: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 be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inclusive</a:t>
            </a:r>
            <a:r>
              <a:rPr lang="en-US" sz="1800" spc="-5" dirty="0">
                <a:solidFill>
                  <a:srgbClr val="56127A"/>
                </a:solidFill>
                <a:latin typeface="Verdana"/>
                <a:cs typeface="Verdana"/>
              </a:rPr>
              <a:t> (life is easy)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94725CE-FCD0-DE6A-CBC7-C877584070FA}"/>
              </a:ext>
            </a:extLst>
          </p:cNvPr>
          <p:cNvSpPr txBox="1"/>
          <p:nvPr/>
        </p:nvSpPr>
        <p:spPr>
          <a:xfrm>
            <a:off x="1984222" y="4503993"/>
            <a:ext cx="7603490" cy="60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–	Need</a:t>
            </a:r>
            <a:r>
              <a:rPr sz="18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extended</a:t>
            </a:r>
            <a:r>
              <a:rPr sz="1800" spc="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directory</a:t>
            </a:r>
            <a:r>
              <a:rPr sz="18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56127A"/>
                </a:solidFill>
                <a:latin typeface="Verdana"/>
                <a:cs typeface="Verdana"/>
              </a:rPr>
              <a:t>if</a:t>
            </a:r>
            <a:r>
              <a:rPr sz="18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non-inclusive</a:t>
            </a:r>
            <a:r>
              <a:rPr sz="1800" spc="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(Intel</a:t>
            </a:r>
            <a:r>
              <a:rPr sz="1800" spc="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56127A"/>
                </a:solidFill>
                <a:latin typeface="Verdana"/>
                <a:cs typeface="Verdana"/>
              </a:rPr>
              <a:t>Skylake-X/SP)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 dirty="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232E25E-B385-379E-AEDD-62A29A120810}"/>
              </a:ext>
            </a:extLst>
          </p:cNvPr>
          <p:cNvSpPr txBox="1"/>
          <p:nvPr/>
        </p:nvSpPr>
        <p:spPr>
          <a:xfrm>
            <a:off x="6704809" y="3536688"/>
            <a:ext cx="10668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52069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395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26624BE-7D57-AD67-EFDB-431584F07D03}"/>
              </a:ext>
            </a:extLst>
          </p:cNvPr>
          <p:cNvSpPr txBox="1"/>
          <p:nvPr/>
        </p:nvSpPr>
        <p:spPr>
          <a:xfrm>
            <a:off x="6704809" y="1784088"/>
            <a:ext cx="3575050" cy="443865"/>
          </a:xfrm>
          <a:prstGeom prst="rect">
            <a:avLst/>
          </a:prstGeom>
          <a:solidFill>
            <a:srgbClr val="686EA8"/>
          </a:solidFill>
          <a:ln w="25400">
            <a:solidFill>
              <a:srgbClr val="464A72"/>
            </a:solidFill>
          </a:ln>
        </p:spPr>
        <p:txBody>
          <a:bodyPr vert="horz" wrap="square" lIns="0" tIns="7048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1544">
              <a:lnSpc>
                <a:spcPct val="100000"/>
              </a:lnSpc>
              <a:spcBef>
                <a:spcPts val="55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67B20DF5-209A-ECC2-ECF8-5652E2308723}"/>
              </a:ext>
            </a:extLst>
          </p:cNvPr>
          <p:cNvSpPr txBox="1"/>
          <p:nvPr/>
        </p:nvSpPr>
        <p:spPr>
          <a:xfrm>
            <a:off x="6704810" y="2850888"/>
            <a:ext cx="1066800" cy="609600"/>
          </a:xfrm>
          <a:prstGeom prst="rect">
            <a:avLst/>
          </a:prstGeom>
          <a:solidFill>
            <a:srgbClr val="95A685"/>
          </a:solidFill>
          <a:ln w="25400">
            <a:solidFill>
              <a:srgbClr val="697959"/>
            </a:solidFill>
          </a:ln>
        </p:spPr>
        <p:txBody>
          <a:bodyPr vert="horz" wrap="square" lIns="0" tIns="7048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173355" indent="-60325">
              <a:lnSpc>
                <a:spcPts val="1900"/>
              </a:lnSpc>
              <a:spcBef>
                <a:spcPts val="55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cache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815DE16-2381-5211-20FF-8D5D063C717F}"/>
              </a:ext>
            </a:extLst>
          </p:cNvPr>
          <p:cNvSpPr txBox="1"/>
          <p:nvPr/>
        </p:nvSpPr>
        <p:spPr>
          <a:xfrm>
            <a:off x="6704809" y="2317488"/>
            <a:ext cx="3581400" cy="457200"/>
          </a:xfrm>
          <a:prstGeom prst="rect">
            <a:avLst/>
          </a:prstGeom>
          <a:solidFill>
            <a:srgbClr val="A4A8CB"/>
          </a:solidFill>
          <a:ln w="25400">
            <a:solidFill>
              <a:srgbClr val="5E6398"/>
            </a:solidFill>
          </a:ln>
        </p:spPr>
        <p:txBody>
          <a:bodyPr vert="horz" wrap="square" lIns="0" tIns="768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0910">
              <a:lnSpc>
                <a:spcPct val="100000"/>
              </a:lnSpc>
              <a:spcBef>
                <a:spcPts val="60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Shared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4A472FBC-5B83-CA31-A56D-590AE0D0CE7F}"/>
              </a:ext>
            </a:extLst>
          </p:cNvPr>
          <p:cNvSpPr txBox="1"/>
          <p:nvPr/>
        </p:nvSpPr>
        <p:spPr>
          <a:xfrm>
            <a:off x="7847810" y="2850888"/>
            <a:ext cx="1066800" cy="622300"/>
          </a:xfrm>
          <a:prstGeom prst="rect">
            <a:avLst/>
          </a:prstGeom>
          <a:solidFill>
            <a:srgbClr val="95A685"/>
          </a:solidFill>
          <a:ln w="25400">
            <a:solidFill>
              <a:srgbClr val="697959"/>
            </a:solidFill>
          </a:ln>
        </p:spPr>
        <p:txBody>
          <a:bodyPr vert="horz" wrap="square" lIns="0" tIns="768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173355" indent="-60325">
              <a:lnSpc>
                <a:spcPts val="1900"/>
              </a:lnSpc>
              <a:spcBef>
                <a:spcPts val="60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cache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D7D48A1F-3F87-64C3-BC83-805CAA203CF0}"/>
              </a:ext>
            </a:extLst>
          </p:cNvPr>
          <p:cNvSpPr txBox="1"/>
          <p:nvPr/>
        </p:nvSpPr>
        <p:spPr>
          <a:xfrm>
            <a:off x="7847810" y="3536688"/>
            <a:ext cx="10668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52069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395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90149017-DC79-B0F2-E7BC-A2FE967F965D}"/>
              </a:ext>
            </a:extLst>
          </p:cNvPr>
          <p:cNvSpPr txBox="1"/>
          <p:nvPr/>
        </p:nvSpPr>
        <p:spPr>
          <a:xfrm>
            <a:off x="9219410" y="2850888"/>
            <a:ext cx="1066800" cy="622300"/>
          </a:xfrm>
          <a:prstGeom prst="rect">
            <a:avLst/>
          </a:prstGeom>
          <a:solidFill>
            <a:srgbClr val="95A685"/>
          </a:solidFill>
          <a:ln w="25400">
            <a:solidFill>
              <a:srgbClr val="697959"/>
            </a:solidFill>
          </a:ln>
        </p:spPr>
        <p:txBody>
          <a:bodyPr vert="horz" wrap="square" lIns="0" tIns="768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173355" indent="-60325">
              <a:lnSpc>
                <a:spcPts val="1900"/>
              </a:lnSpc>
              <a:spcBef>
                <a:spcPts val="60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cache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C3F90748-3C00-FF65-F37D-C83316D5DB6E}"/>
              </a:ext>
            </a:extLst>
          </p:cNvPr>
          <p:cNvSpPr txBox="1"/>
          <p:nvPr/>
        </p:nvSpPr>
        <p:spPr>
          <a:xfrm>
            <a:off x="9219410" y="3536688"/>
            <a:ext cx="1066800" cy="408940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52069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2FFC8FE-18A8-095A-BDDF-92D4E51A3625}"/>
              </a:ext>
            </a:extLst>
          </p:cNvPr>
          <p:cNvSpPr txBox="1"/>
          <p:nvPr/>
        </p:nvSpPr>
        <p:spPr>
          <a:xfrm>
            <a:off x="8993351" y="2922081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…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47727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08E8-7207-A9F1-3C0C-BCD36073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Multi-socket Coherence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1279A-824A-F243-1649-7337FB83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D7968-F467-C573-49C6-53B255B2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38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2763420-B732-CA55-D245-11EA14EE7B03}"/>
              </a:ext>
            </a:extLst>
          </p:cNvPr>
          <p:cNvSpPr txBox="1"/>
          <p:nvPr/>
        </p:nvSpPr>
        <p:spPr>
          <a:xfrm>
            <a:off x="1359461" y="1407156"/>
            <a:ext cx="7860665" cy="166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Can use the same or different protocols to keep coherence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across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multiple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levels</a:t>
            </a:r>
            <a:endParaRPr sz="2000">
              <a:latin typeface="Verdana"/>
              <a:cs typeface="Verdana"/>
            </a:endParaRPr>
          </a:p>
          <a:p>
            <a:pPr marL="355600" marR="1188720" indent="-342900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Key invariant: Ensure sufficient permissions </a:t>
            </a:r>
            <a:r>
              <a:rPr sz="2000" dirty="0">
                <a:latin typeface="Verdana"/>
                <a:cs typeface="Verdana"/>
              </a:rPr>
              <a:t>in </a:t>
            </a:r>
            <a:r>
              <a:rPr sz="2000" spc="-5" dirty="0">
                <a:latin typeface="Verdana"/>
                <a:cs typeface="Verdana"/>
              </a:rPr>
              <a:t>all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intermediate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levels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Example: 8-socket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Xeon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E7 </a:t>
            </a:r>
            <a:r>
              <a:rPr sz="2000" dirty="0">
                <a:latin typeface="Verdana"/>
                <a:cs typeface="Verdana"/>
              </a:rPr>
              <a:t>(8</a:t>
            </a:r>
            <a:r>
              <a:rPr sz="2000" spc="-5" dirty="0">
                <a:latin typeface="Verdana"/>
                <a:cs typeface="Verdana"/>
              </a:rPr>
              <a:t> cores/socket)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6593BCE-95B1-85F2-7C3E-C921DEE4F0A5}"/>
              </a:ext>
            </a:extLst>
          </p:cNvPr>
          <p:cNvSpPr txBox="1"/>
          <p:nvPr/>
        </p:nvSpPr>
        <p:spPr>
          <a:xfrm>
            <a:off x="1820493" y="5599435"/>
            <a:ext cx="918210" cy="384175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831AD9A-13C7-90E2-66F3-1A0CDA550476}"/>
              </a:ext>
            </a:extLst>
          </p:cNvPr>
          <p:cNvSpPr txBox="1"/>
          <p:nvPr/>
        </p:nvSpPr>
        <p:spPr>
          <a:xfrm>
            <a:off x="1712521" y="3310633"/>
            <a:ext cx="2429510" cy="416559"/>
          </a:xfrm>
          <a:prstGeom prst="rect">
            <a:avLst/>
          </a:prstGeom>
          <a:solidFill>
            <a:srgbClr val="686EA8"/>
          </a:solidFill>
          <a:ln w="25400">
            <a:solidFill>
              <a:srgbClr val="464A72"/>
            </a:solidFill>
          </a:ln>
        </p:spPr>
        <p:txBody>
          <a:bodyPr vert="horz" wrap="square" lIns="0" tIns="5651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>
              <a:lnSpc>
                <a:spcPct val="100000"/>
              </a:lnSpc>
              <a:spcBef>
                <a:spcPts val="44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BE617C96-5F31-6ED2-6201-F4572D60AA9E}"/>
              </a:ext>
            </a:extLst>
          </p:cNvPr>
          <p:cNvSpPr txBox="1"/>
          <p:nvPr/>
        </p:nvSpPr>
        <p:spPr>
          <a:xfrm>
            <a:off x="1820493" y="4383509"/>
            <a:ext cx="2218055" cy="429259"/>
          </a:xfrm>
          <a:prstGeom prst="rect">
            <a:avLst/>
          </a:prstGeom>
          <a:solidFill>
            <a:srgbClr val="A4A8CB"/>
          </a:solidFill>
          <a:ln w="25400">
            <a:solidFill>
              <a:srgbClr val="5E6398"/>
            </a:solidFill>
          </a:ln>
        </p:spPr>
        <p:txBody>
          <a:bodyPr vert="horz" wrap="square" lIns="0" tIns="628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L3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C2D8D0E4-2702-7F5F-4C66-7C5FEDCFB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795" y="5229111"/>
            <a:ext cx="917575" cy="286100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A924C241-171A-6478-5249-B3459EF6949A}"/>
              </a:ext>
            </a:extLst>
          </p:cNvPr>
          <p:cNvSpPr txBox="1"/>
          <p:nvPr/>
        </p:nvSpPr>
        <p:spPr>
          <a:xfrm>
            <a:off x="1820492" y="4884184"/>
            <a:ext cx="918210" cy="286385"/>
          </a:xfrm>
          <a:prstGeom prst="rect">
            <a:avLst/>
          </a:prstGeom>
          <a:solidFill>
            <a:srgbClr val="BDCAB0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L2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9EF2D8E-E902-E7C0-9069-E1CBD4AB7BC5}"/>
              </a:ext>
            </a:extLst>
          </p:cNvPr>
          <p:cNvSpPr txBox="1"/>
          <p:nvPr/>
        </p:nvSpPr>
        <p:spPr>
          <a:xfrm>
            <a:off x="3116157" y="5599435"/>
            <a:ext cx="918210" cy="384175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3" name="table">
            <a:extLst>
              <a:ext uri="{FF2B5EF4-FFF2-40B4-BE49-F238E27FC236}">
                <a16:creationId xmlns:a16="http://schemas.microsoft.com/office/drawing/2014/main" id="{37AED777-ACEA-11B9-2F2C-9303D5300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459" y="5229111"/>
            <a:ext cx="917575" cy="286100"/>
          </a:xfrm>
          <a:prstGeom prst="rect">
            <a:avLst/>
          </a:prstGeom>
        </p:spPr>
      </p:pic>
      <p:sp>
        <p:nvSpPr>
          <p:cNvPr id="14" name="object 11">
            <a:extLst>
              <a:ext uri="{FF2B5EF4-FFF2-40B4-BE49-F238E27FC236}">
                <a16:creationId xmlns:a16="http://schemas.microsoft.com/office/drawing/2014/main" id="{FB587CF1-F99F-9044-CBF6-E9F75B6415BB}"/>
              </a:ext>
            </a:extLst>
          </p:cNvPr>
          <p:cNvSpPr txBox="1"/>
          <p:nvPr/>
        </p:nvSpPr>
        <p:spPr>
          <a:xfrm>
            <a:off x="3116156" y="4884184"/>
            <a:ext cx="918210" cy="286385"/>
          </a:xfrm>
          <a:prstGeom prst="rect">
            <a:avLst/>
          </a:prstGeom>
          <a:solidFill>
            <a:srgbClr val="BDCAB0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L2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9CA199C5-2D80-0A2C-5DDD-7F39E1A481E0}"/>
              </a:ext>
            </a:extLst>
          </p:cNvPr>
          <p:cNvSpPr txBox="1"/>
          <p:nvPr/>
        </p:nvSpPr>
        <p:spPr>
          <a:xfrm>
            <a:off x="2879474" y="509320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…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92C2C1BC-39CC-959B-E3FB-048A4150FC4D}"/>
              </a:ext>
            </a:extLst>
          </p:cNvPr>
          <p:cNvSpPr/>
          <p:nvPr/>
        </p:nvSpPr>
        <p:spPr>
          <a:xfrm>
            <a:off x="1712521" y="4240458"/>
            <a:ext cx="2429510" cy="2074545"/>
          </a:xfrm>
          <a:custGeom>
            <a:avLst/>
            <a:gdLst/>
            <a:ahLst/>
            <a:cxnLst/>
            <a:rect l="l" t="t" r="r" b="b"/>
            <a:pathLst>
              <a:path w="2429510" h="2074545">
                <a:moveTo>
                  <a:pt x="0" y="0"/>
                </a:moveTo>
                <a:lnTo>
                  <a:pt x="2429370" y="0"/>
                </a:lnTo>
                <a:lnTo>
                  <a:pt x="2429370" y="2074228"/>
                </a:lnTo>
                <a:lnTo>
                  <a:pt x="0" y="2074228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262626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67A49DC2-EDC4-E0CA-FB0E-D336AE0DEFA7}"/>
              </a:ext>
            </a:extLst>
          </p:cNvPr>
          <p:cNvSpPr txBox="1"/>
          <p:nvPr/>
        </p:nvSpPr>
        <p:spPr>
          <a:xfrm>
            <a:off x="2626209" y="5970012"/>
            <a:ext cx="84264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Chip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8CC97BD4-415B-A88C-340B-0593B92121D9}"/>
              </a:ext>
            </a:extLst>
          </p:cNvPr>
          <p:cNvSpPr txBox="1"/>
          <p:nvPr/>
        </p:nvSpPr>
        <p:spPr>
          <a:xfrm>
            <a:off x="4648926" y="5599435"/>
            <a:ext cx="918210" cy="384175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B74FAC27-5F91-05A7-1CA4-4BD13A3FE397}"/>
              </a:ext>
            </a:extLst>
          </p:cNvPr>
          <p:cNvSpPr txBox="1"/>
          <p:nvPr/>
        </p:nvSpPr>
        <p:spPr>
          <a:xfrm>
            <a:off x="4648926" y="4383509"/>
            <a:ext cx="2218055" cy="429259"/>
          </a:xfrm>
          <a:prstGeom prst="rect">
            <a:avLst/>
          </a:prstGeom>
          <a:solidFill>
            <a:srgbClr val="A4A8CB"/>
          </a:solidFill>
          <a:ln w="25400">
            <a:solidFill>
              <a:srgbClr val="5E6398"/>
            </a:solidFill>
          </a:ln>
        </p:spPr>
        <p:txBody>
          <a:bodyPr vert="horz" wrap="square" lIns="0" tIns="628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L3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20" name="table">
            <a:extLst>
              <a:ext uri="{FF2B5EF4-FFF2-40B4-BE49-F238E27FC236}">
                <a16:creationId xmlns:a16="http://schemas.microsoft.com/office/drawing/2014/main" id="{FED57AEC-6E4A-28F3-6565-9B9998AFE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227" y="5229111"/>
            <a:ext cx="917575" cy="286100"/>
          </a:xfrm>
          <a:prstGeom prst="rect">
            <a:avLst/>
          </a:prstGeom>
        </p:spPr>
      </p:pic>
      <p:sp>
        <p:nvSpPr>
          <p:cNvPr id="21" name="object 18">
            <a:extLst>
              <a:ext uri="{FF2B5EF4-FFF2-40B4-BE49-F238E27FC236}">
                <a16:creationId xmlns:a16="http://schemas.microsoft.com/office/drawing/2014/main" id="{3C1C2260-963C-5115-27DC-F1560A1BBE77}"/>
              </a:ext>
            </a:extLst>
          </p:cNvPr>
          <p:cNvSpPr txBox="1"/>
          <p:nvPr/>
        </p:nvSpPr>
        <p:spPr>
          <a:xfrm>
            <a:off x="4648924" y="4884184"/>
            <a:ext cx="918210" cy="286385"/>
          </a:xfrm>
          <a:prstGeom prst="rect">
            <a:avLst/>
          </a:prstGeom>
          <a:solidFill>
            <a:srgbClr val="BDCAB0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L2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8009766F-CF19-8F19-322C-9B289FC7467D}"/>
              </a:ext>
            </a:extLst>
          </p:cNvPr>
          <p:cNvSpPr txBox="1"/>
          <p:nvPr/>
        </p:nvSpPr>
        <p:spPr>
          <a:xfrm>
            <a:off x="5944590" y="5599435"/>
            <a:ext cx="918210" cy="384175"/>
          </a:xfrm>
          <a:prstGeom prst="rect">
            <a:avLst/>
          </a:prstGeom>
          <a:solidFill>
            <a:srgbClr val="A6A6A6"/>
          </a:solidFill>
          <a:ln w="25400">
            <a:solidFill>
              <a:srgbClr val="697959"/>
            </a:solidFill>
          </a:ln>
        </p:spPr>
        <p:txBody>
          <a:bodyPr vert="horz" wrap="square" lIns="0" tIns="387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Core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23" name="table">
            <a:extLst>
              <a:ext uri="{FF2B5EF4-FFF2-40B4-BE49-F238E27FC236}">
                <a16:creationId xmlns:a16="http://schemas.microsoft.com/office/drawing/2014/main" id="{A7959D4D-ACB6-69C5-9081-93E297536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890" y="5229111"/>
            <a:ext cx="917575" cy="286100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A012336C-58A3-F2F0-0C14-6C61890B33B7}"/>
              </a:ext>
            </a:extLst>
          </p:cNvPr>
          <p:cNvSpPr txBox="1"/>
          <p:nvPr/>
        </p:nvSpPr>
        <p:spPr>
          <a:xfrm>
            <a:off x="5944589" y="4884184"/>
            <a:ext cx="918210" cy="286385"/>
          </a:xfrm>
          <a:prstGeom prst="rect">
            <a:avLst/>
          </a:prstGeom>
          <a:solidFill>
            <a:srgbClr val="BDCAB0"/>
          </a:solidFill>
          <a:ln w="25400">
            <a:solidFill>
              <a:srgbClr val="697959"/>
            </a:solidFill>
          </a:ln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L2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3747C7FA-46C5-5B4F-709D-5CC2C409072E}"/>
              </a:ext>
            </a:extLst>
          </p:cNvPr>
          <p:cNvSpPr txBox="1"/>
          <p:nvPr/>
        </p:nvSpPr>
        <p:spPr>
          <a:xfrm>
            <a:off x="5707905" y="509320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…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A000B3CC-6477-5BA2-5C70-27095ACFBA79}"/>
              </a:ext>
            </a:extLst>
          </p:cNvPr>
          <p:cNvSpPr/>
          <p:nvPr/>
        </p:nvSpPr>
        <p:spPr>
          <a:xfrm>
            <a:off x="4540953" y="4240458"/>
            <a:ext cx="2429510" cy="2074545"/>
          </a:xfrm>
          <a:custGeom>
            <a:avLst/>
            <a:gdLst/>
            <a:ahLst/>
            <a:cxnLst/>
            <a:rect l="l" t="t" r="r" b="b"/>
            <a:pathLst>
              <a:path w="2429510" h="2074545">
                <a:moveTo>
                  <a:pt x="0" y="0"/>
                </a:moveTo>
                <a:lnTo>
                  <a:pt x="2429370" y="0"/>
                </a:lnTo>
                <a:lnTo>
                  <a:pt x="2429370" y="2074228"/>
                </a:lnTo>
                <a:lnTo>
                  <a:pt x="0" y="2074228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262626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5FEC8544-71C2-35DD-6D2B-196AB6F32EB5}"/>
              </a:ext>
            </a:extLst>
          </p:cNvPr>
          <p:cNvSpPr txBox="1"/>
          <p:nvPr/>
        </p:nvSpPr>
        <p:spPr>
          <a:xfrm>
            <a:off x="5454642" y="5979156"/>
            <a:ext cx="84264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Chip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168514F2-3D34-F989-5A20-273C01A10C22}"/>
              </a:ext>
            </a:extLst>
          </p:cNvPr>
          <p:cNvSpPr txBox="1"/>
          <p:nvPr/>
        </p:nvSpPr>
        <p:spPr>
          <a:xfrm>
            <a:off x="4238540" y="509320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…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0C3099EA-6947-F4E0-C08E-EB095C9F5461}"/>
              </a:ext>
            </a:extLst>
          </p:cNvPr>
          <p:cNvSpPr txBox="1"/>
          <p:nvPr/>
        </p:nvSpPr>
        <p:spPr>
          <a:xfrm>
            <a:off x="1712521" y="3811309"/>
            <a:ext cx="5257800" cy="313690"/>
          </a:xfrm>
          <a:prstGeom prst="rect">
            <a:avLst/>
          </a:prstGeom>
          <a:solidFill>
            <a:srgbClr val="BFBFBF"/>
          </a:solidFill>
          <a:ln w="25400">
            <a:solidFill>
              <a:srgbClr val="595959"/>
            </a:solidFill>
          </a:ln>
        </p:spPr>
        <p:txBody>
          <a:bodyPr vert="horz" wrap="square" lIns="0" tIns="38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Interconnect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B2E8F786-A7E8-8435-411D-EC0B8DF62CA0}"/>
              </a:ext>
            </a:extLst>
          </p:cNvPr>
          <p:cNvSpPr/>
          <p:nvPr/>
        </p:nvSpPr>
        <p:spPr>
          <a:xfrm>
            <a:off x="7046521" y="4570506"/>
            <a:ext cx="152400" cy="492759"/>
          </a:xfrm>
          <a:custGeom>
            <a:avLst/>
            <a:gdLst/>
            <a:ahLst/>
            <a:cxnLst/>
            <a:rect l="l" t="t" r="r" b="b"/>
            <a:pathLst>
              <a:path w="152400" h="492760">
                <a:moveTo>
                  <a:pt x="0" y="0"/>
                </a:moveTo>
                <a:lnTo>
                  <a:pt x="29660" y="998"/>
                </a:lnTo>
                <a:lnTo>
                  <a:pt x="53881" y="3719"/>
                </a:lnTo>
                <a:lnTo>
                  <a:pt x="70212" y="7756"/>
                </a:lnTo>
                <a:lnTo>
                  <a:pt x="76200" y="12699"/>
                </a:lnTo>
                <a:lnTo>
                  <a:pt x="76200" y="233663"/>
                </a:lnTo>
                <a:lnTo>
                  <a:pt x="82188" y="238607"/>
                </a:lnTo>
                <a:lnTo>
                  <a:pt x="98518" y="242643"/>
                </a:lnTo>
                <a:lnTo>
                  <a:pt x="122739" y="245365"/>
                </a:lnTo>
                <a:lnTo>
                  <a:pt x="152400" y="246363"/>
                </a:lnTo>
                <a:lnTo>
                  <a:pt x="122739" y="247361"/>
                </a:lnTo>
                <a:lnTo>
                  <a:pt x="98518" y="250083"/>
                </a:lnTo>
                <a:lnTo>
                  <a:pt x="82188" y="254119"/>
                </a:lnTo>
                <a:lnTo>
                  <a:pt x="76200" y="259063"/>
                </a:lnTo>
                <a:lnTo>
                  <a:pt x="76200" y="480027"/>
                </a:lnTo>
                <a:lnTo>
                  <a:pt x="70212" y="484970"/>
                </a:lnTo>
                <a:lnTo>
                  <a:pt x="53881" y="489007"/>
                </a:lnTo>
                <a:lnTo>
                  <a:pt x="29660" y="491729"/>
                </a:lnTo>
                <a:lnTo>
                  <a:pt x="0" y="492727"/>
                </a:lnTo>
              </a:path>
            </a:pathLst>
          </a:custGeom>
          <a:ln w="19050">
            <a:solidFill>
              <a:srgbClr val="262626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729A0E61-D24F-F772-5F0F-4165BB36B272}"/>
              </a:ext>
            </a:extLst>
          </p:cNvPr>
          <p:cNvSpPr txBox="1"/>
          <p:nvPr/>
        </p:nvSpPr>
        <p:spPr>
          <a:xfrm>
            <a:off x="7277661" y="4485637"/>
            <a:ext cx="27108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MESI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protocol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Verdana"/>
                <a:cs typeface="Verdana"/>
              </a:rPr>
              <a:t>L3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in-cache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directory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2" name="object 29">
            <a:extLst>
              <a:ext uri="{FF2B5EF4-FFF2-40B4-BE49-F238E27FC236}">
                <a16:creationId xmlns:a16="http://schemas.microsoft.com/office/drawing/2014/main" id="{56894369-5E0F-8C42-DF47-9F63278F73E7}"/>
              </a:ext>
            </a:extLst>
          </p:cNvPr>
          <p:cNvSpPr txBox="1"/>
          <p:nvPr/>
        </p:nvSpPr>
        <p:spPr>
          <a:xfrm>
            <a:off x="7277661" y="3549900"/>
            <a:ext cx="19932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MESIF protocol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Snooping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(QPI)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3" name="object 30">
            <a:extLst>
              <a:ext uri="{FF2B5EF4-FFF2-40B4-BE49-F238E27FC236}">
                <a16:creationId xmlns:a16="http://schemas.microsoft.com/office/drawing/2014/main" id="{CB97CD17-7445-6EEA-6D8F-D1B682909BB2}"/>
              </a:ext>
            </a:extLst>
          </p:cNvPr>
          <p:cNvSpPr/>
          <p:nvPr/>
        </p:nvSpPr>
        <p:spPr>
          <a:xfrm>
            <a:off x="7046521" y="3615433"/>
            <a:ext cx="152400" cy="768350"/>
          </a:xfrm>
          <a:custGeom>
            <a:avLst/>
            <a:gdLst/>
            <a:ahLst/>
            <a:cxnLst/>
            <a:rect l="l" t="t" r="r" b="b"/>
            <a:pathLst>
              <a:path w="152400" h="768350">
                <a:moveTo>
                  <a:pt x="0" y="0"/>
                </a:moveTo>
                <a:lnTo>
                  <a:pt x="29660" y="997"/>
                </a:lnTo>
                <a:lnTo>
                  <a:pt x="53881" y="3719"/>
                </a:lnTo>
                <a:lnTo>
                  <a:pt x="70212" y="7756"/>
                </a:lnTo>
                <a:lnTo>
                  <a:pt x="76200" y="12699"/>
                </a:lnTo>
                <a:lnTo>
                  <a:pt x="76200" y="371338"/>
                </a:lnTo>
                <a:lnTo>
                  <a:pt x="82188" y="376281"/>
                </a:lnTo>
                <a:lnTo>
                  <a:pt x="98518" y="380318"/>
                </a:lnTo>
                <a:lnTo>
                  <a:pt x="122740" y="383040"/>
                </a:lnTo>
                <a:lnTo>
                  <a:pt x="152400" y="384038"/>
                </a:lnTo>
                <a:lnTo>
                  <a:pt x="122740" y="385036"/>
                </a:lnTo>
                <a:lnTo>
                  <a:pt x="98518" y="387757"/>
                </a:lnTo>
                <a:lnTo>
                  <a:pt x="82188" y="391794"/>
                </a:lnTo>
                <a:lnTo>
                  <a:pt x="76200" y="396737"/>
                </a:lnTo>
                <a:lnTo>
                  <a:pt x="76200" y="755376"/>
                </a:lnTo>
                <a:lnTo>
                  <a:pt x="70212" y="760319"/>
                </a:lnTo>
                <a:lnTo>
                  <a:pt x="53881" y="764356"/>
                </a:lnTo>
                <a:lnTo>
                  <a:pt x="29660" y="767078"/>
                </a:lnTo>
                <a:lnTo>
                  <a:pt x="0" y="768076"/>
                </a:lnTo>
              </a:path>
            </a:pathLst>
          </a:custGeom>
          <a:ln w="19050">
            <a:solidFill>
              <a:srgbClr val="262626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76F8876A-7A91-84B6-F7BF-F425F38B92DF}"/>
              </a:ext>
            </a:extLst>
          </p:cNvPr>
          <p:cNvSpPr txBox="1"/>
          <p:nvPr/>
        </p:nvSpPr>
        <p:spPr>
          <a:xfrm>
            <a:off x="4540953" y="3309073"/>
            <a:ext cx="2429510" cy="416559"/>
          </a:xfrm>
          <a:prstGeom prst="rect">
            <a:avLst/>
          </a:prstGeom>
          <a:solidFill>
            <a:srgbClr val="686EA8"/>
          </a:solidFill>
          <a:ln w="25400">
            <a:solidFill>
              <a:srgbClr val="464A72"/>
            </a:solidFill>
          </a:ln>
        </p:spPr>
        <p:txBody>
          <a:bodyPr vert="horz" wrap="square" lIns="0" tIns="5524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>
              <a:lnSpc>
                <a:spcPct val="100000"/>
              </a:lnSpc>
              <a:spcBef>
                <a:spcPts val="434"/>
              </a:spcBef>
            </a:pP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Main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921321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F7B75-5E04-F107-A5D1-DD519FD89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Inclusive Cache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1DBA3-FF81-4991-9288-1B17230A4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Inclusion traffic on top of coherence traffic as back-invalidations will go to each core’s private caches. </a:t>
            </a:r>
          </a:p>
          <a:p>
            <a:endParaRPr lang="en-US" dirty="0"/>
          </a:p>
          <a:p>
            <a:r>
              <a:rPr lang="en-US" dirty="0"/>
              <a:t>Non-inclusive caches with extended directory is a win-win tradeoff with additional design complexity.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22CFB-40DE-B758-6915-3B10325B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BF4E3-4DD1-F0E4-7A76-2451656E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44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51465</TotalTime>
  <Words>1798</Words>
  <Application>Microsoft Office PowerPoint</Application>
  <PresentationFormat>Widescreen</PresentationFormat>
  <Paragraphs>694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body</vt:lpstr>
      <vt:lpstr>Calibri Light</vt:lpstr>
      <vt:lpstr>Courier New</vt:lpstr>
      <vt:lpstr>Tahoma</vt:lpstr>
      <vt:lpstr>Times New Roman</vt:lpstr>
      <vt:lpstr>Verdana</vt:lpstr>
      <vt:lpstr>Wingdings</vt:lpstr>
      <vt:lpstr>Office Theme</vt:lpstr>
      <vt:lpstr>CS683: Advanced Computer Architecture-2025</vt:lpstr>
      <vt:lpstr>Phones (smart/non-smart) on silence plz, Thanks </vt:lpstr>
      <vt:lpstr>Coherence vs Consistency</vt:lpstr>
      <vt:lpstr>Cache Coherence</vt:lpstr>
      <vt:lpstr>Cache Coherence</vt:lpstr>
      <vt:lpstr>Cache Coherence</vt:lpstr>
      <vt:lpstr>Cache Coherence</vt:lpstr>
      <vt:lpstr>Cache Coherence</vt:lpstr>
      <vt:lpstr>The Problem</vt:lpstr>
      <vt:lpstr>The Problem</vt:lpstr>
      <vt:lpstr>Invalidate/Update</vt:lpstr>
      <vt:lpstr>A Simple MSI protocol</vt:lpstr>
      <vt:lpstr>State-transitions: Processor side (Master core)</vt:lpstr>
      <vt:lpstr>Bus-side (Rest of the cores)</vt:lpstr>
      <vt:lpstr>MSI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LLC/DRAM as the coherence point</vt:lpstr>
      <vt:lpstr>PowerPoint Presentation</vt:lpstr>
      <vt:lpstr>PowerPoint Presentation</vt:lpstr>
      <vt:lpstr>Summary</vt:lpstr>
      <vt:lpstr>Summary</vt:lpstr>
      <vt:lpstr>PowerPoint Presentation</vt:lpstr>
      <vt:lpstr>PowerPoint Presentation</vt:lpstr>
      <vt:lpstr>PowerPoint Presentation</vt:lpstr>
      <vt:lpstr>Too much traffic:  Cache Coherence Directory is the solution</vt:lpstr>
      <vt:lpstr>MSI Directory Protocol</vt:lpstr>
      <vt:lpstr>Example</vt:lpstr>
      <vt:lpstr>Example-Contd</vt:lpstr>
      <vt:lpstr>Example-Contd. </vt:lpstr>
      <vt:lpstr>Directory Organization</vt:lpstr>
      <vt:lpstr>Flat Directory </vt:lpstr>
      <vt:lpstr>Sparse Directory</vt:lpstr>
      <vt:lpstr>Coherence Directory in 2024</vt:lpstr>
      <vt:lpstr>Multi-socket Coherence</vt:lpstr>
      <vt:lpstr>Remember Inclusive Cache 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1019</cp:revision>
  <dcterms:created xsi:type="dcterms:W3CDTF">2021-05-31T06:57:48Z</dcterms:created>
  <dcterms:modified xsi:type="dcterms:W3CDTF">2025-09-29T16:49:43Z</dcterms:modified>
</cp:coreProperties>
</file>