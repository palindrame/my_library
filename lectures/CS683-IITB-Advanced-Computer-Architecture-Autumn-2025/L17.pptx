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4"/>
  </p:notesMasterIdLst>
  <p:sldIdLst>
    <p:sldId id="256" r:id="rId2"/>
    <p:sldId id="1228" r:id="rId3"/>
    <p:sldId id="7954" r:id="rId4"/>
    <p:sldId id="7952" r:id="rId5"/>
    <p:sldId id="7956" r:id="rId6"/>
    <p:sldId id="497" r:id="rId7"/>
    <p:sldId id="7957" r:id="rId8"/>
    <p:sldId id="7958" r:id="rId9"/>
    <p:sldId id="7959" r:id="rId10"/>
    <p:sldId id="295" r:id="rId11"/>
    <p:sldId id="7960" r:id="rId12"/>
    <p:sldId id="7961" r:id="rId13"/>
    <p:sldId id="7784" r:id="rId14"/>
    <p:sldId id="7916" r:id="rId15"/>
    <p:sldId id="7918" r:id="rId16"/>
    <p:sldId id="7920" r:id="rId17"/>
    <p:sldId id="7785" r:id="rId18"/>
    <p:sldId id="7787" r:id="rId19"/>
    <p:sldId id="7788" r:id="rId20"/>
    <p:sldId id="7786" r:id="rId21"/>
    <p:sldId id="7789" r:id="rId22"/>
    <p:sldId id="7790" r:id="rId23"/>
    <p:sldId id="7791" r:id="rId24"/>
    <p:sldId id="7792" r:id="rId25"/>
    <p:sldId id="7793" r:id="rId26"/>
    <p:sldId id="7794" r:id="rId27"/>
    <p:sldId id="7795" r:id="rId28"/>
    <p:sldId id="7796" r:id="rId29"/>
    <p:sldId id="7797" r:id="rId30"/>
    <p:sldId id="7798" r:id="rId31"/>
    <p:sldId id="7799" r:id="rId32"/>
    <p:sldId id="7800" r:id="rId33"/>
    <p:sldId id="7801" r:id="rId34"/>
    <p:sldId id="7802" r:id="rId35"/>
    <p:sldId id="7803" r:id="rId36"/>
    <p:sldId id="7804" r:id="rId37"/>
    <p:sldId id="7805" r:id="rId38"/>
    <p:sldId id="7806" r:id="rId39"/>
    <p:sldId id="7807" r:id="rId40"/>
    <p:sldId id="7808" r:id="rId41"/>
    <p:sldId id="7809" r:id="rId42"/>
    <p:sldId id="794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8FDE78-F006-7B15-5CDD-8783E0C92BC9}" name="Vedant Uddhaorao Kalbande" initials="VK" userId="S::23m2108@iitb.ac.in::aa6471c1-3d21-425d-9e52-d98cc8e62950" providerId="AD"/>
  <p188:author id="{9AB04094-615B-FB55-70CF-A0624991393E}" name="Biswabandan" initials="BP" userId="S::biswap@iitk.ac.in::98eaf9c3-1bc2-4b08-ba2b-a687f26f1b6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45" autoAdjust="0"/>
    <p:restoredTop sz="94660"/>
  </p:normalViewPr>
  <p:slideViewPr>
    <p:cSldViewPr snapToGrid="0">
      <p:cViewPr varScale="1">
        <p:scale>
          <a:sx n="63" d="100"/>
          <a:sy n="63" d="100"/>
        </p:scale>
        <p:origin x="917"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300273-A75A-40C8-A1BF-43497AA16139}" type="datetimeFigureOut">
              <a:rPr lang="en-IN" smtClean="0"/>
              <a:t>12-10-2025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9DD372-930E-48E8-B3B2-DE0E135E26B6}" type="slidenum">
              <a:rPr lang="en-IN" smtClean="0"/>
              <a:t>‹#›</a:t>
            </a:fld>
            <a:endParaRPr lang="en-IN"/>
          </a:p>
        </p:txBody>
      </p:sp>
    </p:spTree>
    <p:extLst>
      <p:ext uri="{BB962C8B-B14F-4D97-AF65-F5344CB8AC3E}">
        <p14:creationId xmlns:p14="http://schemas.microsoft.com/office/powerpoint/2010/main" val="1261707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s://www.cse.iitb.ac.in/~biswa/"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864CB-0AC2-496D-B597-B1F243F5BFD2}"/>
              </a:ext>
            </a:extLst>
          </p:cNvPr>
          <p:cNvSpPr>
            <a:spLocks noGrp="1"/>
          </p:cNvSpPr>
          <p:nvPr>
            <p:ph type="ctrTitle" hasCustomPrompt="1"/>
          </p:nvPr>
        </p:nvSpPr>
        <p:spPr>
          <a:xfrm>
            <a:off x="923777" y="1122363"/>
            <a:ext cx="10203767" cy="2387600"/>
          </a:xfrm>
        </p:spPr>
        <p:txBody>
          <a:bodyPr anchor="b"/>
          <a:lstStyle>
            <a:lvl1pPr algn="ctr">
              <a:defRPr sz="6000"/>
            </a:lvl1pPr>
          </a:lstStyle>
          <a:p>
            <a:r>
              <a:rPr lang="en-US" dirty="0"/>
              <a:t>CS683: </a:t>
            </a:r>
            <a:r>
              <a:rPr lang="en-US" dirty="0" err="1"/>
              <a:t>Advancded</a:t>
            </a:r>
            <a:r>
              <a:rPr lang="en-US" dirty="0"/>
              <a:t> Computer Architecture</a:t>
            </a:r>
            <a:endParaRPr lang="en-IN" dirty="0"/>
          </a:p>
        </p:txBody>
      </p:sp>
      <p:sp>
        <p:nvSpPr>
          <p:cNvPr id="3" name="Subtitle 2">
            <a:extLst>
              <a:ext uri="{FF2B5EF4-FFF2-40B4-BE49-F238E27FC236}">
                <a16:creationId xmlns:a16="http://schemas.microsoft.com/office/drawing/2014/main" id="{5AE45455-008C-4FEE-A9C6-8894363DCE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sp>
        <p:nvSpPr>
          <p:cNvPr id="6" name="Slide Number Placeholder 5">
            <a:extLst>
              <a:ext uri="{FF2B5EF4-FFF2-40B4-BE49-F238E27FC236}">
                <a16:creationId xmlns:a16="http://schemas.microsoft.com/office/drawing/2014/main" id="{C42190CD-44DD-4170-8E27-65C897B7F8FF}"/>
              </a:ext>
            </a:extLst>
          </p:cNvPr>
          <p:cNvSpPr>
            <a:spLocks noGrp="1"/>
          </p:cNvSpPr>
          <p:nvPr>
            <p:ph type="sldNum" sz="quarter" idx="12"/>
          </p:nvPr>
        </p:nvSpPr>
        <p:spPr/>
        <p:txBody>
          <a:bodyPr/>
          <a:lstStyle>
            <a:lvl1pPr>
              <a:defRPr sz="2800">
                <a:solidFill>
                  <a:schemeClr val="tx1"/>
                </a:solidFill>
              </a:defRPr>
            </a:lvl1pPr>
          </a:lstStyle>
          <a:p>
            <a:fld id="{B8651ABE-1138-46C6-9A43-7FCD4EB2550C}" type="slidenum">
              <a:rPr lang="en-IN" smtClean="0"/>
              <a:pPr/>
              <a:t>‹#›</a:t>
            </a:fld>
            <a:endParaRPr lang="en-IN" dirty="0"/>
          </a:p>
        </p:txBody>
      </p:sp>
      <p:pic>
        <p:nvPicPr>
          <p:cNvPr id="8" name="Picture 7">
            <a:extLst>
              <a:ext uri="{FF2B5EF4-FFF2-40B4-BE49-F238E27FC236}">
                <a16:creationId xmlns:a16="http://schemas.microsoft.com/office/drawing/2014/main" id="{E7C8CE0C-3100-4BD4-A909-E56C19240112}"/>
              </a:ext>
            </a:extLst>
          </p:cNvPr>
          <p:cNvPicPr>
            <a:picLocks noChangeAspect="1"/>
          </p:cNvPicPr>
          <p:nvPr userDrawn="1"/>
        </p:nvPicPr>
        <p:blipFill>
          <a:blip r:embed="rId2"/>
          <a:stretch>
            <a:fillRect/>
          </a:stretch>
        </p:blipFill>
        <p:spPr>
          <a:xfrm>
            <a:off x="9167446" y="71035"/>
            <a:ext cx="2841820" cy="865176"/>
          </a:xfrm>
          <a:prstGeom prst="rect">
            <a:avLst/>
          </a:prstGeom>
        </p:spPr>
      </p:pic>
      <p:pic>
        <p:nvPicPr>
          <p:cNvPr id="1026" name="Picture 2" descr="IIT Bombay | IIT Bombay">
            <a:extLst>
              <a:ext uri="{FF2B5EF4-FFF2-40B4-BE49-F238E27FC236}">
                <a16:creationId xmlns:a16="http://schemas.microsoft.com/office/drawing/2014/main" id="{17C6F939-4954-4EA5-BA91-2B9038A7951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1582" y="26560"/>
            <a:ext cx="1130218" cy="110166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D6242A2-99C7-43EF-9FF6-5F0AFFFDA1DF}"/>
              </a:ext>
            </a:extLst>
          </p:cNvPr>
          <p:cNvSpPr txBox="1"/>
          <p:nvPr userDrawn="1"/>
        </p:nvSpPr>
        <p:spPr>
          <a:xfrm>
            <a:off x="0" y="6354386"/>
            <a:ext cx="6096000" cy="954107"/>
          </a:xfrm>
          <a:prstGeom prst="rect">
            <a:avLst/>
          </a:prstGeom>
          <a:noFill/>
        </p:spPr>
        <p:txBody>
          <a:bodyPr wrap="square">
            <a:spAutoFit/>
          </a:bodyPr>
          <a:lstStyle/>
          <a:p>
            <a:r>
              <a:rPr lang="en-IN" sz="2800" i="1" dirty="0">
                <a:hlinkClick r:id="rId4"/>
              </a:rPr>
              <a:t>https://www.cse.iitb.ac.in/~biswa/</a:t>
            </a:r>
            <a:endParaRPr lang="en-IN" sz="2800" i="1" dirty="0"/>
          </a:p>
          <a:p>
            <a:endParaRPr lang="en-IN" sz="2800" i="1" dirty="0"/>
          </a:p>
        </p:txBody>
      </p:sp>
    </p:spTree>
    <p:extLst>
      <p:ext uri="{BB962C8B-B14F-4D97-AF65-F5344CB8AC3E}">
        <p14:creationId xmlns:p14="http://schemas.microsoft.com/office/powerpoint/2010/main" val="167928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97915-0F56-4288-8471-3449AA5305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8DA509-FC2C-413C-8D9B-6E84963ADB7A}"/>
              </a:ext>
            </a:extLst>
          </p:cNvPr>
          <p:cNvSpPr>
            <a:spLocks noGrp="1"/>
          </p:cNvSpPr>
          <p:nvPr>
            <p:ph idx="1"/>
          </p:nvPr>
        </p:nvSpPr>
        <p:spPr/>
        <p:txBody>
          <a:bodyPr/>
          <a:lstStyle>
            <a:lvl1pPr>
              <a:defRPr sz="36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Footer Placeholder 4">
            <a:extLst>
              <a:ext uri="{FF2B5EF4-FFF2-40B4-BE49-F238E27FC236}">
                <a16:creationId xmlns:a16="http://schemas.microsoft.com/office/drawing/2014/main" id="{56542D7E-424B-47EC-A6D1-6B6B178453B5}"/>
              </a:ext>
            </a:extLst>
          </p:cNvPr>
          <p:cNvSpPr>
            <a:spLocks noGrp="1"/>
          </p:cNvSpPr>
          <p:nvPr>
            <p:ph type="ftr" sz="quarter" idx="11"/>
          </p:nvPr>
        </p:nvSpPr>
        <p:spPr>
          <a:xfrm>
            <a:off x="2621280" y="6356350"/>
            <a:ext cx="5532120" cy="365125"/>
          </a:xfrm>
        </p:spPr>
        <p:txBody>
          <a:bodyPr/>
          <a:lstStyle>
            <a:lvl1pPr>
              <a:defRPr sz="2800">
                <a:solidFill>
                  <a:schemeClr val="tx1"/>
                </a:solidFill>
              </a:defRPr>
            </a:lvl1pPr>
          </a:lstStyle>
          <a:p>
            <a:r>
              <a:rPr lang="en-IN" dirty="0"/>
              <a:t>Advanced Computer Architecture</a:t>
            </a:r>
          </a:p>
        </p:txBody>
      </p:sp>
      <p:sp>
        <p:nvSpPr>
          <p:cNvPr id="6" name="Slide Number Placeholder 5">
            <a:extLst>
              <a:ext uri="{FF2B5EF4-FFF2-40B4-BE49-F238E27FC236}">
                <a16:creationId xmlns:a16="http://schemas.microsoft.com/office/drawing/2014/main" id="{2962FB26-2A3A-4BC7-9A52-336ED9223FA4}"/>
              </a:ext>
            </a:extLst>
          </p:cNvPr>
          <p:cNvSpPr>
            <a:spLocks noGrp="1"/>
          </p:cNvSpPr>
          <p:nvPr>
            <p:ph type="sldNum" sz="quarter" idx="12"/>
          </p:nvPr>
        </p:nvSpPr>
        <p:spPr/>
        <p:txBody>
          <a:bodyPr/>
          <a:lstStyle>
            <a:lvl1pPr>
              <a:defRPr sz="2800">
                <a:solidFill>
                  <a:schemeClr val="tx1"/>
                </a:solidFill>
              </a:defRPr>
            </a:lvl1pPr>
          </a:lstStyle>
          <a:p>
            <a:fld id="{B8651ABE-1138-46C6-9A43-7FCD4EB2550C}" type="slidenum">
              <a:rPr lang="en-IN" smtClean="0"/>
              <a:pPr/>
              <a:t>‹#›</a:t>
            </a:fld>
            <a:endParaRPr lang="en-IN" dirty="0"/>
          </a:p>
        </p:txBody>
      </p:sp>
    </p:spTree>
    <p:extLst>
      <p:ext uri="{BB962C8B-B14F-4D97-AF65-F5344CB8AC3E}">
        <p14:creationId xmlns:p14="http://schemas.microsoft.com/office/powerpoint/2010/main" val="2715432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415600" y="582829"/>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2800"/>
              <a:buFont typeface="Cambria"/>
              <a:buNone/>
              <a:defRPr>
                <a:latin typeface="Cambria"/>
                <a:ea typeface="Cambria"/>
                <a:cs typeface="Cambria"/>
                <a:sym typeface="Cambria"/>
              </a:defRPr>
            </a:lvl2pPr>
            <a:lvl3pPr lvl="2">
              <a:spcBef>
                <a:spcPts val="0"/>
              </a:spcBef>
              <a:spcAft>
                <a:spcPts val="0"/>
              </a:spcAft>
              <a:buSzPts val="2800"/>
              <a:buFont typeface="Cambria"/>
              <a:buNone/>
              <a:defRPr>
                <a:latin typeface="Cambria"/>
                <a:ea typeface="Cambria"/>
                <a:cs typeface="Cambria"/>
                <a:sym typeface="Cambria"/>
              </a:defRPr>
            </a:lvl3pPr>
            <a:lvl4pPr lvl="3">
              <a:spcBef>
                <a:spcPts val="0"/>
              </a:spcBef>
              <a:spcAft>
                <a:spcPts val="0"/>
              </a:spcAft>
              <a:buSzPts val="2800"/>
              <a:buFont typeface="Cambria"/>
              <a:buNone/>
              <a:defRPr>
                <a:latin typeface="Cambria"/>
                <a:ea typeface="Cambria"/>
                <a:cs typeface="Cambria"/>
                <a:sym typeface="Cambria"/>
              </a:defRPr>
            </a:lvl4pPr>
            <a:lvl5pPr lvl="4">
              <a:spcBef>
                <a:spcPts val="0"/>
              </a:spcBef>
              <a:spcAft>
                <a:spcPts val="0"/>
              </a:spcAft>
              <a:buSzPts val="2800"/>
              <a:buFont typeface="Cambria"/>
              <a:buNone/>
              <a:defRPr>
                <a:latin typeface="Cambria"/>
                <a:ea typeface="Cambria"/>
                <a:cs typeface="Cambria"/>
                <a:sym typeface="Cambria"/>
              </a:defRPr>
            </a:lvl5pPr>
            <a:lvl6pPr lvl="5">
              <a:spcBef>
                <a:spcPts val="0"/>
              </a:spcBef>
              <a:spcAft>
                <a:spcPts val="0"/>
              </a:spcAft>
              <a:buSzPts val="2800"/>
              <a:buFont typeface="Cambria"/>
              <a:buNone/>
              <a:defRPr>
                <a:latin typeface="Cambria"/>
                <a:ea typeface="Cambria"/>
                <a:cs typeface="Cambria"/>
                <a:sym typeface="Cambria"/>
              </a:defRPr>
            </a:lvl6pPr>
            <a:lvl7pPr lvl="6">
              <a:spcBef>
                <a:spcPts val="0"/>
              </a:spcBef>
              <a:spcAft>
                <a:spcPts val="0"/>
              </a:spcAft>
              <a:buSzPts val="2800"/>
              <a:buFont typeface="Cambria"/>
              <a:buNone/>
              <a:defRPr>
                <a:latin typeface="Cambria"/>
                <a:ea typeface="Cambria"/>
                <a:cs typeface="Cambria"/>
                <a:sym typeface="Cambria"/>
              </a:defRPr>
            </a:lvl7pPr>
            <a:lvl8pPr lvl="7">
              <a:spcBef>
                <a:spcPts val="0"/>
              </a:spcBef>
              <a:spcAft>
                <a:spcPts val="0"/>
              </a:spcAft>
              <a:buSzPts val="2800"/>
              <a:buFont typeface="Cambria"/>
              <a:buNone/>
              <a:defRPr>
                <a:latin typeface="Cambria"/>
                <a:ea typeface="Cambria"/>
                <a:cs typeface="Cambria"/>
                <a:sym typeface="Cambria"/>
              </a:defRPr>
            </a:lvl8pPr>
            <a:lvl9pPr lvl="8">
              <a:spcBef>
                <a:spcPts val="0"/>
              </a:spcBef>
              <a:spcAft>
                <a:spcPts val="0"/>
              </a:spcAft>
              <a:buSzPts val="2800"/>
              <a:buFont typeface="Cambria"/>
              <a:buNone/>
              <a:defRPr>
                <a:latin typeface="Cambria"/>
                <a:ea typeface="Cambria"/>
                <a:cs typeface="Cambria"/>
                <a:sym typeface="Cambria"/>
              </a:defRPr>
            </a:lvl9pPr>
          </a:lstStyle>
          <a:p>
            <a:endParaRPr/>
          </a:p>
        </p:txBody>
      </p:sp>
      <p:sp>
        <p:nvSpPr>
          <p:cNvPr id="25" name="Google Shape;25;p4"/>
          <p:cNvSpPr txBox="1">
            <a:spLocks noGrp="1"/>
          </p:cNvSpPr>
          <p:nvPr>
            <p:ph type="body" idx="1"/>
          </p:nvPr>
        </p:nvSpPr>
        <p:spPr>
          <a:xfrm>
            <a:off x="415600" y="1536633"/>
            <a:ext cx="11360800" cy="5000800"/>
          </a:xfrm>
          <a:prstGeom prst="rect">
            <a:avLst/>
          </a:prstGeom>
        </p:spPr>
        <p:txBody>
          <a:bodyPr spcFirstLastPara="1" wrap="square" lIns="91425" tIns="91425" rIns="91425" bIns="91425" anchor="t" anchorCtr="0">
            <a:noAutofit/>
          </a:bodyPr>
          <a:lstStyle>
            <a:lvl1pPr marL="609585" lvl="0" indent="-558786">
              <a:spcBef>
                <a:spcPts val="0"/>
              </a:spcBef>
              <a:spcAft>
                <a:spcPts val="0"/>
              </a:spcAft>
              <a:buSzPts val="3000"/>
              <a:buChar char="●"/>
              <a:defRPr/>
            </a:lvl1pPr>
            <a:lvl2pPr marL="1219170" lvl="1" indent="-558786">
              <a:spcBef>
                <a:spcPts val="2133"/>
              </a:spcBef>
              <a:spcAft>
                <a:spcPts val="0"/>
              </a:spcAft>
              <a:buSzPts val="3000"/>
              <a:buFont typeface="Cambria"/>
              <a:buChar char="○"/>
              <a:defRPr>
                <a:latin typeface="Cambria"/>
                <a:ea typeface="Cambria"/>
                <a:cs typeface="Cambria"/>
                <a:sym typeface="Cambria"/>
              </a:defRPr>
            </a:lvl2pPr>
            <a:lvl3pPr marL="1828754" lvl="2" indent="-558786">
              <a:spcBef>
                <a:spcPts val="2133"/>
              </a:spcBef>
              <a:spcAft>
                <a:spcPts val="0"/>
              </a:spcAft>
              <a:buSzPts val="3000"/>
              <a:buFont typeface="Cambria"/>
              <a:buChar char="■"/>
              <a:defRPr>
                <a:latin typeface="Cambria"/>
                <a:ea typeface="Cambria"/>
                <a:cs typeface="Cambria"/>
                <a:sym typeface="Cambria"/>
              </a:defRPr>
            </a:lvl3pPr>
            <a:lvl4pPr marL="2438339" lvl="3" indent="-558786">
              <a:spcBef>
                <a:spcPts val="2133"/>
              </a:spcBef>
              <a:spcAft>
                <a:spcPts val="0"/>
              </a:spcAft>
              <a:buSzPts val="3000"/>
              <a:buFont typeface="Cambria"/>
              <a:buChar char="●"/>
              <a:defRPr>
                <a:latin typeface="Cambria"/>
                <a:ea typeface="Cambria"/>
                <a:cs typeface="Cambria"/>
                <a:sym typeface="Cambria"/>
              </a:defRPr>
            </a:lvl4pPr>
            <a:lvl5pPr marL="3047924" lvl="4" indent="-558786">
              <a:spcBef>
                <a:spcPts val="2133"/>
              </a:spcBef>
              <a:spcAft>
                <a:spcPts val="0"/>
              </a:spcAft>
              <a:buSzPts val="3000"/>
              <a:buFont typeface="Cambria"/>
              <a:buChar char="○"/>
              <a:defRPr>
                <a:latin typeface="Cambria"/>
                <a:ea typeface="Cambria"/>
                <a:cs typeface="Cambria"/>
                <a:sym typeface="Cambria"/>
              </a:defRPr>
            </a:lvl5pPr>
            <a:lvl6pPr marL="3657509" lvl="5" indent="-558786">
              <a:spcBef>
                <a:spcPts val="2133"/>
              </a:spcBef>
              <a:spcAft>
                <a:spcPts val="0"/>
              </a:spcAft>
              <a:buSzPts val="3000"/>
              <a:buFont typeface="Cambria"/>
              <a:buChar char="■"/>
              <a:defRPr>
                <a:latin typeface="Cambria"/>
                <a:ea typeface="Cambria"/>
                <a:cs typeface="Cambria"/>
                <a:sym typeface="Cambria"/>
              </a:defRPr>
            </a:lvl6pPr>
            <a:lvl7pPr marL="4267093" lvl="6" indent="-558786">
              <a:spcBef>
                <a:spcPts val="2133"/>
              </a:spcBef>
              <a:spcAft>
                <a:spcPts val="0"/>
              </a:spcAft>
              <a:buSzPts val="3000"/>
              <a:buFont typeface="Cambria"/>
              <a:buChar char="●"/>
              <a:defRPr>
                <a:latin typeface="Cambria"/>
                <a:ea typeface="Cambria"/>
                <a:cs typeface="Cambria"/>
                <a:sym typeface="Cambria"/>
              </a:defRPr>
            </a:lvl7pPr>
            <a:lvl8pPr marL="4876678" lvl="7" indent="-558786">
              <a:spcBef>
                <a:spcPts val="2133"/>
              </a:spcBef>
              <a:spcAft>
                <a:spcPts val="0"/>
              </a:spcAft>
              <a:buSzPts val="3000"/>
              <a:buFont typeface="Cambria"/>
              <a:buChar char="○"/>
              <a:defRPr>
                <a:latin typeface="Cambria"/>
                <a:ea typeface="Cambria"/>
                <a:cs typeface="Cambria"/>
                <a:sym typeface="Cambria"/>
              </a:defRPr>
            </a:lvl8pPr>
            <a:lvl9pPr marL="5486263" lvl="8" indent="-558786">
              <a:spcBef>
                <a:spcPts val="2133"/>
              </a:spcBef>
              <a:spcAft>
                <a:spcPts val="2133"/>
              </a:spcAft>
              <a:buSzPts val="3000"/>
              <a:buFont typeface="Cambria"/>
              <a:buChar char="■"/>
              <a:defRPr>
                <a:latin typeface="Cambria"/>
                <a:ea typeface="Cambria"/>
                <a:cs typeface="Cambria"/>
                <a:sym typeface="Cambria"/>
              </a:defRPr>
            </a:lvl9pPr>
          </a:lstStyle>
          <a:p>
            <a:endParaRPr/>
          </a:p>
        </p:txBody>
      </p:sp>
      <p:sp>
        <p:nvSpPr>
          <p:cNvPr id="26" name="Google Shape;26;p4"/>
          <p:cNvSpPr txBox="1">
            <a:spLocks noGrp="1"/>
          </p:cNvSpPr>
          <p:nvPr>
            <p:ph type="sldNum" idx="12"/>
          </p:nvPr>
        </p:nvSpPr>
        <p:spPr>
          <a:xfrm>
            <a:off x="11222173" y="6286400"/>
            <a:ext cx="920000" cy="524800"/>
          </a:xfrm>
          <a:prstGeom prst="rect">
            <a:avLst/>
          </a:prstGeom>
        </p:spPr>
        <p:txBody>
          <a:bodyPr spcFirstLastPara="1" wrap="square" lIns="91425" tIns="91425" rIns="91425" bIns="91425" anchor="ctr" anchorCtr="0">
            <a:noAutofit/>
          </a:bodyPr>
          <a:lstStyle>
            <a:lvl1pPr lvl="0" algn="r">
              <a:buNone/>
              <a:defRPr sz="2400">
                <a:solidFill>
                  <a:srgbClr val="B22222"/>
                </a:solidFill>
              </a:defRPr>
            </a:lvl1pPr>
            <a:lvl2pPr lvl="1" algn="r">
              <a:buNone/>
              <a:defRPr sz="2400">
                <a:solidFill>
                  <a:srgbClr val="B22222"/>
                </a:solidFill>
              </a:defRPr>
            </a:lvl2pPr>
            <a:lvl3pPr lvl="2" algn="r">
              <a:buNone/>
              <a:defRPr sz="2400">
                <a:solidFill>
                  <a:srgbClr val="B22222"/>
                </a:solidFill>
              </a:defRPr>
            </a:lvl3pPr>
            <a:lvl4pPr lvl="3" algn="r">
              <a:buNone/>
              <a:defRPr sz="2400">
                <a:solidFill>
                  <a:srgbClr val="B22222"/>
                </a:solidFill>
              </a:defRPr>
            </a:lvl4pPr>
            <a:lvl5pPr lvl="4" algn="r">
              <a:buNone/>
              <a:defRPr sz="2400">
                <a:solidFill>
                  <a:srgbClr val="B22222"/>
                </a:solidFill>
              </a:defRPr>
            </a:lvl5pPr>
            <a:lvl6pPr lvl="5" algn="r">
              <a:buNone/>
              <a:defRPr sz="2400">
                <a:solidFill>
                  <a:srgbClr val="B22222"/>
                </a:solidFill>
              </a:defRPr>
            </a:lvl6pPr>
            <a:lvl7pPr lvl="6" algn="r">
              <a:buNone/>
              <a:defRPr sz="2400">
                <a:solidFill>
                  <a:srgbClr val="B22222"/>
                </a:solidFill>
              </a:defRPr>
            </a:lvl7pPr>
            <a:lvl8pPr lvl="7" algn="r">
              <a:buNone/>
              <a:defRPr sz="2400">
                <a:solidFill>
                  <a:srgbClr val="B22222"/>
                </a:solidFill>
              </a:defRPr>
            </a:lvl8pPr>
            <a:lvl9pPr lvl="8" algn="r">
              <a:buNone/>
              <a:defRPr sz="2400">
                <a:solidFill>
                  <a:srgbClr val="B22222"/>
                </a:solidFill>
              </a:defRPr>
            </a:lvl9pPr>
          </a:lstStyle>
          <a:p>
            <a:fld id="{00000000-1234-1234-1234-123412341234}" type="slidenum">
              <a:rPr lang="en" smtClean="0"/>
              <a:pPr/>
              <a:t>‹#›</a:t>
            </a:fld>
            <a:endParaRPr lang="en"/>
          </a:p>
        </p:txBody>
      </p:sp>
      <p:cxnSp>
        <p:nvCxnSpPr>
          <p:cNvPr id="27" name="Google Shape;27;p4"/>
          <p:cNvCxnSpPr/>
          <p:nvPr/>
        </p:nvCxnSpPr>
        <p:spPr>
          <a:xfrm rot="10800000" flipH="1">
            <a:off x="511048" y="1464833"/>
            <a:ext cx="11459600" cy="1600"/>
          </a:xfrm>
          <a:prstGeom prst="straightConnector1">
            <a:avLst/>
          </a:prstGeom>
          <a:noFill/>
          <a:ln w="19050" cap="flat" cmpd="sng">
            <a:solidFill>
              <a:srgbClr val="B22222"/>
            </a:solidFill>
            <a:prstDash val="solid"/>
            <a:round/>
            <a:headEnd type="none" w="med" len="med"/>
            <a:tailEnd type="none" w="med" len="med"/>
          </a:ln>
        </p:spPr>
      </p:cxnSp>
      <p:sp>
        <p:nvSpPr>
          <p:cNvPr id="28" name="Google Shape;28;p4"/>
          <p:cNvSpPr txBox="1"/>
          <p:nvPr/>
        </p:nvSpPr>
        <p:spPr>
          <a:xfrm>
            <a:off x="5679767" y="6306767"/>
            <a:ext cx="4836800" cy="5060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endParaRPr sz="2400">
              <a:latin typeface="Cambria"/>
              <a:ea typeface="Cambria"/>
              <a:cs typeface="Cambria"/>
              <a:sym typeface="Cambria"/>
            </a:endParaRPr>
          </a:p>
        </p:txBody>
      </p:sp>
    </p:spTree>
    <p:extLst>
      <p:ext uri="{BB962C8B-B14F-4D97-AF65-F5344CB8AC3E}">
        <p14:creationId xmlns:p14="http://schemas.microsoft.com/office/powerpoint/2010/main" val="339334064"/>
      </p:ext>
    </p:extLst>
  </p:cSld>
  <p:clrMapOvr>
    <a:masterClrMapping/>
  </p:clrMapOvr>
  <p:extLst>
    <p:ext uri="{DCECCB84-F9BA-43D5-87BE-67443E8EF086}">
      <p15:sldGuideLst xmlns:p15="http://schemas.microsoft.com/office/powerpoint/2012/main">
        <p15:guide id="1" pos="5660">
          <p15:clr>
            <a:srgbClr val="FA7B17"/>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D39DFA-22D9-4774-B6B2-CF85A485DC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2A882D-3562-4909-BF1E-D5DED97666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1BA480-B9BD-4D87-8604-BB9D03C403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B1926BC3-8D20-4FAA-A821-14CAB47B07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Computer Architecture</a:t>
            </a:r>
          </a:p>
        </p:txBody>
      </p:sp>
      <p:sp>
        <p:nvSpPr>
          <p:cNvPr id="6" name="Slide Number Placeholder 5">
            <a:extLst>
              <a:ext uri="{FF2B5EF4-FFF2-40B4-BE49-F238E27FC236}">
                <a16:creationId xmlns:a16="http://schemas.microsoft.com/office/drawing/2014/main" id="{896480A1-8C5A-4D78-A697-18D4DCC3C2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651ABE-1138-46C6-9A43-7FCD4EB2550C}" type="slidenum">
              <a:rPr lang="en-IN" smtClean="0"/>
              <a:t>‹#›</a:t>
            </a:fld>
            <a:endParaRPr lang="en-IN"/>
          </a:p>
        </p:txBody>
      </p:sp>
    </p:spTree>
    <p:extLst>
      <p:ext uri="{BB962C8B-B14F-4D97-AF65-F5344CB8AC3E}">
        <p14:creationId xmlns:p14="http://schemas.microsoft.com/office/powerpoint/2010/main" val="1069062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9D94-0FEA-4DBE-86DF-3FB8852D3B67}"/>
              </a:ext>
            </a:extLst>
          </p:cNvPr>
          <p:cNvSpPr>
            <a:spLocks noGrp="1"/>
          </p:cNvSpPr>
          <p:nvPr>
            <p:ph type="ctrTitle"/>
          </p:nvPr>
        </p:nvSpPr>
        <p:spPr/>
        <p:txBody>
          <a:bodyPr/>
          <a:lstStyle/>
          <a:p>
            <a:r>
              <a:rPr lang="en-US" dirty="0"/>
              <a:t>CS683: Advanced Computer Architecture</a:t>
            </a:r>
            <a:endParaRPr lang="en-IN" dirty="0"/>
          </a:p>
        </p:txBody>
      </p:sp>
      <p:sp>
        <p:nvSpPr>
          <p:cNvPr id="3" name="Subtitle 2">
            <a:extLst>
              <a:ext uri="{FF2B5EF4-FFF2-40B4-BE49-F238E27FC236}">
                <a16:creationId xmlns:a16="http://schemas.microsoft.com/office/drawing/2014/main" id="{8E3676AF-9222-4BBF-BBA7-BED9C767C74F}"/>
              </a:ext>
            </a:extLst>
          </p:cNvPr>
          <p:cNvSpPr>
            <a:spLocks noGrp="1"/>
          </p:cNvSpPr>
          <p:nvPr>
            <p:ph type="subTitle" idx="1"/>
          </p:nvPr>
        </p:nvSpPr>
        <p:spPr>
          <a:xfrm>
            <a:off x="0" y="3602038"/>
            <a:ext cx="12106656" cy="1655762"/>
          </a:xfrm>
        </p:spPr>
        <p:txBody>
          <a:bodyPr>
            <a:normAutofit lnSpcReduction="10000"/>
          </a:bodyPr>
          <a:lstStyle/>
          <a:p>
            <a:r>
              <a:rPr lang="en-US" sz="3600" dirty="0">
                <a:solidFill>
                  <a:srgbClr val="C00000"/>
                </a:solidFill>
              </a:rPr>
              <a:t>Lecture 17: Humid October </a:t>
            </a:r>
            <a:r>
              <a:rPr lang="en-US" sz="3600" dirty="0">
                <a:solidFill>
                  <a:srgbClr val="C00000"/>
                </a:solidFill>
                <a:sym typeface="Wingdings" panose="05000000000000000000" pitchFamily="2" charset="2"/>
              </a:rPr>
              <a:t></a:t>
            </a:r>
          </a:p>
          <a:p>
            <a:r>
              <a:rPr lang="en-US" sz="3600" dirty="0">
                <a:solidFill>
                  <a:srgbClr val="C00000"/>
                </a:solidFill>
              </a:rPr>
              <a:t>Front-end Mysteries, hmmm, re/de-mystified </a:t>
            </a:r>
          </a:p>
          <a:p>
            <a:r>
              <a:rPr lang="en-US" dirty="0">
                <a:solidFill>
                  <a:srgbClr val="C00000"/>
                </a:solidFill>
              </a:rPr>
              <a:t>https://www.cse.iitb.ac.in/~biswa/courses/</a:t>
            </a:r>
          </a:p>
          <a:p>
            <a:endParaRPr lang="en-IN" sz="3600" dirty="0">
              <a:solidFill>
                <a:srgbClr val="C00000"/>
              </a:solidFill>
            </a:endParaRPr>
          </a:p>
        </p:txBody>
      </p:sp>
    </p:spTree>
    <p:extLst>
      <p:ext uri="{BB962C8B-B14F-4D97-AF65-F5344CB8AC3E}">
        <p14:creationId xmlns:p14="http://schemas.microsoft.com/office/powerpoint/2010/main" val="3840788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B08BE-48C9-4D18-94C9-5021BFDB8AB1}"/>
              </a:ext>
            </a:extLst>
          </p:cNvPr>
          <p:cNvSpPr>
            <a:spLocks noGrp="1"/>
          </p:cNvSpPr>
          <p:nvPr>
            <p:ph type="title"/>
          </p:nvPr>
        </p:nvSpPr>
        <p:spPr/>
        <p:txBody>
          <a:bodyPr/>
          <a:lstStyle/>
          <a:p>
            <a:r>
              <a:rPr lang="en-US" dirty="0"/>
              <a:t>Decoupled Front-end</a:t>
            </a:r>
            <a:endParaRPr lang="en-IN" dirty="0"/>
          </a:p>
        </p:txBody>
      </p:sp>
      <p:sp>
        <p:nvSpPr>
          <p:cNvPr id="4" name="Slide Number Placeholder 3">
            <a:extLst>
              <a:ext uri="{FF2B5EF4-FFF2-40B4-BE49-F238E27FC236}">
                <a16:creationId xmlns:a16="http://schemas.microsoft.com/office/drawing/2014/main" id="{6EC72E71-5523-479B-A844-4B134C05CF77}"/>
              </a:ext>
            </a:extLst>
          </p:cNvPr>
          <p:cNvSpPr>
            <a:spLocks noGrp="1"/>
          </p:cNvSpPr>
          <p:nvPr>
            <p:ph type="sldNum" idx="12"/>
          </p:nvPr>
        </p:nvSpPr>
        <p:spPr/>
        <p:txBody>
          <a:bodyPr/>
          <a:lstStyle/>
          <a:p>
            <a:fld id="{00000000-1234-1234-1234-123412341234}" type="slidenum">
              <a:rPr lang="en" smtClean="0"/>
              <a:pPr/>
              <a:t>2</a:t>
            </a:fld>
            <a:endParaRPr lang="en"/>
          </a:p>
        </p:txBody>
      </p:sp>
      <p:sp>
        <p:nvSpPr>
          <p:cNvPr id="97" name="Google Shape;175;p27">
            <a:extLst>
              <a:ext uri="{FF2B5EF4-FFF2-40B4-BE49-F238E27FC236}">
                <a16:creationId xmlns:a16="http://schemas.microsoft.com/office/drawing/2014/main" id="{82A5DB5E-1B7B-4A72-8C96-613E5E32F1F3}"/>
              </a:ext>
            </a:extLst>
          </p:cNvPr>
          <p:cNvSpPr/>
          <p:nvPr/>
        </p:nvSpPr>
        <p:spPr>
          <a:xfrm>
            <a:off x="1029952" y="3814872"/>
            <a:ext cx="853902" cy="223800"/>
          </a:xfrm>
          <a:prstGeom prst="rect">
            <a:avLst/>
          </a:prstGeom>
          <a:noFill/>
          <a:ln>
            <a:noFill/>
          </a:ln>
        </p:spPr>
        <p:txBody>
          <a:bodyPr spcFirstLastPara="1" wrap="square" lIns="68575" tIns="34275" rIns="68575" bIns="34275" anchor="ctr" anchorCtr="0">
            <a:noAutofit/>
          </a:bodyPr>
          <a:lstStyle/>
          <a:p>
            <a:pPr algn="ctr">
              <a:buClr>
                <a:srgbClr val="000000"/>
              </a:buClr>
              <a:buFont typeface="Arial"/>
              <a:buNone/>
            </a:pPr>
            <a:r>
              <a:rPr lang="en" sz="1200" kern="0" dirty="0">
                <a:solidFill>
                  <a:srgbClr val="000000"/>
                </a:solidFill>
                <a:ea typeface="Calibri"/>
                <a:cs typeface="Calibri"/>
                <a:sym typeface="Calibri"/>
              </a:rPr>
              <a:t>Instruction</a:t>
            </a:r>
            <a:endParaRPr sz="1100" kern="0" dirty="0">
              <a:solidFill>
                <a:srgbClr val="000000"/>
              </a:solidFill>
              <a:latin typeface="Arial"/>
              <a:cs typeface="Arial"/>
              <a:sym typeface="Arial"/>
            </a:endParaRPr>
          </a:p>
        </p:txBody>
      </p:sp>
      <p:cxnSp>
        <p:nvCxnSpPr>
          <p:cNvPr id="98" name="Google Shape;176;p27">
            <a:extLst>
              <a:ext uri="{FF2B5EF4-FFF2-40B4-BE49-F238E27FC236}">
                <a16:creationId xmlns:a16="http://schemas.microsoft.com/office/drawing/2014/main" id="{AED62E44-432B-45B2-889E-5EAA3762185D}"/>
              </a:ext>
            </a:extLst>
          </p:cNvPr>
          <p:cNvCxnSpPr>
            <a:cxnSpLocks/>
            <a:stCxn id="97" idx="3"/>
            <a:endCxn id="128" idx="1"/>
          </p:cNvCxnSpPr>
          <p:nvPr/>
        </p:nvCxnSpPr>
        <p:spPr>
          <a:xfrm>
            <a:off x="1883854" y="3926772"/>
            <a:ext cx="296056" cy="5"/>
          </a:xfrm>
          <a:prstGeom prst="bentConnector3">
            <a:avLst>
              <a:gd name="adj1" fmla="val 50000"/>
            </a:avLst>
          </a:prstGeom>
          <a:noFill/>
          <a:ln w="9525" cap="flat" cmpd="sng">
            <a:solidFill>
              <a:srgbClr val="000000"/>
            </a:solidFill>
            <a:prstDash val="solid"/>
            <a:miter lim="800000"/>
            <a:headEnd type="none" w="sm" len="sm"/>
            <a:tailEnd type="triangle" w="med" len="med"/>
          </a:ln>
        </p:spPr>
      </p:cxnSp>
      <p:cxnSp>
        <p:nvCxnSpPr>
          <p:cNvPr id="99" name="Google Shape;178;p27">
            <a:extLst>
              <a:ext uri="{FF2B5EF4-FFF2-40B4-BE49-F238E27FC236}">
                <a16:creationId xmlns:a16="http://schemas.microsoft.com/office/drawing/2014/main" id="{BCD276C6-3168-459D-B497-9855C1DE8442}"/>
              </a:ext>
            </a:extLst>
          </p:cNvPr>
          <p:cNvCxnSpPr>
            <a:stCxn id="122" idx="3"/>
            <a:endCxn id="133" idx="1"/>
          </p:cNvCxnSpPr>
          <p:nvPr/>
        </p:nvCxnSpPr>
        <p:spPr>
          <a:xfrm>
            <a:off x="8150698" y="4011790"/>
            <a:ext cx="557400" cy="0"/>
          </a:xfrm>
          <a:prstGeom prst="straightConnector1">
            <a:avLst/>
          </a:prstGeom>
          <a:noFill/>
          <a:ln w="9525" cap="flat" cmpd="sng">
            <a:solidFill>
              <a:srgbClr val="000000"/>
            </a:solidFill>
            <a:prstDash val="solid"/>
            <a:miter lim="800000"/>
            <a:headEnd type="none" w="sm" len="sm"/>
            <a:tailEnd type="triangle" w="med" len="med"/>
          </a:ln>
        </p:spPr>
      </p:cxnSp>
      <p:sp>
        <p:nvSpPr>
          <p:cNvPr id="100" name="Google Shape;181;p27">
            <a:extLst>
              <a:ext uri="{FF2B5EF4-FFF2-40B4-BE49-F238E27FC236}">
                <a16:creationId xmlns:a16="http://schemas.microsoft.com/office/drawing/2014/main" id="{912C60AA-5D4B-48D7-9204-8E0F45CC6D50}"/>
              </a:ext>
            </a:extLst>
          </p:cNvPr>
          <p:cNvSpPr txBox="1"/>
          <p:nvPr/>
        </p:nvSpPr>
        <p:spPr>
          <a:xfrm>
            <a:off x="7652710" y="2899452"/>
            <a:ext cx="977400" cy="623400"/>
          </a:xfrm>
          <a:prstGeom prst="rect">
            <a:avLst/>
          </a:prstGeom>
          <a:noFill/>
          <a:ln>
            <a:noFill/>
          </a:ln>
        </p:spPr>
        <p:txBody>
          <a:bodyPr spcFirstLastPara="1" wrap="square" lIns="68575" tIns="34275" rIns="68575" bIns="34275" anchor="t" anchorCtr="0">
            <a:noAutofit/>
          </a:bodyPr>
          <a:lstStyle/>
          <a:p>
            <a:pPr algn="r">
              <a:buClr>
                <a:srgbClr val="000000"/>
              </a:buClr>
              <a:buFont typeface="Arial"/>
              <a:buNone/>
            </a:pPr>
            <a:r>
              <a:rPr lang="en" sz="1200" kern="0">
                <a:solidFill>
                  <a:srgbClr val="000000"/>
                </a:solidFill>
                <a:latin typeface="Arial"/>
                <a:cs typeface="Arial"/>
                <a:sym typeface="Arial"/>
              </a:rPr>
              <a:t>Direct</a:t>
            </a:r>
            <a:r>
              <a:rPr lang="en" sz="1200" i="1" kern="0">
                <a:solidFill>
                  <a:srgbClr val="000000"/>
                </a:solidFill>
                <a:latin typeface="Arial"/>
                <a:cs typeface="Arial"/>
                <a:sym typeface="Arial"/>
              </a:rPr>
              <a:t> </a:t>
            </a:r>
            <a:r>
              <a:rPr lang="en" sz="1200" kern="0">
                <a:solidFill>
                  <a:srgbClr val="000000"/>
                </a:solidFill>
                <a:latin typeface="Arial"/>
                <a:cs typeface="Arial"/>
                <a:sym typeface="Arial"/>
              </a:rPr>
              <a:t>Jump</a:t>
            </a:r>
            <a:endParaRPr sz="1200" kern="0">
              <a:solidFill>
                <a:srgbClr val="000000"/>
              </a:solidFill>
              <a:latin typeface="Arial"/>
              <a:cs typeface="Arial"/>
              <a:sym typeface="Arial"/>
            </a:endParaRPr>
          </a:p>
          <a:p>
            <a:pPr algn="r">
              <a:buClr>
                <a:srgbClr val="000000"/>
              </a:buClr>
              <a:buFont typeface="Arial"/>
              <a:buNone/>
            </a:pPr>
            <a:r>
              <a:rPr lang="en" sz="1200" kern="0">
                <a:solidFill>
                  <a:srgbClr val="000000"/>
                </a:solidFill>
                <a:latin typeface="Arial"/>
                <a:cs typeface="Arial"/>
                <a:sym typeface="Arial"/>
              </a:rPr>
              <a:t>Direct Call</a:t>
            </a:r>
            <a:endParaRPr sz="1200" kern="0">
              <a:solidFill>
                <a:srgbClr val="000000"/>
              </a:solidFill>
              <a:latin typeface="Arial"/>
              <a:cs typeface="Arial"/>
              <a:sym typeface="Arial"/>
            </a:endParaRPr>
          </a:p>
          <a:p>
            <a:pPr algn="r">
              <a:buClr>
                <a:srgbClr val="000000"/>
              </a:buClr>
              <a:buFont typeface="Arial"/>
              <a:buNone/>
            </a:pPr>
            <a:r>
              <a:rPr lang="en" sz="1200" kern="0">
                <a:solidFill>
                  <a:srgbClr val="000000"/>
                </a:solidFill>
                <a:latin typeface="Arial"/>
                <a:cs typeface="Arial"/>
                <a:sym typeface="Arial"/>
              </a:rPr>
              <a:t>Conditional</a:t>
            </a:r>
            <a:endParaRPr sz="1200" kern="0">
              <a:solidFill>
                <a:srgbClr val="000000"/>
              </a:solidFill>
              <a:latin typeface="Arial"/>
              <a:cs typeface="Arial"/>
              <a:sym typeface="Arial"/>
            </a:endParaRPr>
          </a:p>
        </p:txBody>
      </p:sp>
      <p:sp>
        <p:nvSpPr>
          <p:cNvPr id="101" name="Google Shape;182;p27">
            <a:extLst>
              <a:ext uri="{FF2B5EF4-FFF2-40B4-BE49-F238E27FC236}">
                <a16:creationId xmlns:a16="http://schemas.microsoft.com/office/drawing/2014/main" id="{C70C70F5-CF5E-4FC0-BB8F-E779A51F868D}"/>
              </a:ext>
            </a:extLst>
          </p:cNvPr>
          <p:cNvSpPr txBox="1"/>
          <p:nvPr/>
        </p:nvSpPr>
        <p:spPr>
          <a:xfrm>
            <a:off x="9109645" y="2899002"/>
            <a:ext cx="1059564" cy="623400"/>
          </a:xfrm>
          <a:prstGeom prst="rect">
            <a:avLst/>
          </a:prstGeom>
          <a:noFill/>
          <a:ln>
            <a:noFill/>
          </a:ln>
        </p:spPr>
        <p:txBody>
          <a:bodyPr spcFirstLastPara="1" wrap="square" lIns="68575" tIns="34275" rIns="68575" bIns="34275" anchor="t" anchorCtr="0">
            <a:noAutofit/>
          </a:bodyPr>
          <a:lstStyle/>
          <a:p>
            <a:pPr>
              <a:buClr>
                <a:srgbClr val="000000"/>
              </a:buClr>
              <a:buFont typeface="Arial"/>
              <a:buNone/>
            </a:pPr>
            <a:r>
              <a:rPr lang="en" sz="1200" kern="0">
                <a:solidFill>
                  <a:srgbClr val="000000"/>
                </a:solidFill>
                <a:latin typeface="Arial"/>
                <a:cs typeface="Arial"/>
                <a:sym typeface="Arial"/>
              </a:rPr>
              <a:t>Indirect Jump</a:t>
            </a:r>
            <a:endParaRPr sz="1200" kern="0">
              <a:solidFill>
                <a:srgbClr val="000000"/>
              </a:solidFill>
              <a:latin typeface="Arial"/>
              <a:cs typeface="Arial"/>
              <a:sym typeface="Arial"/>
            </a:endParaRPr>
          </a:p>
          <a:p>
            <a:pPr>
              <a:buClr>
                <a:srgbClr val="000000"/>
              </a:buClr>
              <a:buFont typeface="Arial"/>
              <a:buNone/>
            </a:pPr>
            <a:r>
              <a:rPr lang="en" sz="1200" kern="0">
                <a:solidFill>
                  <a:srgbClr val="000000"/>
                </a:solidFill>
                <a:latin typeface="Arial"/>
                <a:cs typeface="Arial"/>
                <a:sym typeface="Arial"/>
              </a:rPr>
              <a:t>Indirect Call</a:t>
            </a:r>
            <a:endParaRPr sz="1200" kern="0">
              <a:solidFill>
                <a:srgbClr val="000000"/>
              </a:solidFill>
              <a:latin typeface="Arial"/>
              <a:cs typeface="Arial"/>
              <a:sym typeface="Arial"/>
            </a:endParaRPr>
          </a:p>
          <a:p>
            <a:pPr>
              <a:buClr>
                <a:srgbClr val="000000"/>
              </a:buClr>
              <a:buFont typeface="Arial"/>
              <a:buNone/>
            </a:pPr>
            <a:r>
              <a:rPr lang="en" sz="1200" kern="0">
                <a:solidFill>
                  <a:srgbClr val="000000"/>
                </a:solidFill>
                <a:latin typeface="Arial"/>
                <a:cs typeface="Arial"/>
                <a:sym typeface="Arial"/>
              </a:rPr>
              <a:t>Return</a:t>
            </a:r>
            <a:endParaRPr sz="1200" kern="0">
              <a:solidFill>
                <a:srgbClr val="000000"/>
              </a:solidFill>
              <a:latin typeface="Arial"/>
              <a:cs typeface="Arial"/>
              <a:sym typeface="Arial"/>
            </a:endParaRPr>
          </a:p>
        </p:txBody>
      </p:sp>
      <p:sp>
        <p:nvSpPr>
          <p:cNvPr id="102" name="Google Shape;183;p27">
            <a:extLst>
              <a:ext uri="{FF2B5EF4-FFF2-40B4-BE49-F238E27FC236}">
                <a16:creationId xmlns:a16="http://schemas.microsoft.com/office/drawing/2014/main" id="{5F7E4E78-4F95-465B-9233-8A863FE6A14F}"/>
              </a:ext>
            </a:extLst>
          </p:cNvPr>
          <p:cNvSpPr/>
          <p:nvPr/>
        </p:nvSpPr>
        <p:spPr>
          <a:xfrm>
            <a:off x="1880384" y="3636975"/>
            <a:ext cx="219900" cy="219900"/>
          </a:xfrm>
          <a:prstGeom prst="ellipse">
            <a:avLst/>
          </a:prstGeom>
          <a:solidFill>
            <a:srgbClr val="D0CECE"/>
          </a:solidFill>
          <a:ln w="12700" cap="flat" cmpd="sng">
            <a:solidFill>
              <a:srgbClr val="000000"/>
            </a:solidFill>
            <a:prstDash val="solid"/>
            <a:miter lim="800000"/>
            <a:headEnd type="none" w="sm" len="sm"/>
            <a:tailEnd type="none" w="sm" len="sm"/>
          </a:ln>
        </p:spPr>
        <p:txBody>
          <a:bodyPr spcFirstLastPara="1" wrap="square" lIns="36575" tIns="34275" rIns="68575" bIns="3427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 sz="1300" b="0" i="0" u="none" strike="noStrike" kern="0" cap="none" spc="0" normalizeH="0" baseline="0" noProof="0">
                <a:ln>
                  <a:noFill/>
                </a:ln>
                <a:solidFill>
                  <a:srgbClr val="000000"/>
                </a:solidFill>
                <a:effectLst/>
                <a:uLnTx/>
                <a:uFillTx/>
                <a:latin typeface="Arial"/>
                <a:cs typeface="Arial"/>
                <a:sym typeface="Arial"/>
              </a:rPr>
              <a:t>1</a:t>
            </a:r>
            <a:endParaRPr kumimoji="0" sz="1200" b="0" i="0" u="none" strike="noStrike" kern="0" cap="none" spc="0" normalizeH="0" baseline="0" noProof="0">
              <a:ln>
                <a:noFill/>
              </a:ln>
              <a:solidFill>
                <a:srgbClr val="000000"/>
              </a:solidFill>
              <a:effectLst/>
              <a:uLnTx/>
              <a:uFillTx/>
              <a:latin typeface="Arial"/>
              <a:cs typeface="Arial"/>
              <a:sym typeface="Arial"/>
            </a:endParaRPr>
          </a:p>
        </p:txBody>
      </p:sp>
      <p:graphicFrame>
        <p:nvGraphicFramePr>
          <p:cNvPr id="103" name="Google Shape;184;p27">
            <a:extLst>
              <a:ext uri="{FF2B5EF4-FFF2-40B4-BE49-F238E27FC236}">
                <a16:creationId xmlns:a16="http://schemas.microsoft.com/office/drawing/2014/main" id="{C7266F63-A233-4113-B7B3-54DEADED7226}"/>
              </a:ext>
            </a:extLst>
          </p:cNvPr>
          <p:cNvGraphicFramePr/>
          <p:nvPr/>
        </p:nvGraphicFramePr>
        <p:xfrm>
          <a:off x="5150833" y="3870815"/>
          <a:ext cx="1918525" cy="281960"/>
        </p:xfrm>
        <a:graphic>
          <a:graphicData uri="http://schemas.openxmlformats.org/drawingml/2006/table">
            <a:tbl>
              <a:tblPr firstRow="1" bandRow="1">
                <a:noFill/>
              </a:tblPr>
              <a:tblGrid>
                <a:gridCol w="274075">
                  <a:extLst>
                    <a:ext uri="{9D8B030D-6E8A-4147-A177-3AD203B41FA5}">
                      <a16:colId xmlns:a16="http://schemas.microsoft.com/office/drawing/2014/main" val="20000"/>
                    </a:ext>
                  </a:extLst>
                </a:gridCol>
                <a:gridCol w="274075">
                  <a:extLst>
                    <a:ext uri="{9D8B030D-6E8A-4147-A177-3AD203B41FA5}">
                      <a16:colId xmlns:a16="http://schemas.microsoft.com/office/drawing/2014/main" val="20001"/>
                    </a:ext>
                  </a:extLst>
                </a:gridCol>
                <a:gridCol w="274075">
                  <a:extLst>
                    <a:ext uri="{9D8B030D-6E8A-4147-A177-3AD203B41FA5}">
                      <a16:colId xmlns:a16="http://schemas.microsoft.com/office/drawing/2014/main" val="20002"/>
                    </a:ext>
                  </a:extLst>
                </a:gridCol>
                <a:gridCol w="274075">
                  <a:extLst>
                    <a:ext uri="{9D8B030D-6E8A-4147-A177-3AD203B41FA5}">
                      <a16:colId xmlns:a16="http://schemas.microsoft.com/office/drawing/2014/main" val="20003"/>
                    </a:ext>
                  </a:extLst>
                </a:gridCol>
                <a:gridCol w="274075">
                  <a:extLst>
                    <a:ext uri="{9D8B030D-6E8A-4147-A177-3AD203B41FA5}">
                      <a16:colId xmlns:a16="http://schemas.microsoft.com/office/drawing/2014/main" val="20004"/>
                    </a:ext>
                  </a:extLst>
                </a:gridCol>
                <a:gridCol w="274075">
                  <a:extLst>
                    <a:ext uri="{9D8B030D-6E8A-4147-A177-3AD203B41FA5}">
                      <a16:colId xmlns:a16="http://schemas.microsoft.com/office/drawing/2014/main" val="20005"/>
                    </a:ext>
                  </a:extLst>
                </a:gridCol>
                <a:gridCol w="274075">
                  <a:extLst>
                    <a:ext uri="{9D8B030D-6E8A-4147-A177-3AD203B41FA5}">
                      <a16:colId xmlns:a16="http://schemas.microsoft.com/office/drawing/2014/main" val="20006"/>
                    </a:ext>
                  </a:extLst>
                </a:gridCol>
              </a:tblGrid>
              <a:tr h="27815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spcBef>
                          <a:spcPts val="0"/>
                        </a:spcBef>
                        <a:spcAft>
                          <a:spcPts val="0"/>
                        </a:spcAft>
                        <a:buNone/>
                      </a:pPr>
                      <a:endParaRPr sz="1400" dirty="0"/>
                    </a:p>
                  </a:txBody>
                  <a:tcPr marL="68600" marR="68600" marT="34300" marB="343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AB40">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spcBef>
                          <a:spcPts val="0"/>
                        </a:spcBef>
                        <a:spcAft>
                          <a:spcPts val="0"/>
                        </a:spcAft>
                        <a:buNone/>
                      </a:pPr>
                      <a:endParaRPr sz="1400" dirty="0"/>
                    </a:p>
                  </a:txBody>
                  <a:tcPr marL="68600" marR="68600" marT="34300" marB="34300">
                    <a:lnL w="9525" cap="flat" cmpd="sng">
                      <a:solidFill>
                        <a:srgbClr val="000000">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AB40">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spcBef>
                          <a:spcPts val="0"/>
                        </a:spcBef>
                        <a:spcAft>
                          <a:spcPts val="0"/>
                        </a:spcAft>
                        <a:buNone/>
                      </a:pPr>
                      <a:endParaRPr sz="1400" dirty="0"/>
                    </a:p>
                  </a:txBody>
                  <a:tcPr marL="68600" marR="68600" marT="34300" marB="343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AB40">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spcBef>
                          <a:spcPts val="0"/>
                        </a:spcBef>
                        <a:spcAft>
                          <a:spcPts val="0"/>
                        </a:spcAft>
                        <a:buNone/>
                      </a:pPr>
                      <a:endParaRPr sz="1400" dirty="0"/>
                    </a:p>
                  </a:txBody>
                  <a:tcPr marL="68600" marR="68600" marT="34300" marB="343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AB40">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spcBef>
                          <a:spcPts val="0"/>
                        </a:spcBef>
                        <a:spcAft>
                          <a:spcPts val="0"/>
                        </a:spcAft>
                        <a:buNone/>
                      </a:pPr>
                      <a:endParaRPr sz="1400" dirty="0"/>
                    </a:p>
                  </a:txBody>
                  <a:tcPr marL="68600" marR="68600" marT="34300" marB="343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AB40">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spcBef>
                          <a:spcPts val="0"/>
                        </a:spcBef>
                        <a:spcAft>
                          <a:spcPts val="0"/>
                        </a:spcAft>
                        <a:buNone/>
                      </a:pPr>
                      <a:endParaRPr sz="1400" dirty="0"/>
                    </a:p>
                  </a:txBody>
                  <a:tcPr marL="68600" marR="68600" marT="34300" marB="343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AB40">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spcBef>
                          <a:spcPts val="0"/>
                        </a:spcBef>
                        <a:spcAft>
                          <a:spcPts val="0"/>
                        </a:spcAft>
                        <a:buNone/>
                      </a:pPr>
                      <a:endParaRPr sz="1400" dirty="0"/>
                    </a:p>
                  </a:txBody>
                  <a:tcPr marL="68600" marR="68600" marT="34300" marB="343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solidFill>
                      <a:srgbClr val="FFAB40">
                        <a:lumMod val="60000"/>
                        <a:lumOff val="40000"/>
                      </a:srgbClr>
                    </a:solidFill>
                  </a:tcPr>
                </a:tc>
                <a:extLst>
                  <a:ext uri="{0D108BD9-81ED-4DB2-BD59-A6C34878D82A}">
                    <a16:rowId xmlns:a16="http://schemas.microsoft.com/office/drawing/2014/main" val="10000"/>
                  </a:ext>
                </a:extLst>
              </a:tr>
            </a:tbl>
          </a:graphicData>
        </a:graphic>
      </p:graphicFrame>
      <p:sp>
        <p:nvSpPr>
          <p:cNvPr id="104" name="Google Shape;185;p27">
            <a:extLst>
              <a:ext uri="{FF2B5EF4-FFF2-40B4-BE49-F238E27FC236}">
                <a16:creationId xmlns:a16="http://schemas.microsoft.com/office/drawing/2014/main" id="{EA3901FC-FF52-4599-9E08-2541623EBC80}"/>
              </a:ext>
            </a:extLst>
          </p:cNvPr>
          <p:cNvSpPr txBox="1"/>
          <p:nvPr/>
        </p:nvSpPr>
        <p:spPr>
          <a:xfrm>
            <a:off x="5071010" y="4107527"/>
            <a:ext cx="1555200" cy="254100"/>
          </a:xfrm>
          <a:prstGeom prst="rect">
            <a:avLst/>
          </a:prstGeom>
          <a:noFill/>
          <a:ln>
            <a:noFill/>
          </a:ln>
        </p:spPr>
        <p:txBody>
          <a:bodyPr spcFirstLastPara="1" wrap="square" lIns="68575" tIns="34275" rIns="68575" bIns="34275" anchor="t" anchorCtr="0">
            <a:noAutofit/>
          </a:bodyPr>
          <a:lstStyle/>
          <a:p>
            <a:pPr>
              <a:buClr>
                <a:srgbClr val="000000"/>
              </a:buClr>
              <a:buFont typeface="Arial"/>
              <a:buNone/>
            </a:pPr>
            <a:r>
              <a:rPr lang="en" sz="1200" kern="0" dirty="0">
                <a:solidFill>
                  <a:srgbClr val="000000"/>
                </a:solidFill>
                <a:latin typeface="Arial"/>
                <a:cs typeface="Arial"/>
                <a:sym typeface="Arial"/>
              </a:rPr>
              <a:t>Fetch Target Queue</a:t>
            </a:r>
            <a:endParaRPr sz="1200" kern="0" dirty="0">
              <a:solidFill>
                <a:srgbClr val="000000"/>
              </a:solidFill>
              <a:latin typeface="Arial"/>
              <a:cs typeface="Arial"/>
              <a:sym typeface="Arial"/>
            </a:endParaRPr>
          </a:p>
        </p:txBody>
      </p:sp>
      <p:sp>
        <p:nvSpPr>
          <p:cNvPr id="105" name="Google Shape;186;p27">
            <a:extLst>
              <a:ext uri="{FF2B5EF4-FFF2-40B4-BE49-F238E27FC236}">
                <a16:creationId xmlns:a16="http://schemas.microsoft.com/office/drawing/2014/main" id="{5B72F127-F4FD-44FC-829E-E6239AB45A50}"/>
              </a:ext>
            </a:extLst>
          </p:cNvPr>
          <p:cNvSpPr txBox="1"/>
          <p:nvPr/>
        </p:nvSpPr>
        <p:spPr>
          <a:xfrm>
            <a:off x="2199710" y="2584527"/>
            <a:ext cx="2809500" cy="254100"/>
          </a:xfrm>
          <a:prstGeom prst="rect">
            <a:avLst/>
          </a:prstGeom>
          <a:noFill/>
          <a:ln>
            <a:noFill/>
          </a:ln>
        </p:spPr>
        <p:txBody>
          <a:bodyPr spcFirstLastPara="1" wrap="square" lIns="68575" tIns="34275" rIns="68575" bIns="34275" anchor="t" anchorCtr="0">
            <a:noAutofit/>
          </a:bodyPr>
          <a:lstStyle/>
          <a:p>
            <a:pPr>
              <a:buClr>
                <a:srgbClr val="000000"/>
              </a:buClr>
              <a:buFont typeface="Arial"/>
              <a:buNone/>
            </a:pPr>
            <a:r>
              <a:rPr lang="en" sz="1300" kern="0">
                <a:solidFill>
                  <a:srgbClr val="000000"/>
                </a:solidFill>
                <a:latin typeface="Arial"/>
                <a:cs typeface="Arial"/>
                <a:sym typeface="Arial"/>
              </a:rPr>
              <a:t>Insert Branch Target in to BTB</a:t>
            </a:r>
            <a:endParaRPr sz="1300" kern="0">
              <a:solidFill>
                <a:srgbClr val="000000"/>
              </a:solidFill>
              <a:latin typeface="Arial"/>
              <a:cs typeface="Arial"/>
              <a:sym typeface="Arial"/>
            </a:endParaRPr>
          </a:p>
        </p:txBody>
      </p:sp>
      <p:sp>
        <p:nvSpPr>
          <p:cNvPr id="106" name="Google Shape;187;p27">
            <a:extLst>
              <a:ext uri="{FF2B5EF4-FFF2-40B4-BE49-F238E27FC236}">
                <a16:creationId xmlns:a16="http://schemas.microsoft.com/office/drawing/2014/main" id="{EECD71EB-C4A7-48D5-9EA1-467B6AC44429}"/>
              </a:ext>
            </a:extLst>
          </p:cNvPr>
          <p:cNvSpPr txBox="1"/>
          <p:nvPr/>
        </p:nvSpPr>
        <p:spPr>
          <a:xfrm>
            <a:off x="5829110" y="4484002"/>
            <a:ext cx="1268100" cy="254100"/>
          </a:xfrm>
          <a:prstGeom prst="rect">
            <a:avLst/>
          </a:prstGeom>
          <a:noFill/>
          <a:ln>
            <a:noFill/>
          </a:ln>
        </p:spPr>
        <p:txBody>
          <a:bodyPr spcFirstLastPara="1" wrap="square" lIns="68575" tIns="34275" rIns="68575" bIns="34275" anchor="t" anchorCtr="0">
            <a:noAutofit/>
          </a:bodyPr>
          <a:lstStyle/>
          <a:p>
            <a:pPr>
              <a:buClr>
                <a:srgbClr val="000000"/>
              </a:buClr>
              <a:buFont typeface="Arial"/>
              <a:buNone/>
            </a:pPr>
            <a:r>
              <a:rPr lang="en" sz="1200" kern="0">
                <a:solidFill>
                  <a:srgbClr val="000000"/>
                </a:solidFill>
                <a:latin typeface="Arial"/>
                <a:cs typeface="Arial"/>
                <a:sym typeface="Arial"/>
              </a:rPr>
              <a:t>Branch Target</a:t>
            </a:r>
            <a:endParaRPr sz="1200" kern="0">
              <a:solidFill>
                <a:srgbClr val="000000"/>
              </a:solidFill>
              <a:latin typeface="Arial"/>
              <a:cs typeface="Arial"/>
              <a:sym typeface="Arial"/>
            </a:endParaRPr>
          </a:p>
        </p:txBody>
      </p:sp>
      <p:cxnSp>
        <p:nvCxnSpPr>
          <p:cNvPr id="107" name="Google Shape;188;p27">
            <a:extLst>
              <a:ext uri="{FF2B5EF4-FFF2-40B4-BE49-F238E27FC236}">
                <a16:creationId xmlns:a16="http://schemas.microsoft.com/office/drawing/2014/main" id="{5E82E282-2480-4A3A-A43E-BE397771F4DF}"/>
              </a:ext>
            </a:extLst>
          </p:cNvPr>
          <p:cNvCxnSpPr/>
          <p:nvPr/>
        </p:nvCxnSpPr>
        <p:spPr>
          <a:xfrm>
            <a:off x="6108560" y="3523123"/>
            <a:ext cx="1500" cy="347700"/>
          </a:xfrm>
          <a:prstGeom prst="straightConnector1">
            <a:avLst/>
          </a:prstGeom>
          <a:noFill/>
          <a:ln w="9525" cap="flat" cmpd="sng">
            <a:solidFill>
              <a:srgbClr val="000000"/>
            </a:solidFill>
            <a:prstDash val="solid"/>
            <a:miter lim="800000"/>
            <a:headEnd type="triangle" w="med" len="med"/>
            <a:tailEnd type="none" w="sm" len="sm"/>
          </a:ln>
        </p:spPr>
      </p:cxnSp>
      <p:cxnSp>
        <p:nvCxnSpPr>
          <p:cNvPr id="108" name="Google Shape;190;p27">
            <a:extLst>
              <a:ext uri="{FF2B5EF4-FFF2-40B4-BE49-F238E27FC236}">
                <a16:creationId xmlns:a16="http://schemas.microsoft.com/office/drawing/2014/main" id="{15A068D7-EAE8-4017-AA17-C9DA0B41441F}"/>
              </a:ext>
            </a:extLst>
          </p:cNvPr>
          <p:cNvCxnSpPr>
            <a:endCxn id="122" idx="1"/>
          </p:cNvCxnSpPr>
          <p:nvPr/>
        </p:nvCxnSpPr>
        <p:spPr>
          <a:xfrm rot="10800000" flipH="1">
            <a:off x="7087798" y="4011790"/>
            <a:ext cx="196200" cy="8100"/>
          </a:xfrm>
          <a:prstGeom prst="straightConnector1">
            <a:avLst/>
          </a:prstGeom>
          <a:noFill/>
          <a:ln w="9525" cap="flat" cmpd="sng">
            <a:solidFill>
              <a:srgbClr val="000000"/>
            </a:solidFill>
            <a:prstDash val="solid"/>
            <a:miter lim="800000"/>
            <a:headEnd type="none" w="sm" len="sm"/>
            <a:tailEnd type="triangle" w="med" len="med"/>
          </a:ln>
        </p:spPr>
      </p:cxnSp>
      <p:cxnSp>
        <p:nvCxnSpPr>
          <p:cNvPr id="109" name="Google Shape;191;p27">
            <a:extLst>
              <a:ext uri="{FF2B5EF4-FFF2-40B4-BE49-F238E27FC236}">
                <a16:creationId xmlns:a16="http://schemas.microsoft.com/office/drawing/2014/main" id="{83DE7909-EA1C-43A3-8138-243F873C3F2A}"/>
              </a:ext>
            </a:extLst>
          </p:cNvPr>
          <p:cNvCxnSpPr/>
          <p:nvPr/>
        </p:nvCxnSpPr>
        <p:spPr>
          <a:xfrm flipH="1">
            <a:off x="5035760" y="2557077"/>
            <a:ext cx="5400" cy="2417100"/>
          </a:xfrm>
          <a:prstGeom prst="straightConnector1">
            <a:avLst/>
          </a:prstGeom>
          <a:noFill/>
          <a:ln w="19050" cap="flat" cmpd="sng">
            <a:solidFill>
              <a:srgbClr val="000000"/>
            </a:solidFill>
            <a:prstDash val="dash"/>
            <a:miter lim="800000"/>
            <a:headEnd type="none" w="sm" len="sm"/>
            <a:tailEnd type="none" w="sm" len="sm"/>
          </a:ln>
        </p:spPr>
      </p:cxnSp>
      <p:cxnSp>
        <p:nvCxnSpPr>
          <p:cNvPr id="110" name="Google Shape;192;p27">
            <a:extLst>
              <a:ext uri="{FF2B5EF4-FFF2-40B4-BE49-F238E27FC236}">
                <a16:creationId xmlns:a16="http://schemas.microsoft.com/office/drawing/2014/main" id="{EFD3D3F9-8ABD-4047-B65C-4AE6DF1CD254}"/>
              </a:ext>
            </a:extLst>
          </p:cNvPr>
          <p:cNvCxnSpPr/>
          <p:nvPr/>
        </p:nvCxnSpPr>
        <p:spPr>
          <a:xfrm flipH="1">
            <a:off x="7104685" y="2510402"/>
            <a:ext cx="14100" cy="2449500"/>
          </a:xfrm>
          <a:prstGeom prst="straightConnector1">
            <a:avLst/>
          </a:prstGeom>
          <a:noFill/>
          <a:ln w="19050" cap="flat" cmpd="sng">
            <a:solidFill>
              <a:srgbClr val="000000"/>
            </a:solidFill>
            <a:prstDash val="dash"/>
            <a:miter lim="800000"/>
            <a:headEnd type="none" w="sm" len="sm"/>
            <a:tailEnd type="none" w="sm" len="sm"/>
          </a:ln>
        </p:spPr>
      </p:cxnSp>
      <p:cxnSp>
        <p:nvCxnSpPr>
          <p:cNvPr id="111" name="Google Shape;193;p27">
            <a:extLst>
              <a:ext uri="{FF2B5EF4-FFF2-40B4-BE49-F238E27FC236}">
                <a16:creationId xmlns:a16="http://schemas.microsoft.com/office/drawing/2014/main" id="{1477E4F7-6F36-43F7-A27F-0A528AEE22DA}"/>
              </a:ext>
            </a:extLst>
          </p:cNvPr>
          <p:cNvCxnSpPr/>
          <p:nvPr/>
        </p:nvCxnSpPr>
        <p:spPr>
          <a:xfrm>
            <a:off x="8657885" y="2533727"/>
            <a:ext cx="12300" cy="2426400"/>
          </a:xfrm>
          <a:prstGeom prst="straightConnector1">
            <a:avLst/>
          </a:prstGeom>
          <a:noFill/>
          <a:ln w="19050" cap="flat" cmpd="sng">
            <a:solidFill>
              <a:srgbClr val="000000"/>
            </a:solidFill>
            <a:prstDash val="dash"/>
            <a:miter lim="800000"/>
            <a:headEnd type="none" w="sm" len="sm"/>
            <a:tailEnd type="none" w="sm" len="sm"/>
          </a:ln>
        </p:spPr>
      </p:cxnSp>
      <p:cxnSp>
        <p:nvCxnSpPr>
          <p:cNvPr id="112" name="Google Shape;194;p27">
            <a:extLst>
              <a:ext uri="{FF2B5EF4-FFF2-40B4-BE49-F238E27FC236}">
                <a16:creationId xmlns:a16="http://schemas.microsoft.com/office/drawing/2014/main" id="{0D7A65A1-3A00-456B-9CBC-DAD57CC861CF}"/>
              </a:ext>
            </a:extLst>
          </p:cNvPr>
          <p:cNvCxnSpPr>
            <a:stCxn id="122" idx="0"/>
          </p:cNvCxnSpPr>
          <p:nvPr/>
        </p:nvCxnSpPr>
        <p:spPr>
          <a:xfrm rot="5400000">
            <a:off x="4748998" y="958390"/>
            <a:ext cx="88800" cy="5847900"/>
          </a:xfrm>
          <a:prstGeom prst="bentConnector4">
            <a:avLst>
              <a:gd name="adj1" fmla="val -1056855"/>
              <a:gd name="adj2" fmla="val 99920"/>
            </a:avLst>
          </a:prstGeom>
          <a:noFill/>
          <a:ln w="9525" cap="flat" cmpd="sng">
            <a:solidFill>
              <a:srgbClr val="000000"/>
            </a:solidFill>
            <a:prstDash val="solid"/>
            <a:miter lim="800000"/>
            <a:headEnd type="none" w="sm" len="sm"/>
            <a:tailEnd type="triangle" w="med" len="med"/>
          </a:ln>
        </p:spPr>
      </p:cxnSp>
      <p:cxnSp>
        <p:nvCxnSpPr>
          <p:cNvPr id="113" name="Google Shape;195;p27">
            <a:extLst>
              <a:ext uri="{FF2B5EF4-FFF2-40B4-BE49-F238E27FC236}">
                <a16:creationId xmlns:a16="http://schemas.microsoft.com/office/drawing/2014/main" id="{D15D2CF5-04D0-4262-BE8F-A11D223A2CF4}"/>
              </a:ext>
            </a:extLst>
          </p:cNvPr>
          <p:cNvCxnSpPr>
            <a:stCxn id="133" idx="0"/>
          </p:cNvCxnSpPr>
          <p:nvPr/>
        </p:nvCxnSpPr>
        <p:spPr>
          <a:xfrm rot="5400000">
            <a:off x="5473510" y="252202"/>
            <a:ext cx="82200" cy="7253700"/>
          </a:xfrm>
          <a:prstGeom prst="bentConnector4">
            <a:avLst>
              <a:gd name="adj1" fmla="val -1141727"/>
              <a:gd name="adj2" fmla="val 100188"/>
            </a:avLst>
          </a:prstGeom>
          <a:noFill/>
          <a:ln w="9525" cap="flat" cmpd="sng">
            <a:solidFill>
              <a:srgbClr val="000000"/>
            </a:solidFill>
            <a:prstDash val="solid"/>
            <a:miter lim="800000"/>
            <a:headEnd type="none" w="sm" len="sm"/>
            <a:tailEnd type="triangle" w="med" len="med"/>
          </a:ln>
        </p:spPr>
      </p:cxnSp>
      <p:cxnSp>
        <p:nvCxnSpPr>
          <p:cNvPr id="114" name="Google Shape;196;p27">
            <a:extLst>
              <a:ext uri="{FF2B5EF4-FFF2-40B4-BE49-F238E27FC236}">
                <a16:creationId xmlns:a16="http://schemas.microsoft.com/office/drawing/2014/main" id="{7A867CEA-9043-4F12-A0E7-7CA88E7BF7F7}"/>
              </a:ext>
            </a:extLst>
          </p:cNvPr>
          <p:cNvCxnSpPr>
            <a:cxnSpLocks/>
            <a:stCxn id="122" idx="2"/>
            <a:endCxn id="103" idx="1"/>
          </p:cNvCxnSpPr>
          <p:nvPr/>
        </p:nvCxnSpPr>
        <p:spPr>
          <a:xfrm rot="5400000" flipH="1">
            <a:off x="6347168" y="2815461"/>
            <a:ext cx="173845" cy="2566515"/>
          </a:xfrm>
          <a:prstGeom prst="bentConnector4">
            <a:avLst>
              <a:gd name="adj1" fmla="val -131496"/>
              <a:gd name="adj2" fmla="val 111629"/>
            </a:avLst>
          </a:prstGeom>
          <a:noFill/>
          <a:ln w="9525" cap="flat" cmpd="sng">
            <a:solidFill>
              <a:srgbClr val="000000"/>
            </a:solidFill>
            <a:prstDash val="solid"/>
            <a:miter lim="800000"/>
            <a:headEnd type="none" w="sm" len="sm"/>
            <a:tailEnd type="triangle" w="med" len="med"/>
          </a:ln>
        </p:spPr>
      </p:cxnSp>
      <p:cxnSp>
        <p:nvCxnSpPr>
          <p:cNvPr id="115" name="Google Shape;197;p27">
            <a:extLst>
              <a:ext uri="{FF2B5EF4-FFF2-40B4-BE49-F238E27FC236}">
                <a16:creationId xmlns:a16="http://schemas.microsoft.com/office/drawing/2014/main" id="{CBB87A87-725F-45D1-8EC6-13DA60003606}"/>
              </a:ext>
            </a:extLst>
          </p:cNvPr>
          <p:cNvCxnSpPr>
            <a:cxnSpLocks/>
            <a:stCxn id="133" idx="2"/>
          </p:cNvCxnSpPr>
          <p:nvPr/>
        </p:nvCxnSpPr>
        <p:spPr>
          <a:xfrm rot="5400000" flipH="1">
            <a:off x="6909499" y="1953691"/>
            <a:ext cx="173862" cy="4290060"/>
          </a:xfrm>
          <a:prstGeom prst="bentConnector4">
            <a:avLst>
              <a:gd name="adj1" fmla="val -131484"/>
              <a:gd name="adj2" fmla="val 99984"/>
            </a:avLst>
          </a:prstGeom>
          <a:noFill/>
          <a:ln w="9525" cap="flat" cmpd="sng">
            <a:solidFill>
              <a:srgbClr val="000000"/>
            </a:solidFill>
            <a:prstDash val="solid"/>
            <a:miter lim="800000"/>
            <a:headEnd type="none" w="sm" len="sm"/>
            <a:tailEnd type="none" w="med" len="med"/>
          </a:ln>
        </p:spPr>
      </p:cxnSp>
      <p:cxnSp>
        <p:nvCxnSpPr>
          <p:cNvPr id="116" name="Google Shape;198;p27">
            <a:extLst>
              <a:ext uri="{FF2B5EF4-FFF2-40B4-BE49-F238E27FC236}">
                <a16:creationId xmlns:a16="http://schemas.microsoft.com/office/drawing/2014/main" id="{93674E35-5255-4E8D-B7E2-1241F7241256}"/>
              </a:ext>
            </a:extLst>
          </p:cNvPr>
          <p:cNvCxnSpPr>
            <a:cxnSpLocks/>
            <a:stCxn id="128" idx="3"/>
            <a:endCxn id="103" idx="1"/>
          </p:cNvCxnSpPr>
          <p:nvPr/>
        </p:nvCxnSpPr>
        <p:spPr>
          <a:xfrm>
            <a:off x="4418510" y="3926777"/>
            <a:ext cx="732323" cy="85018"/>
          </a:xfrm>
          <a:prstGeom prst="bentConnector3">
            <a:avLst>
              <a:gd name="adj1" fmla="val 50000"/>
            </a:avLst>
          </a:prstGeom>
          <a:noFill/>
          <a:ln w="9525" cap="flat" cmpd="sng" algn="ctr">
            <a:solidFill>
              <a:srgbClr val="000000"/>
            </a:solidFill>
            <a:prstDash val="solid"/>
            <a:round/>
            <a:headEnd type="none" w="med" len="med"/>
            <a:tailEnd type="arrow" w="med" len="med"/>
          </a:ln>
          <a:effectLst/>
        </p:spPr>
      </p:cxnSp>
      <p:cxnSp>
        <p:nvCxnSpPr>
          <p:cNvPr id="117" name="Google Shape;199;p27">
            <a:extLst>
              <a:ext uri="{FF2B5EF4-FFF2-40B4-BE49-F238E27FC236}">
                <a16:creationId xmlns:a16="http://schemas.microsoft.com/office/drawing/2014/main" id="{796ABA93-DB4A-4D2F-9513-EF8E58EF092D}"/>
              </a:ext>
            </a:extLst>
          </p:cNvPr>
          <p:cNvCxnSpPr/>
          <p:nvPr/>
        </p:nvCxnSpPr>
        <p:spPr>
          <a:xfrm rot="10800000">
            <a:off x="7716709" y="3072727"/>
            <a:ext cx="0" cy="728400"/>
          </a:xfrm>
          <a:prstGeom prst="straightConnector1">
            <a:avLst/>
          </a:prstGeom>
          <a:noFill/>
          <a:ln w="9525" cap="flat" cmpd="sng">
            <a:solidFill>
              <a:srgbClr val="000000"/>
            </a:solidFill>
            <a:prstDash val="solid"/>
            <a:miter lim="800000"/>
            <a:headEnd type="none" w="sm" len="sm"/>
            <a:tailEnd type="triangle" w="med" len="med"/>
          </a:ln>
        </p:spPr>
      </p:cxnSp>
      <p:cxnSp>
        <p:nvCxnSpPr>
          <p:cNvPr id="118" name="Google Shape;200;p27">
            <a:extLst>
              <a:ext uri="{FF2B5EF4-FFF2-40B4-BE49-F238E27FC236}">
                <a16:creationId xmlns:a16="http://schemas.microsoft.com/office/drawing/2014/main" id="{90C8CB50-C207-443D-8953-6E1472595263}"/>
              </a:ext>
            </a:extLst>
          </p:cNvPr>
          <p:cNvCxnSpPr/>
          <p:nvPr/>
        </p:nvCxnSpPr>
        <p:spPr>
          <a:xfrm rot="10800000">
            <a:off x="9141462" y="3106333"/>
            <a:ext cx="0" cy="728400"/>
          </a:xfrm>
          <a:prstGeom prst="straightConnector1">
            <a:avLst/>
          </a:prstGeom>
          <a:noFill/>
          <a:ln w="9525" cap="flat" cmpd="sng">
            <a:solidFill>
              <a:srgbClr val="000000"/>
            </a:solidFill>
            <a:prstDash val="solid"/>
            <a:miter lim="800000"/>
            <a:headEnd type="none" w="sm" len="sm"/>
            <a:tailEnd type="triangle" w="med" len="med"/>
          </a:ln>
        </p:spPr>
      </p:cxnSp>
      <p:cxnSp>
        <p:nvCxnSpPr>
          <p:cNvPr id="119" name="Google Shape;201;p27">
            <a:extLst>
              <a:ext uri="{FF2B5EF4-FFF2-40B4-BE49-F238E27FC236}">
                <a16:creationId xmlns:a16="http://schemas.microsoft.com/office/drawing/2014/main" id="{D9C15859-4770-4268-8956-66AA8CE302DF}"/>
              </a:ext>
            </a:extLst>
          </p:cNvPr>
          <p:cNvCxnSpPr/>
          <p:nvPr/>
        </p:nvCxnSpPr>
        <p:spPr>
          <a:xfrm rot="10800000">
            <a:off x="8530512" y="2898991"/>
            <a:ext cx="522300" cy="0"/>
          </a:xfrm>
          <a:prstGeom prst="straightConnector1">
            <a:avLst/>
          </a:prstGeom>
          <a:noFill/>
          <a:ln w="9525" cap="flat" cmpd="sng">
            <a:solidFill>
              <a:srgbClr val="000000"/>
            </a:solidFill>
            <a:prstDash val="solid"/>
            <a:miter lim="800000"/>
            <a:headEnd type="none" w="sm" len="sm"/>
            <a:tailEnd type="triangle" w="med" len="med"/>
          </a:ln>
        </p:spPr>
      </p:cxnSp>
      <p:cxnSp>
        <p:nvCxnSpPr>
          <p:cNvPr id="120" name="Google Shape;202;p27">
            <a:extLst>
              <a:ext uri="{FF2B5EF4-FFF2-40B4-BE49-F238E27FC236}">
                <a16:creationId xmlns:a16="http://schemas.microsoft.com/office/drawing/2014/main" id="{9844EFC9-0C6F-4230-9910-E829182B8F29}"/>
              </a:ext>
            </a:extLst>
          </p:cNvPr>
          <p:cNvCxnSpPr/>
          <p:nvPr/>
        </p:nvCxnSpPr>
        <p:spPr>
          <a:xfrm rot="10800000">
            <a:off x="6966867" y="4409501"/>
            <a:ext cx="639900" cy="0"/>
          </a:xfrm>
          <a:prstGeom prst="straightConnector1">
            <a:avLst/>
          </a:prstGeom>
          <a:noFill/>
          <a:ln w="9525" cap="flat" cmpd="sng">
            <a:solidFill>
              <a:srgbClr val="000000"/>
            </a:solidFill>
            <a:prstDash val="solid"/>
            <a:miter lim="800000"/>
            <a:headEnd type="none" w="sm" len="sm"/>
            <a:tailEnd type="triangle" w="med" len="med"/>
          </a:ln>
        </p:spPr>
      </p:cxnSp>
      <p:cxnSp>
        <p:nvCxnSpPr>
          <p:cNvPr id="121" name="Google Shape;203;p27">
            <a:extLst>
              <a:ext uri="{FF2B5EF4-FFF2-40B4-BE49-F238E27FC236}">
                <a16:creationId xmlns:a16="http://schemas.microsoft.com/office/drawing/2014/main" id="{1A650306-EECA-4D6A-8B49-25A4224CBEB8}"/>
              </a:ext>
            </a:extLst>
          </p:cNvPr>
          <p:cNvCxnSpPr/>
          <p:nvPr/>
        </p:nvCxnSpPr>
        <p:spPr>
          <a:xfrm rot="10800000">
            <a:off x="8248095" y="4409494"/>
            <a:ext cx="831900" cy="0"/>
          </a:xfrm>
          <a:prstGeom prst="straightConnector1">
            <a:avLst/>
          </a:prstGeom>
          <a:noFill/>
          <a:ln w="9525" cap="flat" cmpd="sng">
            <a:solidFill>
              <a:srgbClr val="000000"/>
            </a:solidFill>
            <a:prstDash val="solid"/>
            <a:miter lim="800000"/>
            <a:headEnd type="none" w="sm" len="sm"/>
            <a:tailEnd type="triangle" w="med" len="med"/>
          </a:ln>
        </p:spPr>
      </p:cxnSp>
      <p:sp>
        <p:nvSpPr>
          <p:cNvPr id="122" name="Google Shape;179;p27">
            <a:extLst>
              <a:ext uri="{FF2B5EF4-FFF2-40B4-BE49-F238E27FC236}">
                <a16:creationId xmlns:a16="http://schemas.microsoft.com/office/drawing/2014/main" id="{50C6A156-0756-43D6-887C-890ACCA74EE6}"/>
              </a:ext>
            </a:extLst>
          </p:cNvPr>
          <p:cNvSpPr/>
          <p:nvPr/>
        </p:nvSpPr>
        <p:spPr>
          <a:xfrm>
            <a:off x="7283998" y="3837940"/>
            <a:ext cx="866700" cy="347700"/>
          </a:xfrm>
          <a:prstGeom prst="roundRect">
            <a:avLst>
              <a:gd name="adj" fmla="val 16667"/>
            </a:avLst>
          </a:prstGeom>
          <a:solidFill>
            <a:srgbClr val="FFAB40">
              <a:lumMod val="60000"/>
              <a:lumOff val="40000"/>
            </a:srgbClr>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000000"/>
                </a:solidFill>
                <a:effectLst/>
                <a:uLnTx/>
                <a:uFillTx/>
                <a:latin typeface="Arial"/>
                <a:cs typeface="Arial"/>
                <a:sym typeface="Arial"/>
              </a:rPr>
              <a:t>Decode</a:t>
            </a:r>
            <a:endParaRPr kumimoji="0" sz="1200" b="0" i="0" u="none" strike="noStrike" kern="0" cap="none" spc="0" normalizeH="0" baseline="0" noProof="0">
              <a:ln>
                <a:noFill/>
              </a:ln>
              <a:solidFill>
                <a:srgbClr val="000000"/>
              </a:solidFill>
              <a:effectLst/>
              <a:uLnTx/>
              <a:uFillTx/>
              <a:latin typeface="Arial"/>
              <a:cs typeface="Arial"/>
              <a:sym typeface="Arial"/>
            </a:endParaRPr>
          </a:p>
        </p:txBody>
      </p:sp>
      <p:grpSp>
        <p:nvGrpSpPr>
          <p:cNvPr id="123" name="Google Shape;204;p27">
            <a:extLst>
              <a:ext uri="{FF2B5EF4-FFF2-40B4-BE49-F238E27FC236}">
                <a16:creationId xmlns:a16="http://schemas.microsoft.com/office/drawing/2014/main" id="{60438B06-8AF6-43B0-8EB5-EB7875F642DA}"/>
              </a:ext>
            </a:extLst>
          </p:cNvPr>
          <p:cNvGrpSpPr/>
          <p:nvPr/>
        </p:nvGrpSpPr>
        <p:grpSpPr>
          <a:xfrm>
            <a:off x="5132498" y="3003877"/>
            <a:ext cx="1918500" cy="534600"/>
            <a:chOff x="4174900" y="802650"/>
            <a:chExt cx="1918500" cy="534600"/>
          </a:xfrm>
          <a:solidFill>
            <a:srgbClr val="FFAB40">
              <a:lumMod val="60000"/>
              <a:lumOff val="40000"/>
            </a:srgbClr>
          </a:solidFill>
        </p:grpSpPr>
        <p:sp>
          <p:nvSpPr>
            <p:cNvPr id="124" name="Google Shape;205;p27">
              <a:extLst>
                <a:ext uri="{FF2B5EF4-FFF2-40B4-BE49-F238E27FC236}">
                  <a16:creationId xmlns:a16="http://schemas.microsoft.com/office/drawing/2014/main" id="{EEFF2D93-DC0C-47AC-B5E6-0935DBBF31E8}"/>
                </a:ext>
              </a:extLst>
            </p:cNvPr>
            <p:cNvSpPr/>
            <p:nvPr/>
          </p:nvSpPr>
          <p:spPr>
            <a:xfrm>
              <a:off x="4174900" y="802650"/>
              <a:ext cx="1918500" cy="534600"/>
            </a:xfrm>
            <a:prstGeom prst="roundRect">
              <a:avLst>
                <a:gd name="adj" fmla="val 16667"/>
              </a:avLst>
            </a:prstGeom>
            <a:grp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 name="Google Shape;206;p27">
              <a:extLst>
                <a:ext uri="{FF2B5EF4-FFF2-40B4-BE49-F238E27FC236}">
                  <a16:creationId xmlns:a16="http://schemas.microsoft.com/office/drawing/2014/main" id="{914D0968-22B0-475E-A4DD-C082877F4E7C}"/>
                </a:ext>
              </a:extLst>
            </p:cNvPr>
            <p:cNvSpPr/>
            <p:nvPr/>
          </p:nvSpPr>
          <p:spPr>
            <a:xfrm>
              <a:off x="4224400" y="914812"/>
              <a:ext cx="629100" cy="310200"/>
            </a:xfrm>
            <a:prstGeom prst="roundRect">
              <a:avLst>
                <a:gd name="adj" fmla="val 16667"/>
              </a:avLst>
            </a:prstGeom>
            <a:grp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000000"/>
                  </a:solidFill>
                  <a:effectLst/>
                  <a:uLnTx/>
                  <a:uFillTx/>
                  <a:latin typeface="Arial"/>
                  <a:cs typeface="Arial"/>
                  <a:sym typeface="Arial"/>
                </a:rPr>
                <a:t>ITLB</a:t>
              </a: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126" name="Google Shape;207;p27">
              <a:extLst>
                <a:ext uri="{FF2B5EF4-FFF2-40B4-BE49-F238E27FC236}">
                  <a16:creationId xmlns:a16="http://schemas.microsoft.com/office/drawing/2014/main" id="{90F98037-C1BE-400B-B7A2-7179F3E18B8C}"/>
                </a:ext>
              </a:extLst>
            </p:cNvPr>
            <p:cNvSpPr/>
            <p:nvPr/>
          </p:nvSpPr>
          <p:spPr>
            <a:xfrm>
              <a:off x="4952200" y="914812"/>
              <a:ext cx="1055100" cy="310200"/>
            </a:xfrm>
            <a:prstGeom prst="roundRect">
              <a:avLst>
                <a:gd name="adj" fmla="val 16667"/>
              </a:avLst>
            </a:prstGeom>
            <a:grp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000000"/>
                  </a:solidFill>
                  <a:effectLst/>
                  <a:uLnTx/>
                  <a:uFillTx/>
                  <a:latin typeface="Arial"/>
                  <a:cs typeface="Arial"/>
                  <a:sym typeface="Arial"/>
                </a:rPr>
                <a:t>L1I Cache</a:t>
              </a:r>
              <a:endParaRPr kumimoji="0" sz="1200" b="0" i="0" u="none" strike="noStrike" kern="0" cap="none" spc="0" normalizeH="0" baseline="0" noProof="0">
                <a:ln>
                  <a:noFill/>
                </a:ln>
                <a:solidFill>
                  <a:srgbClr val="000000"/>
                </a:solidFill>
                <a:effectLst/>
                <a:uLnTx/>
                <a:uFillTx/>
                <a:latin typeface="Arial"/>
                <a:cs typeface="Arial"/>
                <a:sym typeface="Arial"/>
              </a:endParaRPr>
            </a:p>
          </p:txBody>
        </p:sp>
      </p:grpSp>
      <p:cxnSp>
        <p:nvCxnSpPr>
          <p:cNvPr id="127" name="Google Shape;208;p27">
            <a:extLst>
              <a:ext uri="{FF2B5EF4-FFF2-40B4-BE49-F238E27FC236}">
                <a16:creationId xmlns:a16="http://schemas.microsoft.com/office/drawing/2014/main" id="{A8F47BA3-6CA4-417B-801F-224FEC2CE0B5}"/>
              </a:ext>
            </a:extLst>
          </p:cNvPr>
          <p:cNvCxnSpPr/>
          <p:nvPr/>
        </p:nvCxnSpPr>
        <p:spPr>
          <a:xfrm rot="10800000">
            <a:off x="6869365" y="2898991"/>
            <a:ext cx="639900" cy="0"/>
          </a:xfrm>
          <a:prstGeom prst="straightConnector1">
            <a:avLst/>
          </a:prstGeom>
          <a:noFill/>
          <a:ln w="9525" cap="flat" cmpd="sng">
            <a:solidFill>
              <a:srgbClr val="000000"/>
            </a:solidFill>
            <a:prstDash val="solid"/>
            <a:miter lim="800000"/>
            <a:headEnd type="none" w="sm" len="sm"/>
            <a:tailEnd type="triangle" w="med" len="med"/>
          </a:ln>
        </p:spPr>
      </p:cxnSp>
      <p:sp>
        <p:nvSpPr>
          <p:cNvPr id="128" name="Google Shape;177;p27">
            <a:extLst>
              <a:ext uri="{FF2B5EF4-FFF2-40B4-BE49-F238E27FC236}">
                <a16:creationId xmlns:a16="http://schemas.microsoft.com/office/drawing/2014/main" id="{0563D49A-64D1-413C-9756-8B98617B7AAA}"/>
              </a:ext>
            </a:extLst>
          </p:cNvPr>
          <p:cNvSpPr/>
          <p:nvPr/>
        </p:nvSpPr>
        <p:spPr>
          <a:xfrm>
            <a:off x="2179910" y="3237677"/>
            <a:ext cx="2238600" cy="1378200"/>
          </a:xfrm>
          <a:prstGeom prst="rect">
            <a:avLst/>
          </a:prstGeom>
          <a:solidFill>
            <a:srgbClr val="FFAB40">
              <a:lumMod val="60000"/>
              <a:lumOff val="40000"/>
            </a:srgbClr>
          </a:solidFill>
          <a:ln w="12700" cap="flat" cmpd="sng">
            <a:solidFill>
              <a:srgbClr val="000000"/>
            </a:solidFill>
            <a:prstDash val="dash"/>
            <a:miter lim="800000"/>
            <a:headEnd type="none" w="sm" len="sm"/>
            <a:tailEnd type="none" w="sm" len="sm"/>
          </a:ln>
        </p:spPr>
        <p:txBody>
          <a:bodyPr spcFirstLastPara="1" wrap="square" lIns="68575" tIns="34275" rIns="68575" bIns="3427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ea typeface="Calibri"/>
              <a:cs typeface="Calibri"/>
              <a:sym typeface="Calibri"/>
            </a:endParaRPr>
          </a:p>
        </p:txBody>
      </p:sp>
      <p:sp>
        <p:nvSpPr>
          <p:cNvPr id="129" name="Google Shape;210;p27">
            <a:extLst>
              <a:ext uri="{FF2B5EF4-FFF2-40B4-BE49-F238E27FC236}">
                <a16:creationId xmlns:a16="http://schemas.microsoft.com/office/drawing/2014/main" id="{F8A77674-F2B3-4C81-9F16-98D3FD7DC00E}"/>
              </a:ext>
            </a:extLst>
          </p:cNvPr>
          <p:cNvSpPr/>
          <p:nvPr/>
        </p:nvSpPr>
        <p:spPr>
          <a:xfrm>
            <a:off x="2252010" y="3286052"/>
            <a:ext cx="994200" cy="599100"/>
          </a:xfrm>
          <a:prstGeom prst="roundRect">
            <a:avLst>
              <a:gd name="adj" fmla="val 16667"/>
            </a:avLst>
          </a:prstGeom>
          <a:solidFill>
            <a:srgbClr val="FFAB40">
              <a:lumMod val="60000"/>
              <a:lumOff val="40000"/>
            </a:srgbClr>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0000"/>
                </a:solidFill>
                <a:effectLst/>
                <a:uLnTx/>
                <a:uFillTx/>
                <a:latin typeface="Arial"/>
                <a:cs typeface="Arial"/>
                <a:sym typeface="Arial"/>
              </a:rPr>
              <a:t>Direct Branch Predictor</a:t>
            </a:r>
            <a:endParaRPr kumimoji="0" sz="1200" b="0" i="0" u="none" strike="noStrike" kern="0" cap="none" spc="0" normalizeH="0" baseline="0" noProof="0" dirty="0">
              <a:ln>
                <a:noFill/>
              </a:ln>
              <a:solidFill>
                <a:srgbClr val="000000"/>
              </a:solidFill>
              <a:effectLst/>
              <a:uLnTx/>
              <a:uFillTx/>
              <a:latin typeface="Arial"/>
              <a:cs typeface="Arial"/>
              <a:sym typeface="Arial"/>
            </a:endParaRPr>
          </a:p>
        </p:txBody>
      </p:sp>
      <p:sp>
        <p:nvSpPr>
          <p:cNvPr id="130" name="Google Shape;211;p27">
            <a:extLst>
              <a:ext uri="{FF2B5EF4-FFF2-40B4-BE49-F238E27FC236}">
                <a16:creationId xmlns:a16="http://schemas.microsoft.com/office/drawing/2014/main" id="{28D549CD-88FD-4220-9E74-7FA2FE74B5E5}"/>
              </a:ext>
            </a:extLst>
          </p:cNvPr>
          <p:cNvSpPr/>
          <p:nvPr/>
        </p:nvSpPr>
        <p:spPr>
          <a:xfrm>
            <a:off x="2252010" y="3948202"/>
            <a:ext cx="994200" cy="599100"/>
          </a:xfrm>
          <a:prstGeom prst="roundRect">
            <a:avLst>
              <a:gd name="adj" fmla="val 16667"/>
            </a:avLst>
          </a:prstGeom>
          <a:solidFill>
            <a:srgbClr val="FFAB40">
              <a:lumMod val="60000"/>
              <a:lumOff val="40000"/>
            </a:srgbClr>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000000"/>
                </a:solidFill>
                <a:effectLst/>
                <a:uLnTx/>
                <a:uFillTx/>
                <a:latin typeface="Arial"/>
                <a:cs typeface="Arial"/>
                <a:sym typeface="Arial"/>
              </a:rPr>
              <a:t>Return Address Stack</a:t>
            </a: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131" name="Google Shape;212;p27">
            <a:extLst>
              <a:ext uri="{FF2B5EF4-FFF2-40B4-BE49-F238E27FC236}">
                <a16:creationId xmlns:a16="http://schemas.microsoft.com/office/drawing/2014/main" id="{EEF37C28-02D2-4246-A06E-731BEDC52E52}"/>
              </a:ext>
            </a:extLst>
          </p:cNvPr>
          <p:cNvSpPr/>
          <p:nvPr/>
        </p:nvSpPr>
        <p:spPr>
          <a:xfrm>
            <a:off x="3318160" y="3948202"/>
            <a:ext cx="994200" cy="599100"/>
          </a:xfrm>
          <a:prstGeom prst="roundRect">
            <a:avLst>
              <a:gd name="adj" fmla="val 16667"/>
            </a:avLst>
          </a:prstGeom>
          <a:solidFill>
            <a:srgbClr val="FFAB40">
              <a:lumMod val="60000"/>
              <a:lumOff val="40000"/>
            </a:srgbClr>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000000"/>
                </a:solidFill>
                <a:effectLst/>
                <a:uLnTx/>
                <a:uFillTx/>
                <a:latin typeface="Arial"/>
                <a:cs typeface="Arial"/>
                <a:sym typeface="Arial"/>
              </a:rPr>
              <a:t>Branch Target Buffer</a:t>
            </a: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132" name="Google Shape;213;p27">
            <a:extLst>
              <a:ext uri="{FF2B5EF4-FFF2-40B4-BE49-F238E27FC236}">
                <a16:creationId xmlns:a16="http://schemas.microsoft.com/office/drawing/2014/main" id="{8DEC001B-BB11-4BF8-A8D2-4463958AD415}"/>
              </a:ext>
            </a:extLst>
          </p:cNvPr>
          <p:cNvSpPr/>
          <p:nvPr/>
        </p:nvSpPr>
        <p:spPr>
          <a:xfrm>
            <a:off x="3318160" y="3286052"/>
            <a:ext cx="994200" cy="599100"/>
          </a:xfrm>
          <a:prstGeom prst="roundRect">
            <a:avLst>
              <a:gd name="adj" fmla="val 16667"/>
            </a:avLst>
          </a:prstGeom>
          <a:solidFill>
            <a:srgbClr val="FFAB40">
              <a:lumMod val="60000"/>
              <a:lumOff val="40000"/>
            </a:srgbClr>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000000"/>
                </a:solidFill>
                <a:effectLst/>
                <a:uLnTx/>
                <a:uFillTx/>
                <a:latin typeface="Arial"/>
                <a:cs typeface="Arial"/>
                <a:sym typeface="Arial"/>
              </a:rPr>
              <a:t>Indirect Branch Predictor</a:t>
            </a: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133" name="Google Shape;180;p27">
            <a:extLst>
              <a:ext uri="{FF2B5EF4-FFF2-40B4-BE49-F238E27FC236}">
                <a16:creationId xmlns:a16="http://schemas.microsoft.com/office/drawing/2014/main" id="{15C525C8-8D38-4FB3-99BD-001DD52E9C9D}"/>
              </a:ext>
            </a:extLst>
          </p:cNvPr>
          <p:cNvSpPr/>
          <p:nvPr/>
        </p:nvSpPr>
        <p:spPr>
          <a:xfrm>
            <a:off x="8708110" y="3837952"/>
            <a:ext cx="866700" cy="347700"/>
          </a:xfrm>
          <a:prstGeom prst="roundRect">
            <a:avLst>
              <a:gd name="adj" fmla="val 16667"/>
            </a:avLst>
          </a:prstGeom>
          <a:solidFill>
            <a:srgbClr val="FFAB40">
              <a:lumMod val="60000"/>
              <a:lumOff val="40000"/>
            </a:srgbClr>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000000"/>
                </a:solidFill>
                <a:effectLst/>
                <a:uLnTx/>
                <a:uFillTx/>
                <a:latin typeface="Arial"/>
                <a:cs typeface="Arial"/>
                <a:sym typeface="Arial"/>
              </a:rPr>
              <a:t>Execute</a:t>
            </a: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134" name="Google Shape;214;p27">
            <a:extLst>
              <a:ext uri="{FF2B5EF4-FFF2-40B4-BE49-F238E27FC236}">
                <a16:creationId xmlns:a16="http://schemas.microsoft.com/office/drawing/2014/main" id="{42EC3DC9-4345-4E01-A077-A263BB873556}"/>
              </a:ext>
            </a:extLst>
          </p:cNvPr>
          <p:cNvSpPr/>
          <p:nvPr/>
        </p:nvSpPr>
        <p:spPr>
          <a:xfrm>
            <a:off x="4498134" y="3636975"/>
            <a:ext cx="219900" cy="219900"/>
          </a:xfrm>
          <a:prstGeom prst="ellipse">
            <a:avLst/>
          </a:prstGeom>
          <a:solidFill>
            <a:srgbClr val="D0CECE"/>
          </a:solidFill>
          <a:ln w="12700" cap="flat" cmpd="sng">
            <a:solidFill>
              <a:srgbClr val="000000"/>
            </a:solidFill>
            <a:prstDash val="solid"/>
            <a:miter lim="800000"/>
            <a:headEnd type="none" w="sm" len="sm"/>
            <a:tailEnd type="none" w="sm" len="sm"/>
          </a:ln>
        </p:spPr>
        <p:txBody>
          <a:bodyPr spcFirstLastPara="1" wrap="square" lIns="36575" tIns="34275" rIns="68575" bIns="3427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 sz="1300" b="0" i="0" u="none" strike="noStrike" kern="0" cap="none" spc="0" normalizeH="0" baseline="0" noProof="0">
                <a:ln>
                  <a:noFill/>
                </a:ln>
                <a:solidFill>
                  <a:srgbClr val="000000"/>
                </a:solidFill>
                <a:effectLst/>
                <a:uLnTx/>
                <a:uFillTx/>
                <a:latin typeface="Arial"/>
                <a:cs typeface="Arial"/>
                <a:sym typeface="Arial"/>
              </a:rPr>
              <a:t>2</a:t>
            </a: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135" name="Google Shape;215;p27">
            <a:extLst>
              <a:ext uri="{FF2B5EF4-FFF2-40B4-BE49-F238E27FC236}">
                <a16:creationId xmlns:a16="http://schemas.microsoft.com/office/drawing/2014/main" id="{65730678-6DA8-471B-B6E5-88EE0B079976}"/>
              </a:ext>
            </a:extLst>
          </p:cNvPr>
          <p:cNvSpPr/>
          <p:nvPr/>
        </p:nvSpPr>
        <p:spPr>
          <a:xfrm>
            <a:off x="5829122" y="3594700"/>
            <a:ext cx="219900" cy="219900"/>
          </a:xfrm>
          <a:prstGeom prst="ellipse">
            <a:avLst/>
          </a:prstGeom>
          <a:solidFill>
            <a:srgbClr val="D0CECE"/>
          </a:solidFill>
          <a:ln w="12700" cap="flat" cmpd="sng">
            <a:solidFill>
              <a:srgbClr val="000000"/>
            </a:solidFill>
            <a:prstDash val="solid"/>
            <a:miter lim="800000"/>
            <a:headEnd type="none" w="sm" len="sm"/>
            <a:tailEnd type="none" w="sm" len="sm"/>
          </a:ln>
        </p:spPr>
        <p:txBody>
          <a:bodyPr spcFirstLastPara="1" wrap="square" lIns="36575" tIns="34275" rIns="68575" bIns="3427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 sz="1300" b="0" i="0" u="none" strike="noStrike" kern="0" cap="none" spc="0" normalizeH="0" baseline="0" noProof="0">
                <a:ln>
                  <a:noFill/>
                </a:ln>
                <a:solidFill>
                  <a:srgbClr val="000000"/>
                </a:solidFill>
                <a:effectLst/>
                <a:uLnTx/>
                <a:uFillTx/>
                <a:latin typeface="Arial"/>
                <a:cs typeface="Arial"/>
                <a:sym typeface="Arial"/>
              </a:rPr>
              <a:t>3</a:t>
            </a: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137" name="Google Shape;217;p27">
            <a:extLst>
              <a:ext uri="{FF2B5EF4-FFF2-40B4-BE49-F238E27FC236}">
                <a16:creationId xmlns:a16="http://schemas.microsoft.com/office/drawing/2014/main" id="{86E2E16B-78F7-4C65-A1C0-BDFB51B6E07A}"/>
              </a:ext>
            </a:extLst>
          </p:cNvPr>
          <p:cNvSpPr/>
          <p:nvPr/>
        </p:nvSpPr>
        <p:spPr>
          <a:xfrm>
            <a:off x="7112173" y="4097747"/>
            <a:ext cx="219900" cy="219900"/>
          </a:xfrm>
          <a:prstGeom prst="ellipse">
            <a:avLst/>
          </a:prstGeom>
          <a:solidFill>
            <a:srgbClr val="D0CECE"/>
          </a:solidFill>
          <a:ln w="12700" cap="flat" cmpd="sng">
            <a:solidFill>
              <a:srgbClr val="000000"/>
            </a:solidFill>
            <a:prstDash val="solid"/>
            <a:miter lim="800000"/>
            <a:headEnd type="none" w="sm" len="sm"/>
            <a:tailEnd type="none" w="sm" len="sm"/>
          </a:ln>
        </p:spPr>
        <p:txBody>
          <a:bodyPr spcFirstLastPara="1" wrap="square" lIns="36575" tIns="34275" rIns="68575" bIns="3427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 sz="1300" b="0" i="0" u="none" strike="noStrike" kern="0" cap="none" spc="0" normalizeH="0" baseline="0" noProof="0" dirty="0">
                <a:ln>
                  <a:noFill/>
                </a:ln>
                <a:solidFill>
                  <a:srgbClr val="000000"/>
                </a:solidFill>
                <a:effectLst/>
                <a:uLnTx/>
                <a:uFillTx/>
                <a:latin typeface="Arial"/>
                <a:cs typeface="Arial"/>
                <a:sym typeface="Arial"/>
              </a:rPr>
              <a:t>4</a:t>
            </a:r>
            <a:endParaRPr kumimoji="0" sz="1200" b="0" i="0" u="none" strike="noStrike" kern="0" cap="none" spc="0" normalizeH="0" baseline="0" noProof="0" dirty="0">
              <a:ln>
                <a:noFill/>
              </a:ln>
              <a:solidFill>
                <a:srgbClr val="000000"/>
              </a:solidFill>
              <a:effectLst/>
              <a:uLnTx/>
              <a:uFillTx/>
              <a:latin typeface="Arial"/>
              <a:cs typeface="Arial"/>
              <a:sym typeface="Arial"/>
            </a:endParaRPr>
          </a:p>
        </p:txBody>
      </p:sp>
      <p:sp>
        <p:nvSpPr>
          <p:cNvPr id="138" name="Google Shape;218;p27">
            <a:extLst>
              <a:ext uri="{FF2B5EF4-FFF2-40B4-BE49-F238E27FC236}">
                <a16:creationId xmlns:a16="http://schemas.microsoft.com/office/drawing/2014/main" id="{57B7105E-98CF-469B-80F7-4F2556D6664F}"/>
              </a:ext>
            </a:extLst>
          </p:cNvPr>
          <p:cNvSpPr/>
          <p:nvPr/>
        </p:nvSpPr>
        <p:spPr>
          <a:xfrm>
            <a:off x="1960009" y="2618725"/>
            <a:ext cx="219900" cy="219900"/>
          </a:xfrm>
          <a:prstGeom prst="ellipse">
            <a:avLst/>
          </a:prstGeom>
          <a:solidFill>
            <a:srgbClr val="D0CECE"/>
          </a:solidFill>
          <a:ln w="12700" cap="flat" cmpd="sng">
            <a:solidFill>
              <a:srgbClr val="000000"/>
            </a:solidFill>
            <a:prstDash val="solid"/>
            <a:miter lim="800000"/>
            <a:headEnd type="none" w="sm" len="sm"/>
            <a:tailEnd type="none" w="sm" len="sm"/>
          </a:ln>
        </p:spPr>
        <p:txBody>
          <a:bodyPr spcFirstLastPara="1" wrap="square" lIns="36575" tIns="34275" rIns="68575" bIns="3427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 sz="1300" b="0" i="0" u="none" strike="noStrike" kern="0" cap="none" spc="0" normalizeH="0" baseline="0" noProof="0">
                <a:ln>
                  <a:noFill/>
                </a:ln>
                <a:solidFill>
                  <a:srgbClr val="000000"/>
                </a:solidFill>
                <a:effectLst/>
                <a:uLnTx/>
                <a:uFillTx/>
                <a:latin typeface="Arial"/>
                <a:cs typeface="Arial"/>
                <a:sym typeface="Arial"/>
              </a:rPr>
              <a:t>5</a:t>
            </a: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139" name="Google Shape;219;p27">
            <a:extLst>
              <a:ext uri="{FF2B5EF4-FFF2-40B4-BE49-F238E27FC236}">
                <a16:creationId xmlns:a16="http://schemas.microsoft.com/office/drawing/2014/main" id="{DC2FF59F-273D-4485-82EE-9E207A2447D8}"/>
              </a:ext>
            </a:extLst>
          </p:cNvPr>
          <p:cNvSpPr/>
          <p:nvPr/>
        </p:nvSpPr>
        <p:spPr>
          <a:xfrm>
            <a:off x="7176859" y="3587025"/>
            <a:ext cx="219900" cy="219900"/>
          </a:xfrm>
          <a:prstGeom prst="ellipse">
            <a:avLst/>
          </a:prstGeom>
          <a:solidFill>
            <a:srgbClr val="D0CECE"/>
          </a:solidFill>
          <a:ln w="12700" cap="flat" cmpd="sng">
            <a:solidFill>
              <a:srgbClr val="000000"/>
            </a:solidFill>
            <a:prstDash val="solid"/>
            <a:miter lim="800000"/>
            <a:headEnd type="none" w="sm" len="sm"/>
            <a:tailEnd type="none" w="sm" len="sm"/>
          </a:ln>
        </p:spPr>
        <p:txBody>
          <a:bodyPr spcFirstLastPara="1" wrap="square" lIns="36575" tIns="34275" rIns="68575" bIns="3427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 sz="1300" b="0" i="0" u="none" strike="noStrike" kern="0" cap="none" spc="0" normalizeH="0" baseline="0" noProof="0">
                <a:ln>
                  <a:noFill/>
                </a:ln>
                <a:solidFill>
                  <a:srgbClr val="000000"/>
                </a:solidFill>
                <a:effectLst/>
                <a:uLnTx/>
                <a:uFillTx/>
                <a:latin typeface="Arial"/>
                <a:cs typeface="Arial"/>
                <a:sym typeface="Arial"/>
              </a:rPr>
              <a:t>5</a:t>
            </a: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140" name="Google Shape;220;p27">
            <a:extLst>
              <a:ext uri="{FF2B5EF4-FFF2-40B4-BE49-F238E27FC236}">
                <a16:creationId xmlns:a16="http://schemas.microsoft.com/office/drawing/2014/main" id="{5AAFD1E8-733B-4754-9154-6B63BC76764A}"/>
              </a:ext>
            </a:extLst>
          </p:cNvPr>
          <p:cNvSpPr/>
          <p:nvPr/>
        </p:nvSpPr>
        <p:spPr>
          <a:xfrm>
            <a:off x="8708109" y="3594700"/>
            <a:ext cx="219900" cy="219900"/>
          </a:xfrm>
          <a:prstGeom prst="ellipse">
            <a:avLst/>
          </a:prstGeom>
          <a:solidFill>
            <a:srgbClr val="D0CECE"/>
          </a:solidFill>
          <a:ln w="12700" cap="flat" cmpd="sng">
            <a:solidFill>
              <a:srgbClr val="000000"/>
            </a:solidFill>
            <a:prstDash val="solid"/>
            <a:miter lim="800000"/>
            <a:headEnd type="none" w="sm" len="sm"/>
            <a:tailEnd type="none" w="sm" len="sm"/>
          </a:ln>
        </p:spPr>
        <p:txBody>
          <a:bodyPr spcFirstLastPara="1" wrap="square" lIns="36575" tIns="34275" rIns="68575" bIns="3427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 sz="1300" b="0" i="0" u="none" strike="noStrike" kern="0" cap="none" spc="0" normalizeH="0" baseline="0" noProof="0">
                <a:ln>
                  <a:noFill/>
                </a:ln>
                <a:solidFill>
                  <a:srgbClr val="000000"/>
                </a:solidFill>
                <a:effectLst/>
                <a:uLnTx/>
                <a:uFillTx/>
                <a:latin typeface="Arial"/>
                <a:cs typeface="Arial"/>
                <a:sym typeface="Arial"/>
              </a:rPr>
              <a:t>5</a:t>
            </a: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141" name="Google Shape;221;p27">
            <a:extLst>
              <a:ext uri="{FF2B5EF4-FFF2-40B4-BE49-F238E27FC236}">
                <a16:creationId xmlns:a16="http://schemas.microsoft.com/office/drawing/2014/main" id="{853C3904-AF7F-45A2-B0E0-EC91DE2DD1CF}"/>
              </a:ext>
            </a:extLst>
          </p:cNvPr>
          <p:cNvSpPr/>
          <p:nvPr/>
        </p:nvSpPr>
        <p:spPr>
          <a:xfrm>
            <a:off x="5655434" y="4501100"/>
            <a:ext cx="219900" cy="219900"/>
          </a:xfrm>
          <a:prstGeom prst="ellipse">
            <a:avLst/>
          </a:prstGeom>
          <a:solidFill>
            <a:srgbClr val="D0CECE"/>
          </a:solidFill>
          <a:ln w="12700" cap="flat" cmpd="sng">
            <a:solidFill>
              <a:srgbClr val="000000"/>
            </a:solidFill>
            <a:prstDash val="solid"/>
            <a:miter lim="800000"/>
            <a:headEnd type="none" w="sm" len="sm"/>
            <a:tailEnd type="none" w="sm" len="sm"/>
          </a:ln>
        </p:spPr>
        <p:txBody>
          <a:bodyPr spcFirstLastPara="1" wrap="square" lIns="36575" tIns="34275" rIns="68575" bIns="3427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 sz="1300" b="0" i="0" u="none" strike="noStrike" kern="0" cap="none" spc="0" normalizeH="0" baseline="0" noProof="0" dirty="0">
                <a:ln>
                  <a:noFill/>
                </a:ln>
                <a:solidFill>
                  <a:srgbClr val="000000"/>
                </a:solidFill>
                <a:effectLst/>
                <a:uLnTx/>
                <a:uFillTx/>
                <a:latin typeface="Arial"/>
                <a:cs typeface="Arial"/>
                <a:sym typeface="Arial"/>
              </a:rPr>
              <a:t>5</a:t>
            </a:r>
            <a:endParaRPr kumimoji="0" sz="1200" b="0" i="0" u="none" strike="noStrike" kern="0" cap="none" spc="0" normalizeH="0" baseline="0" noProof="0" dirty="0">
              <a:ln>
                <a:noFill/>
              </a:ln>
              <a:solidFill>
                <a:srgbClr val="000000"/>
              </a:solidFill>
              <a:effectLst/>
              <a:uLnTx/>
              <a:uFillTx/>
              <a:latin typeface="Arial"/>
              <a:cs typeface="Arial"/>
              <a:sym typeface="Arial"/>
            </a:endParaRPr>
          </a:p>
        </p:txBody>
      </p:sp>
      <p:sp>
        <p:nvSpPr>
          <p:cNvPr id="142" name="Rounded Rectangle 4">
            <a:extLst>
              <a:ext uri="{FF2B5EF4-FFF2-40B4-BE49-F238E27FC236}">
                <a16:creationId xmlns:a16="http://schemas.microsoft.com/office/drawing/2014/main" id="{0A805C59-8637-43CA-8280-0DAB6E23E2FE}"/>
              </a:ext>
            </a:extLst>
          </p:cNvPr>
          <p:cNvSpPr/>
          <p:nvPr/>
        </p:nvSpPr>
        <p:spPr>
          <a:xfrm>
            <a:off x="1485107" y="5416436"/>
            <a:ext cx="7393782" cy="7121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Branch predictor looks ahead even if L1I misses</a:t>
            </a:r>
          </a:p>
        </p:txBody>
      </p:sp>
      <p:sp>
        <p:nvSpPr>
          <p:cNvPr id="3" name="Footer Placeholder 3">
            <a:extLst>
              <a:ext uri="{FF2B5EF4-FFF2-40B4-BE49-F238E27FC236}">
                <a16:creationId xmlns:a16="http://schemas.microsoft.com/office/drawing/2014/main" id="{31834077-AC36-983A-9DC2-81E169706E46}"/>
              </a:ext>
            </a:extLst>
          </p:cNvPr>
          <p:cNvSpPr txBox="1">
            <a:spLocks/>
          </p:cNvSpPr>
          <p:nvPr/>
        </p:nvSpPr>
        <p:spPr>
          <a:xfrm>
            <a:off x="2621280" y="6356350"/>
            <a:ext cx="553212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Advanced Computer Architecture</a:t>
            </a:r>
            <a:endParaRPr lang="en-IN" dirty="0"/>
          </a:p>
        </p:txBody>
      </p:sp>
    </p:spTree>
    <p:extLst>
      <p:ext uri="{BB962C8B-B14F-4D97-AF65-F5344CB8AC3E}">
        <p14:creationId xmlns:p14="http://schemas.microsoft.com/office/powerpoint/2010/main" val="46500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1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1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2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1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2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3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9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1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4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3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1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01"/>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19"/>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13"/>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15"/>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21"/>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P spid="100" grpId="0"/>
      <p:bldP spid="101" grpId="0"/>
      <p:bldP spid="102" grpId="0" animBg="1"/>
      <p:bldP spid="104" grpId="0"/>
      <p:bldP spid="105" grpId="0"/>
      <p:bldP spid="106" grpId="0"/>
      <p:bldP spid="122" grpId="0" animBg="1"/>
      <p:bldP spid="128" grpId="0" animBg="1"/>
      <p:bldP spid="129" grpId="0" animBg="1"/>
      <p:bldP spid="130" grpId="0" animBg="1"/>
      <p:bldP spid="131" grpId="0" animBg="1"/>
      <p:bldP spid="132" grpId="0" animBg="1"/>
      <p:bldP spid="133" grpId="0" animBg="1"/>
      <p:bldP spid="134" grpId="0" animBg="1"/>
      <p:bldP spid="135" grpId="0" animBg="1"/>
      <p:bldP spid="137" grpId="0" animBg="1"/>
      <p:bldP spid="138" grpId="0" animBg="1"/>
      <p:bldP spid="139" grpId="0" animBg="1"/>
      <p:bldP spid="140" grpId="0" animBg="1"/>
      <p:bldP spid="141" grpId="0" animBg="1"/>
      <p:bldP spid="14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965EB-571A-1DE4-1F0B-E767A04392E1}"/>
              </a:ext>
            </a:extLst>
          </p:cNvPr>
          <p:cNvSpPr>
            <a:spLocks noGrp="1"/>
          </p:cNvSpPr>
          <p:nvPr>
            <p:ph type="title"/>
          </p:nvPr>
        </p:nvSpPr>
        <p:spPr/>
        <p:txBody>
          <a:bodyPr/>
          <a:lstStyle/>
          <a:p>
            <a:r>
              <a:rPr lang="en-GB"/>
              <a:t>FDIP(Fetch Directed Instruction Prefetching)</a:t>
            </a:r>
            <a:endParaRPr lang="en-US"/>
          </a:p>
        </p:txBody>
      </p:sp>
      <p:sp>
        <p:nvSpPr>
          <p:cNvPr id="4" name="Slide Number Placeholder 3">
            <a:extLst>
              <a:ext uri="{FF2B5EF4-FFF2-40B4-BE49-F238E27FC236}">
                <a16:creationId xmlns:a16="http://schemas.microsoft.com/office/drawing/2014/main" id="{F6BF72A7-35B4-C1B2-D8F9-CE2A58D5100B}"/>
              </a:ext>
            </a:extLst>
          </p:cNvPr>
          <p:cNvSpPr>
            <a:spLocks noGrp="1"/>
          </p:cNvSpPr>
          <p:nvPr>
            <p:ph type="sldNum" idx="12"/>
          </p:nvPr>
        </p:nvSpPr>
        <p:spPr/>
        <p:txBody>
          <a:bodyPr/>
          <a:lstStyle/>
          <a:p>
            <a:fld id="{00000000-1234-1234-1234-123412341234}" type="slidenum">
              <a:rPr lang="en" smtClean="0"/>
              <a:t>3</a:t>
            </a:fld>
            <a:endParaRPr lang="en"/>
          </a:p>
        </p:txBody>
      </p:sp>
      <p:pic>
        <p:nvPicPr>
          <p:cNvPr id="5" name="Picture 4" descr="A diagram of a process&#10;&#10;Description automatically generated">
            <a:extLst>
              <a:ext uri="{FF2B5EF4-FFF2-40B4-BE49-F238E27FC236}">
                <a16:creationId xmlns:a16="http://schemas.microsoft.com/office/drawing/2014/main" id="{43CCD343-FB9D-DB58-AE24-63CBE771ADCD}"/>
              </a:ext>
            </a:extLst>
          </p:cNvPr>
          <p:cNvPicPr>
            <a:picLocks noChangeAspect="1"/>
          </p:cNvPicPr>
          <p:nvPr/>
        </p:nvPicPr>
        <p:blipFill>
          <a:blip r:embed="rId2"/>
          <a:srcRect r="153" b="3301"/>
          <a:stretch>
            <a:fillRect/>
          </a:stretch>
        </p:blipFill>
        <p:spPr>
          <a:xfrm>
            <a:off x="729615" y="1563688"/>
            <a:ext cx="6638304" cy="4982918"/>
          </a:xfrm>
          <a:prstGeom prst="rect">
            <a:avLst/>
          </a:prstGeom>
        </p:spPr>
      </p:pic>
      <p:sp>
        <p:nvSpPr>
          <p:cNvPr id="7" name="Rectangle 6">
            <a:extLst>
              <a:ext uri="{FF2B5EF4-FFF2-40B4-BE49-F238E27FC236}">
                <a16:creationId xmlns:a16="http://schemas.microsoft.com/office/drawing/2014/main" id="{53F8DA45-C08F-7386-5BB2-C9CDC51785B2}"/>
              </a:ext>
            </a:extLst>
          </p:cNvPr>
          <p:cNvSpPr/>
          <p:nvPr/>
        </p:nvSpPr>
        <p:spPr>
          <a:xfrm>
            <a:off x="7876166" y="2564615"/>
            <a:ext cx="3134956" cy="173691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lnSpc>
                <a:spcPct val="200000"/>
              </a:lnSpc>
            </a:pPr>
            <a:r>
              <a:rPr lang="en-GB" sz="1600">
                <a:solidFill>
                  <a:schemeClr val="tx1"/>
                </a:solidFill>
                <a:cs typeface="Arial"/>
              </a:rPr>
              <a:t>PIQ: Prefetch Instruction Queue</a:t>
            </a:r>
            <a:endParaRPr lang="en-US">
              <a:solidFill>
                <a:schemeClr val="tx1"/>
              </a:solidFill>
              <a:cs typeface="Arial"/>
            </a:endParaRPr>
          </a:p>
          <a:p>
            <a:pPr algn="ctr">
              <a:lnSpc>
                <a:spcPct val="200000"/>
              </a:lnSpc>
            </a:pPr>
            <a:r>
              <a:rPr lang="en-GB" sz="1600">
                <a:solidFill>
                  <a:schemeClr val="tx1"/>
                </a:solidFill>
                <a:cs typeface="Arial"/>
              </a:rPr>
              <a:t>FTQ: Fetch Target Queue</a:t>
            </a:r>
          </a:p>
        </p:txBody>
      </p:sp>
      <p:sp>
        <p:nvSpPr>
          <p:cNvPr id="9" name="TextBox 2">
            <a:extLst>
              <a:ext uri="{FF2B5EF4-FFF2-40B4-BE49-F238E27FC236}">
                <a16:creationId xmlns:a16="http://schemas.microsoft.com/office/drawing/2014/main" id="{6040264D-020B-A593-1398-C72E6FCEB816}"/>
              </a:ext>
            </a:extLst>
          </p:cNvPr>
          <p:cNvSpPr txBox="1"/>
          <p:nvPr/>
        </p:nvSpPr>
        <p:spPr>
          <a:xfrm>
            <a:off x="-4548" y="6548133"/>
            <a:ext cx="4369967" cy="34624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9pPr>
          </a:lstStyle>
          <a:p>
            <a:r>
              <a:rPr lang="en-GB" sz="1650">
                <a:solidFill>
                  <a:schemeClr val="bg2">
                    <a:lumMod val="40000"/>
                    <a:lumOff val="60000"/>
                  </a:schemeClr>
                </a:solidFill>
              </a:rPr>
              <a:t>@Image adapted from FDIP, MICRO'1999</a:t>
            </a:r>
          </a:p>
        </p:txBody>
      </p:sp>
    </p:spTree>
    <p:extLst>
      <p:ext uri="{BB962C8B-B14F-4D97-AF65-F5344CB8AC3E}">
        <p14:creationId xmlns:p14="http://schemas.microsoft.com/office/powerpoint/2010/main" val="33574951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3D897-E164-9219-B57C-2296E5B27738}"/>
              </a:ext>
            </a:extLst>
          </p:cNvPr>
          <p:cNvSpPr>
            <a:spLocks noGrp="1"/>
          </p:cNvSpPr>
          <p:nvPr>
            <p:ph type="title"/>
          </p:nvPr>
        </p:nvSpPr>
        <p:spPr/>
        <p:txBody>
          <a:bodyPr/>
          <a:lstStyle/>
          <a:p>
            <a:r>
              <a:rPr lang="en-US" dirty="0"/>
              <a:t>FTQ directed code prefetching (FDIP)</a:t>
            </a:r>
            <a:endParaRPr lang="en-IN" dirty="0"/>
          </a:p>
        </p:txBody>
      </p:sp>
      <p:sp>
        <p:nvSpPr>
          <p:cNvPr id="4" name="Slide Number Placeholder 3">
            <a:extLst>
              <a:ext uri="{FF2B5EF4-FFF2-40B4-BE49-F238E27FC236}">
                <a16:creationId xmlns:a16="http://schemas.microsoft.com/office/drawing/2014/main" id="{6FB99935-4617-CE11-EF70-699D91F8ACFE}"/>
              </a:ext>
            </a:extLst>
          </p:cNvPr>
          <p:cNvSpPr>
            <a:spLocks noGrp="1"/>
          </p:cNvSpPr>
          <p:nvPr>
            <p:ph type="sldNum" idx="12"/>
          </p:nvPr>
        </p:nvSpPr>
        <p:spPr/>
        <p:txBody>
          <a:bodyPr/>
          <a:lstStyle/>
          <a:p>
            <a:fld id="{00000000-1234-1234-1234-123412341234}" type="slidenum">
              <a:rPr lang="en" smtClean="0"/>
              <a:pPr/>
              <a:t>4</a:t>
            </a:fld>
            <a:endParaRPr lang="en"/>
          </a:p>
        </p:txBody>
      </p:sp>
      <p:pic>
        <p:nvPicPr>
          <p:cNvPr id="6" name="Picture 5">
            <a:extLst>
              <a:ext uri="{FF2B5EF4-FFF2-40B4-BE49-F238E27FC236}">
                <a16:creationId xmlns:a16="http://schemas.microsoft.com/office/drawing/2014/main" id="{F589516D-B464-F031-E1A1-76B19CE551F9}"/>
              </a:ext>
            </a:extLst>
          </p:cNvPr>
          <p:cNvPicPr>
            <a:picLocks noChangeAspect="1"/>
          </p:cNvPicPr>
          <p:nvPr/>
        </p:nvPicPr>
        <p:blipFill>
          <a:blip r:embed="rId2"/>
          <a:stretch>
            <a:fillRect/>
          </a:stretch>
        </p:blipFill>
        <p:spPr>
          <a:xfrm>
            <a:off x="2157412" y="2209700"/>
            <a:ext cx="7877175" cy="4076700"/>
          </a:xfrm>
          <a:prstGeom prst="rect">
            <a:avLst/>
          </a:prstGeom>
        </p:spPr>
      </p:pic>
      <p:sp>
        <p:nvSpPr>
          <p:cNvPr id="3" name="Footer Placeholder 3">
            <a:extLst>
              <a:ext uri="{FF2B5EF4-FFF2-40B4-BE49-F238E27FC236}">
                <a16:creationId xmlns:a16="http://schemas.microsoft.com/office/drawing/2014/main" id="{CA769A6E-BCC2-8CC3-84C9-685EC84B49A5}"/>
              </a:ext>
            </a:extLst>
          </p:cNvPr>
          <p:cNvSpPr txBox="1">
            <a:spLocks/>
          </p:cNvSpPr>
          <p:nvPr/>
        </p:nvSpPr>
        <p:spPr>
          <a:xfrm>
            <a:off x="2621280" y="6356350"/>
            <a:ext cx="553212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Advanced Computer Architecture</a:t>
            </a:r>
          </a:p>
        </p:txBody>
      </p:sp>
      <p:sp>
        <p:nvSpPr>
          <p:cNvPr id="5" name="TextBox 4">
            <a:extLst>
              <a:ext uri="{FF2B5EF4-FFF2-40B4-BE49-F238E27FC236}">
                <a16:creationId xmlns:a16="http://schemas.microsoft.com/office/drawing/2014/main" id="{8ED10892-5809-71B9-3DA9-E3C8AC5EE172}"/>
              </a:ext>
            </a:extLst>
          </p:cNvPr>
          <p:cNvSpPr txBox="1"/>
          <p:nvPr/>
        </p:nvSpPr>
        <p:spPr>
          <a:xfrm>
            <a:off x="532563" y="1620727"/>
            <a:ext cx="6160725" cy="369332"/>
          </a:xfrm>
          <a:prstGeom prst="rect">
            <a:avLst/>
          </a:prstGeom>
          <a:noFill/>
        </p:spPr>
        <p:txBody>
          <a:bodyPr wrap="none" rtlCol="0">
            <a:spAutoFit/>
          </a:bodyPr>
          <a:lstStyle/>
          <a:p>
            <a:r>
              <a:rPr lang="en-US" dirty="0"/>
              <a:t>FTQ is of 24 to 32 entries, one entry in FTQ stores 8 instructions</a:t>
            </a:r>
            <a:endParaRPr lang="en-IN" dirty="0"/>
          </a:p>
        </p:txBody>
      </p:sp>
    </p:spTree>
    <p:extLst>
      <p:ext uri="{BB962C8B-B14F-4D97-AF65-F5344CB8AC3E}">
        <p14:creationId xmlns:p14="http://schemas.microsoft.com/office/powerpoint/2010/main" val="3769682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04A59-B7F5-0A4E-FA5F-D2DDABD432EA}"/>
              </a:ext>
            </a:extLst>
          </p:cNvPr>
          <p:cNvSpPr>
            <a:spLocks noGrp="1"/>
          </p:cNvSpPr>
          <p:nvPr>
            <p:ph type="title"/>
          </p:nvPr>
        </p:nvSpPr>
        <p:spPr/>
        <p:txBody>
          <a:bodyPr/>
          <a:lstStyle/>
          <a:p>
            <a:r>
              <a:rPr lang="en-US" dirty="0"/>
              <a:t>Benefits</a:t>
            </a:r>
            <a:endParaRPr lang="en-IN" dirty="0"/>
          </a:p>
        </p:txBody>
      </p:sp>
      <p:sp>
        <p:nvSpPr>
          <p:cNvPr id="3" name="Text Placeholder 2">
            <a:extLst>
              <a:ext uri="{FF2B5EF4-FFF2-40B4-BE49-F238E27FC236}">
                <a16:creationId xmlns:a16="http://schemas.microsoft.com/office/drawing/2014/main" id="{44B4E8F2-6190-E62A-56D5-66AEDB0654D7}"/>
              </a:ext>
            </a:extLst>
          </p:cNvPr>
          <p:cNvSpPr>
            <a:spLocks noGrp="1"/>
          </p:cNvSpPr>
          <p:nvPr>
            <p:ph type="body" idx="1"/>
          </p:nvPr>
        </p:nvSpPr>
        <p:spPr/>
        <p:txBody>
          <a:bodyPr/>
          <a:lstStyle/>
          <a:p>
            <a:r>
              <a:rPr lang="en-US" dirty="0"/>
              <a:t>Branch predictor can move ahead and L1I misses can be amortized </a:t>
            </a:r>
            <a:r>
              <a:rPr lang="en-US" dirty="0">
                <a:sym typeface="Wingdings" panose="05000000000000000000" pitchFamily="2" charset="2"/>
              </a:rPr>
              <a:t></a:t>
            </a:r>
          </a:p>
          <a:p>
            <a:r>
              <a:rPr lang="en-US" dirty="0">
                <a:sym typeface="Wingdings" panose="05000000000000000000" pitchFamily="2" charset="2"/>
              </a:rPr>
              <a:t>Instruction prefetching?</a:t>
            </a:r>
          </a:p>
          <a:p>
            <a:r>
              <a:rPr lang="en-US" dirty="0">
                <a:sym typeface="Wingdings" panose="05000000000000000000" pitchFamily="2" charset="2"/>
              </a:rPr>
              <a:t>Hides latency of multi-level branch predictor and BTB</a:t>
            </a:r>
          </a:p>
          <a:p>
            <a:r>
              <a:rPr lang="en-US" dirty="0">
                <a:sym typeface="Wingdings" panose="05000000000000000000" pitchFamily="2" charset="2"/>
              </a:rPr>
              <a:t>Demands a larger BTB though   </a:t>
            </a:r>
          </a:p>
          <a:p>
            <a:r>
              <a:rPr lang="en-US" dirty="0">
                <a:sym typeface="Wingdings" panose="05000000000000000000" pitchFamily="2" charset="2"/>
              </a:rPr>
              <a:t>BTB prefetching? </a:t>
            </a:r>
          </a:p>
          <a:p>
            <a:r>
              <a:rPr lang="en-US" dirty="0">
                <a:sym typeface="Wingdings" panose="05000000000000000000" pitchFamily="2" charset="2"/>
              </a:rPr>
              <a:t>Tradeoffs: BTB capacity vs L1I capacity and latency </a:t>
            </a:r>
          </a:p>
          <a:p>
            <a:r>
              <a:rPr lang="en-US" dirty="0">
                <a:sym typeface="Wingdings" panose="05000000000000000000" pitchFamily="2" charset="2"/>
              </a:rPr>
              <a:t>What else? </a:t>
            </a:r>
          </a:p>
          <a:p>
            <a:endParaRPr lang="en-US" dirty="0">
              <a:sym typeface="Wingdings" panose="05000000000000000000" pitchFamily="2" charset="2"/>
            </a:endParaRPr>
          </a:p>
          <a:p>
            <a:endParaRPr lang="en-IN" dirty="0"/>
          </a:p>
        </p:txBody>
      </p:sp>
      <p:sp>
        <p:nvSpPr>
          <p:cNvPr id="4" name="Slide Number Placeholder 3">
            <a:extLst>
              <a:ext uri="{FF2B5EF4-FFF2-40B4-BE49-F238E27FC236}">
                <a16:creationId xmlns:a16="http://schemas.microsoft.com/office/drawing/2014/main" id="{F63C4776-AB30-0C25-4E15-C50DF61B2250}"/>
              </a:ext>
            </a:extLst>
          </p:cNvPr>
          <p:cNvSpPr>
            <a:spLocks noGrp="1"/>
          </p:cNvSpPr>
          <p:nvPr>
            <p:ph type="sldNum" idx="12"/>
          </p:nvPr>
        </p:nvSpPr>
        <p:spPr/>
        <p:txBody>
          <a:bodyPr/>
          <a:lstStyle/>
          <a:p>
            <a:fld id="{00000000-1234-1234-1234-123412341234}" type="slidenum">
              <a:rPr lang="en" smtClean="0"/>
              <a:pPr/>
              <a:t>5</a:t>
            </a:fld>
            <a:endParaRPr lang="en"/>
          </a:p>
        </p:txBody>
      </p:sp>
      <p:sp>
        <p:nvSpPr>
          <p:cNvPr id="5" name="Footer Placeholder 3">
            <a:extLst>
              <a:ext uri="{FF2B5EF4-FFF2-40B4-BE49-F238E27FC236}">
                <a16:creationId xmlns:a16="http://schemas.microsoft.com/office/drawing/2014/main" id="{DEAE2EDB-06FD-A635-ABA4-EB0472C921DB}"/>
              </a:ext>
            </a:extLst>
          </p:cNvPr>
          <p:cNvSpPr txBox="1">
            <a:spLocks/>
          </p:cNvSpPr>
          <p:nvPr/>
        </p:nvSpPr>
        <p:spPr>
          <a:xfrm>
            <a:off x="2621280" y="6356350"/>
            <a:ext cx="553212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Advanced Computer Architecture</a:t>
            </a:r>
          </a:p>
        </p:txBody>
      </p:sp>
    </p:spTree>
    <p:extLst>
      <p:ext uri="{BB962C8B-B14F-4D97-AF65-F5344CB8AC3E}">
        <p14:creationId xmlns:p14="http://schemas.microsoft.com/office/powerpoint/2010/main" val="555796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rrow: Right 5">
            <a:extLst>
              <a:ext uri="{FF2B5EF4-FFF2-40B4-BE49-F238E27FC236}">
                <a16:creationId xmlns:a16="http://schemas.microsoft.com/office/drawing/2014/main" id="{41B45FB5-966C-CF0D-A998-8E3926161600}"/>
              </a:ext>
            </a:extLst>
          </p:cNvPr>
          <p:cNvSpPr/>
          <p:nvPr/>
        </p:nvSpPr>
        <p:spPr>
          <a:xfrm>
            <a:off x="7427691" y="2439670"/>
            <a:ext cx="1466140" cy="346249"/>
          </a:xfrm>
          <a:prstGeom prst="rightArrow">
            <a:avLst/>
          </a:prstGeom>
          <a:solidFill>
            <a:srgbClr val="FFCAD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a:p>
        </p:txBody>
      </p:sp>
      <p:sp>
        <p:nvSpPr>
          <p:cNvPr id="4" name="Slide Number Placeholder 3">
            <a:extLst>
              <a:ext uri="{FF2B5EF4-FFF2-40B4-BE49-F238E27FC236}">
                <a16:creationId xmlns:a16="http://schemas.microsoft.com/office/drawing/2014/main" id="{32856FDF-15E9-9A34-2604-CD13B2479023}"/>
              </a:ext>
            </a:extLst>
          </p:cNvPr>
          <p:cNvSpPr>
            <a:spLocks noGrp="1"/>
          </p:cNvSpPr>
          <p:nvPr>
            <p:ph type="sldNum" idx="12"/>
          </p:nvPr>
        </p:nvSpPr>
        <p:spPr/>
        <p:txBody>
          <a:bodyPr/>
          <a:lstStyle/>
          <a:p>
            <a:fld id="{00000000-1234-1234-1234-123412341234}" type="slidenum">
              <a:rPr lang="en" smtClean="0"/>
              <a:t>6</a:t>
            </a:fld>
            <a:endParaRPr lang="en"/>
          </a:p>
        </p:txBody>
      </p:sp>
      <p:sp>
        <p:nvSpPr>
          <p:cNvPr id="12" name="Slide Number Placeholder 3">
            <a:extLst>
              <a:ext uri="{FF2B5EF4-FFF2-40B4-BE49-F238E27FC236}">
                <a16:creationId xmlns:a16="http://schemas.microsoft.com/office/drawing/2014/main" id="{BAF351A5-DA5D-2A56-5ADF-D98145E35880}"/>
              </a:ext>
            </a:extLst>
          </p:cNvPr>
          <p:cNvSpPr txBox="1"/>
          <p:nvPr/>
        </p:nvSpPr>
        <p:spPr>
          <a:xfrm>
            <a:off x="11436038" y="6438800"/>
            <a:ext cx="858800" cy="52488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ct val="0"/>
              </a:spcBef>
              <a:spcAft>
                <a:spcPct val="0"/>
              </a:spcAft>
            </a:defPPr>
            <a:lvl1pPr marL="0" marR="0" lvl="0" indent="0" algn="r" rtl="0">
              <a:lnSpc>
                <a:spcPct val="100000"/>
              </a:lnSpc>
              <a:spcBef>
                <a:spcPct val="0"/>
              </a:spcBef>
              <a:spcAft>
                <a:spcPct val="0"/>
              </a:spcAft>
              <a:buClr>
                <a:srgbClr val="000000"/>
              </a:buClr>
              <a:buSzPts val="1800"/>
              <a:buFont typeface="Arial"/>
              <a:buNone/>
              <a:defRPr sz="2160" b="0" i="0" u="none" strike="noStrike" cap="none">
                <a:solidFill>
                  <a:srgbClr val="C00000"/>
                </a:solidFill>
                <a:latin typeface="Arial"/>
                <a:ea typeface="Arial"/>
                <a:cs typeface="Arial"/>
                <a:sym typeface="Arial"/>
              </a:defRPr>
            </a:lvl1pPr>
            <a:lvl2pPr marL="0" marR="0" lvl="1" indent="0" algn="r" rtl="0">
              <a:lnSpc>
                <a:spcPct val="100000"/>
              </a:lnSpc>
              <a:spcBef>
                <a:spcPct val="0"/>
              </a:spcBef>
              <a:spcAft>
                <a:spcPct val="0"/>
              </a:spcAft>
              <a:buClr>
                <a:srgbClr val="000000"/>
              </a:buClr>
              <a:buSzPts val="1800"/>
              <a:buFont typeface="Arial"/>
              <a:buNone/>
              <a:defRPr sz="2160" b="0" i="0" u="none" strike="noStrike" cap="none">
                <a:solidFill>
                  <a:srgbClr val="8B00E7"/>
                </a:solidFill>
                <a:latin typeface="Arial"/>
                <a:ea typeface="Arial"/>
                <a:cs typeface="Arial"/>
                <a:sym typeface="Arial"/>
              </a:defRPr>
            </a:lvl2pPr>
            <a:lvl3pPr marL="0" marR="0" lvl="2" indent="0" algn="r" rtl="0">
              <a:lnSpc>
                <a:spcPct val="100000"/>
              </a:lnSpc>
              <a:spcBef>
                <a:spcPct val="0"/>
              </a:spcBef>
              <a:spcAft>
                <a:spcPct val="0"/>
              </a:spcAft>
              <a:buClr>
                <a:srgbClr val="000000"/>
              </a:buClr>
              <a:buSzPts val="1800"/>
              <a:buFont typeface="Arial"/>
              <a:buNone/>
              <a:defRPr sz="2160" b="0" i="0" u="none" strike="noStrike" cap="none">
                <a:solidFill>
                  <a:srgbClr val="8B00E7"/>
                </a:solidFill>
                <a:latin typeface="Arial"/>
                <a:ea typeface="Arial"/>
                <a:cs typeface="Arial"/>
                <a:sym typeface="Arial"/>
              </a:defRPr>
            </a:lvl3pPr>
            <a:lvl4pPr marL="0" marR="0" lvl="3" indent="0" algn="r" rtl="0">
              <a:lnSpc>
                <a:spcPct val="100000"/>
              </a:lnSpc>
              <a:spcBef>
                <a:spcPct val="0"/>
              </a:spcBef>
              <a:spcAft>
                <a:spcPct val="0"/>
              </a:spcAft>
              <a:buClr>
                <a:srgbClr val="000000"/>
              </a:buClr>
              <a:buSzPts val="1800"/>
              <a:buFont typeface="Arial"/>
              <a:buNone/>
              <a:defRPr sz="2160" b="0" i="0" u="none" strike="noStrike" cap="none">
                <a:solidFill>
                  <a:srgbClr val="8B00E7"/>
                </a:solidFill>
                <a:latin typeface="Arial"/>
                <a:ea typeface="Arial"/>
                <a:cs typeface="Arial"/>
                <a:sym typeface="Arial"/>
              </a:defRPr>
            </a:lvl4pPr>
            <a:lvl5pPr marL="0" marR="0" lvl="4" indent="0" algn="r" rtl="0">
              <a:lnSpc>
                <a:spcPct val="100000"/>
              </a:lnSpc>
              <a:spcBef>
                <a:spcPct val="0"/>
              </a:spcBef>
              <a:spcAft>
                <a:spcPct val="0"/>
              </a:spcAft>
              <a:buClr>
                <a:srgbClr val="000000"/>
              </a:buClr>
              <a:buSzPts val="1800"/>
              <a:buFont typeface="Arial"/>
              <a:buNone/>
              <a:defRPr sz="2160" b="0" i="0" u="none" strike="noStrike" cap="none">
                <a:solidFill>
                  <a:srgbClr val="8B00E7"/>
                </a:solidFill>
                <a:latin typeface="Arial"/>
                <a:ea typeface="Arial"/>
                <a:cs typeface="Arial"/>
                <a:sym typeface="Arial"/>
              </a:defRPr>
            </a:lvl5pPr>
            <a:lvl6pPr marL="0" marR="0" lvl="5" indent="0" algn="r" rtl="0">
              <a:lnSpc>
                <a:spcPct val="100000"/>
              </a:lnSpc>
              <a:spcBef>
                <a:spcPct val="0"/>
              </a:spcBef>
              <a:spcAft>
                <a:spcPct val="0"/>
              </a:spcAft>
              <a:buClr>
                <a:srgbClr val="000000"/>
              </a:buClr>
              <a:buSzPts val="1800"/>
              <a:buFont typeface="Arial"/>
              <a:buNone/>
              <a:defRPr sz="2160" b="0" i="0" u="none" strike="noStrike" cap="none">
                <a:solidFill>
                  <a:srgbClr val="8B00E7"/>
                </a:solidFill>
                <a:latin typeface="Arial"/>
                <a:ea typeface="Arial"/>
                <a:cs typeface="Arial"/>
                <a:sym typeface="Arial"/>
              </a:defRPr>
            </a:lvl6pPr>
            <a:lvl7pPr marL="0" marR="0" lvl="6" indent="0" algn="r" rtl="0">
              <a:lnSpc>
                <a:spcPct val="100000"/>
              </a:lnSpc>
              <a:spcBef>
                <a:spcPct val="0"/>
              </a:spcBef>
              <a:spcAft>
                <a:spcPct val="0"/>
              </a:spcAft>
              <a:buClr>
                <a:srgbClr val="000000"/>
              </a:buClr>
              <a:buSzPts val="1800"/>
              <a:buFont typeface="Arial"/>
              <a:buNone/>
              <a:defRPr sz="2160" b="0" i="0" u="none" strike="noStrike" cap="none">
                <a:solidFill>
                  <a:srgbClr val="8B00E7"/>
                </a:solidFill>
                <a:latin typeface="Arial"/>
                <a:ea typeface="Arial"/>
                <a:cs typeface="Arial"/>
                <a:sym typeface="Arial"/>
              </a:defRPr>
            </a:lvl7pPr>
            <a:lvl8pPr marL="0" marR="0" lvl="7" indent="0" algn="r" rtl="0">
              <a:lnSpc>
                <a:spcPct val="100000"/>
              </a:lnSpc>
              <a:spcBef>
                <a:spcPct val="0"/>
              </a:spcBef>
              <a:spcAft>
                <a:spcPct val="0"/>
              </a:spcAft>
              <a:buClr>
                <a:srgbClr val="000000"/>
              </a:buClr>
              <a:buSzPts val="1800"/>
              <a:buFont typeface="Arial"/>
              <a:buNone/>
              <a:defRPr sz="2160" b="0" i="0" u="none" strike="noStrike" cap="none">
                <a:solidFill>
                  <a:srgbClr val="8B00E7"/>
                </a:solidFill>
                <a:latin typeface="Arial"/>
                <a:ea typeface="Arial"/>
                <a:cs typeface="Arial"/>
                <a:sym typeface="Arial"/>
              </a:defRPr>
            </a:lvl8pPr>
            <a:lvl9pPr marL="0" marR="0" lvl="8" indent="0" algn="r" rtl="0">
              <a:lnSpc>
                <a:spcPct val="100000"/>
              </a:lnSpc>
              <a:spcBef>
                <a:spcPct val="0"/>
              </a:spcBef>
              <a:spcAft>
                <a:spcPct val="0"/>
              </a:spcAft>
              <a:buClr>
                <a:srgbClr val="000000"/>
              </a:buClr>
              <a:buSzPts val="1800"/>
              <a:buFont typeface="Arial"/>
              <a:buNone/>
              <a:defRPr sz="2160" b="0" i="0" u="none" strike="noStrike" cap="none">
                <a:solidFill>
                  <a:srgbClr val="8B00E7"/>
                </a:solidFill>
                <a:latin typeface="Arial"/>
                <a:ea typeface="Arial"/>
                <a:cs typeface="Arial"/>
                <a:sym typeface="Arial"/>
              </a:defRPr>
            </a:lvl9pPr>
          </a:lstStyle>
          <a:p>
            <a:endParaRPr lang="en" sz="2150"/>
          </a:p>
        </p:txBody>
      </p:sp>
      <p:sp>
        <p:nvSpPr>
          <p:cNvPr id="34" name="Flowchart: Process 33">
            <a:extLst>
              <a:ext uri="{FF2B5EF4-FFF2-40B4-BE49-F238E27FC236}">
                <a16:creationId xmlns:a16="http://schemas.microsoft.com/office/drawing/2014/main" id="{B9B3B75B-9418-20F2-D9F4-8BF0A8F46C79}"/>
              </a:ext>
            </a:extLst>
          </p:cNvPr>
          <p:cNvSpPr/>
          <p:nvPr/>
        </p:nvSpPr>
        <p:spPr>
          <a:xfrm>
            <a:off x="2620957" y="4285544"/>
            <a:ext cx="962025" cy="552858"/>
          </a:xfrm>
          <a:prstGeom prst="flowChartProcess">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9pPr>
          </a:lstStyle>
          <a:p>
            <a:pPr algn="ctr"/>
            <a:r>
              <a:rPr lang="en-US" b="1">
                <a:solidFill>
                  <a:schemeClr val="tx1"/>
                </a:solidFill>
                <a:effectLst>
                  <a:outerShdw blurRad="38100" dist="38100" dir="2700000" algn="tl">
                    <a:srgbClr val="000000">
                      <a:alpha val="43137"/>
                    </a:srgbClr>
                  </a:outerShdw>
                </a:effectLst>
              </a:rPr>
              <a:t>L2</a:t>
            </a:r>
            <a:endParaRPr lang="en-US"/>
          </a:p>
        </p:txBody>
      </p:sp>
      <p:sp>
        <p:nvSpPr>
          <p:cNvPr id="36" name="Flowchart: Process 35">
            <a:extLst>
              <a:ext uri="{FF2B5EF4-FFF2-40B4-BE49-F238E27FC236}">
                <a16:creationId xmlns:a16="http://schemas.microsoft.com/office/drawing/2014/main" id="{0877B612-C230-ED8F-8D13-051B547321AD}"/>
              </a:ext>
            </a:extLst>
          </p:cNvPr>
          <p:cNvSpPr/>
          <p:nvPr/>
        </p:nvSpPr>
        <p:spPr>
          <a:xfrm>
            <a:off x="2493572" y="5022229"/>
            <a:ext cx="1210642" cy="743358"/>
          </a:xfrm>
          <a:prstGeom prst="flowChartProcess">
            <a:avLst/>
          </a:prstGeom>
          <a:gradFill flip="none" rotWithShape="1">
            <a:gsLst>
              <a:gs pos="0">
                <a:srgbClr val="1199FF">
                  <a:shade val="30000"/>
                  <a:satMod val="115000"/>
                </a:srgbClr>
              </a:gs>
              <a:gs pos="50000">
                <a:srgbClr val="1199FF">
                  <a:shade val="67500"/>
                  <a:satMod val="115000"/>
                </a:srgbClr>
              </a:gs>
              <a:gs pos="100000">
                <a:srgbClr val="1199FF">
                  <a:shade val="100000"/>
                  <a:satMod val="115000"/>
                </a:srgb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9pPr>
          </a:lstStyle>
          <a:p>
            <a:pPr algn="ctr"/>
            <a:r>
              <a:rPr lang="en-US" b="1">
                <a:solidFill>
                  <a:schemeClr val="tx1"/>
                </a:solidFill>
                <a:effectLst>
                  <a:outerShdw blurRad="38100" dist="38100" dir="2700000" algn="tl">
                    <a:srgbClr val="000000">
                      <a:alpha val="43137"/>
                    </a:srgbClr>
                  </a:outerShdw>
                </a:effectLst>
              </a:rPr>
              <a:t>LLC</a:t>
            </a:r>
            <a:endParaRPr lang="en-US"/>
          </a:p>
        </p:txBody>
      </p:sp>
      <p:sp>
        <p:nvSpPr>
          <p:cNvPr id="38" name="Flowchart: Process 37">
            <a:extLst>
              <a:ext uri="{FF2B5EF4-FFF2-40B4-BE49-F238E27FC236}">
                <a16:creationId xmlns:a16="http://schemas.microsoft.com/office/drawing/2014/main" id="{69FD82F0-B315-446D-C75C-577F527D365D}"/>
              </a:ext>
            </a:extLst>
          </p:cNvPr>
          <p:cNvSpPr/>
          <p:nvPr/>
        </p:nvSpPr>
        <p:spPr>
          <a:xfrm>
            <a:off x="2138823" y="5948954"/>
            <a:ext cx="1901688" cy="743358"/>
          </a:xfrm>
          <a:prstGeom prst="flowChartProcess">
            <a:avLst/>
          </a:prstGeom>
          <a:gradFill flip="none" rotWithShape="1">
            <a:gsLst>
              <a:gs pos="0">
                <a:schemeClr val="accent3">
                  <a:lumMod val="60000"/>
                  <a:lumOff val="40000"/>
                  <a:shade val="30000"/>
                  <a:satMod val="115000"/>
                </a:schemeClr>
              </a:gs>
              <a:gs pos="50000">
                <a:schemeClr val="accent3">
                  <a:lumMod val="60000"/>
                  <a:lumOff val="40000"/>
                  <a:shade val="67500"/>
                  <a:satMod val="115000"/>
                </a:schemeClr>
              </a:gs>
              <a:gs pos="100000">
                <a:schemeClr val="accent3">
                  <a:lumMod val="60000"/>
                  <a:lumOff val="40000"/>
                  <a:shade val="100000"/>
                  <a:satMod val="115000"/>
                </a:schemeClr>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9pPr>
          </a:lstStyle>
          <a:p>
            <a:pPr algn="ctr"/>
            <a:r>
              <a:rPr lang="en-US" b="1">
                <a:solidFill>
                  <a:schemeClr val="tx1"/>
                </a:solidFill>
                <a:effectLst>
                  <a:outerShdw blurRad="38100" dist="38100" dir="2700000" algn="tl">
                    <a:srgbClr val="000000">
                      <a:alpha val="43137"/>
                    </a:srgbClr>
                  </a:outerShdw>
                </a:effectLst>
              </a:rPr>
              <a:t>DRAM</a:t>
            </a:r>
            <a:endParaRPr lang="en-US"/>
          </a:p>
        </p:txBody>
      </p:sp>
      <p:cxnSp>
        <p:nvCxnSpPr>
          <p:cNvPr id="44" name="Straight Arrow Connector 43">
            <a:extLst>
              <a:ext uri="{FF2B5EF4-FFF2-40B4-BE49-F238E27FC236}">
                <a16:creationId xmlns:a16="http://schemas.microsoft.com/office/drawing/2014/main" id="{571C7D1C-A681-518E-F15A-13D4A1CBBD22}"/>
              </a:ext>
            </a:extLst>
          </p:cNvPr>
          <p:cNvCxnSpPr/>
          <p:nvPr/>
        </p:nvCxnSpPr>
        <p:spPr>
          <a:xfrm flipH="1">
            <a:off x="3101970" y="4103041"/>
            <a:ext cx="6151" cy="182503"/>
          </a:xfrm>
          <a:prstGeom prst="straightConnector1">
            <a:avLst/>
          </a:prstGeom>
          <a:ln w="1905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84B1C2B-0A52-CA6A-972E-EFC57FEB227C}"/>
              </a:ext>
            </a:extLst>
          </p:cNvPr>
          <p:cNvCxnSpPr/>
          <p:nvPr/>
        </p:nvCxnSpPr>
        <p:spPr>
          <a:xfrm flipH="1">
            <a:off x="3104577" y="4842751"/>
            <a:ext cx="6151" cy="182503"/>
          </a:xfrm>
          <a:prstGeom prst="straightConnector1">
            <a:avLst/>
          </a:prstGeom>
          <a:ln w="1905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3D64161-9745-5174-7325-C694BC2BF189}"/>
              </a:ext>
            </a:extLst>
          </p:cNvPr>
          <p:cNvCxnSpPr/>
          <p:nvPr/>
        </p:nvCxnSpPr>
        <p:spPr>
          <a:xfrm flipH="1">
            <a:off x="3107184" y="5769379"/>
            <a:ext cx="6151" cy="182503"/>
          </a:xfrm>
          <a:prstGeom prst="straightConnector1">
            <a:avLst/>
          </a:prstGeom>
          <a:ln w="1905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15487E11-AD12-B02B-DA01-70393657B82E}"/>
              </a:ext>
            </a:extLst>
          </p:cNvPr>
          <p:cNvSpPr txBox="1"/>
          <p:nvPr/>
        </p:nvSpPr>
        <p:spPr>
          <a:xfrm>
            <a:off x="1874630" y="1584738"/>
            <a:ext cx="1626152" cy="3462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9pPr>
          </a:lstStyle>
          <a:p>
            <a:r>
              <a:rPr lang="en-GB" sz="1650"/>
              <a:t>FETCH Queue</a:t>
            </a:r>
            <a:endParaRPr lang="en-GB"/>
          </a:p>
        </p:txBody>
      </p:sp>
      <p:sp>
        <p:nvSpPr>
          <p:cNvPr id="82" name="TextBox 81">
            <a:extLst>
              <a:ext uri="{FF2B5EF4-FFF2-40B4-BE49-F238E27FC236}">
                <a16:creationId xmlns:a16="http://schemas.microsoft.com/office/drawing/2014/main" id="{03EC1BE0-9C50-9113-C21D-1B4887A05FA3}"/>
              </a:ext>
            </a:extLst>
          </p:cNvPr>
          <p:cNvSpPr txBox="1"/>
          <p:nvPr/>
        </p:nvSpPr>
        <p:spPr>
          <a:xfrm>
            <a:off x="5055152" y="1551607"/>
            <a:ext cx="1922434" cy="3462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9pPr>
          </a:lstStyle>
          <a:p>
            <a:r>
              <a:rPr lang="en-GB" sz="1650"/>
              <a:t>DECODE Queue</a:t>
            </a:r>
            <a:endParaRPr lang="en-GB"/>
          </a:p>
        </p:txBody>
      </p:sp>
      <p:sp>
        <p:nvSpPr>
          <p:cNvPr id="84" name="TextBox 83">
            <a:extLst>
              <a:ext uri="{FF2B5EF4-FFF2-40B4-BE49-F238E27FC236}">
                <a16:creationId xmlns:a16="http://schemas.microsoft.com/office/drawing/2014/main" id="{CB31D65C-2B4A-84C7-CDE9-B7EC658EAC4D}"/>
              </a:ext>
            </a:extLst>
          </p:cNvPr>
          <p:cNvSpPr txBox="1"/>
          <p:nvPr/>
        </p:nvSpPr>
        <p:spPr>
          <a:xfrm>
            <a:off x="8335065" y="1529520"/>
            <a:ext cx="1559891" cy="3462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9pPr>
          </a:lstStyle>
          <a:p>
            <a:r>
              <a:rPr lang="en-GB" sz="1650"/>
              <a:t>Issue Queue</a:t>
            </a:r>
            <a:endParaRPr lang="en-GB"/>
          </a:p>
        </p:txBody>
      </p:sp>
      <p:sp>
        <p:nvSpPr>
          <p:cNvPr id="90" name="Rectangle: Rounded Corners 89">
            <a:extLst>
              <a:ext uri="{FF2B5EF4-FFF2-40B4-BE49-F238E27FC236}">
                <a16:creationId xmlns:a16="http://schemas.microsoft.com/office/drawing/2014/main" id="{4A49E7DF-8125-BCE3-23D1-7A57A8299465}"/>
              </a:ext>
            </a:extLst>
          </p:cNvPr>
          <p:cNvSpPr/>
          <p:nvPr/>
        </p:nvSpPr>
        <p:spPr>
          <a:xfrm>
            <a:off x="4289604" y="4563034"/>
            <a:ext cx="6666885" cy="743359"/>
          </a:xfrm>
          <a:prstGeom prst="roundRect">
            <a:avLst/>
          </a:prstGeom>
          <a:solidFill>
            <a:srgbClr val="40679E"/>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chemeClr val="lt1"/>
                </a:solidFill>
                <a:latin typeface="+mn-lt"/>
                <a:ea typeface="+mn-ea"/>
                <a:cs typeface="+mn-cs"/>
                <a:sym typeface="Arial"/>
              </a:defRPr>
            </a:lvl1pPr>
            <a:lvl2pPr marR="0" lvl="1" algn="l" rtl="0">
              <a:lnSpc>
                <a:spcPct val="100000"/>
              </a:lnSpc>
              <a:spcBef>
                <a:spcPct val="0"/>
              </a:spcBef>
              <a:spcAft>
                <a:spcPct val="0"/>
              </a:spcAft>
              <a:buClr>
                <a:srgbClr val="000000"/>
              </a:buClr>
              <a:buFont typeface="Arial"/>
              <a:defRPr sz="1680" b="0" i="0" u="none" strike="noStrike" cap="none">
                <a:solidFill>
                  <a:schemeClr val="lt1"/>
                </a:solidFill>
                <a:latin typeface="+mn-lt"/>
                <a:ea typeface="+mn-ea"/>
                <a:cs typeface="+mn-cs"/>
                <a:sym typeface="Arial"/>
              </a:defRPr>
            </a:lvl2pPr>
            <a:lvl3pPr marR="0" lvl="2" algn="l" rtl="0">
              <a:lnSpc>
                <a:spcPct val="100000"/>
              </a:lnSpc>
              <a:spcBef>
                <a:spcPct val="0"/>
              </a:spcBef>
              <a:spcAft>
                <a:spcPct val="0"/>
              </a:spcAft>
              <a:buClr>
                <a:srgbClr val="000000"/>
              </a:buClr>
              <a:buFont typeface="Arial"/>
              <a:defRPr sz="1680" b="0" i="0" u="none" strike="noStrike" cap="none">
                <a:solidFill>
                  <a:schemeClr val="lt1"/>
                </a:solidFill>
                <a:latin typeface="+mn-lt"/>
                <a:ea typeface="+mn-ea"/>
                <a:cs typeface="+mn-cs"/>
                <a:sym typeface="Arial"/>
              </a:defRPr>
            </a:lvl3pPr>
            <a:lvl4pPr marR="0" lvl="3" algn="l" rtl="0">
              <a:lnSpc>
                <a:spcPct val="100000"/>
              </a:lnSpc>
              <a:spcBef>
                <a:spcPct val="0"/>
              </a:spcBef>
              <a:spcAft>
                <a:spcPct val="0"/>
              </a:spcAft>
              <a:buClr>
                <a:srgbClr val="000000"/>
              </a:buClr>
              <a:buFont typeface="Arial"/>
              <a:defRPr sz="1680" b="0" i="0" u="none" strike="noStrike" cap="none">
                <a:solidFill>
                  <a:schemeClr val="lt1"/>
                </a:solidFill>
                <a:latin typeface="+mn-lt"/>
                <a:ea typeface="+mn-ea"/>
                <a:cs typeface="+mn-cs"/>
                <a:sym typeface="Arial"/>
              </a:defRPr>
            </a:lvl4pPr>
            <a:lvl5pPr marR="0" lvl="4" algn="l" rtl="0">
              <a:lnSpc>
                <a:spcPct val="100000"/>
              </a:lnSpc>
              <a:spcBef>
                <a:spcPct val="0"/>
              </a:spcBef>
              <a:spcAft>
                <a:spcPct val="0"/>
              </a:spcAft>
              <a:buClr>
                <a:srgbClr val="000000"/>
              </a:buClr>
              <a:buFont typeface="Arial"/>
              <a:defRPr sz="1680" b="0" i="0" u="none" strike="noStrike" cap="none">
                <a:solidFill>
                  <a:schemeClr val="lt1"/>
                </a:solidFill>
                <a:latin typeface="+mn-lt"/>
                <a:ea typeface="+mn-ea"/>
                <a:cs typeface="+mn-cs"/>
                <a:sym typeface="Arial"/>
              </a:defRPr>
            </a:lvl5pPr>
            <a:lvl6pPr marR="0" lvl="5" algn="l" rtl="0">
              <a:lnSpc>
                <a:spcPct val="100000"/>
              </a:lnSpc>
              <a:spcBef>
                <a:spcPct val="0"/>
              </a:spcBef>
              <a:spcAft>
                <a:spcPct val="0"/>
              </a:spcAft>
              <a:buClr>
                <a:srgbClr val="000000"/>
              </a:buClr>
              <a:buFont typeface="Arial"/>
              <a:defRPr sz="1680" b="0" i="0" u="none" strike="noStrike" cap="none">
                <a:solidFill>
                  <a:schemeClr val="lt1"/>
                </a:solidFill>
                <a:latin typeface="+mn-lt"/>
                <a:ea typeface="+mn-ea"/>
                <a:cs typeface="+mn-cs"/>
                <a:sym typeface="Arial"/>
              </a:defRPr>
            </a:lvl6pPr>
            <a:lvl7pPr marR="0" lvl="6" algn="l" rtl="0">
              <a:lnSpc>
                <a:spcPct val="100000"/>
              </a:lnSpc>
              <a:spcBef>
                <a:spcPct val="0"/>
              </a:spcBef>
              <a:spcAft>
                <a:spcPct val="0"/>
              </a:spcAft>
              <a:buClr>
                <a:srgbClr val="000000"/>
              </a:buClr>
              <a:buFont typeface="Arial"/>
              <a:defRPr sz="1680" b="0" i="0" u="none" strike="noStrike" cap="none">
                <a:solidFill>
                  <a:schemeClr val="lt1"/>
                </a:solidFill>
                <a:latin typeface="+mn-lt"/>
                <a:ea typeface="+mn-ea"/>
                <a:cs typeface="+mn-cs"/>
                <a:sym typeface="Arial"/>
              </a:defRPr>
            </a:lvl7pPr>
            <a:lvl8pPr marR="0" lvl="7" algn="l" rtl="0">
              <a:lnSpc>
                <a:spcPct val="100000"/>
              </a:lnSpc>
              <a:spcBef>
                <a:spcPct val="0"/>
              </a:spcBef>
              <a:spcAft>
                <a:spcPct val="0"/>
              </a:spcAft>
              <a:buClr>
                <a:srgbClr val="000000"/>
              </a:buClr>
              <a:buFont typeface="Arial"/>
              <a:defRPr sz="1680" b="0" i="0" u="none" strike="noStrike" cap="none">
                <a:solidFill>
                  <a:schemeClr val="lt1"/>
                </a:solidFill>
                <a:latin typeface="+mn-lt"/>
                <a:ea typeface="+mn-ea"/>
                <a:cs typeface="+mn-cs"/>
                <a:sym typeface="Arial"/>
              </a:defRPr>
            </a:lvl8pPr>
            <a:lvl9pPr marR="0" lvl="8" algn="l" rtl="0">
              <a:lnSpc>
                <a:spcPct val="100000"/>
              </a:lnSpc>
              <a:spcBef>
                <a:spcPct val="0"/>
              </a:spcBef>
              <a:spcAft>
                <a:spcPct val="0"/>
              </a:spcAft>
              <a:buClr>
                <a:srgbClr val="000000"/>
              </a:buClr>
              <a:buFont typeface="Arial"/>
              <a:defRPr sz="1680" b="0" i="0" u="none" strike="noStrike" cap="none">
                <a:solidFill>
                  <a:schemeClr val="lt1"/>
                </a:solidFill>
                <a:latin typeface="+mn-lt"/>
                <a:ea typeface="+mn-ea"/>
                <a:cs typeface="+mn-cs"/>
                <a:sym typeface="Arial"/>
              </a:defRPr>
            </a:lvl9pPr>
          </a:lstStyle>
          <a:p>
            <a:pPr algn="ctr"/>
            <a:r>
              <a:rPr lang="en-US" sz="1650" b="1" dirty="0">
                <a:solidFill>
                  <a:srgbClr val="FFCAD4"/>
                </a:solidFill>
                <a:latin typeface="Arial"/>
                <a:cs typeface="Arial"/>
              </a:rPr>
              <a:t>Decode stage stalls, waiting for the instructions to arrive from the outer levels of memory</a:t>
            </a:r>
            <a:endParaRPr lang="en-US" sz="1650" dirty="0">
              <a:solidFill>
                <a:srgbClr val="FFCAD4"/>
              </a:solidFill>
              <a:cs typeface="Arial"/>
            </a:endParaRPr>
          </a:p>
        </p:txBody>
      </p:sp>
      <p:sp>
        <p:nvSpPr>
          <p:cNvPr id="96" name="Title 1">
            <a:extLst>
              <a:ext uri="{FF2B5EF4-FFF2-40B4-BE49-F238E27FC236}">
                <a16:creationId xmlns:a16="http://schemas.microsoft.com/office/drawing/2014/main" id="{F7F77CF7-7D2F-9D8A-6374-D995F59E60C7}"/>
              </a:ext>
            </a:extLst>
          </p:cNvPr>
          <p:cNvSpPr txBox="1"/>
          <p:nvPr/>
        </p:nvSpPr>
        <p:spPr>
          <a:xfrm>
            <a:off x="639121" y="745389"/>
            <a:ext cx="11360800" cy="76356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8B00E7"/>
              </a:buClr>
              <a:buSzPts val="3600"/>
              <a:buFont typeface="Arial"/>
              <a:buNone/>
              <a:defRPr sz="3600" b="0" i="0" u="none" strike="noStrike" cap="none">
                <a:solidFill>
                  <a:srgbClr val="C00000"/>
                </a:solidFill>
                <a:latin typeface="Arial"/>
                <a:ea typeface="Arial"/>
                <a:cs typeface="Arial"/>
                <a:sym typeface="Arial"/>
              </a:defRPr>
            </a:lvl1pPr>
            <a:lvl2pPr marR="0" lvl="1" algn="l" rtl="0">
              <a:lnSpc>
                <a:spcPct val="100000"/>
              </a:lnSpc>
              <a:spcBef>
                <a:spcPct val="0"/>
              </a:spcBef>
              <a:spcAft>
                <a:spcPct val="0"/>
              </a:spcAft>
              <a:buClr>
                <a:schemeClr val="dk1"/>
              </a:buClr>
              <a:buSzPts val="2800"/>
              <a:buFont typeface="Cambria"/>
              <a:buNone/>
              <a:defRPr sz="2800" b="0" i="0" u="none" strike="noStrike" cap="none">
                <a:solidFill>
                  <a:schemeClr val="dk1"/>
                </a:solidFill>
                <a:latin typeface="Cambria"/>
                <a:ea typeface="Cambria"/>
                <a:cs typeface="Cambria"/>
                <a:sym typeface="Cambria"/>
              </a:defRPr>
            </a:lvl2pPr>
            <a:lvl3pPr marR="0" lvl="2" algn="l" rtl="0">
              <a:lnSpc>
                <a:spcPct val="100000"/>
              </a:lnSpc>
              <a:spcBef>
                <a:spcPct val="0"/>
              </a:spcBef>
              <a:spcAft>
                <a:spcPct val="0"/>
              </a:spcAft>
              <a:buClr>
                <a:schemeClr val="dk1"/>
              </a:buClr>
              <a:buSzPts val="2800"/>
              <a:buFont typeface="Cambria"/>
              <a:buNone/>
              <a:defRPr sz="2800" b="0" i="0" u="none" strike="noStrike" cap="none">
                <a:solidFill>
                  <a:schemeClr val="dk1"/>
                </a:solidFill>
                <a:latin typeface="Cambria"/>
                <a:ea typeface="Cambria"/>
                <a:cs typeface="Cambria"/>
                <a:sym typeface="Cambria"/>
              </a:defRPr>
            </a:lvl3pPr>
            <a:lvl4pPr marR="0" lvl="3" algn="l" rtl="0">
              <a:lnSpc>
                <a:spcPct val="100000"/>
              </a:lnSpc>
              <a:spcBef>
                <a:spcPct val="0"/>
              </a:spcBef>
              <a:spcAft>
                <a:spcPct val="0"/>
              </a:spcAft>
              <a:buClr>
                <a:schemeClr val="dk1"/>
              </a:buClr>
              <a:buSzPts val="2800"/>
              <a:buFont typeface="Cambria"/>
              <a:buNone/>
              <a:defRPr sz="2800" b="0" i="0" u="none" strike="noStrike" cap="none">
                <a:solidFill>
                  <a:schemeClr val="dk1"/>
                </a:solidFill>
                <a:latin typeface="Cambria"/>
                <a:ea typeface="Cambria"/>
                <a:cs typeface="Cambria"/>
                <a:sym typeface="Cambria"/>
              </a:defRPr>
            </a:lvl4pPr>
            <a:lvl5pPr marR="0" lvl="4" algn="l" rtl="0">
              <a:lnSpc>
                <a:spcPct val="100000"/>
              </a:lnSpc>
              <a:spcBef>
                <a:spcPct val="0"/>
              </a:spcBef>
              <a:spcAft>
                <a:spcPct val="0"/>
              </a:spcAft>
              <a:buClr>
                <a:schemeClr val="dk1"/>
              </a:buClr>
              <a:buSzPts val="2800"/>
              <a:buFont typeface="Cambria"/>
              <a:buNone/>
              <a:defRPr sz="2800" b="0" i="0" u="none" strike="noStrike" cap="none">
                <a:solidFill>
                  <a:schemeClr val="dk1"/>
                </a:solidFill>
                <a:latin typeface="Cambria"/>
                <a:ea typeface="Cambria"/>
                <a:cs typeface="Cambria"/>
                <a:sym typeface="Cambria"/>
              </a:defRPr>
            </a:lvl5pPr>
            <a:lvl6pPr marR="0" lvl="5" algn="l" rtl="0">
              <a:lnSpc>
                <a:spcPct val="100000"/>
              </a:lnSpc>
              <a:spcBef>
                <a:spcPct val="0"/>
              </a:spcBef>
              <a:spcAft>
                <a:spcPct val="0"/>
              </a:spcAft>
              <a:buClr>
                <a:schemeClr val="dk1"/>
              </a:buClr>
              <a:buSzPts val="2800"/>
              <a:buFont typeface="Cambria"/>
              <a:buNone/>
              <a:defRPr sz="2800" b="0" i="0" u="none" strike="noStrike" cap="none">
                <a:solidFill>
                  <a:schemeClr val="dk1"/>
                </a:solidFill>
                <a:latin typeface="Cambria"/>
                <a:ea typeface="Cambria"/>
                <a:cs typeface="Cambria"/>
                <a:sym typeface="Cambria"/>
              </a:defRPr>
            </a:lvl6pPr>
            <a:lvl7pPr marR="0" lvl="6" algn="l" rtl="0">
              <a:lnSpc>
                <a:spcPct val="100000"/>
              </a:lnSpc>
              <a:spcBef>
                <a:spcPct val="0"/>
              </a:spcBef>
              <a:spcAft>
                <a:spcPct val="0"/>
              </a:spcAft>
              <a:buClr>
                <a:schemeClr val="dk1"/>
              </a:buClr>
              <a:buSzPts val="2800"/>
              <a:buFont typeface="Cambria"/>
              <a:buNone/>
              <a:defRPr sz="2800" b="0" i="0" u="none" strike="noStrike" cap="none">
                <a:solidFill>
                  <a:schemeClr val="dk1"/>
                </a:solidFill>
                <a:latin typeface="Cambria"/>
                <a:ea typeface="Cambria"/>
                <a:cs typeface="Cambria"/>
                <a:sym typeface="Cambria"/>
              </a:defRPr>
            </a:lvl7pPr>
            <a:lvl8pPr marR="0" lvl="7" algn="l" rtl="0">
              <a:lnSpc>
                <a:spcPct val="100000"/>
              </a:lnSpc>
              <a:spcBef>
                <a:spcPct val="0"/>
              </a:spcBef>
              <a:spcAft>
                <a:spcPct val="0"/>
              </a:spcAft>
              <a:buClr>
                <a:schemeClr val="dk1"/>
              </a:buClr>
              <a:buSzPts val="2800"/>
              <a:buFont typeface="Cambria"/>
              <a:buNone/>
              <a:defRPr sz="2800" b="0" i="0" u="none" strike="noStrike" cap="none">
                <a:solidFill>
                  <a:schemeClr val="dk1"/>
                </a:solidFill>
                <a:latin typeface="Cambria"/>
                <a:ea typeface="Cambria"/>
                <a:cs typeface="Cambria"/>
                <a:sym typeface="Cambria"/>
              </a:defRPr>
            </a:lvl8pPr>
            <a:lvl9pPr marR="0" lvl="8" algn="l" rtl="0">
              <a:lnSpc>
                <a:spcPct val="100000"/>
              </a:lnSpc>
              <a:spcBef>
                <a:spcPct val="0"/>
              </a:spcBef>
              <a:spcAft>
                <a:spcPct val="0"/>
              </a:spcAft>
              <a:buClr>
                <a:schemeClr val="dk1"/>
              </a:buClr>
              <a:buSzPts val="2800"/>
              <a:buFont typeface="Cambria"/>
              <a:buNone/>
              <a:defRPr sz="2800" b="0" i="0" u="none" strike="noStrike" cap="none">
                <a:solidFill>
                  <a:schemeClr val="dk1"/>
                </a:solidFill>
                <a:latin typeface="Cambria"/>
                <a:ea typeface="Cambria"/>
                <a:cs typeface="Cambria"/>
                <a:sym typeface="Cambria"/>
              </a:defRPr>
            </a:lvl9pPr>
          </a:lstStyle>
          <a:p>
            <a:r>
              <a:rPr lang="en-GB" b="1" dirty="0">
                <a:solidFill>
                  <a:srgbClr val="D20062"/>
                </a:solidFill>
              </a:rPr>
              <a:t>L1I misses can cause Decode Starvation</a:t>
            </a:r>
          </a:p>
        </p:txBody>
      </p:sp>
      <p:cxnSp>
        <p:nvCxnSpPr>
          <p:cNvPr id="7" name="Straight Arrow Connector 6">
            <a:extLst>
              <a:ext uri="{FF2B5EF4-FFF2-40B4-BE49-F238E27FC236}">
                <a16:creationId xmlns:a16="http://schemas.microsoft.com/office/drawing/2014/main" id="{D1C18BFC-BE77-47CD-91DF-C678F74917EC}"/>
              </a:ext>
            </a:extLst>
          </p:cNvPr>
          <p:cNvCxnSpPr>
            <a:cxnSpLocks/>
          </p:cNvCxnSpPr>
          <p:nvPr/>
        </p:nvCxnSpPr>
        <p:spPr>
          <a:xfrm>
            <a:off x="4068093" y="2815955"/>
            <a:ext cx="1443904" cy="771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931C2B1-589C-4F77-85C3-E14C2E6961EB}"/>
              </a:ext>
            </a:extLst>
          </p:cNvPr>
          <p:cNvCxnSpPr>
            <a:cxnSpLocks/>
            <a:stCxn id="2" idx="3"/>
            <a:endCxn id="47" idx="1"/>
          </p:cNvCxnSpPr>
          <p:nvPr/>
        </p:nvCxnSpPr>
        <p:spPr>
          <a:xfrm>
            <a:off x="4074833" y="2648171"/>
            <a:ext cx="1437164" cy="21604"/>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CB9421F-1950-4861-B69B-FB2784CFD0AD}"/>
              </a:ext>
            </a:extLst>
          </p:cNvPr>
          <p:cNvCxnSpPr>
            <a:cxnSpLocks/>
          </p:cNvCxnSpPr>
          <p:nvPr/>
        </p:nvCxnSpPr>
        <p:spPr>
          <a:xfrm>
            <a:off x="4068093" y="2478295"/>
            <a:ext cx="1443904"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39E5A05-937A-43CD-AFF0-7EE1CE43BC7E}"/>
              </a:ext>
            </a:extLst>
          </p:cNvPr>
          <p:cNvCxnSpPr>
            <a:cxnSpLocks/>
          </p:cNvCxnSpPr>
          <p:nvPr/>
        </p:nvCxnSpPr>
        <p:spPr>
          <a:xfrm>
            <a:off x="843280" y="2439670"/>
            <a:ext cx="1225944"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45EAC00-96CF-46A7-B183-332F5F887EC0}"/>
              </a:ext>
            </a:extLst>
          </p:cNvPr>
          <p:cNvCxnSpPr/>
          <p:nvPr/>
        </p:nvCxnSpPr>
        <p:spPr>
          <a:xfrm>
            <a:off x="871855" y="2582545"/>
            <a:ext cx="1197369" cy="0"/>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51594D7-67DF-46AF-915E-AE8C0A503F78}"/>
              </a:ext>
            </a:extLst>
          </p:cNvPr>
          <p:cNvCxnSpPr/>
          <p:nvPr/>
        </p:nvCxnSpPr>
        <p:spPr>
          <a:xfrm>
            <a:off x="871855" y="2720997"/>
            <a:ext cx="119736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2">
            <a:extLst>
              <a:ext uri="{FF2B5EF4-FFF2-40B4-BE49-F238E27FC236}">
                <a16:creationId xmlns:a16="http://schemas.microsoft.com/office/drawing/2014/main" id="{1A8C6DB2-0425-47DF-A3D4-58F0C9752831}"/>
              </a:ext>
            </a:extLst>
          </p:cNvPr>
          <p:cNvSpPr txBox="1"/>
          <p:nvPr/>
        </p:nvSpPr>
        <p:spPr>
          <a:xfrm>
            <a:off x="503574" y="2283979"/>
            <a:ext cx="426767" cy="276999"/>
          </a:xfrm>
          <a:prstGeom prst="rect">
            <a:avLst/>
          </a:prstGeom>
          <a:noFill/>
        </p:spPr>
        <p:txBody>
          <a:bodyPr wrap="square" rtlCol="0">
            <a:spAutoFit/>
          </a:bodyP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9pPr>
          </a:lstStyle>
          <a:p>
            <a:r>
              <a:rPr lang="en-US" sz="1200" b="1">
                <a:solidFill>
                  <a:srgbClr val="00B050"/>
                </a:solidFill>
                <a:effectLst>
                  <a:outerShdw blurRad="38100" dist="38100" dir="2700000" algn="tl">
                    <a:srgbClr val="000000">
                      <a:alpha val="43137"/>
                    </a:srgbClr>
                  </a:outerShdw>
                </a:effectLst>
              </a:rPr>
              <a:t>I1</a:t>
            </a:r>
          </a:p>
        </p:txBody>
      </p:sp>
      <p:sp>
        <p:nvSpPr>
          <p:cNvPr id="21" name="TextBox 25">
            <a:extLst>
              <a:ext uri="{FF2B5EF4-FFF2-40B4-BE49-F238E27FC236}">
                <a16:creationId xmlns:a16="http://schemas.microsoft.com/office/drawing/2014/main" id="{4BBE5A8C-F580-41EB-8735-EFE68F689DD7}"/>
              </a:ext>
            </a:extLst>
          </p:cNvPr>
          <p:cNvSpPr txBox="1"/>
          <p:nvPr/>
        </p:nvSpPr>
        <p:spPr>
          <a:xfrm>
            <a:off x="503574" y="2442236"/>
            <a:ext cx="426767" cy="285757"/>
          </a:xfrm>
          <a:prstGeom prst="rect">
            <a:avLst/>
          </a:prstGeom>
          <a:noFill/>
        </p:spPr>
        <p:txBody>
          <a:bodyPr wrap="square" rtlCol="0">
            <a:spAutoFit/>
          </a:bodyP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9pPr>
          </a:lstStyle>
          <a:p>
            <a:r>
              <a:rPr lang="en-US" sz="1200" b="1">
                <a:solidFill>
                  <a:srgbClr val="FFC000"/>
                </a:solidFill>
                <a:effectLst>
                  <a:outerShdw blurRad="38100" dist="38100" dir="2700000" algn="tl">
                    <a:srgbClr val="000000">
                      <a:alpha val="43137"/>
                    </a:srgbClr>
                  </a:outerShdw>
                </a:effectLst>
              </a:rPr>
              <a:t>I2</a:t>
            </a:r>
          </a:p>
        </p:txBody>
      </p:sp>
      <p:sp>
        <p:nvSpPr>
          <p:cNvPr id="23" name="TextBox 26">
            <a:extLst>
              <a:ext uri="{FF2B5EF4-FFF2-40B4-BE49-F238E27FC236}">
                <a16:creationId xmlns:a16="http://schemas.microsoft.com/office/drawing/2014/main" id="{2FFB2314-49EC-4CA1-8920-C755D1465993}"/>
              </a:ext>
            </a:extLst>
          </p:cNvPr>
          <p:cNvSpPr txBox="1"/>
          <p:nvPr/>
        </p:nvSpPr>
        <p:spPr>
          <a:xfrm>
            <a:off x="493705" y="2589553"/>
            <a:ext cx="426768" cy="276999"/>
          </a:xfrm>
          <a:prstGeom prst="rect">
            <a:avLst/>
          </a:prstGeom>
          <a:noFill/>
        </p:spPr>
        <p:txBody>
          <a:bodyPr wrap="square" rtlCol="0">
            <a:spAutoFit/>
          </a:bodyP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9pPr>
          </a:lstStyle>
          <a:p>
            <a:r>
              <a:rPr lang="en-US" sz="1200" b="1">
                <a:solidFill>
                  <a:srgbClr val="FF0000"/>
                </a:solidFill>
                <a:effectLst>
                  <a:outerShdw blurRad="38100" dist="38100" dir="2700000" algn="tl">
                    <a:srgbClr val="000000">
                      <a:alpha val="43137"/>
                    </a:srgbClr>
                  </a:outerShdw>
                </a:effectLst>
              </a:rPr>
              <a:t>I3</a:t>
            </a:r>
          </a:p>
        </p:txBody>
      </p:sp>
      <p:sp>
        <p:nvSpPr>
          <p:cNvPr id="41" name="Rectangle 40">
            <a:extLst>
              <a:ext uri="{FF2B5EF4-FFF2-40B4-BE49-F238E27FC236}">
                <a16:creationId xmlns:a16="http://schemas.microsoft.com/office/drawing/2014/main" id="{2640FA9E-E5BD-CF72-3D34-FCCEB0F983C6}"/>
              </a:ext>
            </a:extLst>
          </p:cNvPr>
          <p:cNvSpPr/>
          <p:nvPr/>
        </p:nvSpPr>
        <p:spPr>
          <a:xfrm>
            <a:off x="502559" y="3369009"/>
            <a:ext cx="619760" cy="5486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defRPr>
            </a:lvl9pPr>
          </a:lstStyle>
          <a:p>
            <a:pPr algn="ctr"/>
            <a:endParaRPr lang="en-GB"/>
          </a:p>
        </p:txBody>
      </p:sp>
      <p:sp>
        <p:nvSpPr>
          <p:cNvPr id="32" name="Flowchart: Process 31">
            <a:extLst>
              <a:ext uri="{FF2B5EF4-FFF2-40B4-BE49-F238E27FC236}">
                <a16:creationId xmlns:a16="http://schemas.microsoft.com/office/drawing/2014/main" id="{C20CE8C1-2C00-5562-943F-FB6690F8A7E8}"/>
              </a:ext>
            </a:extLst>
          </p:cNvPr>
          <p:cNvSpPr/>
          <p:nvPr/>
        </p:nvSpPr>
        <p:spPr>
          <a:xfrm>
            <a:off x="2722358" y="3617148"/>
            <a:ext cx="771525" cy="485893"/>
          </a:xfrm>
          <a:prstGeom prst="flowChartProcess">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189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9pPr>
          </a:lstStyle>
          <a:p>
            <a:pPr algn="ctr"/>
            <a:r>
              <a:rPr lang="en-US" b="1">
                <a:solidFill>
                  <a:schemeClr val="tx1"/>
                </a:solidFill>
                <a:effectLst>
                  <a:outerShdw blurRad="38100" dist="38100" dir="2700000" algn="tl">
                    <a:srgbClr val="000000">
                      <a:alpha val="43137"/>
                    </a:srgbClr>
                  </a:outerShdw>
                </a:effectLst>
              </a:rPr>
              <a:t>L1 I</a:t>
            </a:r>
          </a:p>
        </p:txBody>
      </p:sp>
      <p:sp>
        <p:nvSpPr>
          <p:cNvPr id="43" name="Callout: Up Arrow 42">
            <a:extLst>
              <a:ext uri="{FF2B5EF4-FFF2-40B4-BE49-F238E27FC236}">
                <a16:creationId xmlns:a16="http://schemas.microsoft.com/office/drawing/2014/main" id="{58F30BED-4F55-41BB-9942-B57E9DA97DE0}"/>
              </a:ext>
            </a:extLst>
          </p:cNvPr>
          <p:cNvSpPr/>
          <p:nvPr/>
        </p:nvSpPr>
        <p:spPr>
          <a:xfrm>
            <a:off x="4907136" y="3447115"/>
            <a:ext cx="1617630" cy="704107"/>
          </a:xfrm>
          <a:prstGeom prst="upArrowCallout">
            <a:avLst/>
          </a:prstGeom>
          <a:solidFill>
            <a:srgbClr val="C4E4FF"/>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a:t>Empty</a:t>
            </a:r>
          </a:p>
        </p:txBody>
      </p:sp>
      <p:graphicFrame>
        <p:nvGraphicFramePr>
          <p:cNvPr id="2" name="Table 2">
            <a:extLst>
              <a:ext uri="{FF2B5EF4-FFF2-40B4-BE49-F238E27FC236}">
                <a16:creationId xmlns:a16="http://schemas.microsoft.com/office/drawing/2014/main" id="{4876A03E-4A5F-4E2B-B088-41D878DC19A9}"/>
              </a:ext>
            </a:extLst>
          </p:cNvPr>
          <p:cNvGraphicFramePr>
            <a:graphicFrameLocks noGrp="1"/>
          </p:cNvGraphicFramePr>
          <p:nvPr/>
        </p:nvGraphicFramePr>
        <p:xfrm>
          <a:off x="2152399" y="1916651"/>
          <a:ext cx="1922434" cy="1463040"/>
        </p:xfrm>
        <a:graphic>
          <a:graphicData uri="http://schemas.openxmlformats.org/drawingml/2006/table">
            <a:tbl>
              <a:tblPr firstRow="1" bandRow="1">
                <a:tableStyleId>{C4B1156A-380E-4F78-BDF5-A606A8083BF9}</a:tableStyleId>
              </a:tblPr>
              <a:tblGrid>
                <a:gridCol w="461151">
                  <a:extLst>
                    <a:ext uri="{9D8B030D-6E8A-4147-A177-3AD203B41FA5}">
                      <a16:colId xmlns:a16="http://schemas.microsoft.com/office/drawing/2014/main" val="2973348881"/>
                    </a:ext>
                  </a:extLst>
                </a:gridCol>
                <a:gridCol w="1461283">
                  <a:extLst>
                    <a:ext uri="{9D8B030D-6E8A-4147-A177-3AD203B41FA5}">
                      <a16:colId xmlns:a16="http://schemas.microsoft.com/office/drawing/2014/main" val="2549525749"/>
                    </a:ext>
                  </a:extLst>
                </a:gridCol>
              </a:tblGrid>
              <a:tr h="25604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7D7"/>
                    </a:solidFill>
                  </a:tcPr>
                </a:tc>
                <a:tc rowSpan="4">
                  <a:txBody>
                    <a:bodyPr/>
                    <a:lstStyle/>
                    <a:p>
                      <a:pPr algn="ctr"/>
                      <a:r>
                        <a:rPr lang="en-US" sz="3600"/>
                        <a:t>IF</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7D7"/>
                    </a:solidFill>
                  </a:tcPr>
                </a:tc>
                <a:extLst>
                  <a:ext uri="{0D108BD9-81ED-4DB2-BD59-A6C34878D82A}">
                    <a16:rowId xmlns:a16="http://schemas.microsoft.com/office/drawing/2014/main" val="406134594"/>
                  </a:ext>
                </a:extLst>
              </a:tr>
              <a:tr h="269520">
                <a:tc>
                  <a:txBody>
                    <a:bodyPr/>
                    <a:lstStyle/>
                    <a:p>
                      <a:pPr algn="ctr"/>
                      <a:endParaRPr lang="en-US" sz="18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DEFAF"/>
                    </a:solidFill>
                  </a:tcPr>
                </a:tc>
                <a:tc vMerge="1">
                  <a:txBody>
                    <a:bodyPr/>
                    <a:lstStyle/>
                    <a:p>
                      <a:endParaRPr lang="en-US"/>
                    </a:p>
                  </a:txBody>
                  <a:tcPr/>
                </a:tc>
                <a:extLst>
                  <a:ext uri="{0D108BD9-81ED-4DB2-BD59-A6C34878D82A}">
                    <a16:rowId xmlns:a16="http://schemas.microsoft.com/office/drawing/2014/main" val="3471124654"/>
                  </a:ext>
                </a:extLst>
              </a:tr>
              <a:tr h="249699">
                <a:tc>
                  <a:txBody>
                    <a:bodyPr/>
                    <a:lstStyle/>
                    <a:p>
                      <a:pPr algn="ctr"/>
                      <a:endParaRPr lang="en-US" sz="18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7D7"/>
                    </a:solidFill>
                  </a:tcPr>
                </a:tc>
                <a:tc vMerge="1">
                  <a:txBody>
                    <a:bodyPr/>
                    <a:lstStyle/>
                    <a:p>
                      <a:endParaRPr lang="en-US"/>
                    </a:p>
                  </a:txBody>
                  <a:tcPr/>
                </a:tc>
                <a:extLst>
                  <a:ext uri="{0D108BD9-81ED-4DB2-BD59-A6C34878D82A}">
                    <a16:rowId xmlns:a16="http://schemas.microsoft.com/office/drawing/2014/main" val="3629144912"/>
                  </a:ext>
                </a:extLst>
              </a:tr>
              <a:tr h="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DEFAF"/>
                    </a:solidFill>
                  </a:tcPr>
                </a:tc>
                <a:tc v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22357597"/>
                  </a:ext>
                </a:extLst>
              </a:tr>
            </a:tbl>
          </a:graphicData>
        </a:graphic>
      </p:graphicFrame>
      <p:graphicFrame>
        <p:nvGraphicFramePr>
          <p:cNvPr id="45" name="Table 2">
            <a:extLst>
              <a:ext uri="{FF2B5EF4-FFF2-40B4-BE49-F238E27FC236}">
                <a16:creationId xmlns:a16="http://schemas.microsoft.com/office/drawing/2014/main" id="{4284766B-6A16-426A-A046-0078C87A623B}"/>
              </a:ext>
            </a:extLst>
          </p:cNvPr>
          <p:cNvGraphicFramePr>
            <a:graphicFrameLocks noGrp="1"/>
          </p:cNvGraphicFramePr>
          <p:nvPr/>
        </p:nvGraphicFramePr>
        <p:xfrm>
          <a:off x="8864855" y="1938255"/>
          <a:ext cx="1915694" cy="1463040"/>
        </p:xfrm>
        <a:graphic>
          <a:graphicData uri="http://schemas.openxmlformats.org/drawingml/2006/table">
            <a:tbl>
              <a:tblPr firstRow="1" bandRow="1">
                <a:tableStyleId>{C4B1156A-380E-4F78-BDF5-A606A8083BF9}</a:tableStyleId>
              </a:tblPr>
              <a:tblGrid>
                <a:gridCol w="459534">
                  <a:extLst>
                    <a:ext uri="{9D8B030D-6E8A-4147-A177-3AD203B41FA5}">
                      <a16:colId xmlns:a16="http://schemas.microsoft.com/office/drawing/2014/main" val="2973348881"/>
                    </a:ext>
                  </a:extLst>
                </a:gridCol>
                <a:gridCol w="1456160">
                  <a:extLst>
                    <a:ext uri="{9D8B030D-6E8A-4147-A177-3AD203B41FA5}">
                      <a16:colId xmlns:a16="http://schemas.microsoft.com/office/drawing/2014/main" val="2549525749"/>
                    </a:ext>
                  </a:extLst>
                </a:gridCol>
              </a:tblGrid>
              <a:tr h="25604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7D7"/>
                    </a:solidFill>
                  </a:tcPr>
                </a:tc>
                <a:tc rowSpan="4">
                  <a:txBody>
                    <a:bodyPr/>
                    <a:lstStyle/>
                    <a:p>
                      <a:pPr algn="ctr"/>
                      <a:r>
                        <a:rPr lang="en-US" sz="3600"/>
                        <a:t>EX</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7D7"/>
                    </a:solidFill>
                  </a:tcPr>
                </a:tc>
                <a:extLst>
                  <a:ext uri="{0D108BD9-81ED-4DB2-BD59-A6C34878D82A}">
                    <a16:rowId xmlns:a16="http://schemas.microsoft.com/office/drawing/2014/main" val="406134594"/>
                  </a:ext>
                </a:extLst>
              </a:tr>
              <a:tr h="269520">
                <a:tc>
                  <a:txBody>
                    <a:bodyPr/>
                    <a:lstStyle/>
                    <a:p>
                      <a:pPr algn="ctr"/>
                      <a:endParaRPr lang="en-US" sz="18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DEFAF"/>
                    </a:solidFill>
                  </a:tcPr>
                </a:tc>
                <a:tc vMerge="1">
                  <a:txBody>
                    <a:bodyPr/>
                    <a:lstStyle/>
                    <a:p>
                      <a:endParaRPr lang="en-US"/>
                    </a:p>
                  </a:txBody>
                  <a:tcPr/>
                </a:tc>
                <a:extLst>
                  <a:ext uri="{0D108BD9-81ED-4DB2-BD59-A6C34878D82A}">
                    <a16:rowId xmlns:a16="http://schemas.microsoft.com/office/drawing/2014/main" val="3471124654"/>
                  </a:ext>
                </a:extLst>
              </a:tr>
              <a:tr h="249699">
                <a:tc>
                  <a:txBody>
                    <a:bodyPr/>
                    <a:lstStyle/>
                    <a:p>
                      <a:pPr algn="ctr"/>
                      <a:endParaRPr lang="en-US" sz="18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7D7"/>
                    </a:solidFill>
                  </a:tcPr>
                </a:tc>
                <a:tc vMerge="1">
                  <a:txBody>
                    <a:bodyPr/>
                    <a:lstStyle/>
                    <a:p>
                      <a:endParaRPr lang="en-US"/>
                    </a:p>
                  </a:txBody>
                  <a:tcPr/>
                </a:tc>
                <a:extLst>
                  <a:ext uri="{0D108BD9-81ED-4DB2-BD59-A6C34878D82A}">
                    <a16:rowId xmlns:a16="http://schemas.microsoft.com/office/drawing/2014/main" val="3629144912"/>
                  </a:ext>
                </a:extLst>
              </a:tr>
              <a:tr h="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DEFAF"/>
                    </a:solidFill>
                  </a:tcPr>
                </a:tc>
                <a:tc v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22357597"/>
                  </a:ext>
                </a:extLst>
              </a:tr>
            </a:tbl>
          </a:graphicData>
        </a:graphic>
      </p:graphicFrame>
      <p:graphicFrame>
        <p:nvGraphicFramePr>
          <p:cNvPr id="47" name="Table 2">
            <a:extLst>
              <a:ext uri="{FF2B5EF4-FFF2-40B4-BE49-F238E27FC236}">
                <a16:creationId xmlns:a16="http://schemas.microsoft.com/office/drawing/2014/main" id="{E5B851AE-32F9-4CFC-B976-965529BB4F5A}"/>
              </a:ext>
            </a:extLst>
          </p:cNvPr>
          <p:cNvGraphicFramePr>
            <a:graphicFrameLocks noGrp="1"/>
          </p:cNvGraphicFramePr>
          <p:nvPr/>
        </p:nvGraphicFramePr>
        <p:xfrm>
          <a:off x="5511997" y="1938255"/>
          <a:ext cx="1915694" cy="1463040"/>
        </p:xfrm>
        <a:graphic>
          <a:graphicData uri="http://schemas.openxmlformats.org/drawingml/2006/table">
            <a:tbl>
              <a:tblPr firstRow="1" bandRow="1">
                <a:tableStyleId>{C4B1156A-380E-4F78-BDF5-A606A8083BF9}</a:tableStyleId>
              </a:tblPr>
              <a:tblGrid>
                <a:gridCol w="459534">
                  <a:extLst>
                    <a:ext uri="{9D8B030D-6E8A-4147-A177-3AD203B41FA5}">
                      <a16:colId xmlns:a16="http://schemas.microsoft.com/office/drawing/2014/main" val="2973348881"/>
                    </a:ext>
                  </a:extLst>
                </a:gridCol>
                <a:gridCol w="1456160">
                  <a:extLst>
                    <a:ext uri="{9D8B030D-6E8A-4147-A177-3AD203B41FA5}">
                      <a16:colId xmlns:a16="http://schemas.microsoft.com/office/drawing/2014/main" val="2549525749"/>
                    </a:ext>
                  </a:extLst>
                </a:gridCol>
              </a:tblGrid>
              <a:tr h="25604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7D7"/>
                    </a:solidFill>
                  </a:tcPr>
                </a:tc>
                <a:tc rowSpan="4">
                  <a:txBody>
                    <a:bodyPr/>
                    <a:lstStyle/>
                    <a:p>
                      <a:pPr algn="ctr"/>
                      <a:r>
                        <a:rPr lang="en-US" sz="3600"/>
                        <a:t>ID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7D7"/>
                    </a:solidFill>
                  </a:tcPr>
                </a:tc>
                <a:extLst>
                  <a:ext uri="{0D108BD9-81ED-4DB2-BD59-A6C34878D82A}">
                    <a16:rowId xmlns:a16="http://schemas.microsoft.com/office/drawing/2014/main" val="406134594"/>
                  </a:ext>
                </a:extLst>
              </a:tr>
              <a:tr h="269520">
                <a:tc>
                  <a:txBody>
                    <a:bodyPr/>
                    <a:lstStyle/>
                    <a:p>
                      <a:pPr algn="ctr"/>
                      <a:endParaRPr lang="en-US" sz="18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DEFAF"/>
                    </a:solidFill>
                  </a:tcPr>
                </a:tc>
                <a:tc vMerge="1">
                  <a:txBody>
                    <a:bodyPr/>
                    <a:lstStyle/>
                    <a:p>
                      <a:endParaRPr lang="en-US"/>
                    </a:p>
                  </a:txBody>
                  <a:tcPr/>
                </a:tc>
                <a:extLst>
                  <a:ext uri="{0D108BD9-81ED-4DB2-BD59-A6C34878D82A}">
                    <a16:rowId xmlns:a16="http://schemas.microsoft.com/office/drawing/2014/main" val="3471124654"/>
                  </a:ext>
                </a:extLst>
              </a:tr>
              <a:tr h="249699">
                <a:tc>
                  <a:txBody>
                    <a:bodyPr/>
                    <a:lstStyle/>
                    <a:p>
                      <a:pPr algn="ctr"/>
                      <a:endParaRPr lang="en-US" sz="18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7D7"/>
                    </a:solidFill>
                  </a:tcPr>
                </a:tc>
                <a:tc vMerge="1">
                  <a:txBody>
                    <a:bodyPr/>
                    <a:lstStyle/>
                    <a:p>
                      <a:endParaRPr lang="en-US"/>
                    </a:p>
                  </a:txBody>
                  <a:tcPr/>
                </a:tc>
                <a:extLst>
                  <a:ext uri="{0D108BD9-81ED-4DB2-BD59-A6C34878D82A}">
                    <a16:rowId xmlns:a16="http://schemas.microsoft.com/office/drawing/2014/main" val="3629144912"/>
                  </a:ext>
                </a:extLst>
              </a:tr>
              <a:tr h="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DEFAF"/>
                    </a:solidFill>
                  </a:tcPr>
                </a:tc>
                <a:tc v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22357597"/>
                  </a:ext>
                </a:extLst>
              </a:tr>
            </a:tbl>
          </a:graphicData>
        </a:graphic>
      </p:graphicFrame>
      <p:cxnSp>
        <p:nvCxnSpPr>
          <p:cNvPr id="5" name="Straight Arrow Connector 4">
            <a:extLst>
              <a:ext uri="{FF2B5EF4-FFF2-40B4-BE49-F238E27FC236}">
                <a16:creationId xmlns:a16="http://schemas.microsoft.com/office/drawing/2014/main" id="{DA899160-EE87-6039-69B2-7F056F8D2BE3}"/>
              </a:ext>
            </a:extLst>
          </p:cNvPr>
          <p:cNvCxnSpPr/>
          <p:nvPr/>
        </p:nvCxnSpPr>
        <p:spPr>
          <a:xfrm>
            <a:off x="3089667" y="3359674"/>
            <a:ext cx="2606" cy="243813"/>
          </a:xfrm>
          <a:prstGeom prst="straightConnector1">
            <a:avLst/>
          </a:prstGeom>
          <a:ln w="2857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4352914-A851-A39C-BAA6-D631D2DD49E3}"/>
              </a:ext>
            </a:extLst>
          </p:cNvPr>
          <p:cNvCxnSpPr/>
          <p:nvPr/>
        </p:nvCxnSpPr>
        <p:spPr>
          <a:xfrm>
            <a:off x="871855" y="2889097"/>
            <a:ext cx="1197369"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4141F4E-B0B6-807A-666F-77FD02D85B14}"/>
              </a:ext>
            </a:extLst>
          </p:cNvPr>
          <p:cNvCxnSpPr/>
          <p:nvPr/>
        </p:nvCxnSpPr>
        <p:spPr>
          <a:xfrm>
            <a:off x="871855" y="3027549"/>
            <a:ext cx="1197369" cy="0"/>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25">
            <a:extLst>
              <a:ext uri="{FF2B5EF4-FFF2-40B4-BE49-F238E27FC236}">
                <a16:creationId xmlns:a16="http://schemas.microsoft.com/office/drawing/2014/main" id="{A1D6422B-B23C-1B32-DC9C-6616E93A36BF}"/>
              </a:ext>
            </a:extLst>
          </p:cNvPr>
          <p:cNvSpPr txBox="1"/>
          <p:nvPr/>
        </p:nvSpPr>
        <p:spPr>
          <a:xfrm>
            <a:off x="503574" y="2748788"/>
            <a:ext cx="426767" cy="285757"/>
          </a:xfrm>
          <a:prstGeom prst="rect">
            <a:avLst/>
          </a:prstGeom>
          <a:noFill/>
        </p:spPr>
        <p:txBody>
          <a:bodyPr wrap="square" lIns="91440" tIns="45720" rIns="91440" bIns="45720" rtlCol="0" anchor="t">
            <a:spAutoFit/>
          </a:bodyP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9pPr>
          </a:lstStyle>
          <a:p>
            <a:r>
              <a:rPr lang="en-US" sz="1200" b="1">
                <a:solidFill>
                  <a:srgbClr val="0070C0"/>
                </a:solidFill>
                <a:effectLst>
                  <a:outerShdw blurRad="38100" dist="38100" dir="2700000" algn="tl">
                    <a:srgbClr val="000000">
                      <a:alpha val="43137"/>
                    </a:srgbClr>
                  </a:outerShdw>
                </a:effectLst>
              </a:rPr>
              <a:t>I4 </a:t>
            </a:r>
          </a:p>
        </p:txBody>
      </p:sp>
      <p:sp>
        <p:nvSpPr>
          <p:cNvPr id="24" name="TextBox 26">
            <a:extLst>
              <a:ext uri="{FF2B5EF4-FFF2-40B4-BE49-F238E27FC236}">
                <a16:creationId xmlns:a16="http://schemas.microsoft.com/office/drawing/2014/main" id="{14D6F164-7BFC-6214-AFFB-CDC1ACB9B256}"/>
              </a:ext>
            </a:extLst>
          </p:cNvPr>
          <p:cNvSpPr txBox="1"/>
          <p:nvPr/>
        </p:nvSpPr>
        <p:spPr>
          <a:xfrm>
            <a:off x="493705" y="2896105"/>
            <a:ext cx="426768" cy="276999"/>
          </a:xfrm>
          <a:prstGeom prst="rect">
            <a:avLst/>
          </a:prstGeom>
          <a:noFill/>
        </p:spPr>
        <p:txBody>
          <a:bodyPr wrap="square" lIns="91440" tIns="45720" rIns="91440" bIns="45720" rtlCol="0" anchor="t">
            <a:spAutoFit/>
          </a:bodyP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9pPr>
          </a:lstStyle>
          <a:p>
            <a:r>
              <a:rPr lang="en-US" sz="1200" b="1">
                <a:solidFill>
                  <a:schemeClr val="bg1">
                    <a:lumMod val="49000"/>
                  </a:schemeClr>
                </a:solidFill>
                <a:effectLst>
                  <a:outerShdw blurRad="38100" dist="38100" dir="2700000" algn="tl">
                    <a:srgbClr val="000000">
                      <a:alpha val="43137"/>
                    </a:srgbClr>
                  </a:outerShdw>
                </a:effectLst>
              </a:rPr>
              <a:t>I5</a:t>
            </a:r>
          </a:p>
        </p:txBody>
      </p:sp>
    </p:spTree>
    <p:extLst>
      <p:ext uri="{BB962C8B-B14F-4D97-AF65-F5344CB8AC3E}">
        <p14:creationId xmlns:p14="http://schemas.microsoft.com/office/powerpoint/2010/main" val="343870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0-#ppt_w/2"/>
                                          </p:val>
                                        </p:tav>
                                        <p:tav tm="100000">
                                          <p:val>
                                            <p:strVal val="#ppt_x"/>
                                          </p:val>
                                        </p:tav>
                                      </p:tavLst>
                                    </p:anim>
                                    <p:anim calcmode="lin" valueType="num">
                                      <p:cBhvr additive="base">
                                        <p:cTn id="36" dur="500" fill="hold"/>
                                        <p:tgtEl>
                                          <p:spTgt spid="19"/>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0-#ppt_w/2"/>
                                          </p:val>
                                        </p:tav>
                                        <p:tav tm="100000">
                                          <p:val>
                                            <p:strVal val="#ppt_x"/>
                                          </p:val>
                                        </p:tav>
                                      </p:tavLst>
                                    </p:anim>
                                    <p:anim calcmode="lin" valueType="num">
                                      <p:cBhvr additive="base">
                                        <p:cTn id="40" dur="500" fill="hold"/>
                                        <p:tgtEl>
                                          <p:spTgt spid="13"/>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0-#ppt_w/2"/>
                                          </p:val>
                                        </p:tav>
                                        <p:tav tm="100000">
                                          <p:val>
                                            <p:strVal val="#ppt_x"/>
                                          </p:val>
                                        </p:tav>
                                      </p:tavLst>
                                    </p:anim>
                                    <p:anim calcmode="lin" valueType="num">
                                      <p:cBhvr additive="base">
                                        <p:cTn id="44" dur="500" fill="hold"/>
                                        <p:tgtEl>
                                          <p:spTgt spid="21"/>
                                        </p:tgtEl>
                                        <p:attrNameLst>
                                          <p:attrName>ppt_y</p:attrName>
                                        </p:attrNameLst>
                                      </p:cBhvr>
                                      <p:tavLst>
                                        <p:tav tm="0">
                                          <p:val>
                                            <p:strVal val="#ppt_y"/>
                                          </p:val>
                                        </p:tav>
                                        <p:tav tm="100000">
                                          <p:val>
                                            <p:strVal val="#ppt_y"/>
                                          </p:val>
                                        </p:tav>
                                      </p:tavLst>
                                    </p:anim>
                                  </p:childTnLst>
                                </p:cTn>
                              </p:par>
                              <p:par>
                                <p:cTn id="45" presetID="2" presetClass="entr" presetSubtype="8"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0-#ppt_w/2"/>
                                          </p:val>
                                        </p:tav>
                                        <p:tav tm="100000">
                                          <p:val>
                                            <p:strVal val="#ppt_x"/>
                                          </p:val>
                                        </p:tav>
                                      </p:tavLst>
                                    </p:anim>
                                    <p:anim calcmode="lin" valueType="num">
                                      <p:cBhvr additive="base">
                                        <p:cTn id="48" dur="500" fill="hold"/>
                                        <p:tgtEl>
                                          <p:spTgt spid="15"/>
                                        </p:tgtEl>
                                        <p:attrNameLst>
                                          <p:attrName>ppt_y</p:attrName>
                                        </p:attrNameLst>
                                      </p:cBhvr>
                                      <p:tavLst>
                                        <p:tav tm="0">
                                          <p:val>
                                            <p:strVal val="#ppt_y"/>
                                          </p:val>
                                        </p:tav>
                                        <p:tav tm="100000">
                                          <p:val>
                                            <p:strVal val="#ppt_y"/>
                                          </p:val>
                                        </p:tav>
                                      </p:tavLst>
                                    </p:anim>
                                  </p:childTnLst>
                                </p:cTn>
                              </p:par>
                              <p:par>
                                <p:cTn id="49" presetID="2" presetClass="entr" presetSubtype="8"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0-#ppt_w/2"/>
                                          </p:val>
                                        </p:tav>
                                        <p:tav tm="100000">
                                          <p:val>
                                            <p:strVal val="#ppt_x"/>
                                          </p:val>
                                        </p:tav>
                                      </p:tavLst>
                                    </p:anim>
                                    <p:anim calcmode="lin" valueType="num">
                                      <p:cBhvr additive="base">
                                        <p:cTn id="52" dur="500" fill="hold"/>
                                        <p:tgtEl>
                                          <p:spTgt spid="17"/>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 calcmode="lin" valueType="num">
                                      <p:cBhvr additive="base">
                                        <p:cTn id="55" dur="500" fill="hold"/>
                                        <p:tgtEl>
                                          <p:spTgt spid="23"/>
                                        </p:tgtEl>
                                        <p:attrNameLst>
                                          <p:attrName>ppt_x</p:attrName>
                                        </p:attrNameLst>
                                      </p:cBhvr>
                                      <p:tavLst>
                                        <p:tav tm="0">
                                          <p:val>
                                            <p:strVal val="0-#ppt_w/2"/>
                                          </p:val>
                                        </p:tav>
                                        <p:tav tm="100000">
                                          <p:val>
                                            <p:strVal val="#ppt_x"/>
                                          </p:val>
                                        </p:tav>
                                      </p:tavLst>
                                    </p:anim>
                                    <p:anim calcmode="lin" valueType="num">
                                      <p:cBhvr additive="base">
                                        <p:cTn id="56" dur="500" fill="hold"/>
                                        <p:tgtEl>
                                          <p:spTgt spid="23"/>
                                        </p:tgtEl>
                                        <p:attrNameLst>
                                          <p:attrName>ppt_y</p:attrName>
                                        </p:attrNameLst>
                                      </p:cBhvr>
                                      <p:tavLst>
                                        <p:tav tm="0">
                                          <p:val>
                                            <p:strVal val="#ppt_y"/>
                                          </p:val>
                                        </p:tav>
                                        <p:tav tm="100000">
                                          <p:val>
                                            <p:strVal val="#ppt_y"/>
                                          </p:val>
                                        </p:tav>
                                      </p:tavLst>
                                    </p:anim>
                                  </p:childTnLst>
                                </p:cTn>
                              </p:par>
                              <p:par>
                                <p:cTn id="57" presetID="2" presetClass="entr" presetSubtype="8" fill="hold" nodeType="withEffect">
                                  <p:stCondLst>
                                    <p:cond delay="0"/>
                                  </p:stCondLst>
                                  <p:childTnLst>
                                    <p:set>
                                      <p:cBhvr>
                                        <p:cTn id="58" dur="1" fill="hold">
                                          <p:stCondLst>
                                            <p:cond delay="0"/>
                                          </p:stCondLst>
                                        </p:cTn>
                                        <p:tgtEl>
                                          <p:spTgt spid="10"/>
                                        </p:tgtEl>
                                        <p:attrNameLst>
                                          <p:attrName>style.visibility</p:attrName>
                                        </p:attrNameLst>
                                      </p:cBhvr>
                                      <p:to>
                                        <p:strVal val="visible"/>
                                      </p:to>
                                    </p:set>
                                    <p:anim calcmode="lin" valueType="num">
                                      <p:cBhvr additive="base">
                                        <p:cTn id="59" dur="500" fill="hold"/>
                                        <p:tgtEl>
                                          <p:spTgt spid="10"/>
                                        </p:tgtEl>
                                        <p:attrNameLst>
                                          <p:attrName>ppt_x</p:attrName>
                                        </p:attrNameLst>
                                      </p:cBhvr>
                                      <p:tavLst>
                                        <p:tav tm="0">
                                          <p:val>
                                            <p:strVal val="0-#ppt_w/2"/>
                                          </p:val>
                                        </p:tav>
                                        <p:tav tm="100000">
                                          <p:val>
                                            <p:strVal val="#ppt_x"/>
                                          </p:val>
                                        </p:tav>
                                      </p:tavLst>
                                    </p:anim>
                                    <p:anim calcmode="lin" valueType="num">
                                      <p:cBhvr additive="base">
                                        <p:cTn id="60" dur="500" fill="hold"/>
                                        <p:tgtEl>
                                          <p:spTgt spid="10"/>
                                        </p:tgtEl>
                                        <p:attrNameLst>
                                          <p:attrName>ppt_y</p:attrName>
                                        </p:attrNameLst>
                                      </p:cBhvr>
                                      <p:tavLst>
                                        <p:tav tm="0">
                                          <p:val>
                                            <p:strVal val="#ppt_y"/>
                                          </p:val>
                                        </p:tav>
                                        <p:tav tm="100000">
                                          <p:val>
                                            <p:strVal val="#ppt_y"/>
                                          </p:val>
                                        </p:tav>
                                      </p:tavLst>
                                    </p:anim>
                                  </p:childTnLst>
                                </p:cTn>
                              </p:par>
                              <p:par>
                                <p:cTn id="61" presetID="2" presetClass="entr" presetSubtype="8" fill="hold"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500" fill="hold"/>
                                        <p:tgtEl>
                                          <p:spTgt spid="16"/>
                                        </p:tgtEl>
                                        <p:attrNameLst>
                                          <p:attrName>ppt_x</p:attrName>
                                        </p:attrNameLst>
                                      </p:cBhvr>
                                      <p:tavLst>
                                        <p:tav tm="0">
                                          <p:val>
                                            <p:strVal val="0-#ppt_w/2"/>
                                          </p:val>
                                        </p:tav>
                                        <p:tav tm="100000">
                                          <p:val>
                                            <p:strVal val="#ppt_x"/>
                                          </p:val>
                                        </p:tav>
                                      </p:tavLst>
                                    </p:anim>
                                    <p:anim calcmode="lin" valueType="num">
                                      <p:cBhvr additive="base">
                                        <p:cTn id="64" dur="500" fill="hold"/>
                                        <p:tgtEl>
                                          <p:spTgt spid="16"/>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0-#ppt_w/2"/>
                                          </p:val>
                                        </p:tav>
                                        <p:tav tm="100000">
                                          <p:val>
                                            <p:strVal val="#ppt_x"/>
                                          </p:val>
                                        </p:tav>
                                      </p:tavLst>
                                    </p:anim>
                                    <p:anim calcmode="lin" valueType="num">
                                      <p:cBhvr additive="base">
                                        <p:cTn id="68" dur="500" fill="hold"/>
                                        <p:tgtEl>
                                          <p:spTgt spid="20"/>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0-#ppt_w/2"/>
                                          </p:val>
                                        </p:tav>
                                        <p:tav tm="100000">
                                          <p:val>
                                            <p:strVal val="#ppt_x"/>
                                          </p:val>
                                        </p:tav>
                                      </p:tavLst>
                                    </p:anim>
                                    <p:anim calcmode="lin" valueType="num">
                                      <p:cBhvr additive="base">
                                        <p:cTn id="72"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19"/>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13"/>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21"/>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15"/>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17"/>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23"/>
                                        </p:tgtEl>
                                        <p:attrNameLst>
                                          <p:attrName>style.visibility</p:attrName>
                                        </p:attrNameLst>
                                      </p:cBhvr>
                                      <p:to>
                                        <p:strVal val="hidden"/>
                                      </p:to>
                                    </p:set>
                                  </p:childTnLst>
                                </p:cTn>
                              </p:par>
                            </p:childTnLst>
                          </p:cTn>
                        </p:par>
                        <p:par>
                          <p:cTn id="87" fill="hold">
                            <p:stCondLst>
                              <p:cond delay="0"/>
                            </p:stCondLst>
                            <p:childTnLst>
                              <p:par>
                                <p:cTn id="88" presetID="2" presetClass="entr" presetSubtype="8" fill="hold" nodeType="afterEffect">
                                  <p:stCondLst>
                                    <p:cond delay="0"/>
                                  </p:stCondLst>
                                  <p:childTnLst>
                                    <p:set>
                                      <p:cBhvr>
                                        <p:cTn id="89" dur="1" fill="hold">
                                          <p:stCondLst>
                                            <p:cond delay="0"/>
                                          </p:stCondLst>
                                        </p:cTn>
                                        <p:tgtEl>
                                          <p:spTgt spid="11"/>
                                        </p:tgtEl>
                                        <p:attrNameLst>
                                          <p:attrName>style.visibility</p:attrName>
                                        </p:attrNameLst>
                                      </p:cBhvr>
                                      <p:to>
                                        <p:strVal val="visible"/>
                                      </p:to>
                                    </p:set>
                                    <p:anim calcmode="lin" valueType="num">
                                      <p:cBhvr additive="base">
                                        <p:cTn id="90" dur="500" fill="hold"/>
                                        <p:tgtEl>
                                          <p:spTgt spid="11"/>
                                        </p:tgtEl>
                                        <p:attrNameLst>
                                          <p:attrName>ppt_x</p:attrName>
                                        </p:attrNameLst>
                                      </p:cBhvr>
                                      <p:tavLst>
                                        <p:tav tm="0">
                                          <p:val>
                                            <p:strVal val="0-#ppt_w/2"/>
                                          </p:val>
                                        </p:tav>
                                        <p:tav tm="100000">
                                          <p:val>
                                            <p:strVal val="#ppt_x"/>
                                          </p:val>
                                        </p:tav>
                                      </p:tavLst>
                                    </p:anim>
                                    <p:anim calcmode="lin" valueType="num">
                                      <p:cBhvr additive="base">
                                        <p:cTn id="91" dur="500" fill="hold"/>
                                        <p:tgtEl>
                                          <p:spTgt spid="11"/>
                                        </p:tgtEl>
                                        <p:attrNameLst>
                                          <p:attrName>ppt_y</p:attrName>
                                        </p:attrNameLst>
                                      </p:cBhvr>
                                      <p:tavLst>
                                        <p:tav tm="0">
                                          <p:val>
                                            <p:strVal val="#ppt_y"/>
                                          </p:val>
                                        </p:tav>
                                        <p:tav tm="100000">
                                          <p:val>
                                            <p:strVal val="#ppt_y"/>
                                          </p:val>
                                        </p:tav>
                                      </p:tavLst>
                                    </p:anim>
                                  </p:childTnLst>
                                </p:cTn>
                              </p:par>
                              <p:par>
                                <p:cTn id="92" presetID="2" presetClass="entr" presetSubtype="8" fill="hold" nodeType="withEffect">
                                  <p:stCondLst>
                                    <p:cond delay="0"/>
                                  </p:stCondLst>
                                  <p:childTnLst>
                                    <p:set>
                                      <p:cBhvr>
                                        <p:cTn id="93" dur="1" fill="hold">
                                          <p:stCondLst>
                                            <p:cond delay="0"/>
                                          </p:stCondLst>
                                        </p:cTn>
                                        <p:tgtEl>
                                          <p:spTgt spid="7"/>
                                        </p:tgtEl>
                                        <p:attrNameLst>
                                          <p:attrName>style.visibility</p:attrName>
                                        </p:attrNameLst>
                                      </p:cBhvr>
                                      <p:to>
                                        <p:strVal val="visible"/>
                                      </p:to>
                                    </p:set>
                                    <p:anim calcmode="lin" valueType="num">
                                      <p:cBhvr additive="base">
                                        <p:cTn id="94" dur="500" fill="hold"/>
                                        <p:tgtEl>
                                          <p:spTgt spid="7"/>
                                        </p:tgtEl>
                                        <p:attrNameLst>
                                          <p:attrName>ppt_x</p:attrName>
                                        </p:attrNameLst>
                                      </p:cBhvr>
                                      <p:tavLst>
                                        <p:tav tm="0">
                                          <p:val>
                                            <p:strVal val="0-#ppt_w/2"/>
                                          </p:val>
                                        </p:tav>
                                        <p:tav tm="100000">
                                          <p:val>
                                            <p:strVal val="#ppt_x"/>
                                          </p:val>
                                        </p:tav>
                                      </p:tavLst>
                                    </p:anim>
                                    <p:anim calcmode="lin" valueType="num">
                                      <p:cBhvr additive="base">
                                        <p:cTn id="95" dur="500" fill="hold"/>
                                        <p:tgtEl>
                                          <p:spTgt spid="7"/>
                                        </p:tgtEl>
                                        <p:attrNameLst>
                                          <p:attrName>ppt_y</p:attrName>
                                        </p:attrNameLst>
                                      </p:cBhvr>
                                      <p:tavLst>
                                        <p:tav tm="0">
                                          <p:val>
                                            <p:strVal val="#ppt_y"/>
                                          </p:val>
                                        </p:tav>
                                        <p:tav tm="100000">
                                          <p:val>
                                            <p:strVal val="#ppt_y"/>
                                          </p:val>
                                        </p:tav>
                                      </p:tavLst>
                                    </p:anim>
                                  </p:childTnLst>
                                </p:cTn>
                              </p:par>
                              <p:par>
                                <p:cTn id="96" presetID="2" presetClass="entr" presetSubtype="8" fill="hold" nodeType="withEffect">
                                  <p:stCondLst>
                                    <p:cond delay="0"/>
                                  </p:stCondLst>
                                  <p:childTnLst>
                                    <p:set>
                                      <p:cBhvr>
                                        <p:cTn id="97" dur="1" fill="hold">
                                          <p:stCondLst>
                                            <p:cond delay="0"/>
                                          </p:stCondLst>
                                        </p:cTn>
                                        <p:tgtEl>
                                          <p:spTgt spid="9"/>
                                        </p:tgtEl>
                                        <p:attrNameLst>
                                          <p:attrName>style.visibility</p:attrName>
                                        </p:attrNameLst>
                                      </p:cBhvr>
                                      <p:to>
                                        <p:strVal val="visible"/>
                                      </p:to>
                                    </p:set>
                                    <p:anim calcmode="lin" valueType="num">
                                      <p:cBhvr additive="base">
                                        <p:cTn id="98" dur="500" fill="hold"/>
                                        <p:tgtEl>
                                          <p:spTgt spid="9"/>
                                        </p:tgtEl>
                                        <p:attrNameLst>
                                          <p:attrName>ppt_x</p:attrName>
                                        </p:attrNameLst>
                                      </p:cBhvr>
                                      <p:tavLst>
                                        <p:tav tm="0">
                                          <p:val>
                                            <p:strVal val="0-#ppt_w/2"/>
                                          </p:val>
                                        </p:tav>
                                        <p:tav tm="100000">
                                          <p:val>
                                            <p:strVal val="#ppt_x"/>
                                          </p:val>
                                        </p:tav>
                                      </p:tavLst>
                                    </p:anim>
                                    <p:anim calcmode="lin" valueType="num">
                                      <p:cBhvr additive="base">
                                        <p:cTn id="99"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1" presetClass="exit" presetSubtype="0" fill="hold" nodeType="clickEffect">
                                  <p:stCondLst>
                                    <p:cond delay="0"/>
                                  </p:stCondLst>
                                  <p:childTnLst>
                                    <p:set>
                                      <p:cBhvr>
                                        <p:cTn id="103" dur="1" fill="hold">
                                          <p:stCondLst>
                                            <p:cond delay="0"/>
                                          </p:stCondLst>
                                        </p:cTn>
                                        <p:tgtEl>
                                          <p:spTgt spid="11"/>
                                        </p:tgtEl>
                                        <p:attrNameLst>
                                          <p:attrName>style.visibility</p:attrName>
                                        </p:attrNameLst>
                                      </p:cBhvr>
                                      <p:to>
                                        <p:strVal val="hidden"/>
                                      </p:to>
                                    </p:set>
                                  </p:childTnLst>
                                </p:cTn>
                              </p:par>
                              <p:par>
                                <p:cTn id="104" presetID="1" presetClass="exit" presetSubtype="0" fill="hold" nodeType="withEffect">
                                  <p:stCondLst>
                                    <p:cond delay="0"/>
                                  </p:stCondLst>
                                  <p:childTnLst>
                                    <p:set>
                                      <p:cBhvr>
                                        <p:cTn id="105" dur="1" fill="hold">
                                          <p:stCondLst>
                                            <p:cond delay="0"/>
                                          </p:stCondLst>
                                        </p:cTn>
                                        <p:tgtEl>
                                          <p:spTgt spid="7"/>
                                        </p:tgtEl>
                                        <p:attrNameLst>
                                          <p:attrName>style.visibility</p:attrName>
                                        </p:attrNameLst>
                                      </p:cBhvr>
                                      <p:to>
                                        <p:strVal val="hidden"/>
                                      </p:to>
                                    </p:set>
                                  </p:childTnLst>
                                </p:cTn>
                              </p:par>
                              <p:par>
                                <p:cTn id="106" presetID="1" presetClass="exit" presetSubtype="0" fill="hold" nodeType="withEffect">
                                  <p:stCondLst>
                                    <p:cond delay="0"/>
                                  </p:stCondLst>
                                  <p:childTnLst>
                                    <p:set>
                                      <p:cBhvr>
                                        <p:cTn id="107" dur="1" fill="hold">
                                          <p:stCondLst>
                                            <p:cond delay="0"/>
                                          </p:stCondLst>
                                        </p:cTn>
                                        <p:tgtEl>
                                          <p:spTgt spid="9"/>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2" dur="1000"/>
                                        <p:tgtEl>
                                          <p:spTgt spid="43"/>
                                        </p:tgtEl>
                                      </p:cBhvr>
                                    </p:animEffect>
                                    <p:anim calcmode="lin" valueType="num">
                                      <p:cBhvr>
                                        <p:cTn id="113" dur="1000" fill="hold"/>
                                        <p:tgtEl>
                                          <p:spTgt spid="43"/>
                                        </p:tgtEl>
                                        <p:attrNameLst>
                                          <p:attrName>ppt_x</p:attrName>
                                        </p:attrNameLst>
                                      </p:cBhvr>
                                      <p:tavLst>
                                        <p:tav tm="0">
                                          <p:val>
                                            <p:strVal val="#ppt_x"/>
                                          </p:val>
                                        </p:tav>
                                        <p:tav tm="100000">
                                          <p:val>
                                            <p:strVal val="#ppt_x"/>
                                          </p:val>
                                        </p:tav>
                                      </p:tavLst>
                                    </p:anim>
                                    <p:anim calcmode="lin" valueType="num">
                                      <p:cBhvr>
                                        <p:cTn id="114"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90"/>
                                        </p:tgtEl>
                                        <p:attrNameLst>
                                          <p:attrName>style.visibility</p:attrName>
                                        </p:attrNameLst>
                                      </p:cBhvr>
                                      <p:to>
                                        <p:strVal val="visible"/>
                                      </p:to>
                                    </p:set>
                                    <p:animEffect transition="in" filter="fade">
                                      <p:cBhvr>
                                        <p:cTn id="119" dur="1000"/>
                                        <p:tgtEl>
                                          <p:spTgt spid="90"/>
                                        </p:tgtEl>
                                      </p:cBhvr>
                                    </p:animEffect>
                                    <p:anim calcmode="lin" valueType="num">
                                      <p:cBhvr>
                                        <p:cTn id="120" dur="1000" fill="hold"/>
                                        <p:tgtEl>
                                          <p:spTgt spid="90"/>
                                        </p:tgtEl>
                                        <p:attrNameLst>
                                          <p:attrName>ppt_x</p:attrName>
                                        </p:attrNameLst>
                                      </p:cBhvr>
                                      <p:tavLst>
                                        <p:tav tm="0">
                                          <p:val>
                                            <p:strVal val="#ppt_x"/>
                                          </p:val>
                                        </p:tav>
                                        <p:tav tm="100000">
                                          <p:val>
                                            <p:strVal val="#ppt_x"/>
                                          </p:val>
                                        </p:tav>
                                      </p:tavLst>
                                    </p:anim>
                                    <p:anim calcmode="lin" valueType="num">
                                      <p:cBhvr>
                                        <p:cTn id="121" dur="1000" fill="hold"/>
                                        <p:tgtEl>
                                          <p:spTgt spid="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4" grpId="0" animBg="1"/>
      <p:bldP spid="36" grpId="0" animBg="1"/>
      <p:bldP spid="38" grpId="0" animBg="1"/>
      <p:bldP spid="80" grpId="0"/>
      <p:bldP spid="82" grpId="0"/>
      <p:bldP spid="84" grpId="0"/>
      <p:bldP spid="90" grpId="0" animBg="1"/>
      <p:bldP spid="19" grpId="0"/>
      <p:bldP spid="19" grpId="1"/>
      <p:bldP spid="21" grpId="0"/>
      <p:bldP spid="21" grpId="1"/>
      <p:bldP spid="23" grpId="0"/>
      <p:bldP spid="23" grpId="1"/>
      <p:bldP spid="41" grpId="0" animBg="1"/>
      <p:bldP spid="32" grpId="0" animBg="1"/>
      <p:bldP spid="43" grpId="0" animBg="1"/>
      <p:bldP spid="20" grpId="0"/>
      <p:bldP spid="2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8C01C-BE9A-B828-74A1-9DE3FED6B5D3}"/>
              </a:ext>
            </a:extLst>
          </p:cNvPr>
          <p:cNvSpPr>
            <a:spLocks noGrp="1"/>
          </p:cNvSpPr>
          <p:nvPr>
            <p:ph type="title"/>
          </p:nvPr>
        </p:nvSpPr>
        <p:spPr/>
        <p:txBody>
          <a:bodyPr/>
          <a:lstStyle/>
          <a:p>
            <a:r>
              <a:rPr lang="en-US" dirty="0"/>
              <a:t>Decode Latency will be there, anyways </a:t>
            </a:r>
            <a:r>
              <a:rPr lang="en-US" dirty="0">
                <a:sym typeface="Wingdings" panose="05000000000000000000" pitchFamily="2" charset="2"/>
              </a:rPr>
              <a:t></a:t>
            </a:r>
            <a:endParaRPr lang="en-IN" dirty="0"/>
          </a:p>
        </p:txBody>
      </p:sp>
      <p:sp>
        <p:nvSpPr>
          <p:cNvPr id="3" name="Text Placeholder 2">
            <a:extLst>
              <a:ext uri="{FF2B5EF4-FFF2-40B4-BE49-F238E27FC236}">
                <a16:creationId xmlns:a16="http://schemas.microsoft.com/office/drawing/2014/main" id="{F7D74A22-DB56-87F1-E0C7-F40EA38BEA8E}"/>
              </a:ext>
            </a:extLst>
          </p:cNvPr>
          <p:cNvSpPr>
            <a:spLocks noGrp="1"/>
          </p:cNvSpPr>
          <p:nvPr>
            <p:ph type="body" idx="1"/>
          </p:nvPr>
        </p:nvSpPr>
        <p:spPr/>
        <p:txBody>
          <a:bodyPr/>
          <a:lstStyle/>
          <a:p>
            <a:r>
              <a:rPr lang="en-US" dirty="0"/>
              <a:t>x86 uses variable-length instructions </a:t>
            </a:r>
          </a:p>
          <a:p>
            <a:r>
              <a:rPr lang="en-US" dirty="0"/>
              <a:t>Size of the decoder cannot be fixed like ARM ISA.</a:t>
            </a:r>
          </a:p>
          <a:p>
            <a:r>
              <a:rPr lang="en-US" dirty="0"/>
              <a:t>Also, x86 is RISCY ISA </a:t>
            </a:r>
            <a:r>
              <a:rPr lang="en-US" dirty="0">
                <a:sym typeface="Wingdings" panose="05000000000000000000" pitchFamily="2" charset="2"/>
              </a:rPr>
              <a:t> CISC for programmers, RISC for the execution units </a:t>
            </a:r>
          </a:p>
          <a:p>
            <a:r>
              <a:rPr lang="en-US" dirty="0">
                <a:sym typeface="Wingdings" panose="05000000000000000000" pitchFamily="2" charset="2"/>
              </a:rPr>
              <a:t>One CISC instruction -&gt; many RISC micro-operations </a:t>
            </a:r>
          </a:p>
          <a:p>
            <a:r>
              <a:rPr lang="en-US" dirty="0">
                <a:sym typeface="Wingdings" panose="05000000000000000000" pitchFamily="2" charset="2"/>
              </a:rPr>
              <a:t>Here is the deal: There is a macro-op queue containing CISC instructions that a </a:t>
            </a:r>
            <a:r>
              <a:rPr lang="en-US" dirty="0">
                <a:solidFill>
                  <a:srgbClr val="C00000"/>
                </a:solidFill>
                <a:sym typeface="Wingdings" panose="05000000000000000000" pitchFamily="2" charset="2"/>
              </a:rPr>
              <a:t>pre-decoder</a:t>
            </a:r>
            <a:r>
              <a:rPr lang="en-US" dirty="0">
                <a:sym typeface="Wingdings" panose="05000000000000000000" pitchFamily="2" charset="2"/>
              </a:rPr>
              <a:t> logic converts into micro-ops. It can take up to six cycles in the worst case. </a:t>
            </a:r>
            <a:r>
              <a:rPr lang="en-US" dirty="0"/>
              <a:t> </a:t>
            </a:r>
          </a:p>
          <a:p>
            <a:r>
              <a:rPr lang="en-US" dirty="0"/>
              <a:t>Then there will a decode. In general, decoding takes a considerable amount of power and latency. </a:t>
            </a:r>
          </a:p>
          <a:p>
            <a:r>
              <a:rPr lang="en-US" dirty="0"/>
              <a:t>What can be done? Well, use a cache, called micro-op cache. A hit in the micro-op cache can bypass decode latency. </a:t>
            </a:r>
          </a:p>
          <a:p>
            <a:r>
              <a:rPr lang="en-US" dirty="0"/>
              <a:t>BTW, which stage in the pipeline, the micro-op cache will be accessed? </a:t>
            </a:r>
          </a:p>
          <a:p>
            <a:endParaRPr lang="en-US" dirty="0"/>
          </a:p>
          <a:p>
            <a:endParaRPr lang="en-US" dirty="0"/>
          </a:p>
          <a:p>
            <a:endParaRPr lang="en-IN" dirty="0"/>
          </a:p>
        </p:txBody>
      </p:sp>
      <p:sp>
        <p:nvSpPr>
          <p:cNvPr id="4" name="Slide Number Placeholder 3">
            <a:extLst>
              <a:ext uri="{FF2B5EF4-FFF2-40B4-BE49-F238E27FC236}">
                <a16:creationId xmlns:a16="http://schemas.microsoft.com/office/drawing/2014/main" id="{219FE295-A301-B8B9-660F-7DEE3925B456}"/>
              </a:ext>
            </a:extLst>
          </p:cNvPr>
          <p:cNvSpPr>
            <a:spLocks noGrp="1"/>
          </p:cNvSpPr>
          <p:nvPr>
            <p:ph type="sldNum" idx="12"/>
          </p:nvPr>
        </p:nvSpPr>
        <p:spPr/>
        <p:txBody>
          <a:bodyPr/>
          <a:lstStyle/>
          <a:p>
            <a:fld id="{00000000-1234-1234-1234-123412341234}" type="slidenum">
              <a:rPr lang="en" smtClean="0"/>
              <a:pPr/>
              <a:t>7</a:t>
            </a:fld>
            <a:endParaRPr lang="en"/>
          </a:p>
        </p:txBody>
      </p:sp>
    </p:spTree>
    <p:extLst>
      <p:ext uri="{BB962C8B-B14F-4D97-AF65-F5344CB8AC3E}">
        <p14:creationId xmlns:p14="http://schemas.microsoft.com/office/powerpoint/2010/main" val="4258349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D3307-9EDD-C396-AE4C-C795807E5C73}"/>
              </a:ext>
            </a:extLst>
          </p:cNvPr>
          <p:cNvSpPr>
            <a:spLocks noGrp="1"/>
          </p:cNvSpPr>
          <p:nvPr>
            <p:ph type="title"/>
          </p:nvPr>
        </p:nvSpPr>
        <p:spPr/>
        <p:txBody>
          <a:bodyPr/>
          <a:lstStyle/>
          <a:p>
            <a:r>
              <a:rPr lang="en-US" dirty="0"/>
              <a:t>Think about latency and bandwidth again</a:t>
            </a:r>
            <a:endParaRPr lang="en-IN" dirty="0"/>
          </a:p>
        </p:txBody>
      </p:sp>
      <p:sp>
        <p:nvSpPr>
          <p:cNvPr id="3" name="Text Placeholder 2">
            <a:extLst>
              <a:ext uri="{FF2B5EF4-FFF2-40B4-BE49-F238E27FC236}">
                <a16:creationId xmlns:a16="http://schemas.microsoft.com/office/drawing/2014/main" id="{7D8CA044-6D0A-A02A-A78A-02EC2EB191C0}"/>
              </a:ext>
            </a:extLst>
          </p:cNvPr>
          <p:cNvSpPr>
            <a:spLocks noGrp="1"/>
          </p:cNvSpPr>
          <p:nvPr>
            <p:ph type="body" idx="1"/>
          </p:nvPr>
        </p:nvSpPr>
        <p:spPr/>
        <p:txBody>
          <a:bodyPr/>
          <a:lstStyle/>
          <a:p>
            <a:r>
              <a:rPr lang="en-US" dirty="0"/>
              <a:t>Front-end latency and bandwidth </a:t>
            </a:r>
          </a:p>
          <a:p>
            <a:r>
              <a:rPr lang="en-US" dirty="0"/>
              <a:t>Bad speculation (branch predictor, micro-op cache too </a:t>
            </a:r>
            <a:r>
              <a:rPr lang="en-US" dirty="0">
                <a:sym typeface="Wingdings" panose="05000000000000000000" pitchFamily="2" charset="2"/>
              </a:rPr>
              <a:t>) </a:t>
            </a:r>
            <a:endParaRPr lang="en-IN" dirty="0"/>
          </a:p>
        </p:txBody>
      </p:sp>
      <p:sp>
        <p:nvSpPr>
          <p:cNvPr id="4" name="Slide Number Placeholder 3">
            <a:extLst>
              <a:ext uri="{FF2B5EF4-FFF2-40B4-BE49-F238E27FC236}">
                <a16:creationId xmlns:a16="http://schemas.microsoft.com/office/drawing/2014/main" id="{FE968BD0-0F68-FB77-B102-25DC63105063}"/>
              </a:ext>
            </a:extLst>
          </p:cNvPr>
          <p:cNvSpPr>
            <a:spLocks noGrp="1"/>
          </p:cNvSpPr>
          <p:nvPr>
            <p:ph type="sldNum" idx="12"/>
          </p:nvPr>
        </p:nvSpPr>
        <p:spPr/>
        <p:txBody>
          <a:bodyPr/>
          <a:lstStyle/>
          <a:p>
            <a:fld id="{00000000-1234-1234-1234-123412341234}" type="slidenum">
              <a:rPr lang="en" smtClean="0"/>
              <a:pPr/>
              <a:t>8</a:t>
            </a:fld>
            <a:endParaRPr lang="en"/>
          </a:p>
        </p:txBody>
      </p:sp>
    </p:spTree>
    <p:extLst>
      <p:ext uri="{BB962C8B-B14F-4D97-AF65-F5344CB8AC3E}">
        <p14:creationId xmlns:p14="http://schemas.microsoft.com/office/powerpoint/2010/main" val="2280627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Flowchart: Document 1030">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6538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1BF723-CDC7-4057-67BF-4035BBA3226F}"/>
              </a:ext>
            </a:extLst>
          </p:cNvPr>
          <p:cNvSpPr>
            <a:spLocks noGrp="1"/>
          </p:cNvSpPr>
          <p:nvPr>
            <p:ph type="title"/>
          </p:nvPr>
        </p:nvSpPr>
        <p:spPr>
          <a:xfrm>
            <a:off x="838200" y="171162"/>
            <a:ext cx="2840182" cy="2371148"/>
          </a:xfrm>
        </p:spPr>
        <p:txBody>
          <a:bodyPr vert="horz" lIns="91440" tIns="45720" rIns="91440" bIns="45720" rtlCol="0" anchor="ctr">
            <a:normAutofit/>
          </a:bodyPr>
          <a:lstStyle/>
          <a:p>
            <a:pPr>
              <a:spcBef>
                <a:spcPct val="0"/>
              </a:spcBef>
            </a:pPr>
            <a:r>
              <a:rPr lang="en-US" sz="3000" kern="1200">
                <a:solidFill>
                  <a:srgbClr val="FFFFFF"/>
                </a:solidFill>
                <a:latin typeface="+mj-lt"/>
                <a:ea typeface="+mj-ea"/>
                <a:cs typeface="+mj-cs"/>
              </a:rPr>
              <a:t>Students@CS683 after Front-end mysteries </a:t>
            </a:r>
          </a:p>
        </p:txBody>
      </p:sp>
      <p:pic>
        <p:nvPicPr>
          <p:cNvPr id="1026" name="Picture 2">
            <a:extLst>
              <a:ext uri="{FF2B5EF4-FFF2-40B4-BE49-F238E27FC236}">
                <a16:creationId xmlns:a16="http://schemas.microsoft.com/office/drawing/2014/main" id="{723EB1F1-4DFF-1BEA-F30F-1B3E9547395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07933" y="1170120"/>
            <a:ext cx="7347537" cy="451873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1506B3C-FA44-5816-BA9F-C9708610CE61}"/>
              </a:ext>
            </a:extLst>
          </p:cNvPr>
          <p:cNvSpPr>
            <a:spLocks noGrp="1"/>
          </p:cNvSpPr>
          <p:nvPr>
            <p:ph type="sldNum" idx="12"/>
          </p:nvPr>
        </p:nvSpPr>
        <p:spPr>
          <a:xfrm>
            <a:off x="10926476" y="6356350"/>
            <a:ext cx="625443" cy="365125"/>
          </a:xfrm>
          <a:noFill/>
        </p:spPr>
        <p:txBody>
          <a:bodyPr vert="horz" lIns="91440" tIns="45720" rIns="91440" bIns="45720" rtlCol="0" anchor="ctr">
            <a:normAutofit/>
          </a:bodyPr>
          <a:lstStyle/>
          <a:p>
            <a:pPr algn="l">
              <a:spcAft>
                <a:spcPts val="600"/>
              </a:spcAft>
            </a:pPr>
            <a:fld id="{00000000-1234-1234-1234-123412341234}" type="slidenum">
              <a:rPr lang="en-US" sz="1200" smtClean="0">
                <a:solidFill>
                  <a:schemeClr val="tx1">
                    <a:tint val="75000"/>
                  </a:schemeClr>
                </a:solidFill>
              </a:rPr>
              <a:pPr algn="l">
                <a:spcAft>
                  <a:spcPts val="600"/>
                </a:spcAft>
              </a:pPr>
              <a:t>9</a:t>
            </a:fld>
            <a:endParaRPr lang="en-US" sz="1200">
              <a:solidFill>
                <a:schemeClr val="tx1">
                  <a:tint val="75000"/>
                </a:schemeClr>
              </a:solidFill>
            </a:endParaRPr>
          </a:p>
        </p:txBody>
      </p:sp>
    </p:spTree>
    <p:extLst>
      <p:ext uri="{BB962C8B-B14F-4D97-AF65-F5344CB8AC3E}">
        <p14:creationId xmlns:p14="http://schemas.microsoft.com/office/powerpoint/2010/main" val="1286522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8" name="Straight Arrow Connector 57">
            <a:extLst>
              <a:ext uri="{FF2B5EF4-FFF2-40B4-BE49-F238E27FC236}">
                <a16:creationId xmlns:a16="http://schemas.microsoft.com/office/drawing/2014/main" id="{0ED42092-B33B-85B2-CAF3-234A25BB79EB}"/>
              </a:ext>
            </a:extLst>
          </p:cNvPr>
          <p:cNvCxnSpPr/>
          <p:nvPr/>
        </p:nvCxnSpPr>
        <p:spPr>
          <a:xfrm flipH="1">
            <a:off x="8283722" y="4416279"/>
            <a:ext cx="10160" cy="5486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a:extLst>
              <a:ext uri="{FF2B5EF4-FFF2-40B4-BE49-F238E27FC236}">
                <a16:creationId xmlns:a16="http://schemas.microsoft.com/office/drawing/2014/main" id="{0C6B1F04-FBC1-1155-8FCA-31A034477AD1}"/>
              </a:ext>
            </a:extLst>
          </p:cNvPr>
          <p:cNvCxnSpPr/>
          <p:nvPr/>
        </p:nvCxnSpPr>
        <p:spPr>
          <a:xfrm flipH="1">
            <a:off x="1443493" y="3986806"/>
            <a:ext cx="10160" cy="5486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Rectangle 7">
            <a:extLst>
              <a:ext uri="{FF2B5EF4-FFF2-40B4-BE49-F238E27FC236}">
                <a16:creationId xmlns:a16="http://schemas.microsoft.com/office/drawing/2014/main" id="{86DC4432-5780-23BB-1697-0DBE1EF9CEEF}"/>
              </a:ext>
            </a:extLst>
          </p:cNvPr>
          <p:cNvSpPr/>
          <p:nvPr/>
        </p:nvSpPr>
        <p:spPr>
          <a:xfrm>
            <a:off x="10503008" y="3661243"/>
            <a:ext cx="507999" cy="1214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a:p>
        </p:txBody>
      </p:sp>
      <p:sp>
        <p:nvSpPr>
          <p:cNvPr id="11" name="Rectangle 10">
            <a:extLst>
              <a:ext uri="{FF2B5EF4-FFF2-40B4-BE49-F238E27FC236}">
                <a16:creationId xmlns:a16="http://schemas.microsoft.com/office/drawing/2014/main" id="{1364B240-F6AD-A8E9-1378-3FA38FF75F95}"/>
              </a:ext>
            </a:extLst>
          </p:cNvPr>
          <p:cNvSpPr/>
          <p:nvPr/>
        </p:nvSpPr>
        <p:spPr>
          <a:xfrm rot="16200000">
            <a:off x="4036832" y="2908519"/>
            <a:ext cx="1615439" cy="91000"/>
          </a:xfrm>
          <a:prstGeom prst="rect">
            <a:avLst/>
          </a:prstGeom>
          <a:solidFill>
            <a:srgbClr val="FF77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a:p>
        </p:txBody>
      </p:sp>
      <p:sp>
        <p:nvSpPr>
          <p:cNvPr id="42" name="Rectangle 41">
            <a:extLst>
              <a:ext uri="{FF2B5EF4-FFF2-40B4-BE49-F238E27FC236}">
                <a16:creationId xmlns:a16="http://schemas.microsoft.com/office/drawing/2014/main" id="{28567BDB-CCE0-3301-0CF3-077BC74B13F7}"/>
              </a:ext>
            </a:extLst>
          </p:cNvPr>
          <p:cNvSpPr/>
          <p:nvPr/>
        </p:nvSpPr>
        <p:spPr>
          <a:xfrm>
            <a:off x="5514448" y="3701883"/>
            <a:ext cx="507999" cy="1214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a:p>
        </p:txBody>
      </p:sp>
      <p:sp>
        <p:nvSpPr>
          <p:cNvPr id="70" name="Arrow: Right 69">
            <a:extLst>
              <a:ext uri="{FF2B5EF4-FFF2-40B4-BE49-F238E27FC236}">
                <a16:creationId xmlns:a16="http://schemas.microsoft.com/office/drawing/2014/main" id="{4F08A7A9-E4EB-D6E5-4BC3-1101B497155A}"/>
              </a:ext>
            </a:extLst>
          </p:cNvPr>
          <p:cNvSpPr/>
          <p:nvPr/>
        </p:nvSpPr>
        <p:spPr>
          <a:xfrm>
            <a:off x="6407867" y="3643795"/>
            <a:ext cx="1208157" cy="187739"/>
          </a:xfrm>
          <a:prstGeom prst="rightArrow">
            <a:avLst/>
          </a:prstGeom>
          <a:solidFill>
            <a:srgbClr val="FF77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a:p>
        </p:txBody>
      </p:sp>
      <p:sp>
        <p:nvSpPr>
          <p:cNvPr id="44" name="Rectangle: Rounded Corners 43">
            <a:extLst>
              <a:ext uri="{FF2B5EF4-FFF2-40B4-BE49-F238E27FC236}">
                <a16:creationId xmlns:a16="http://schemas.microsoft.com/office/drawing/2014/main" id="{AEAB62CD-95A1-10CE-7AD5-74BADE057CA8}"/>
              </a:ext>
            </a:extLst>
          </p:cNvPr>
          <p:cNvSpPr/>
          <p:nvPr/>
        </p:nvSpPr>
        <p:spPr>
          <a:xfrm>
            <a:off x="5923055" y="3312601"/>
            <a:ext cx="1228920" cy="861390"/>
          </a:xfrm>
          <a:prstGeom prst="roundRect">
            <a:avLst/>
          </a:prstGeom>
          <a:solidFill>
            <a:schemeClr val="bg1">
              <a:lumMod val="75000"/>
            </a:schemeClr>
          </a:solidFill>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sz="1650" b="1">
              <a:solidFill>
                <a:schemeClr val="tx1"/>
              </a:solidFill>
              <a:cs typeface="Arial"/>
            </a:endParaRPr>
          </a:p>
        </p:txBody>
      </p:sp>
      <p:sp>
        <p:nvSpPr>
          <p:cNvPr id="72" name="Arrow: Right 71">
            <a:extLst>
              <a:ext uri="{FF2B5EF4-FFF2-40B4-BE49-F238E27FC236}">
                <a16:creationId xmlns:a16="http://schemas.microsoft.com/office/drawing/2014/main" id="{61F3A253-C19E-6866-9B11-2ACD57528D9C}"/>
              </a:ext>
            </a:extLst>
          </p:cNvPr>
          <p:cNvSpPr/>
          <p:nvPr/>
        </p:nvSpPr>
        <p:spPr>
          <a:xfrm>
            <a:off x="1266907" y="3653955"/>
            <a:ext cx="1208157" cy="187739"/>
          </a:xfrm>
          <a:prstGeom prst="rightArrow">
            <a:avLst/>
          </a:prstGeom>
          <a:solidFill>
            <a:srgbClr val="FF77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a:p>
        </p:txBody>
      </p:sp>
      <p:sp>
        <p:nvSpPr>
          <p:cNvPr id="47" name="Arrow: Right 46">
            <a:extLst>
              <a:ext uri="{FF2B5EF4-FFF2-40B4-BE49-F238E27FC236}">
                <a16:creationId xmlns:a16="http://schemas.microsoft.com/office/drawing/2014/main" id="{E43D57CE-63C3-7BD7-67B8-13DB8B663132}"/>
              </a:ext>
            </a:extLst>
          </p:cNvPr>
          <p:cNvSpPr/>
          <p:nvPr/>
        </p:nvSpPr>
        <p:spPr>
          <a:xfrm>
            <a:off x="3898347" y="3674275"/>
            <a:ext cx="1258957" cy="187739"/>
          </a:xfrm>
          <a:prstGeom prst="rightArrow">
            <a:avLst/>
          </a:prstGeom>
          <a:solidFill>
            <a:srgbClr val="FF77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a:p>
        </p:txBody>
      </p:sp>
      <p:sp>
        <p:nvSpPr>
          <p:cNvPr id="31" name="Rectangle 30">
            <a:extLst>
              <a:ext uri="{FF2B5EF4-FFF2-40B4-BE49-F238E27FC236}">
                <a16:creationId xmlns:a16="http://schemas.microsoft.com/office/drawing/2014/main" id="{B81F1391-46AB-27A8-95FA-01B301EEA897}"/>
              </a:ext>
            </a:extLst>
          </p:cNvPr>
          <p:cNvSpPr/>
          <p:nvPr/>
        </p:nvSpPr>
        <p:spPr>
          <a:xfrm>
            <a:off x="502035" y="3712043"/>
            <a:ext cx="507999" cy="1214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a:p>
        </p:txBody>
      </p:sp>
      <p:sp>
        <p:nvSpPr>
          <p:cNvPr id="2" name="Title 1">
            <a:extLst>
              <a:ext uri="{FF2B5EF4-FFF2-40B4-BE49-F238E27FC236}">
                <a16:creationId xmlns:a16="http://schemas.microsoft.com/office/drawing/2014/main" id="{A04F62C4-EB61-89ED-BCED-4DFA59DF09A1}"/>
              </a:ext>
            </a:extLst>
          </p:cNvPr>
          <p:cNvSpPr>
            <a:spLocks noGrp="1"/>
          </p:cNvSpPr>
          <p:nvPr>
            <p:ph type="title"/>
          </p:nvPr>
        </p:nvSpPr>
        <p:spPr>
          <a:xfrm>
            <a:off x="415600" y="252068"/>
            <a:ext cx="11360800" cy="763600"/>
          </a:xfrm>
        </p:spPr>
        <p:txBody>
          <a:bodyPr/>
          <a:lstStyle/>
          <a:p>
            <a:r>
              <a:rPr lang="en-GB" dirty="0"/>
              <a:t>We are together: </a:t>
            </a:r>
            <a:br>
              <a:rPr lang="en-GB" dirty="0"/>
            </a:br>
            <a:r>
              <a:rPr lang="en-GB" dirty="0"/>
              <a:t>The Bigger Picture (latency and bandwidth)</a:t>
            </a:r>
            <a:endParaRPr lang="en-US" dirty="0"/>
          </a:p>
        </p:txBody>
      </p:sp>
      <p:sp>
        <p:nvSpPr>
          <p:cNvPr id="4" name="Slide Number Placeholder 3">
            <a:extLst>
              <a:ext uri="{FF2B5EF4-FFF2-40B4-BE49-F238E27FC236}">
                <a16:creationId xmlns:a16="http://schemas.microsoft.com/office/drawing/2014/main" id="{F910F867-FB86-6E74-54DF-24449B9AAD4E}"/>
              </a:ext>
            </a:extLst>
          </p:cNvPr>
          <p:cNvSpPr>
            <a:spLocks noGrp="1"/>
          </p:cNvSpPr>
          <p:nvPr>
            <p:ph type="sldNum" idx="12"/>
          </p:nvPr>
        </p:nvSpPr>
        <p:spPr/>
        <p:txBody>
          <a:bodyPr/>
          <a:lstStyle/>
          <a:p>
            <a:fld id="{00000000-1234-1234-1234-123412341234}" type="slidenum">
              <a:rPr lang="en" smtClean="0"/>
              <a:t>10</a:t>
            </a:fld>
            <a:endParaRPr lang="en"/>
          </a:p>
        </p:txBody>
      </p:sp>
      <p:sp>
        <p:nvSpPr>
          <p:cNvPr id="13" name="TextBox 28">
            <a:extLst>
              <a:ext uri="{FF2B5EF4-FFF2-40B4-BE49-F238E27FC236}">
                <a16:creationId xmlns:a16="http://schemas.microsoft.com/office/drawing/2014/main" id="{EFE1E762-397C-46E3-A7E7-38C1948CA92D}"/>
              </a:ext>
            </a:extLst>
          </p:cNvPr>
          <p:cNvSpPr txBox="1"/>
          <p:nvPr/>
        </p:nvSpPr>
        <p:spPr>
          <a:xfrm flipH="1">
            <a:off x="1004860" y="3636535"/>
            <a:ext cx="428625" cy="400110"/>
          </a:xfrm>
          <a:prstGeom prst="rect">
            <a:avLst/>
          </a:prstGeom>
          <a:noFill/>
        </p:spPr>
        <p:txBody>
          <a:bodyPr wrap="square" rtlCol="0">
            <a:spAutoFit/>
          </a:bodyP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9pPr>
          </a:lstStyle>
          <a:p>
            <a:r>
              <a:rPr lang="en-US" sz="2000" b="1">
                <a:effectLst>
                  <a:outerShdw blurRad="38100" dist="38100" dir="2700000" algn="tl">
                    <a:srgbClr val="000000">
                      <a:alpha val="43137"/>
                    </a:srgbClr>
                  </a:outerShdw>
                </a:effectLst>
              </a:rPr>
              <a:t>IF</a:t>
            </a:r>
          </a:p>
        </p:txBody>
      </p:sp>
      <p:sp>
        <p:nvSpPr>
          <p:cNvPr id="29" name="Rectangle: Rounded Corners 28">
            <a:extLst>
              <a:ext uri="{FF2B5EF4-FFF2-40B4-BE49-F238E27FC236}">
                <a16:creationId xmlns:a16="http://schemas.microsoft.com/office/drawing/2014/main" id="{0286FC4F-A232-674F-66FE-A1947E0BF414}"/>
              </a:ext>
            </a:extLst>
          </p:cNvPr>
          <p:cNvSpPr/>
          <p:nvPr/>
        </p:nvSpPr>
        <p:spPr>
          <a:xfrm>
            <a:off x="788722" y="3282121"/>
            <a:ext cx="1289880" cy="841070"/>
          </a:xfrm>
          <a:prstGeom prst="roundRect">
            <a:avLst/>
          </a:prstGeom>
          <a:solidFill>
            <a:schemeClr val="bg1">
              <a:lumMod val="75000"/>
            </a:schemeClr>
          </a:solidFill>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sz="1650" b="1">
              <a:solidFill>
                <a:schemeClr val="tx1"/>
              </a:solidFill>
              <a:cs typeface="Arial"/>
            </a:endParaRPr>
          </a:p>
        </p:txBody>
      </p:sp>
      <p:graphicFrame>
        <p:nvGraphicFramePr>
          <p:cNvPr id="3" name="Table 2">
            <a:extLst>
              <a:ext uri="{FF2B5EF4-FFF2-40B4-BE49-F238E27FC236}">
                <a16:creationId xmlns:a16="http://schemas.microsoft.com/office/drawing/2014/main" id="{8FBD8A43-A0A0-D954-01F6-BB6AD9816B77}"/>
              </a:ext>
            </a:extLst>
          </p:cNvPr>
          <p:cNvGraphicFramePr>
            <a:graphicFrameLocks noGrp="1"/>
          </p:cNvGraphicFramePr>
          <p:nvPr/>
        </p:nvGraphicFramePr>
        <p:xfrm>
          <a:off x="165210" y="3046675"/>
          <a:ext cx="520946" cy="1504744"/>
        </p:xfrm>
        <a:graphic>
          <a:graphicData uri="http://schemas.openxmlformats.org/drawingml/2006/table">
            <a:tbl>
              <a:tblPr firstRow="1" bandRow="1">
                <a:tableStyleId>{5940675A-B579-460E-94D1-54222C63F5DA}</a:tableStyleId>
              </a:tblPr>
              <a:tblGrid>
                <a:gridCol w="520946">
                  <a:extLst>
                    <a:ext uri="{9D8B030D-6E8A-4147-A177-3AD203B41FA5}">
                      <a16:colId xmlns:a16="http://schemas.microsoft.com/office/drawing/2014/main" val="2973985962"/>
                    </a:ext>
                  </a:extLst>
                </a:gridCol>
              </a:tblGrid>
              <a:tr h="376186">
                <a:tc>
                  <a:txBody>
                    <a:bodyPr/>
                    <a:lstStyle/>
                    <a:p>
                      <a:endParaRPr lang="en-GB"/>
                    </a:p>
                  </a:txBody>
                  <a:tcPr>
                    <a:solidFill>
                      <a:schemeClr val="bg1">
                        <a:lumMod val="85000"/>
                      </a:schemeClr>
                    </a:solidFill>
                  </a:tcPr>
                </a:tc>
                <a:extLst>
                  <a:ext uri="{0D108BD9-81ED-4DB2-BD59-A6C34878D82A}">
                    <a16:rowId xmlns:a16="http://schemas.microsoft.com/office/drawing/2014/main" val="1490556196"/>
                  </a:ext>
                </a:extLst>
              </a:tr>
              <a:tr h="376186">
                <a:tc>
                  <a:txBody>
                    <a:bodyPr/>
                    <a:lstStyle/>
                    <a:p>
                      <a:endParaRPr lang="en-GB"/>
                    </a:p>
                  </a:txBody>
                  <a:tcPr>
                    <a:solidFill>
                      <a:schemeClr val="bg1">
                        <a:lumMod val="85000"/>
                      </a:schemeClr>
                    </a:solidFill>
                  </a:tcPr>
                </a:tc>
                <a:extLst>
                  <a:ext uri="{0D108BD9-81ED-4DB2-BD59-A6C34878D82A}">
                    <a16:rowId xmlns:a16="http://schemas.microsoft.com/office/drawing/2014/main" val="2229263917"/>
                  </a:ext>
                </a:extLst>
              </a:tr>
              <a:tr h="376186">
                <a:tc>
                  <a:txBody>
                    <a:bodyPr/>
                    <a:lstStyle/>
                    <a:p>
                      <a:endParaRPr lang="en-GB"/>
                    </a:p>
                  </a:txBody>
                  <a:tcPr>
                    <a:solidFill>
                      <a:schemeClr val="bg1">
                        <a:lumMod val="85000"/>
                      </a:schemeClr>
                    </a:solidFill>
                  </a:tcPr>
                </a:tc>
                <a:extLst>
                  <a:ext uri="{0D108BD9-81ED-4DB2-BD59-A6C34878D82A}">
                    <a16:rowId xmlns:a16="http://schemas.microsoft.com/office/drawing/2014/main" val="556375098"/>
                  </a:ext>
                </a:extLst>
              </a:tr>
              <a:tr h="376186">
                <a:tc>
                  <a:txBody>
                    <a:bodyPr/>
                    <a:lstStyle/>
                    <a:p>
                      <a:endParaRPr lang="en-GB"/>
                    </a:p>
                  </a:txBody>
                  <a:tcPr>
                    <a:solidFill>
                      <a:schemeClr val="bg1">
                        <a:lumMod val="85000"/>
                      </a:schemeClr>
                    </a:solidFill>
                  </a:tcPr>
                </a:tc>
                <a:extLst>
                  <a:ext uri="{0D108BD9-81ED-4DB2-BD59-A6C34878D82A}">
                    <a16:rowId xmlns:a16="http://schemas.microsoft.com/office/drawing/2014/main" val="508897218"/>
                  </a:ext>
                </a:extLst>
              </a:tr>
            </a:tbl>
          </a:graphicData>
        </a:graphic>
      </p:graphicFrame>
      <p:sp>
        <p:nvSpPr>
          <p:cNvPr id="28" name="TextBox 28">
            <a:extLst>
              <a:ext uri="{FF2B5EF4-FFF2-40B4-BE49-F238E27FC236}">
                <a16:creationId xmlns:a16="http://schemas.microsoft.com/office/drawing/2014/main" id="{B05CEB1C-70A1-754E-96EC-9A1413B29B63}"/>
              </a:ext>
            </a:extLst>
          </p:cNvPr>
          <p:cNvSpPr txBox="1"/>
          <p:nvPr/>
        </p:nvSpPr>
        <p:spPr>
          <a:xfrm flipH="1">
            <a:off x="1265928" y="3506663"/>
            <a:ext cx="428625" cy="400110"/>
          </a:xfrm>
          <a:prstGeom prst="rect">
            <a:avLst/>
          </a:prstGeom>
          <a:noFill/>
        </p:spPr>
        <p:txBody>
          <a:bodyPr wrap="square" rtlCol="0">
            <a:spAutoFit/>
          </a:bodyP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9pPr>
          </a:lstStyle>
          <a:p>
            <a:r>
              <a:rPr lang="en-US" sz="2000" b="1">
                <a:effectLst>
                  <a:outerShdw blurRad="38100" dist="38100" dir="2700000" algn="tl">
                    <a:srgbClr val="000000">
                      <a:alpha val="43137"/>
                    </a:srgbClr>
                  </a:outerShdw>
                </a:effectLst>
              </a:rPr>
              <a:t>IF</a:t>
            </a:r>
          </a:p>
        </p:txBody>
      </p:sp>
      <p:sp>
        <p:nvSpPr>
          <p:cNvPr id="34" name="Rectangle 33">
            <a:extLst>
              <a:ext uri="{FF2B5EF4-FFF2-40B4-BE49-F238E27FC236}">
                <a16:creationId xmlns:a16="http://schemas.microsoft.com/office/drawing/2014/main" id="{E7CB9726-0FF2-4F94-F968-BABA3424DC9C}"/>
              </a:ext>
            </a:extLst>
          </p:cNvPr>
          <p:cNvSpPr/>
          <p:nvPr/>
        </p:nvSpPr>
        <p:spPr>
          <a:xfrm>
            <a:off x="2776992" y="3700999"/>
            <a:ext cx="507999" cy="1214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a:p>
        </p:txBody>
      </p:sp>
      <p:graphicFrame>
        <p:nvGraphicFramePr>
          <p:cNvPr id="40" name="Table 39">
            <a:extLst>
              <a:ext uri="{FF2B5EF4-FFF2-40B4-BE49-F238E27FC236}">
                <a16:creationId xmlns:a16="http://schemas.microsoft.com/office/drawing/2014/main" id="{F1C74A74-87BD-DB9F-9CBD-CA84E6DF1385}"/>
              </a:ext>
            </a:extLst>
          </p:cNvPr>
          <p:cNvGraphicFramePr>
            <a:graphicFrameLocks noGrp="1"/>
          </p:cNvGraphicFramePr>
          <p:nvPr/>
        </p:nvGraphicFramePr>
        <p:xfrm>
          <a:off x="2473297" y="3024588"/>
          <a:ext cx="520946" cy="1504744"/>
        </p:xfrm>
        <a:graphic>
          <a:graphicData uri="http://schemas.openxmlformats.org/drawingml/2006/table">
            <a:tbl>
              <a:tblPr firstRow="1" bandRow="1">
                <a:tableStyleId>{5940675A-B579-460E-94D1-54222C63F5DA}</a:tableStyleId>
              </a:tblPr>
              <a:tblGrid>
                <a:gridCol w="520946">
                  <a:extLst>
                    <a:ext uri="{9D8B030D-6E8A-4147-A177-3AD203B41FA5}">
                      <a16:colId xmlns:a16="http://schemas.microsoft.com/office/drawing/2014/main" val="2973985962"/>
                    </a:ext>
                  </a:extLst>
                </a:gridCol>
              </a:tblGrid>
              <a:tr h="376186">
                <a:tc>
                  <a:txBody>
                    <a:bodyPr/>
                    <a:lstStyle/>
                    <a:p>
                      <a:endParaRPr lang="en-GB"/>
                    </a:p>
                  </a:txBody>
                  <a:tcPr>
                    <a:solidFill>
                      <a:schemeClr val="bg1">
                        <a:lumMod val="85000"/>
                      </a:schemeClr>
                    </a:solidFill>
                  </a:tcPr>
                </a:tc>
                <a:extLst>
                  <a:ext uri="{0D108BD9-81ED-4DB2-BD59-A6C34878D82A}">
                    <a16:rowId xmlns:a16="http://schemas.microsoft.com/office/drawing/2014/main" val="1490556196"/>
                  </a:ext>
                </a:extLst>
              </a:tr>
              <a:tr h="376186">
                <a:tc>
                  <a:txBody>
                    <a:bodyPr/>
                    <a:lstStyle/>
                    <a:p>
                      <a:endParaRPr lang="en-GB"/>
                    </a:p>
                  </a:txBody>
                  <a:tcPr>
                    <a:solidFill>
                      <a:schemeClr val="bg1">
                        <a:lumMod val="85000"/>
                      </a:schemeClr>
                    </a:solidFill>
                  </a:tcPr>
                </a:tc>
                <a:extLst>
                  <a:ext uri="{0D108BD9-81ED-4DB2-BD59-A6C34878D82A}">
                    <a16:rowId xmlns:a16="http://schemas.microsoft.com/office/drawing/2014/main" val="2229263917"/>
                  </a:ext>
                </a:extLst>
              </a:tr>
              <a:tr h="376186">
                <a:tc>
                  <a:txBody>
                    <a:bodyPr/>
                    <a:lstStyle/>
                    <a:p>
                      <a:endParaRPr lang="en-GB"/>
                    </a:p>
                  </a:txBody>
                  <a:tcPr>
                    <a:solidFill>
                      <a:schemeClr val="bg1">
                        <a:lumMod val="85000"/>
                      </a:schemeClr>
                    </a:solidFill>
                  </a:tcPr>
                </a:tc>
                <a:extLst>
                  <a:ext uri="{0D108BD9-81ED-4DB2-BD59-A6C34878D82A}">
                    <a16:rowId xmlns:a16="http://schemas.microsoft.com/office/drawing/2014/main" val="556375098"/>
                  </a:ext>
                </a:extLst>
              </a:tr>
              <a:tr h="376186">
                <a:tc>
                  <a:txBody>
                    <a:bodyPr/>
                    <a:lstStyle/>
                    <a:p>
                      <a:endParaRPr lang="en-GB"/>
                    </a:p>
                  </a:txBody>
                  <a:tcPr>
                    <a:solidFill>
                      <a:schemeClr val="bg1">
                        <a:lumMod val="85000"/>
                      </a:schemeClr>
                    </a:solidFill>
                  </a:tcPr>
                </a:tc>
                <a:extLst>
                  <a:ext uri="{0D108BD9-81ED-4DB2-BD59-A6C34878D82A}">
                    <a16:rowId xmlns:a16="http://schemas.microsoft.com/office/drawing/2014/main" val="508897218"/>
                  </a:ext>
                </a:extLst>
              </a:tr>
            </a:tbl>
          </a:graphicData>
        </a:graphic>
      </p:graphicFrame>
      <p:graphicFrame>
        <p:nvGraphicFramePr>
          <p:cNvPr id="45" name="Table 44">
            <a:extLst>
              <a:ext uri="{FF2B5EF4-FFF2-40B4-BE49-F238E27FC236}">
                <a16:creationId xmlns:a16="http://schemas.microsoft.com/office/drawing/2014/main" id="{DC581D00-8ED4-1A98-193F-8987DDF4C381}"/>
              </a:ext>
            </a:extLst>
          </p:cNvPr>
          <p:cNvGraphicFramePr>
            <a:graphicFrameLocks noGrp="1"/>
          </p:cNvGraphicFramePr>
          <p:nvPr/>
        </p:nvGraphicFramePr>
        <p:xfrm>
          <a:off x="5177623" y="3036515"/>
          <a:ext cx="520946" cy="1504744"/>
        </p:xfrm>
        <a:graphic>
          <a:graphicData uri="http://schemas.openxmlformats.org/drawingml/2006/table">
            <a:tbl>
              <a:tblPr firstRow="1" bandRow="1">
                <a:tableStyleId>{5940675A-B579-460E-94D1-54222C63F5DA}</a:tableStyleId>
              </a:tblPr>
              <a:tblGrid>
                <a:gridCol w="520946">
                  <a:extLst>
                    <a:ext uri="{9D8B030D-6E8A-4147-A177-3AD203B41FA5}">
                      <a16:colId xmlns:a16="http://schemas.microsoft.com/office/drawing/2014/main" val="2973985962"/>
                    </a:ext>
                  </a:extLst>
                </a:gridCol>
              </a:tblGrid>
              <a:tr h="376186">
                <a:tc>
                  <a:txBody>
                    <a:bodyPr/>
                    <a:lstStyle/>
                    <a:p>
                      <a:endParaRPr lang="en-GB"/>
                    </a:p>
                  </a:txBody>
                  <a:tcPr>
                    <a:solidFill>
                      <a:schemeClr val="bg1">
                        <a:lumMod val="85000"/>
                      </a:schemeClr>
                    </a:solidFill>
                  </a:tcPr>
                </a:tc>
                <a:extLst>
                  <a:ext uri="{0D108BD9-81ED-4DB2-BD59-A6C34878D82A}">
                    <a16:rowId xmlns:a16="http://schemas.microsoft.com/office/drawing/2014/main" val="1490556196"/>
                  </a:ext>
                </a:extLst>
              </a:tr>
              <a:tr h="376186">
                <a:tc>
                  <a:txBody>
                    <a:bodyPr/>
                    <a:lstStyle/>
                    <a:p>
                      <a:endParaRPr lang="en-GB"/>
                    </a:p>
                  </a:txBody>
                  <a:tcPr>
                    <a:solidFill>
                      <a:schemeClr val="bg1">
                        <a:lumMod val="85000"/>
                      </a:schemeClr>
                    </a:solidFill>
                  </a:tcPr>
                </a:tc>
                <a:extLst>
                  <a:ext uri="{0D108BD9-81ED-4DB2-BD59-A6C34878D82A}">
                    <a16:rowId xmlns:a16="http://schemas.microsoft.com/office/drawing/2014/main" val="2229263917"/>
                  </a:ext>
                </a:extLst>
              </a:tr>
              <a:tr h="376186">
                <a:tc>
                  <a:txBody>
                    <a:bodyPr/>
                    <a:lstStyle/>
                    <a:p>
                      <a:endParaRPr lang="en-GB"/>
                    </a:p>
                  </a:txBody>
                  <a:tcPr>
                    <a:solidFill>
                      <a:schemeClr val="bg1">
                        <a:lumMod val="85000"/>
                      </a:schemeClr>
                    </a:solidFill>
                  </a:tcPr>
                </a:tc>
                <a:extLst>
                  <a:ext uri="{0D108BD9-81ED-4DB2-BD59-A6C34878D82A}">
                    <a16:rowId xmlns:a16="http://schemas.microsoft.com/office/drawing/2014/main" val="556375098"/>
                  </a:ext>
                </a:extLst>
              </a:tr>
              <a:tr h="376186">
                <a:tc>
                  <a:txBody>
                    <a:bodyPr/>
                    <a:lstStyle/>
                    <a:p>
                      <a:endParaRPr lang="en-GB"/>
                    </a:p>
                  </a:txBody>
                  <a:tcPr>
                    <a:solidFill>
                      <a:schemeClr val="bg1">
                        <a:lumMod val="85000"/>
                      </a:schemeClr>
                    </a:solidFill>
                  </a:tcPr>
                </a:tc>
                <a:extLst>
                  <a:ext uri="{0D108BD9-81ED-4DB2-BD59-A6C34878D82A}">
                    <a16:rowId xmlns:a16="http://schemas.microsoft.com/office/drawing/2014/main" val="508897218"/>
                  </a:ext>
                </a:extLst>
              </a:tr>
            </a:tbl>
          </a:graphicData>
        </a:graphic>
      </p:graphicFrame>
      <p:sp>
        <p:nvSpPr>
          <p:cNvPr id="48" name="TextBox 47">
            <a:extLst>
              <a:ext uri="{FF2B5EF4-FFF2-40B4-BE49-F238E27FC236}">
                <a16:creationId xmlns:a16="http://schemas.microsoft.com/office/drawing/2014/main" id="{BA45BDE7-2F21-E825-B04C-BCC3899917C3}"/>
              </a:ext>
            </a:extLst>
          </p:cNvPr>
          <p:cNvSpPr txBox="1"/>
          <p:nvPr/>
        </p:nvSpPr>
        <p:spPr>
          <a:xfrm>
            <a:off x="-96410" y="2438178"/>
            <a:ext cx="1204291"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9pPr>
          </a:lstStyle>
          <a:p>
            <a:pPr algn="ctr"/>
            <a:r>
              <a:rPr lang="en-GB" sz="1650"/>
              <a:t>IFETCH Buffer</a:t>
            </a:r>
            <a:endParaRPr lang="en-GB"/>
          </a:p>
        </p:txBody>
      </p:sp>
      <p:sp>
        <p:nvSpPr>
          <p:cNvPr id="49" name="TextBox 48">
            <a:extLst>
              <a:ext uri="{FF2B5EF4-FFF2-40B4-BE49-F238E27FC236}">
                <a16:creationId xmlns:a16="http://schemas.microsoft.com/office/drawing/2014/main" id="{71F28CF8-BD8F-EAD4-1C26-CE1BA0B02480}"/>
              </a:ext>
            </a:extLst>
          </p:cNvPr>
          <p:cNvSpPr txBox="1"/>
          <p:nvPr/>
        </p:nvSpPr>
        <p:spPr>
          <a:xfrm>
            <a:off x="2113611" y="2383844"/>
            <a:ext cx="1329303"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9pPr>
          </a:lstStyle>
          <a:p>
            <a:pPr algn="ctr"/>
            <a:r>
              <a:rPr lang="en-GB" sz="1650"/>
              <a:t>DECODE Buffer</a:t>
            </a:r>
            <a:endParaRPr lang="en-GB"/>
          </a:p>
        </p:txBody>
      </p:sp>
      <p:sp>
        <p:nvSpPr>
          <p:cNvPr id="50" name="TextBox 49">
            <a:extLst>
              <a:ext uri="{FF2B5EF4-FFF2-40B4-BE49-F238E27FC236}">
                <a16:creationId xmlns:a16="http://schemas.microsoft.com/office/drawing/2014/main" id="{EF7DFBE5-3E18-CAB3-4D73-958099E569BB}"/>
              </a:ext>
            </a:extLst>
          </p:cNvPr>
          <p:cNvSpPr txBox="1"/>
          <p:nvPr/>
        </p:nvSpPr>
        <p:spPr>
          <a:xfrm>
            <a:off x="5098884" y="2422716"/>
            <a:ext cx="828371"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9pPr>
          </a:lstStyle>
          <a:p>
            <a:pPr algn="ctr"/>
            <a:r>
              <a:rPr lang="en-GB" sz="1650"/>
              <a:t>Issue </a:t>
            </a:r>
            <a:endParaRPr lang="en-GB"/>
          </a:p>
          <a:p>
            <a:pPr algn="ctr"/>
            <a:r>
              <a:rPr lang="en-GB" sz="1650"/>
              <a:t>Queue</a:t>
            </a:r>
          </a:p>
        </p:txBody>
      </p:sp>
      <p:sp>
        <p:nvSpPr>
          <p:cNvPr id="39" name="Rectangle: Rounded Corners 38">
            <a:extLst>
              <a:ext uri="{FF2B5EF4-FFF2-40B4-BE49-F238E27FC236}">
                <a16:creationId xmlns:a16="http://schemas.microsoft.com/office/drawing/2014/main" id="{589874EA-9E94-61A0-CD0C-CF6292274D15}"/>
              </a:ext>
            </a:extLst>
          </p:cNvPr>
          <p:cNvSpPr/>
          <p:nvPr/>
        </p:nvSpPr>
        <p:spPr>
          <a:xfrm>
            <a:off x="3152468" y="3311717"/>
            <a:ext cx="1391480" cy="861390"/>
          </a:xfrm>
          <a:prstGeom prst="roundRect">
            <a:avLst/>
          </a:prstGeom>
          <a:solidFill>
            <a:schemeClr val="bg1">
              <a:lumMod val="75000"/>
            </a:schemeClr>
          </a:solidFill>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sz="1650" b="1">
              <a:solidFill>
                <a:schemeClr val="tx1"/>
              </a:solidFill>
              <a:cs typeface="Arial"/>
            </a:endParaRPr>
          </a:p>
        </p:txBody>
      </p:sp>
      <p:sp>
        <p:nvSpPr>
          <p:cNvPr id="41" name="TextBox 28">
            <a:extLst>
              <a:ext uri="{FF2B5EF4-FFF2-40B4-BE49-F238E27FC236}">
                <a16:creationId xmlns:a16="http://schemas.microsoft.com/office/drawing/2014/main" id="{C33DC7E9-0E19-CD79-C217-4C1D34E2915A}"/>
              </a:ext>
            </a:extLst>
          </p:cNvPr>
          <p:cNvSpPr txBox="1"/>
          <p:nvPr/>
        </p:nvSpPr>
        <p:spPr>
          <a:xfrm flipH="1">
            <a:off x="3633208" y="3567622"/>
            <a:ext cx="627407" cy="400110"/>
          </a:xfrm>
          <a:prstGeom prst="rect">
            <a:avLst/>
          </a:prstGeom>
          <a:noFill/>
        </p:spPr>
        <p:txBody>
          <a:bodyPr wrap="square" lIns="91440" tIns="45720" rIns="91440" bIns="45720" rtlCol="0" anchor="t">
            <a:spAutoFit/>
          </a:bodyP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9pPr>
          </a:lstStyle>
          <a:p>
            <a:r>
              <a:rPr lang="en-US" sz="2000" b="1">
                <a:effectLst>
                  <a:outerShdw blurRad="38100" dist="38100" dir="2700000" algn="tl">
                    <a:srgbClr val="000000">
                      <a:alpha val="43137"/>
                    </a:srgbClr>
                  </a:outerShdw>
                </a:effectLst>
              </a:rPr>
              <a:t>ID</a:t>
            </a:r>
          </a:p>
        </p:txBody>
      </p:sp>
      <p:sp>
        <p:nvSpPr>
          <p:cNvPr id="33" name="Arrow: Right 32">
            <a:extLst>
              <a:ext uri="{FF2B5EF4-FFF2-40B4-BE49-F238E27FC236}">
                <a16:creationId xmlns:a16="http://schemas.microsoft.com/office/drawing/2014/main" id="{C4B8AE0D-1ED3-2071-F05A-A97503A6CEDA}"/>
              </a:ext>
            </a:extLst>
          </p:cNvPr>
          <p:cNvSpPr/>
          <p:nvPr/>
        </p:nvSpPr>
        <p:spPr>
          <a:xfrm>
            <a:off x="8622747" y="3684435"/>
            <a:ext cx="771277" cy="167419"/>
          </a:xfrm>
          <a:prstGeom prst="rightArrow">
            <a:avLst/>
          </a:prstGeom>
          <a:solidFill>
            <a:srgbClr val="FF77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a:p>
        </p:txBody>
      </p:sp>
      <p:sp>
        <p:nvSpPr>
          <p:cNvPr id="56" name="Rectangle: Rounded Corners 55">
            <a:extLst>
              <a:ext uri="{FF2B5EF4-FFF2-40B4-BE49-F238E27FC236}">
                <a16:creationId xmlns:a16="http://schemas.microsoft.com/office/drawing/2014/main" id="{1ABA433D-19F0-84C0-EA1F-99F92C658BDB}"/>
              </a:ext>
            </a:extLst>
          </p:cNvPr>
          <p:cNvSpPr/>
          <p:nvPr/>
        </p:nvSpPr>
        <p:spPr>
          <a:xfrm>
            <a:off x="9397775" y="3282121"/>
            <a:ext cx="1340680" cy="871550"/>
          </a:xfrm>
          <a:prstGeom prst="roundRect">
            <a:avLst/>
          </a:prstGeom>
          <a:solidFill>
            <a:schemeClr val="bg1">
              <a:lumMod val="75000"/>
            </a:schemeClr>
          </a:solidFill>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sz="1650" b="1">
              <a:solidFill>
                <a:schemeClr val="tx1"/>
              </a:solidFill>
              <a:cs typeface="Arial"/>
            </a:endParaRPr>
          </a:p>
        </p:txBody>
      </p:sp>
      <p:sp>
        <p:nvSpPr>
          <p:cNvPr id="66" name="Rectangle: Rounded Corners 65">
            <a:extLst>
              <a:ext uri="{FF2B5EF4-FFF2-40B4-BE49-F238E27FC236}">
                <a16:creationId xmlns:a16="http://schemas.microsoft.com/office/drawing/2014/main" id="{5D8EF01B-176D-E4D0-0744-7C133DAC4479}"/>
              </a:ext>
            </a:extLst>
          </p:cNvPr>
          <p:cNvSpPr/>
          <p:nvPr/>
        </p:nvSpPr>
        <p:spPr>
          <a:xfrm>
            <a:off x="7612708" y="3281237"/>
            <a:ext cx="1340680" cy="871550"/>
          </a:xfrm>
          <a:prstGeom prst="roundRect">
            <a:avLst/>
          </a:prstGeom>
          <a:solidFill>
            <a:schemeClr val="bg1">
              <a:lumMod val="75000"/>
            </a:schemeClr>
          </a:solidFill>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sz="1650" b="1">
              <a:solidFill>
                <a:schemeClr val="tx1"/>
              </a:solidFill>
              <a:cs typeface="Arial"/>
            </a:endParaRPr>
          </a:p>
        </p:txBody>
      </p:sp>
      <p:sp>
        <p:nvSpPr>
          <p:cNvPr id="9" name="Arrow: Right 8">
            <a:extLst>
              <a:ext uri="{FF2B5EF4-FFF2-40B4-BE49-F238E27FC236}">
                <a16:creationId xmlns:a16="http://schemas.microsoft.com/office/drawing/2014/main" id="{41052C50-3192-9FD2-6D5B-F85744B60BD8}"/>
              </a:ext>
            </a:extLst>
          </p:cNvPr>
          <p:cNvSpPr/>
          <p:nvPr/>
        </p:nvSpPr>
        <p:spPr>
          <a:xfrm>
            <a:off x="4802587" y="2089315"/>
            <a:ext cx="2894717" cy="177579"/>
          </a:xfrm>
          <a:prstGeom prst="rightArrow">
            <a:avLst/>
          </a:prstGeom>
          <a:solidFill>
            <a:srgbClr val="FF77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a:p>
        </p:txBody>
      </p:sp>
      <p:sp>
        <p:nvSpPr>
          <p:cNvPr id="14" name="TextBox 13">
            <a:extLst>
              <a:ext uri="{FF2B5EF4-FFF2-40B4-BE49-F238E27FC236}">
                <a16:creationId xmlns:a16="http://schemas.microsoft.com/office/drawing/2014/main" id="{8CFDB0CC-9684-46CE-A793-74DABFA6F791}"/>
              </a:ext>
            </a:extLst>
          </p:cNvPr>
          <p:cNvSpPr txBox="1"/>
          <p:nvPr/>
        </p:nvSpPr>
        <p:spPr>
          <a:xfrm>
            <a:off x="8563444" y="1681036"/>
            <a:ext cx="777571" cy="3462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000000"/>
                </a:solidFill>
                <a:latin typeface="Arial"/>
                <a:ea typeface="Arial"/>
                <a:cs typeface="Arial"/>
                <a:sym typeface="Arial"/>
              </a:defRPr>
            </a:lvl9pPr>
          </a:lstStyle>
          <a:p>
            <a:pPr algn="ctr"/>
            <a:r>
              <a:rPr lang="en-GB" sz="1650"/>
              <a:t>ROB</a:t>
            </a:r>
            <a:endParaRPr lang="en-GB"/>
          </a:p>
        </p:txBody>
      </p:sp>
      <p:sp>
        <p:nvSpPr>
          <p:cNvPr id="18" name="Rectangle 17">
            <a:extLst>
              <a:ext uri="{FF2B5EF4-FFF2-40B4-BE49-F238E27FC236}">
                <a16:creationId xmlns:a16="http://schemas.microsoft.com/office/drawing/2014/main" id="{F0859CBA-A6CC-B449-40A6-07CD7628A660}"/>
              </a:ext>
            </a:extLst>
          </p:cNvPr>
          <p:cNvSpPr/>
          <p:nvPr/>
        </p:nvSpPr>
        <p:spPr>
          <a:xfrm rot="16200000">
            <a:off x="10605272" y="2954239"/>
            <a:ext cx="1686559" cy="91000"/>
          </a:xfrm>
          <a:prstGeom prst="rect">
            <a:avLst/>
          </a:prstGeom>
          <a:solidFill>
            <a:srgbClr val="FF77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a:p>
        </p:txBody>
      </p:sp>
      <p:sp>
        <p:nvSpPr>
          <p:cNvPr id="20" name="Rectangle 19">
            <a:extLst>
              <a:ext uri="{FF2B5EF4-FFF2-40B4-BE49-F238E27FC236}">
                <a16:creationId xmlns:a16="http://schemas.microsoft.com/office/drawing/2014/main" id="{43240EBE-882A-6B5C-1205-DD48B02CDEA5}"/>
              </a:ext>
            </a:extLst>
          </p:cNvPr>
          <p:cNvSpPr/>
          <p:nvPr/>
        </p:nvSpPr>
        <p:spPr>
          <a:xfrm>
            <a:off x="9751832" y="2141439"/>
            <a:ext cx="1747519" cy="70680"/>
          </a:xfrm>
          <a:prstGeom prst="rect">
            <a:avLst/>
          </a:prstGeom>
          <a:solidFill>
            <a:srgbClr val="FF77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a:p>
        </p:txBody>
      </p:sp>
      <p:sp>
        <p:nvSpPr>
          <p:cNvPr id="5" name="Rectangle 4">
            <a:extLst>
              <a:ext uri="{FF2B5EF4-FFF2-40B4-BE49-F238E27FC236}">
                <a16:creationId xmlns:a16="http://schemas.microsoft.com/office/drawing/2014/main" id="{889A53D8-115E-6C66-7729-6E7048098F96}"/>
              </a:ext>
            </a:extLst>
          </p:cNvPr>
          <p:cNvSpPr/>
          <p:nvPr/>
        </p:nvSpPr>
        <p:spPr>
          <a:xfrm>
            <a:off x="11010546" y="3430488"/>
            <a:ext cx="1020417" cy="61799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r>
              <a:rPr lang="en-GB" sz="1650" b="1">
                <a:solidFill>
                  <a:schemeClr val="tx1"/>
                </a:solidFill>
                <a:cs typeface="Arial"/>
              </a:rPr>
              <a:t>Commit</a:t>
            </a:r>
            <a:endParaRPr lang="en-US" b="1">
              <a:solidFill>
                <a:schemeClr val="tx1"/>
              </a:solidFill>
            </a:endParaRPr>
          </a:p>
        </p:txBody>
      </p:sp>
      <p:graphicFrame>
        <p:nvGraphicFramePr>
          <p:cNvPr id="6" name="Table 5">
            <a:extLst>
              <a:ext uri="{FF2B5EF4-FFF2-40B4-BE49-F238E27FC236}">
                <a16:creationId xmlns:a16="http://schemas.microsoft.com/office/drawing/2014/main" id="{DCB93A61-E8ED-DC23-9032-E1603037DAA3}"/>
              </a:ext>
            </a:extLst>
          </p:cNvPr>
          <p:cNvGraphicFramePr>
            <a:graphicFrameLocks noGrp="1"/>
          </p:cNvGraphicFramePr>
          <p:nvPr/>
        </p:nvGraphicFramePr>
        <p:xfrm>
          <a:off x="7701280" y="2032000"/>
          <a:ext cx="2453685" cy="365760"/>
        </p:xfrm>
        <a:graphic>
          <a:graphicData uri="http://schemas.openxmlformats.org/drawingml/2006/table">
            <a:tbl>
              <a:tblPr firstRow="1" bandRow="1">
                <a:tableStyleId>{5940675A-B579-460E-94D1-54222C63F5DA}</a:tableStyleId>
              </a:tblPr>
              <a:tblGrid>
                <a:gridCol w="490737">
                  <a:extLst>
                    <a:ext uri="{9D8B030D-6E8A-4147-A177-3AD203B41FA5}">
                      <a16:colId xmlns:a16="http://schemas.microsoft.com/office/drawing/2014/main" val="1657845049"/>
                    </a:ext>
                  </a:extLst>
                </a:gridCol>
                <a:gridCol w="490737">
                  <a:extLst>
                    <a:ext uri="{9D8B030D-6E8A-4147-A177-3AD203B41FA5}">
                      <a16:colId xmlns:a16="http://schemas.microsoft.com/office/drawing/2014/main" val="472207004"/>
                    </a:ext>
                  </a:extLst>
                </a:gridCol>
                <a:gridCol w="490737">
                  <a:extLst>
                    <a:ext uri="{9D8B030D-6E8A-4147-A177-3AD203B41FA5}">
                      <a16:colId xmlns:a16="http://schemas.microsoft.com/office/drawing/2014/main" val="1093762439"/>
                    </a:ext>
                  </a:extLst>
                </a:gridCol>
                <a:gridCol w="490737">
                  <a:extLst>
                    <a:ext uri="{9D8B030D-6E8A-4147-A177-3AD203B41FA5}">
                      <a16:colId xmlns:a16="http://schemas.microsoft.com/office/drawing/2014/main" val="2458695203"/>
                    </a:ext>
                  </a:extLst>
                </a:gridCol>
                <a:gridCol w="490737">
                  <a:extLst>
                    <a:ext uri="{9D8B030D-6E8A-4147-A177-3AD203B41FA5}">
                      <a16:colId xmlns:a16="http://schemas.microsoft.com/office/drawing/2014/main" val="2973985962"/>
                    </a:ext>
                  </a:extLst>
                </a:gridCol>
              </a:tblGrid>
              <a:tr h="358824">
                <a:tc>
                  <a:txBody>
                    <a:bodyPr/>
                    <a:lstStyle/>
                    <a:p>
                      <a:pPr lvl="0">
                        <a:buNone/>
                      </a:pPr>
                      <a:endParaRPr lang="en-GB"/>
                    </a:p>
                  </a:txBody>
                  <a:tcPr>
                    <a:solidFill>
                      <a:schemeClr val="bg1">
                        <a:lumMod val="85000"/>
                      </a:schemeClr>
                    </a:solidFill>
                  </a:tcPr>
                </a:tc>
                <a:tc>
                  <a:txBody>
                    <a:bodyPr/>
                    <a:lstStyle/>
                    <a:p>
                      <a:pPr lvl="0">
                        <a:buNone/>
                      </a:pPr>
                      <a:endParaRPr lang="en-GB"/>
                    </a:p>
                  </a:txBody>
                  <a:tcPr>
                    <a:solidFill>
                      <a:schemeClr val="bg1">
                        <a:lumMod val="85000"/>
                      </a:schemeClr>
                    </a:solidFill>
                  </a:tcPr>
                </a:tc>
                <a:tc>
                  <a:txBody>
                    <a:bodyPr/>
                    <a:lstStyle/>
                    <a:p>
                      <a:pPr lvl="0">
                        <a:buNone/>
                      </a:pPr>
                      <a:endParaRPr lang="en-GB"/>
                    </a:p>
                  </a:txBody>
                  <a:tcPr>
                    <a:solidFill>
                      <a:schemeClr val="bg1">
                        <a:lumMod val="85000"/>
                      </a:schemeClr>
                    </a:solidFill>
                  </a:tcPr>
                </a:tc>
                <a:tc>
                  <a:txBody>
                    <a:bodyPr/>
                    <a:lstStyle/>
                    <a:p>
                      <a:pPr lvl="0">
                        <a:buNone/>
                      </a:pPr>
                      <a:endParaRPr lang="en-GB"/>
                    </a:p>
                  </a:txBody>
                  <a:tcPr>
                    <a:solidFill>
                      <a:schemeClr val="bg1">
                        <a:lumMod val="85000"/>
                      </a:schemeClr>
                    </a:solidFill>
                  </a:tcPr>
                </a:tc>
                <a:tc>
                  <a:txBody>
                    <a:bodyPr/>
                    <a:lstStyle/>
                    <a:p>
                      <a:endParaRPr lang="en-GB"/>
                    </a:p>
                  </a:txBody>
                  <a:tcPr>
                    <a:solidFill>
                      <a:schemeClr val="bg1">
                        <a:lumMod val="85000"/>
                      </a:schemeClr>
                    </a:solidFill>
                  </a:tcPr>
                </a:tc>
                <a:extLst>
                  <a:ext uri="{0D108BD9-81ED-4DB2-BD59-A6C34878D82A}">
                    <a16:rowId xmlns:a16="http://schemas.microsoft.com/office/drawing/2014/main" val="1490556196"/>
                  </a:ext>
                </a:extLst>
              </a:tr>
            </a:tbl>
          </a:graphicData>
        </a:graphic>
      </p:graphicFrame>
      <p:sp>
        <p:nvSpPr>
          <p:cNvPr id="10" name="Flowchart: Process 9">
            <a:extLst>
              <a:ext uri="{FF2B5EF4-FFF2-40B4-BE49-F238E27FC236}">
                <a16:creationId xmlns:a16="http://schemas.microsoft.com/office/drawing/2014/main" id="{EDD0DCA7-9220-5B15-4A8D-6F5236E7BC89}"/>
              </a:ext>
            </a:extLst>
          </p:cNvPr>
          <p:cNvSpPr/>
          <p:nvPr/>
        </p:nvSpPr>
        <p:spPr>
          <a:xfrm>
            <a:off x="1154360" y="4544782"/>
            <a:ext cx="659765" cy="252213"/>
          </a:xfrm>
          <a:prstGeom prst="flowChartProcess">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9pPr>
          </a:lstStyle>
          <a:p>
            <a:pPr algn="ctr"/>
            <a:r>
              <a:rPr lang="en-US" b="1">
                <a:solidFill>
                  <a:schemeClr val="tx1"/>
                </a:solidFill>
                <a:effectLst>
                  <a:outerShdw blurRad="38100" dist="38100" dir="2700000" algn="tl">
                    <a:srgbClr val="000000">
                      <a:alpha val="43137"/>
                    </a:srgbClr>
                  </a:outerShdw>
                </a:effectLst>
              </a:rPr>
              <a:t>L1 I</a:t>
            </a:r>
          </a:p>
        </p:txBody>
      </p:sp>
      <p:sp>
        <p:nvSpPr>
          <p:cNvPr id="15" name="Flowchart: Process 14">
            <a:extLst>
              <a:ext uri="{FF2B5EF4-FFF2-40B4-BE49-F238E27FC236}">
                <a16:creationId xmlns:a16="http://schemas.microsoft.com/office/drawing/2014/main" id="{55AACED3-CEB4-6847-ADDC-EEE9F8DDF804}"/>
              </a:ext>
            </a:extLst>
          </p:cNvPr>
          <p:cNvSpPr/>
          <p:nvPr/>
        </p:nvSpPr>
        <p:spPr>
          <a:xfrm>
            <a:off x="1042799" y="4928698"/>
            <a:ext cx="819785" cy="288698"/>
          </a:xfrm>
          <a:prstGeom prst="flowChartProcess">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9pPr>
          </a:lstStyle>
          <a:p>
            <a:pPr algn="ctr"/>
            <a:r>
              <a:rPr lang="en-US" b="1">
                <a:solidFill>
                  <a:schemeClr val="tx1"/>
                </a:solidFill>
                <a:effectLst>
                  <a:outerShdw blurRad="38100" dist="38100" dir="2700000" algn="tl">
                    <a:srgbClr val="000000">
                      <a:alpha val="43137"/>
                    </a:srgbClr>
                  </a:outerShdw>
                </a:effectLst>
              </a:rPr>
              <a:t>L2</a:t>
            </a:r>
            <a:endParaRPr lang="en-US"/>
          </a:p>
        </p:txBody>
      </p:sp>
      <p:sp>
        <p:nvSpPr>
          <p:cNvPr id="17" name="Flowchart: Process 16">
            <a:extLst>
              <a:ext uri="{FF2B5EF4-FFF2-40B4-BE49-F238E27FC236}">
                <a16:creationId xmlns:a16="http://schemas.microsoft.com/office/drawing/2014/main" id="{E51EB616-7C3E-EB55-009B-68879F0B9C65}"/>
              </a:ext>
            </a:extLst>
          </p:cNvPr>
          <p:cNvSpPr/>
          <p:nvPr/>
        </p:nvSpPr>
        <p:spPr>
          <a:xfrm>
            <a:off x="934244" y="5338939"/>
            <a:ext cx="1037922" cy="387758"/>
          </a:xfrm>
          <a:prstGeom prst="flowChartProcess">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9pPr>
          </a:lstStyle>
          <a:p>
            <a:pPr algn="ctr"/>
            <a:r>
              <a:rPr lang="en-US" b="1">
                <a:solidFill>
                  <a:schemeClr val="tx1"/>
                </a:solidFill>
                <a:effectLst>
                  <a:outerShdw blurRad="38100" dist="38100" dir="2700000" algn="tl">
                    <a:srgbClr val="000000">
                      <a:alpha val="43137"/>
                    </a:srgbClr>
                  </a:outerShdw>
                </a:effectLst>
              </a:rPr>
              <a:t>LLC</a:t>
            </a:r>
            <a:endParaRPr lang="en-US"/>
          </a:p>
        </p:txBody>
      </p:sp>
      <p:sp>
        <p:nvSpPr>
          <p:cNvPr id="21" name="Flowchart: Process 20">
            <a:extLst>
              <a:ext uri="{FF2B5EF4-FFF2-40B4-BE49-F238E27FC236}">
                <a16:creationId xmlns:a16="http://schemas.microsoft.com/office/drawing/2014/main" id="{299636A8-CC18-3B28-EB0D-AFB843A6A78B}"/>
              </a:ext>
            </a:extLst>
          </p:cNvPr>
          <p:cNvSpPr/>
          <p:nvPr/>
        </p:nvSpPr>
        <p:spPr>
          <a:xfrm>
            <a:off x="674567" y="5827920"/>
            <a:ext cx="1627368" cy="387758"/>
          </a:xfrm>
          <a:prstGeom prst="flowChartProcess">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9pPr>
          </a:lstStyle>
          <a:p>
            <a:pPr algn="ctr"/>
            <a:r>
              <a:rPr lang="en-US" b="1">
                <a:solidFill>
                  <a:schemeClr val="tx1"/>
                </a:solidFill>
                <a:effectLst>
                  <a:outerShdw blurRad="38100" dist="38100" dir="2700000" algn="tl">
                    <a:srgbClr val="000000">
                      <a:alpha val="43137"/>
                    </a:srgbClr>
                  </a:outerShdw>
                </a:effectLst>
              </a:rPr>
              <a:t>DRAM</a:t>
            </a:r>
            <a:endParaRPr lang="en-US"/>
          </a:p>
        </p:txBody>
      </p:sp>
      <p:sp>
        <p:nvSpPr>
          <p:cNvPr id="32" name="Flowchart: Process 31">
            <a:extLst>
              <a:ext uri="{FF2B5EF4-FFF2-40B4-BE49-F238E27FC236}">
                <a16:creationId xmlns:a16="http://schemas.microsoft.com/office/drawing/2014/main" id="{00C940DE-AFE3-EF52-03C5-E30457F09FA4}"/>
              </a:ext>
            </a:extLst>
          </p:cNvPr>
          <p:cNvSpPr/>
          <p:nvPr/>
        </p:nvSpPr>
        <p:spPr>
          <a:xfrm>
            <a:off x="7887688" y="4950401"/>
            <a:ext cx="714982" cy="252213"/>
          </a:xfrm>
          <a:prstGeom prst="flowChartProcess">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9pPr>
          </a:lstStyle>
          <a:p>
            <a:pPr algn="ctr"/>
            <a:r>
              <a:rPr lang="en-US" b="1">
                <a:solidFill>
                  <a:schemeClr val="tx1"/>
                </a:solidFill>
                <a:effectLst>
                  <a:outerShdw blurRad="38100" dist="38100" dir="2700000" algn="tl">
                    <a:srgbClr val="000000">
                      <a:alpha val="43137"/>
                    </a:srgbClr>
                  </a:outerShdw>
                </a:effectLst>
              </a:rPr>
              <a:t>L1 D</a:t>
            </a:r>
          </a:p>
        </p:txBody>
      </p:sp>
      <p:sp>
        <p:nvSpPr>
          <p:cNvPr id="36" name="Flowchart: Process 35">
            <a:extLst>
              <a:ext uri="{FF2B5EF4-FFF2-40B4-BE49-F238E27FC236}">
                <a16:creationId xmlns:a16="http://schemas.microsoft.com/office/drawing/2014/main" id="{851E1627-2C84-AF3A-6547-8946E8191C53}"/>
              </a:ext>
            </a:extLst>
          </p:cNvPr>
          <p:cNvSpPr/>
          <p:nvPr/>
        </p:nvSpPr>
        <p:spPr>
          <a:xfrm>
            <a:off x="7842388" y="5378490"/>
            <a:ext cx="819785" cy="288698"/>
          </a:xfrm>
          <a:prstGeom prst="flowChartProcess">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9pPr>
          </a:lstStyle>
          <a:p>
            <a:pPr algn="ctr"/>
            <a:r>
              <a:rPr lang="en-US" b="1">
                <a:solidFill>
                  <a:schemeClr val="tx1"/>
                </a:solidFill>
                <a:effectLst>
                  <a:outerShdw blurRad="38100" dist="38100" dir="2700000" algn="tl">
                    <a:srgbClr val="000000">
                      <a:alpha val="43137"/>
                    </a:srgbClr>
                  </a:outerShdw>
                </a:effectLst>
              </a:rPr>
              <a:t>L2</a:t>
            </a:r>
            <a:endParaRPr lang="en-US"/>
          </a:p>
        </p:txBody>
      </p:sp>
      <p:sp>
        <p:nvSpPr>
          <p:cNvPr id="38" name="Flowchart: Process 37">
            <a:extLst>
              <a:ext uri="{FF2B5EF4-FFF2-40B4-BE49-F238E27FC236}">
                <a16:creationId xmlns:a16="http://schemas.microsoft.com/office/drawing/2014/main" id="{761114E2-3F1F-B802-1372-FC9FE28E8078}"/>
              </a:ext>
            </a:extLst>
          </p:cNvPr>
          <p:cNvSpPr/>
          <p:nvPr/>
        </p:nvSpPr>
        <p:spPr>
          <a:xfrm>
            <a:off x="7733832" y="5788731"/>
            <a:ext cx="1037922" cy="387758"/>
          </a:xfrm>
          <a:prstGeom prst="flowChartProcess">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9pPr>
          </a:lstStyle>
          <a:p>
            <a:pPr algn="ctr"/>
            <a:r>
              <a:rPr lang="en-US" b="1">
                <a:solidFill>
                  <a:schemeClr val="tx1"/>
                </a:solidFill>
                <a:effectLst>
                  <a:outerShdw blurRad="38100" dist="38100" dir="2700000" algn="tl">
                    <a:srgbClr val="000000">
                      <a:alpha val="43137"/>
                    </a:srgbClr>
                  </a:outerShdw>
                </a:effectLst>
              </a:rPr>
              <a:t>LLC</a:t>
            </a:r>
            <a:endParaRPr lang="en-US"/>
          </a:p>
        </p:txBody>
      </p:sp>
      <p:sp>
        <p:nvSpPr>
          <p:cNvPr id="51" name="Flowchart: Process 50">
            <a:extLst>
              <a:ext uri="{FF2B5EF4-FFF2-40B4-BE49-F238E27FC236}">
                <a16:creationId xmlns:a16="http://schemas.microsoft.com/office/drawing/2014/main" id="{995CC897-B693-B86E-25B3-62469E44C2DC}"/>
              </a:ext>
            </a:extLst>
          </p:cNvPr>
          <p:cNvSpPr/>
          <p:nvPr/>
        </p:nvSpPr>
        <p:spPr>
          <a:xfrm>
            <a:off x="7474156" y="6277712"/>
            <a:ext cx="1627368" cy="387758"/>
          </a:xfrm>
          <a:prstGeom prst="flowChartProcess">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9pPr>
          </a:lstStyle>
          <a:p>
            <a:pPr algn="ctr"/>
            <a:r>
              <a:rPr lang="en-US" b="1">
                <a:solidFill>
                  <a:schemeClr val="tx1"/>
                </a:solidFill>
                <a:effectLst>
                  <a:outerShdw blurRad="38100" dist="38100" dir="2700000" algn="tl">
                    <a:srgbClr val="000000">
                      <a:alpha val="43137"/>
                    </a:srgbClr>
                  </a:outerShdw>
                </a:effectLst>
              </a:rPr>
              <a:t>DRAM</a:t>
            </a:r>
            <a:endParaRPr lang="en-US"/>
          </a:p>
        </p:txBody>
      </p:sp>
      <p:sp>
        <p:nvSpPr>
          <p:cNvPr id="59" name="Speech Bubble: Rectangle with Corners Rounded 58">
            <a:extLst>
              <a:ext uri="{FF2B5EF4-FFF2-40B4-BE49-F238E27FC236}">
                <a16:creationId xmlns:a16="http://schemas.microsoft.com/office/drawing/2014/main" id="{DE20DED1-5C7F-2949-FAF6-2789AA23AE11}"/>
              </a:ext>
            </a:extLst>
          </p:cNvPr>
          <p:cNvSpPr/>
          <p:nvPr/>
        </p:nvSpPr>
        <p:spPr>
          <a:xfrm>
            <a:off x="1007945" y="2305847"/>
            <a:ext cx="924560" cy="690880"/>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r>
              <a:rPr lang="en-GB" sz="1650">
                <a:cs typeface="Arial"/>
              </a:rPr>
              <a:t>Front End</a:t>
            </a:r>
            <a:endParaRPr lang="en-US"/>
          </a:p>
        </p:txBody>
      </p:sp>
      <p:sp>
        <p:nvSpPr>
          <p:cNvPr id="62" name="Speech Bubble: Rectangle with Corners Rounded 61">
            <a:extLst>
              <a:ext uri="{FF2B5EF4-FFF2-40B4-BE49-F238E27FC236}">
                <a16:creationId xmlns:a16="http://schemas.microsoft.com/office/drawing/2014/main" id="{3011A2C2-D8F6-A119-A783-84476E2C5C8B}"/>
              </a:ext>
            </a:extLst>
          </p:cNvPr>
          <p:cNvSpPr/>
          <p:nvPr/>
        </p:nvSpPr>
        <p:spPr>
          <a:xfrm>
            <a:off x="7816708" y="2076074"/>
            <a:ext cx="924560" cy="690880"/>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r>
              <a:rPr lang="en-GB" sz="1650">
                <a:cs typeface="Arial"/>
              </a:rPr>
              <a:t>Back</a:t>
            </a:r>
            <a:endParaRPr lang="en-US">
              <a:cs typeface="Arial"/>
            </a:endParaRPr>
          </a:p>
          <a:p>
            <a:pPr algn="ctr"/>
            <a:r>
              <a:rPr lang="en-GB" sz="1650">
                <a:cs typeface="Arial"/>
              </a:rPr>
              <a:t>End</a:t>
            </a:r>
            <a:endParaRPr lang="en-US" sz="1650">
              <a:cs typeface="Arial"/>
            </a:endParaRPr>
          </a:p>
        </p:txBody>
      </p:sp>
      <p:sp>
        <p:nvSpPr>
          <p:cNvPr id="64" name="TextBox 28">
            <a:extLst>
              <a:ext uri="{FF2B5EF4-FFF2-40B4-BE49-F238E27FC236}">
                <a16:creationId xmlns:a16="http://schemas.microsoft.com/office/drawing/2014/main" id="{B6CCB936-9EE4-6E1A-5C7A-2DE2D9EE72F8}"/>
              </a:ext>
            </a:extLst>
          </p:cNvPr>
          <p:cNvSpPr txBox="1"/>
          <p:nvPr/>
        </p:nvSpPr>
        <p:spPr>
          <a:xfrm flipH="1">
            <a:off x="6254488" y="3567623"/>
            <a:ext cx="530225" cy="400110"/>
          </a:xfrm>
          <a:prstGeom prst="rect">
            <a:avLst/>
          </a:prstGeom>
          <a:noFill/>
        </p:spPr>
        <p:txBody>
          <a:bodyPr wrap="square" lIns="91440" tIns="45720" rIns="91440" bIns="45720" rtlCol="0" anchor="t">
            <a:spAutoFit/>
          </a:bodyP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9pPr>
          </a:lstStyle>
          <a:p>
            <a:r>
              <a:rPr lang="en-US" sz="2000" b="1">
                <a:effectLst>
                  <a:outerShdw blurRad="38100" dist="38100" dir="2700000" algn="tl">
                    <a:srgbClr val="000000">
                      <a:alpha val="43137"/>
                    </a:srgbClr>
                  </a:outerShdw>
                </a:effectLst>
              </a:rPr>
              <a:t>EX</a:t>
            </a:r>
          </a:p>
        </p:txBody>
      </p:sp>
      <p:sp>
        <p:nvSpPr>
          <p:cNvPr id="67" name="TextBox 28">
            <a:extLst>
              <a:ext uri="{FF2B5EF4-FFF2-40B4-BE49-F238E27FC236}">
                <a16:creationId xmlns:a16="http://schemas.microsoft.com/office/drawing/2014/main" id="{1E4EF853-D6E4-AF1B-A204-5712D8BBB8BE}"/>
              </a:ext>
            </a:extLst>
          </p:cNvPr>
          <p:cNvSpPr txBox="1"/>
          <p:nvPr/>
        </p:nvSpPr>
        <p:spPr>
          <a:xfrm flipH="1">
            <a:off x="7981688" y="3496503"/>
            <a:ext cx="581025" cy="400110"/>
          </a:xfrm>
          <a:prstGeom prst="rect">
            <a:avLst/>
          </a:prstGeom>
          <a:noFill/>
        </p:spPr>
        <p:txBody>
          <a:bodyPr wrap="square" lIns="91440" tIns="45720" rIns="91440" bIns="45720" rtlCol="0" anchor="t">
            <a:spAutoFit/>
          </a:bodyP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9pPr>
          </a:lstStyle>
          <a:p>
            <a:r>
              <a:rPr lang="en-US" sz="2000" b="1">
                <a:effectLst>
                  <a:outerShdw blurRad="38100" dist="38100" dir="2700000" algn="tl">
                    <a:srgbClr val="000000">
                      <a:alpha val="43137"/>
                    </a:srgbClr>
                  </a:outerShdw>
                </a:effectLst>
              </a:rPr>
              <a:t>MA</a:t>
            </a:r>
            <a:endParaRPr lang="en-US" sz="2000" b="1">
              <a:effectLst>
                <a:outerShdw blurRad="38100" dist="38100" dir="2700000" algn="tl">
                  <a:srgbClr val="000000">
                    <a:alpha val="43137"/>
                  </a:srgbClr>
                </a:outerShdw>
              </a:effectLst>
              <a:cs typeface="Arial"/>
            </a:endParaRPr>
          </a:p>
        </p:txBody>
      </p:sp>
      <p:sp>
        <p:nvSpPr>
          <p:cNvPr id="69" name="TextBox 28">
            <a:extLst>
              <a:ext uri="{FF2B5EF4-FFF2-40B4-BE49-F238E27FC236}">
                <a16:creationId xmlns:a16="http://schemas.microsoft.com/office/drawing/2014/main" id="{A32831EB-BAF4-138A-D746-974ECDCD0344}"/>
              </a:ext>
            </a:extLst>
          </p:cNvPr>
          <p:cNvSpPr txBox="1"/>
          <p:nvPr/>
        </p:nvSpPr>
        <p:spPr>
          <a:xfrm flipH="1">
            <a:off x="9749528" y="3496503"/>
            <a:ext cx="672465" cy="400110"/>
          </a:xfrm>
          <a:prstGeom prst="rect">
            <a:avLst/>
          </a:prstGeom>
          <a:noFill/>
        </p:spPr>
        <p:txBody>
          <a:bodyPr wrap="square" lIns="91440" tIns="45720" rIns="91440" bIns="45720" rtlCol="0" anchor="t">
            <a:spAutoFit/>
          </a:bodyP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tx1"/>
                </a:solidFill>
                <a:latin typeface="+mn-lt"/>
                <a:ea typeface="+mn-ea"/>
                <a:cs typeface="+mn-cs"/>
              </a:defRPr>
            </a:lvl9pPr>
          </a:lstStyle>
          <a:p>
            <a:r>
              <a:rPr lang="en-US" sz="2000" b="1">
                <a:effectLst>
                  <a:outerShdw blurRad="38100" dist="38100" dir="2700000" algn="tl">
                    <a:srgbClr val="000000">
                      <a:alpha val="43137"/>
                    </a:srgbClr>
                  </a:outerShdw>
                </a:effectLst>
              </a:rPr>
              <a:t>WB</a:t>
            </a:r>
            <a:endParaRPr lang="en-US" sz="2000" b="1" err="1">
              <a:effectLst>
                <a:outerShdw blurRad="38100" dist="38100" dir="2700000" algn="tl">
                  <a:srgbClr val="000000">
                    <a:alpha val="43137"/>
                  </a:srgbClr>
                </a:outerShdw>
              </a:effectLst>
              <a:cs typeface="Arial"/>
            </a:endParaRPr>
          </a:p>
        </p:txBody>
      </p:sp>
      <p:sp>
        <p:nvSpPr>
          <p:cNvPr id="7" name="Rectangle 6">
            <a:extLst>
              <a:ext uri="{FF2B5EF4-FFF2-40B4-BE49-F238E27FC236}">
                <a16:creationId xmlns:a16="http://schemas.microsoft.com/office/drawing/2014/main" id="{A68E82B8-4540-798A-638D-CC0576BBC75C}"/>
              </a:ext>
            </a:extLst>
          </p:cNvPr>
          <p:cNvSpPr/>
          <p:nvPr/>
        </p:nvSpPr>
        <p:spPr>
          <a:xfrm>
            <a:off x="5840992" y="3022217"/>
            <a:ext cx="4982308" cy="140676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1pPr>
            <a:lvl2pPr marR="0" lvl="1"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2pPr>
            <a:lvl3pPr marR="0" lvl="2"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3pPr>
            <a:lvl4pPr marR="0" lvl="3"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4pPr>
            <a:lvl5pPr marR="0" lvl="4"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5pPr>
            <a:lvl6pPr marR="0" lvl="5"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6pPr>
            <a:lvl7pPr marR="0" lvl="6"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7pPr>
            <a:lvl8pPr marR="0" lvl="7"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8pPr>
            <a:lvl9pPr marR="0" lvl="8" algn="l" rtl="0">
              <a:lnSpc>
                <a:spcPct val="100000"/>
              </a:lnSpc>
              <a:spcBef>
                <a:spcPct val="0"/>
              </a:spcBef>
              <a:spcAft>
                <a:spcPct val="0"/>
              </a:spcAft>
              <a:buClr>
                <a:srgbClr val="000000"/>
              </a:buClr>
              <a:buFont typeface="Arial"/>
              <a:defRPr sz="1680" b="0" i="0" u="none" strike="noStrike" cap="none">
                <a:solidFill>
                  <a:srgbClr val="FFFFFF"/>
                </a:solidFill>
                <a:latin typeface="Arial"/>
                <a:ea typeface="Arial"/>
                <a:cs typeface="Arial"/>
              </a:defRPr>
            </a:lvl9pPr>
          </a:lstStyle>
          <a:p>
            <a:pPr algn="ctr"/>
            <a:endParaRPr lang="en-GB"/>
          </a:p>
        </p:txBody>
      </p:sp>
      <p:sp>
        <p:nvSpPr>
          <p:cNvPr id="12" name="Flowchart: Process 11">
            <a:extLst>
              <a:ext uri="{FF2B5EF4-FFF2-40B4-BE49-F238E27FC236}">
                <a16:creationId xmlns:a16="http://schemas.microsoft.com/office/drawing/2014/main" id="{80A95307-1F86-9062-F4A3-949C4815FEB9}"/>
              </a:ext>
            </a:extLst>
          </p:cNvPr>
          <p:cNvSpPr/>
          <p:nvPr/>
        </p:nvSpPr>
        <p:spPr>
          <a:xfrm>
            <a:off x="676167" y="3044114"/>
            <a:ext cx="1763558" cy="217196"/>
          </a:xfrm>
          <a:prstGeom prst="flowChartProcess">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ct val="0"/>
              </a:spcBef>
              <a:spcAft>
                <a:spcPct val="0"/>
              </a:spcAft>
              <a:defRPr lang="en-US"/>
            </a:defPPr>
            <a:lvl1pPr marL="0" marR="0" lvl="0"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1pPr>
            <a:lvl2pPr marL="457200" marR="0" lvl="1"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2pPr>
            <a:lvl3pPr marL="914400" marR="0" lvl="2"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3pPr>
            <a:lvl4pPr marL="1371600" marR="0" lvl="3"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4pPr>
            <a:lvl5pPr marL="1828800" marR="0" lvl="4"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5pPr>
            <a:lvl6pPr marL="2286000" marR="0" lvl="5"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6pPr>
            <a:lvl7pPr marL="2743200" marR="0" lvl="6"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7pPr>
            <a:lvl8pPr marL="3200400" marR="0" lvl="7"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8pPr>
            <a:lvl9pPr marL="3657600" marR="0" lvl="8" algn="l" defTabSz="914400" rtl="0" eaLnBrk="1" latinLnBrk="0" hangingPunct="1">
              <a:lnSpc>
                <a:spcPct val="100000"/>
              </a:lnSpc>
              <a:spcBef>
                <a:spcPct val="0"/>
              </a:spcBef>
              <a:spcAft>
                <a:spcPct val="0"/>
              </a:spcAft>
              <a:buClr>
                <a:srgbClr val="000000"/>
              </a:buClr>
              <a:buFont typeface="Arial"/>
              <a:defRPr sz="1800" b="0" i="0" u="none" strike="noStrike" kern="1200" cap="none">
                <a:solidFill>
                  <a:schemeClr val="lt1"/>
                </a:solidFill>
                <a:latin typeface="+mn-lt"/>
                <a:ea typeface="+mn-ea"/>
                <a:cs typeface="+mn-cs"/>
              </a:defRPr>
            </a:lvl9pPr>
          </a:lstStyle>
          <a:p>
            <a:pPr algn="ctr"/>
            <a:r>
              <a:rPr lang="en-US" b="1" dirty="0">
                <a:solidFill>
                  <a:schemeClr val="tx1"/>
                </a:solidFill>
                <a:effectLst>
                  <a:outerShdw blurRad="38100" dist="38100" dir="2700000" algn="tl">
                    <a:srgbClr val="000000">
                      <a:alpha val="43137"/>
                    </a:srgbClr>
                  </a:outerShdw>
                </a:effectLst>
              </a:rPr>
              <a:t>Micro-op cache</a:t>
            </a:r>
          </a:p>
        </p:txBody>
      </p:sp>
    </p:spTree>
    <p:extLst>
      <p:ext uri="{BB962C8B-B14F-4D97-AF65-F5344CB8AC3E}">
        <p14:creationId xmlns:p14="http://schemas.microsoft.com/office/powerpoint/2010/main" val="35205816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7"/>
                                        </p:tgtEl>
                                        <p:attrNameLst>
                                          <p:attrName>style.visibility</p:attrName>
                                        </p:attrNameLst>
                                      </p:cBhvr>
                                      <p:to>
                                        <p:strVal val="visible"/>
                                      </p:to>
                                    </p:set>
                                    <p:anim calcmode="lin" valueType="num">
                                      <p:cBhvr additive="base">
                                        <p:cTn id="23" dur="500" fill="hold"/>
                                        <p:tgtEl>
                                          <p:spTgt spid="57"/>
                                        </p:tgtEl>
                                        <p:attrNameLst>
                                          <p:attrName>ppt_x</p:attrName>
                                        </p:attrNameLst>
                                      </p:cBhvr>
                                      <p:tavLst>
                                        <p:tav tm="0">
                                          <p:val>
                                            <p:strVal val="#ppt_x"/>
                                          </p:val>
                                        </p:tav>
                                        <p:tav tm="100000">
                                          <p:val>
                                            <p:strVal val="#ppt_x"/>
                                          </p:val>
                                        </p:tav>
                                      </p:tavLst>
                                    </p:anim>
                                    <p:anim calcmode="lin" valueType="num">
                                      <p:cBhvr additive="base">
                                        <p:cTn id="24"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1"/>
                                        </p:tgtEl>
                                        <p:attrNameLst>
                                          <p:attrName>style.visibility</p:attrName>
                                        </p:attrNameLst>
                                      </p:cBhvr>
                                      <p:to>
                                        <p:strVal val="visible"/>
                                      </p:to>
                                    </p:set>
                                    <p:anim calcmode="lin" valueType="num">
                                      <p:cBhvr additive="base">
                                        <p:cTn id="29" dur="500" fill="hold"/>
                                        <p:tgtEl>
                                          <p:spTgt spid="51"/>
                                        </p:tgtEl>
                                        <p:attrNameLst>
                                          <p:attrName>ppt_x</p:attrName>
                                        </p:attrNameLst>
                                      </p:cBhvr>
                                      <p:tavLst>
                                        <p:tav tm="0">
                                          <p:val>
                                            <p:strVal val="#ppt_x"/>
                                          </p:val>
                                        </p:tav>
                                        <p:tav tm="100000">
                                          <p:val>
                                            <p:strVal val="#ppt_x"/>
                                          </p:val>
                                        </p:tav>
                                      </p:tavLst>
                                    </p:anim>
                                    <p:anim calcmode="lin" valueType="num">
                                      <p:cBhvr additive="base">
                                        <p:cTn id="30" dur="500" fill="hold"/>
                                        <p:tgtEl>
                                          <p:spTgt spid="51"/>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anim calcmode="lin" valueType="num">
                                      <p:cBhvr additive="base">
                                        <p:cTn id="33" dur="500" fill="hold"/>
                                        <p:tgtEl>
                                          <p:spTgt spid="38"/>
                                        </p:tgtEl>
                                        <p:attrNameLst>
                                          <p:attrName>ppt_x</p:attrName>
                                        </p:attrNameLst>
                                      </p:cBhvr>
                                      <p:tavLst>
                                        <p:tav tm="0">
                                          <p:val>
                                            <p:strVal val="#ppt_x"/>
                                          </p:val>
                                        </p:tav>
                                        <p:tav tm="100000">
                                          <p:val>
                                            <p:strVal val="#ppt_x"/>
                                          </p:val>
                                        </p:tav>
                                      </p:tavLst>
                                    </p:anim>
                                    <p:anim calcmode="lin" valueType="num">
                                      <p:cBhvr additive="base">
                                        <p:cTn id="34" dur="500" fill="hold"/>
                                        <p:tgtEl>
                                          <p:spTgt spid="3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 calcmode="lin" valueType="num">
                                      <p:cBhvr additive="base">
                                        <p:cTn id="37" dur="500" fill="hold"/>
                                        <p:tgtEl>
                                          <p:spTgt spid="36"/>
                                        </p:tgtEl>
                                        <p:attrNameLst>
                                          <p:attrName>ppt_x</p:attrName>
                                        </p:attrNameLst>
                                      </p:cBhvr>
                                      <p:tavLst>
                                        <p:tav tm="0">
                                          <p:val>
                                            <p:strVal val="#ppt_x"/>
                                          </p:val>
                                        </p:tav>
                                        <p:tav tm="100000">
                                          <p:val>
                                            <p:strVal val="#ppt_x"/>
                                          </p:val>
                                        </p:tav>
                                      </p:tavLst>
                                    </p:anim>
                                    <p:anim calcmode="lin" valueType="num">
                                      <p:cBhvr additive="base">
                                        <p:cTn id="38" dur="500" fill="hold"/>
                                        <p:tgtEl>
                                          <p:spTgt spid="36"/>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additive="base">
                                        <p:cTn id="41" dur="500" fill="hold"/>
                                        <p:tgtEl>
                                          <p:spTgt spid="32"/>
                                        </p:tgtEl>
                                        <p:attrNameLst>
                                          <p:attrName>ppt_x</p:attrName>
                                        </p:attrNameLst>
                                      </p:cBhvr>
                                      <p:tavLst>
                                        <p:tav tm="0">
                                          <p:val>
                                            <p:strVal val="#ppt_x"/>
                                          </p:val>
                                        </p:tav>
                                        <p:tav tm="100000">
                                          <p:val>
                                            <p:strVal val="#ppt_x"/>
                                          </p:val>
                                        </p:tav>
                                      </p:tavLst>
                                    </p:anim>
                                    <p:anim calcmode="lin" valueType="num">
                                      <p:cBhvr additive="base">
                                        <p:cTn id="42" dur="500" fill="hold"/>
                                        <p:tgtEl>
                                          <p:spTgt spid="32"/>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58"/>
                                        </p:tgtEl>
                                        <p:attrNameLst>
                                          <p:attrName>style.visibility</p:attrName>
                                        </p:attrNameLst>
                                      </p:cBhvr>
                                      <p:to>
                                        <p:strVal val="visible"/>
                                      </p:to>
                                    </p:set>
                                    <p:anim calcmode="lin" valueType="num">
                                      <p:cBhvr additive="base">
                                        <p:cTn id="45" dur="500" fill="hold"/>
                                        <p:tgtEl>
                                          <p:spTgt spid="58"/>
                                        </p:tgtEl>
                                        <p:attrNameLst>
                                          <p:attrName>ppt_x</p:attrName>
                                        </p:attrNameLst>
                                      </p:cBhvr>
                                      <p:tavLst>
                                        <p:tav tm="0">
                                          <p:val>
                                            <p:strVal val="#ppt_x"/>
                                          </p:val>
                                        </p:tav>
                                        <p:tav tm="100000">
                                          <p:val>
                                            <p:strVal val="#ppt_x"/>
                                          </p:val>
                                        </p:tav>
                                      </p:tavLst>
                                    </p:anim>
                                    <p:anim calcmode="lin" valueType="num">
                                      <p:cBhvr additive="base">
                                        <p:cTn id="46" dur="500" fill="hold"/>
                                        <p:tgtEl>
                                          <p:spTgt spid="58"/>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ppt_x"/>
                                          </p:val>
                                        </p:tav>
                                        <p:tav tm="100000">
                                          <p:val>
                                            <p:strVal val="#ppt_x"/>
                                          </p:val>
                                        </p:tav>
                                      </p:tavLst>
                                    </p:anim>
                                    <p:anim calcmode="lin" valueType="num">
                                      <p:cBhvr additive="base">
                                        <p:cTn id="5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9"/>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 calcmode="lin" valueType="num">
                                      <p:cBhvr additive="base">
                                        <p:cTn id="63" dur="500" fill="hold"/>
                                        <p:tgtEl>
                                          <p:spTgt spid="12"/>
                                        </p:tgtEl>
                                        <p:attrNameLst>
                                          <p:attrName>ppt_x</p:attrName>
                                        </p:attrNameLst>
                                      </p:cBhvr>
                                      <p:tavLst>
                                        <p:tav tm="0">
                                          <p:val>
                                            <p:strVal val="#ppt_x"/>
                                          </p:val>
                                        </p:tav>
                                        <p:tav tm="100000">
                                          <p:val>
                                            <p:strVal val="#ppt_x"/>
                                          </p:val>
                                        </p:tav>
                                      </p:tavLst>
                                    </p:anim>
                                    <p:anim calcmode="lin" valueType="num">
                                      <p:cBhvr additive="base">
                                        <p:cTn id="6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7" grpId="0" animBg="1"/>
      <p:bldP spid="21" grpId="0" animBg="1"/>
      <p:bldP spid="32" grpId="0" animBg="1"/>
      <p:bldP spid="36" grpId="0" animBg="1"/>
      <p:bldP spid="38" grpId="0" animBg="1"/>
      <p:bldP spid="51" grpId="0" animBg="1"/>
      <p:bldP spid="59" grpId="0" animBg="1"/>
      <p:bldP spid="62" grpId="0" animBg="1"/>
      <p:bldP spid="7"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66003-03F4-779D-BCC9-FBE2E69956F4}"/>
              </a:ext>
            </a:extLst>
          </p:cNvPr>
          <p:cNvSpPr>
            <a:spLocks noGrp="1"/>
          </p:cNvSpPr>
          <p:nvPr>
            <p:ph type="title"/>
          </p:nvPr>
        </p:nvSpPr>
        <p:spPr/>
        <p:txBody>
          <a:bodyPr/>
          <a:lstStyle/>
          <a:p>
            <a:r>
              <a:rPr lang="en-US" dirty="0"/>
              <a:t>Some fun questions?</a:t>
            </a:r>
            <a:endParaRPr lang="en-IN" dirty="0"/>
          </a:p>
        </p:txBody>
      </p:sp>
      <p:sp>
        <p:nvSpPr>
          <p:cNvPr id="3" name="Text Placeholder 2">
            <a:extLst>
              <a:ext uri="{FF2B5EF4-FFF2-40B4-BE49-F238E27FC236}">
                <a16:creationId xmlns:a16="http://schemas.microsoft.com/office/drawing/2014/main" id="{1E7E21FF-1C1B-0CEE-0742-A9E1F50B0727}"/>
              </a:ext>
            </a:extLst>
          </p:cNvPr>
          <p:cNvSpPr>
            <a:spLocks noGrp="1"/>
          </p:cNvSpPr>
          <p:nvPr>
            <p:ph type="body" idx="1"/>
          </p:nvPr>
        </p:nvSpPr>
        <p:spPr/>
        <p:txBody>
          <a:bodyPr/>
          <a:lstStyle/>
          <a:p>
            <a:r>
              <a:rPr lang="en-US" dirty="0"/>
              <a:t>How many Indian students know front-end mysteries bit by bit, cycle by cycle?</a:t>
            </a:r>
          </a:p>
          <a:p>
            <a:pPr marL="50799" indent="0">
              <a:buNone/>
            </a:pPr>
            <a:endParaRPr lang="en-US" dirty="0"/>
          </a:p>
          <a:p>
            <a:pPr marL="50799" indent="0">
              <a:buNone/>
            </a:pPr>
            <a:r>
              <a:rPr lang="en-US" dirty="0"/>
              <a:t>1</a:t>
            </a:r>
          </a:p>
          <a:p>
            <a:pPr marL="50799" indent="0">
              <a:buNone/>
            </a:pPr>
            <a:r>
              <a:rPr lang="en-US" dirty="0"/>
              <a:t>10</a:t>
            </a:r>
          </a:p>
          <a:p>
            <a:pPr marL="50799" indent="0">
              <a:buNone/>
            </a:pPr>
            <a:r>
              <a:rPr lang="en-US" dirty="0"/>
              <a:t>100</a:t>
            </a:r>
          </a:p>
          <a:p>
            <a:pPr marL="50799" indent="0">
              <a:buNone/>
            </a:pPr>
            <a:r>
              <a:rPr lang="en-US" dirty="0"/>
              <a:t>1000</a:t>
            </a:r>
          </a:p>
          <a:p>
            <a:pPr marL="50799" indent="0">
              <a:buNone/>
            </a:pPr>
            <a:r>
              <a:rPr lang="en-US" dirty="0"/>
              <a:t>10000</a:t>
            </a:r>
          </a:p>
          <a:p>
            <a:pPr marL="50799" indent="0">
              <a:buNone/>
            </a:pPr>
            <a:r>
              <a:rPr lang="en-US" dirty="0"/>
              <a:t>100000</a:t>
            </a:r>
            <a:endParaRPr lang="en-IN" dirty="0"/>
          </a:p>
        </p:txBody>
      </p:sp>
      <p:sp>
        <p:nvSpPr>
          <p:cNvPr id="4" name="Slide Number Placeholder 3">
            <a:extLst>
              <a:ext uri="{FF2B5EF4-FFF2-40B4-BE49-F238E27FC236}">
                <a16:creationId xmlns:a16="http://schemas.microsoft.com/office/drawing/2014/main" id="{D395C3FE-1489-BAC4-320D-2DF24253CCD6}"/>
              </a:ext>
            </a:extLst>
          </p:cNvPr>
          <p:cNvSpPr>
            <a:spLocks noGrp="1"/>
          </p:cNvSpPr>
          <p:nvPr>
            <p:ph type="sldNum" idx="12"/>
          </p:nvPr>
        </p:nvSpPr>
        <p:spPr/>
        <p:txBody>
          <a:bodyPr/>
          <a:lstStyle/>
          <a:p>
            <a:fld id="{00000000-1234-1234-1234-123412341234}" type="slidenum">
              <a:rPr lang="en" smtClean="0"/>
              <a:pPr/>
              <a:t>11</a:t>
            </a:fld>
            <a:endParaRPr lang="en"/>
          </a:p>
        </p:txBody>
      </p:sp>
    </p:spTree>
    <p:extLst>
      <p:ext uri="{BB962C8B-B14F-4D97-AF65-F5344CB8AC3E}">
        <p14:creationId xmlns:p14="http://schemas.microsoft.com/office/powerpoint/2010/main" val="1828621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BD5F4-4BA7-4EB9-0D86-76ED79F027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83EA28-D258-DFEE-A78D-85DE7612310A}"/>
              </a:ext>
            </a:extLst>
          </p:cNvPr>
          <p:cNvSpPr>
            <a:spLocks noGrp="1"/>
          </p:cNvSpPr>
          <p:nvPr>
            <p:ph type="title"/>
          </p:nvPr>
        </p:nvSpPr>
        <p:spPr/>
        <p:txBody>
          <a:bodyPr/>
          <a:lstStyle/>
          <a:p>
            <a:r>
              <a:rPr lang="en-US" dirty="0"/>
              <a:t>Here are the front-end Ninjas</a:t>
            </a:r>
            <a:endParaRPr lang="en-IN" dirty="0"/>
          </a:p>
        </p:txBody>
      </p:sp>
      <p:sp>
        <p:nvSpPr>
          <p:cNvPr id="4" name="Slide Number Placeholder 3">
            <a:extLst>
              <a:ext uri="{FF2B5EF4-FFF2-40B4-BE49-F238E27FC236}">
                <a16:creationId xmlns:a16="http://schemas.microsoft.com/office/drawing/2014/main" id="{4E24A0FD-6C28-FB9B-F631-BC695637D51F}"/>
              </a:ext>
            </a:extLst>
          </p:cNvPr>
          <p:cNvSpPr>
            <a:spLocks noGrp="1"/>
          </p:cNvSpPr>
          <p:nvPr>
            <p:ph type="sldNum" idx="12"/>
          </p:nvPr>
        </p:nvSpPr>
        <p:spPr/>
        <p:txBody>
          <a:bodyPr/>
          <a:lstStyle/>
          <a:p>
            <a:fld id="{00000000-1234-1234-1234-123412341234}" type="slidenum">
              <a:rPr lang="en" smtClean="0"/>
              <a:pPr/>
              <a:t>12</a:t>
            </a:fld>
            <a:endParaRPr lang="en"/>
          </a:p>
        </p:txBody>
      </p:sp>
      <p:pic>
        <p:nvPicPr>
          <p:cNvPr id="1026" name="Picture 2">
            <a:extLst>
              <a:ext uri="{FF2B5EF4-FFF2-40B4-BE49-F238E27FC236}">
                <a16:creationId xmlns:a16="http://schemas.microsoft.com/office/drawing/2014/main" id="{4C501E6E-D962-217C-95EC-4733440FD6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946" y="1977491"/>
            <a:ext cx="4082796" cy="429768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6C59679-96F0-D97B-3F16-2FAE5C7C74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2032" y="1975815"/>
            <a:ext cx="3785616" cy="4321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7535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7BC33-628D-C845-9F48-4B1B51912199}"/>
              </a:ext>
            </a:extLst>
          </p:cNvPr>
          <p:cNvSpPr>
            <a:spLocks noGrp="1"/>
          </p:cNvSpPr>
          <p:nvPr>
            <p:ph type="title"/>
          </p:nvPr>
        </p:nvSpPr>
        <p:spPr/>
        <p:txBody>
          <a:bodyPr/>
          <a:lstStyle/>
          <a:p>
            <a:r>
              <a:rPr lang="en-US" dirty="0"/>
              <a:t>O3 (out-of-order) processor</a:t>
            </a:r>
            <a:endParaRPr lang="en-IN" dirty="0"/>
          </a:p>
        </p:txBody>
      </p:sp>
      <p:sp>
        <p:nvSpPr>
          <p:cNvPr id="4" name="Footer Placeholder 3">
            <a:extLst>
              <a:ext uri="{FF2B5EF4-FFF2-40B4-BE49-F238E27FC236}">
                <a16:creationId xmlns:a16="http://schemas.microsoft.com/office/drawing/2014/main" id="{12B4A175-E507-CB4C-C405-15452A379DF0}"/>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CD24FE36-323C-456C-006F-3DE4B14EB7BD}"/>
              </a:ext>
            </a:extLst>
          </p:cNvPr>
          <p:cNvSpPr>
            <a:spLocks noGrp="1"/>
          </p:cNvSpPr>
          <p:nvPr>
            <p:ph type="sldNum" sz="quarter" idx="12"/>
          </p:nvPr>
        </p:nvSpPr>
        <p:spPr/>
        <p:txBody>
          <a:bodyPr/>
          <a:lstStyle/>
          <a:p>
            <a:fld id="{B8651ABE-1138-46C6-9A43-7FCD4EB2550C}" type="slidenum">
              <a:rPr lang="en-IN" smtClean="0"/>
              <a:pPr/>
              <a:t>13</a:t>
            </a:fld>
            <a:endParaRPr lang="en-IN" dirty="0"/>
          </a:p>
        </p:txBody>
      </p:sp>
      <p:sp>
        <p:nvSpPr>
          <p:cNvPr id="6" name="object 2">
            <a:extLst>
              <a:ext uri="{FF2B5EF4-FFF2-40B4-BE49-F238E27FC236}">
                <a16:creationId xmlns:a16="http://schemas.microsoft.com/office/drawing/2014/main" id="{E80AC861-D13C-5B19-B77C-F372397BAB2E}"/>
              </a:ext>
            </a:extLst>
          </p:cNvPr>
          <p:cNvSpPr txBox="1"/>
          <p:nvPr/>
        </p:nvSpPr>
        <p:spPr>
          <a:xfrm>
            <a:off x="838200" y="1241902"/>
            <a:ext cx="11244072" cy="5116144"/>
          </a:xfrm>
          <a:prstGeom prst="rect">
            <a:avLst/>
          </a:prstGeom>
        </p:spPr>
        <p:txBody>
          <a:bodyPr vert="horz" wrap="square" lIns="0" tIns="12065" rIns="0" bIns="0" rtlCol="0">
            <a:spAutoFit/>
          </a:bodyPr>
          <a:lstStyle/>
          <a:p>
            <a:pPr marL="241300" indent="-228600">
              <a:lnSpc>
                <a:spcPct val="100000"/>
              </a:lnSpc>
              <a:spcBef>
                <a:spcPts val="95"/>
              </a:spcBef>
              <a:buFont typeface="Arial MT"/>
              <a:buChar char="•"/>
              <a:tabLst>
                <a:tab pos="241300" algn="l"/>
              </a:tabLst>
            </a:pPr>
            <a:r>
              <a:rPr sz="2800" spc="-5" dirty="0">
                <a:latin typeface="Cambria"/>
                <a:cs typeface="Cambria"/>
              </a:rPr>
              <a:t>Pipelining:</a:t>
            </a:r>
            <a:r>
              <a:rPr sz="2800" spc="-15" dirty="0">
                <a:latin typeface="Cambria"/>
                <a:cs typeface="Cambria"/>
              </a:rPr>
              <a:t> </a:t>
            </a:r>
            <a:r>
              <a:rPr sz="2800" spc="-25" dirty="0">
                <a:latin typeface="Cambria"/>
                <a:cs typeface="Cambria"/>
              </a:rPr>
              <a:t>Tries</a:t>
            </a:r>
            <a:r>
              <a:rPr sz="2800" spc="-5" dirty="0">
                <a:latin typeface="Cambria"/>
                <a:cs typeface="Cambria"/>
              </a:rPr>
              <a:t> </a:t>
            </a:r>
            <a:r>
              <a:rPr sz="2800" spc="-10" dirty="0">
                <a:latin typeface="Cambria"/>
                <a:cs typeface="Cambria"/>
              </a:rPr>
              <a:t>to </a:t>
            </a:r>
            <a:r>
              <a:rPr sz="2800" spc="-15" dirty="0">
                <a:latin typeface="Cambria"/>
                <a:cs typeface="Cambria"/>
              </a:rPr>
              <a:t>achieve</a:t>
            </a:r>
            <a:r>
              <a:rPr sz="2800" spc="-20" dirty="0">
                <a:latin typeface="Cambria"/>
                <a:cs typeface="Cambria"/>
              </a:rPr>
              <a:t> </a:t>
            </a:r>
            <a:r>
              <a:rPr sz="2800" spc="-5" dirty="0">
                <a:latin typeface="Cambria"/>
                <a:cs typeface="Cambria"/>
              </a:rPr>
              <a:t>CPI</a:t>
            </a:r>
            <a:r>
              <a:rPr sz="2800" dirty="0">
                <a:latin typeface="Cambria"/>
                <a:cs typeface="Cambria"/>
              </a:rPr>
              <a:t> </a:t>
            </a:r>
            <a:r>
              <a:rPr sz="2800" spc="-5" dirty="0">
                <a:latin typeface="Cambria"/>
                <a:cs typeface="Cambria"/>
              </a:rPr>
              <a:t>=1</a:t>
            </a:r>
            <a:endParaRPr sz="2800" dirty="0">
              <a:latin typeface="Cambria"/>
              <a:cs typeface="Cambria"/>
            </a:endParaRPr>
          </a:p>
          <a:p>
            <a:pPr marL="12700">
              <a:lnSpc>
                <a:spcPct val="100000"/>
              </a:lnSpc>
              <a:tabLst>
                <a:tab pos="241300" algn="l"/>
              </a:tabLst>
            </a:pPr>
            <a:endParaRPr sz="3400" dirty="0">
              <a:latin typeface="Cambria"/>
              <a:cs typeface="Cambria"/>
            </a:endParaRPr>
          </a:p>
          <a:p>
            <a:pPr marL="241300" marR="946785" indent="-241300">
              <a:lnSpc>
                <a:spcPct val="120000"/>
              </a:lnSpc>
              <a:buFont typeface="Arial MT"/>
              <a:buChar char="•"/>
              <a:tabLst>
                <a:tab pos="241300" algn="l"/>
              </a:tabLst>
            </a:pPr>
            <a:r>
              <a:rPr sz="2800" spc="-30" dirty="0">
                <a:latin typeface="Cambria"/>
                <a:cs typeface="Cambria"/>
              </a:rPr>
              <a:t>Hardware</a:t>
            </a:r>
            <a:r>
              <a:rPr sz="2800" spc="-5" dirty="0">
                <a:latin typeface="Cambria"/>
                <a:cs typeface="Cambria"/>
              </a:rPr>
              <a:t> scheduling</a:t>
            </a:r>
            <a:r>
              <a:rPr sz="2800" spc="5" dirty="0">
                <a:latin typeface="Cambria"/>
                <a:cs typeface="Cambria"/>
              </a:rPr>
              <a:t> </a:t>
            </a:r>
            <a:r>
              <a:rPr sz="2800" spc="-5" dirty="0">
                <a:latin typeface="Cambria"/>
                <a:cs typeface="Cambria"/>
              </a:rPr>
              <a:t>so</a:t>
            </a:r>
            <a:r>
              <a:rPr sz="2800" dirty="0">
                <a:latin typeface="Cambria"/>
                <a:cs typeface="Cambria"/>
              </a:rPr>
              <a:t> </a:t>
            </a:r>
            <a:r>
              <a:rPr sz="2800" spc="-15" dirty="0">
                <a:latin typeface="Cambria"/>
                <a:cs typeface="Cambria"/>
              </a:rPr>
              <a:t>far:</a:t>
            </a:r>
            <a:r>
              <a:rPr sz="2800" spc="-5" dirty="0">
                <a:latin typeface="Cambria"/>
                <a:cs typeface="Cambria"/>
              </a:rPr>
              <a:t> In</a:t>
            </a:r>
            <a:r>
              <a:rPr sz="2800" spc="10" dirty="0">
                <a:latin typeface="Cambria"/>
                <a:cs typeface="Cambria"/>
              </a:rPr>
              <a:t> </a:t>
            </a:r>
            <a:r>
              <a:rPr sz="2800" spc="-10" dirty="0">
                <a:latin typeface="Cambria"/>
                <a:cs typeface="Cambria"/>
              </a:rPr>
              <a:t>order</a:t>
            </a:r>
            <a:r>
              <a:rPr sz="2800" dirty="0">
                <a:latin typeface="Cambria"/>
                <a:cs typeface="Cambria"/>
              </a:rPr>
              <a:t> </a:t>
            </a:r>
            <a:r>
              <a:rPr sz="2800" spc="-15" dirty="0">
                <a:latin typeface="Cambria"/>
                <a:cs typeface="Cambria"/>
              </a:rPr>
              <a:t>execution </a:t>
            </a:r>
            <a:r>
              <a:rPr sz="2800" spc="-10" dirty="0">
                <a:latin typeface="Cambria"/>
                <a:cs typeface="Cambria"/>
              </a:rPr>
              <a:t> Instructions</a:t>
            </a:r>
            <a:r>
              <a:rPr sz="2800" spc="15" dirty="0">
                <a:latin typeface="Cambria"/>
                <a:cs typeface="Cambria"/>
              </a:rPr>
              <a:t> </a:t>
            </a:r>
            <a:r>
              <a:rPr sz="2800" spc="-10" dirty="0">
                <a:latin typeface="Cambria"/>
                <a:cs typeface="Cambria"/>
              </a:rPr>
              <a:t>after</a:t>
            </a:r>
            <a:r>
              <a:rPr sz="2800" dirty="0">
                <a:latin typeface="Cambria"/>
                <a:cs typeface="Cambria"/>
              </a:rPr>
              <a:t> </a:t>
            </a:r>
            <a:r>
              <a:rPr sz="2800" spc="-5" dirty="0">
                <a:latin typeface="Cambria"/>
                <a:cs typeface="Cambria"/>
              </a:rPr>
              <a:t>stall</a:t>
            </a:r>
            <a:r>
              <a:rPr sz="2800" spc="5" dirty="0">
                <a:latin typeface="Cambria"/>
                <a:cs typeface="Cambria"/>
              </a:rPr>
              <a:t> </a:t>
            </a:r>
            <a:r>
              <a:rPr sz="2800" spc="-5" dirty="0">
                <a:latin typeface="Cambria"/>
                <a:cs typeface="Cambria"/>
              </a:rPr>
              <a:t>must</a:t>
            </a:r>
            <a:r>
              <a:rPr sz="2800" spc="5" dirty="0">
                <a:latin typeface="Cambria"/>
                <a:cs typeface="Cambria"/>
              </a:rPr>
              <a:t> </a:t>
            </a:r>
            <a:r>
              <a:rPr sz="2800" spc="-20" dirty="0">
                <a:latin typeface="Cambria"/>
                <a:cs typeface="Cambria"/>
              </a:rPr>
              <a:t>wait</a:t>
            </a:r>
            <a:r>
              <a:rPr sz="2800" spc="-10" dirty="0">
                <a:latin typeface="Cambria"/>
                <a:cs typeface="Cambria"/>
              </a:rPr>
              <a:t> </a:t>
            </a:r>
            <a:r>
              <a:rPr sz="2800" spc="-25" dirty="0">
                <a:latin typeface="Cambria"/>
                <a:cs typeface="Cambria"/>
              </a:rPr>
              <a:t>even</a:t>
            </a:r>
            <a:r>
              <a:rPr sz="2800" dirty="0">
                <a:latin typeface="Cambria"/>
                <a:cs typeface="Cambria"/>
              </a:rPr>
              <a:t> </a:t>
            </a:r>
            <a:r>
              <a:rPr sz="2800" spc="-5" dirty="0">
                <a:latin typeface="Cambria"/>
                <a:cs typeface="Cambria"/>
              </a:rPr>
              <a:t>if</a:t>
            </a:r>
            <a:r>
              <a:rPr sz="2800" dirty="0">
                <a:latin typeface="Cambria"/>
                <a:cs typeface="Cambria"/>
              </a:rPr>
              <a:t> independent.</a:t>
            </a:r>
          </a:p>
          <a:p>
            <a:pPr>
              <a:lnSpc>
                <a:spcPct val="100000"/>
              </a:lnSpc>
              <a:spcBef>
                <a:spcPts val="25"/>
              </a:spcBef>
              <a:buFont typeface="Arial MT"/>
              <a:buChar char="•"/>
            </a:pPr>
            <a:endParaRPr sz="3400" dirty="0">
              <a:latin typeface="Cambria"/>
              <a:cs typeface="Cambria"/>
            </a:endParaRPr>
          </a:p>
          <a:p>
            <a:pPr marL="12700" marR="2658745">
              <a:lnSpc>
                <a:spcPct val="120000"/>
              </a:lnSpc>
            </a:pPr>
            <a:r>
              <a:rPr sz="2800" spc="-5" dirty="0">
                <a:latin typeface="Cambria"/>
                <a:cs typeface="Cambria"/>
              </a:rPr>
              <a:t>Dynamic</a:t>
            </a:r>
            <a:r>
              <a:rPr sz="2800" dirty="0">
                <a:latin typeface="Cambria"/>
                <a:cs typeface="Cambria"/>
              </a:rPr>
              <a:t> </a:t>
            </a:r>
            <a:r>
              <a:rPr sz="2800" spc="-5" dirty="0">
                <a:latin typeface="Cambria"/>
                <a:cs typeface="Cambria"/>
              </a:rPr>
              <a:t>scheduling:</a:t>
            </a:r>
            <a:r>
              <a:rPr sz="2800" spc="5" dirty="0">
                <a:latin typeface="Cambria"/>
                <a:cs typeface="Cambria"/>
              </a:rPr>
              <a:t> </a:t>
            </a:r>
            <a:r>
              <a:rPr sz="2800" spc="-10" dirty="0">
                <a:latin typeface="Cambria"/>
                <a:cs typeface="Cambria"/>
              </a:rPr>
              <a:t>Out</a:t>
            </a:r>
            <a:r>
              <a:rPr sz="2800" spc="-5" dirty="0">
                <a:latin typeface="Cambria"/>
                <a:cs typeface="Cambria"/>
              </a:rPr>
              <a:t> of</a:t>
            </a:r>
            <a:r>
              <a:rPr sz="2800" spc="10" dirty="0">
                <a:latin typeface="Cambria"/>
                <a:cs typeface="Cambria"/>
              </a:rPr>
              <a:t> </a:t>
            </a:r>
            <a:r>
              <a:rPr sz="2800" spc="-15" dirty="0">
                <a:latin typeface="Cambria"/>
                <a:cs typeface="Cambria"/>
              </a:rPr>
              <a:t>order</a:t>
            </a:r>
            <a:r>
              <a:rPr sz="2800" dirty="0">
                <a:latin typeface="Cambria"/>
                <a:cs typeface="Cambria"/>
              </a:rPr>
              <a:t> </a:t>
            </a:r>
            <a:r>
              <a:rPr sz="2800" spc="-15" dirty="0">
                <a:latin typeface="Cambria"/>
                <a:cs typeface="Cambria"/>
              </a:rPr>
              <a:t>execution </a:t>
            </a:r>
            <a:r>
              <a:rPr sz="2800" spc="-10" dirty="0">
                <a:latin typeface="Cambria"/>
                <a:cs typeface="Cambria"/>
              </a:rPr>
              <a:t> </a:t>
            </a:r>
            <a:endParaRPr lang="en-US" sz="2800" spc="-10" dirty="0">
              <a:latin typeface="Cambria"/>
              <a:cs typeface="Cambria"/>
            </a:endParaRPr>
          </a:p>
          <a:p>
            <a:pPr marL="12700" marR="2658745">
              <a:lnSpc>
                <a:spcPct val="120000"/>
              </a:lnSpc>
            </a:pPr>
            <a:r>
              <a:rPr sz="2800" spc="-30" dirty="0">
                <a:latin typeface="Cambria"/>
                <a:cs typeface="Cambria"/>
              </a:rPr>
              <a:t>Hardware</a:t>
            </a:r>
            <a:r>
              <a:rPr sz="2800" spc="10" dirty="0">
                <a:latin typeface="Cambria"/>
                <a:cs typeface="Cambria"/>
              </a:rPr>
              <a:t> </a:t>
            </a:r>
            <a:r>
              <a:rPr sz="2800" spc="-10" dirty="0">
                <a:latin typeface="Cambria"/>
                <a:cs typeface="Cambria"/>
              </a:rPr>
              <a:t>lookahead</a:t>
            </a:r>
            <a:r>
              <a:rPr sz="2800" spc="5" dirty="0">
                <a:latin typeface="Cambria"/>
                <a:cs typeface="Cambria"/>
              </a:rPr>
              <a:t> </a:t>
            </a:r>
            <a:r>
              <a:rPr sz="2800" spc="-5" dirty="0">
                <a:latin typeface="Cambria"/>
                <a:cs typeface="Cambria"/>
              </a:rPr>
              <a:t>of</a:t>
            </a:r>
            <a:r>
              <a:rPr sz="2800" spc="15" dirty="0">
                <a:latin typeface="Cambria"/>
                <a:cs typeface="Cambria"/>
              </a:rPr>
              <a:t> </a:t>
            </a:r>
            <a:r>
              <a:rPr sz="2800" spc="-15" dirty="0">
                <a:latin typeface="Cambria"/>
                <a:cs typeface="Cambria"/>
              </a:rPr>
              <a:t>blocked</a:t>
            </a:r>
            <a:r>
              <a:rPr sz="2800" spc="10" dirty="0">
                <a:latin typeface="Cambria"/>
                <a:cs typeface="Cambria"/>
              </a:rPr>
              <a:t> </a:t>
            </a:r>
            <a:r>
              <a:rPr sz="2800" spc="-10" dirty="0">
                <a:latin typeface="Cambria"/>
                <a:cs typeface="Cambria"/>
              </a:rPr>
              <a:t>instructions</a:t>
            </a:r>
            <a:endParaRPr lang="en-US" sz="2800" spc="-10" dirty="0">
              <a:latin typeface="Cambria"/>
              <a:cs typeface="Cambria"/>
            </a:endParaRPr>
          </a:p>
          <a:p>
            <a:pPr marL="12700" marR="2658745">
              <a:lnSpc>
                <a:spcPct val="120000"/>
              </a:lnSpc>
            </a:pPr>
            <a:endParaRPr sz="2800" dirty="0">
              <a:latin typeface="Cambria"/>
              <a:cs typeface="Cambria"/>
            </a:endParaRPr>
          </a:p>
          <a:p>
            <a:pPr marL="241300" indent="-228600">
              <a:lnSpc>
                <a:spcPct val="100000"/>
              </a:lnSpc>
              <a:spcBef>
                <a:spcPts val="660"/>
              </a:spcBef>
              <a:buFont typeface="Arial MT"/>
              <a:buChar char="•"/>
              <a:tabLst>
                <a:tab pos="241300" algn="l"/>
              </a:tabLst>
            </a:pPr>
            <a:r>
              <a:rPr sz="2800" spc="-45" dirty="0">
                <a:latin typeface="Cambria"/>
                <a:cs typeface="Cambria"/>
              </a:rPr>
              <a:t>Inorder,</a:t>
            </a:r>
            <a:r>
              <a:rPr sz="2800" spc="-25" dirty="0">
                <a:latin typeface="Cambria"/>
                <a:cs typeface="Cambria"/>
              </a:rPr>
              <a:t> </a:t>
            </a:r>
            <a:r>
              <a:rPr sz="2800" spc="-10" dirty="0">
                <a:latin typeface="Cambria"/>
                <a:cs typeface="Cambria"/>
              </a:rPr>
              <a:t>O3</a:t>
            </a:r>
            <a:endParaRPr sz="2800" dirty="0">
              <a:latin typeface="Cambria"/>
              <a:cs typeface="Cambria"/>
            </a:endParaRPr>
          </a:p>
          <a:p>
            <a:pPr marL="241300" indent="-228600">
              <a:lnSpc>
                <a:spcPct val="100000"/>
              </a:lnSpc>
              <a:spcBef>
                <a:spcPts val="660"/>
              </a:spcBef>
              <a:buFont typeface="Arial MT"/>
              <a:buChar char="•"/>
              <a:tabLst>
                <a:tab pos="241300" algn="l"/>
              </a:tabLst>
            </a:pPr>
            <a:r>
              <a:rPr sz="2800" spc="-10" dirty="0" err="1">
                <a:latin typeface="Cambria"/>
                <a:cs typeface="Cambria"/>
              </a:rPr>
              <a:t>Inorder</a:t>
            </a:r>
            <a:r>
              <a:rPr sz="2800" spc="5" dirty="0">
                <a:latin typeface="Cambria"/>
                <a:cs typeface="Cambria"/>
              </a:rPr>
              <a:t> </a:t>
            </a:r>
            <a:r>
              <a:rPr lang="en-US" sz="2800" spc="-5" dirty="0">
                <a:latin typeface="Cambria"/>
                <a:cs typeface="Cambria"/>
              </a:rPr>
              <a:t>fetch</a:t>
            </a:r>
            <a:r>
              <a:rPr sz="2800" spc="-5" dirty="0">
                <a:latin typeface="Cambria"/>
                <a:cs typeface="Cambria"/>
              </a:rPr>
              <a:t>,</a:t>
            </a:r>
            <a:r>
              <a:rPr sz="2800" dirty="0">
                <a:latin typeface="Cambria"/>
                <a:cs typeface="Cambria"/>
              </a:rPr>
              <a:t> </a:t>
            </a:r>
            <a:r>
              <a:rPr sz="2800" spc="-5" dirty="0">
                <a:latin typeface="Cambria"/>
                <a:cs typeface="Cambria"/>
              </a:rPr>
              <a:t>O3</a:t>
            </a:r>
            <a:r>
              <a:rPr sz="2800" spc="-15" dirty="0">
                <a:latin typeface="Cambria"/>
                <a:cs typeface="Cambria"/>
              </a:rPr>
              <a:t> </a:t>
            </a:r>
            <a:r>
              <a:rPr sz="2800" spc="-20" dirty="0">
                <a:latin typeface="Cambria"/>
                <a:cs typeface="Cambria"/>
              </a:rPr>
              <a:t>execute,</a:t>
            </a:r>
            <a:r>
              <a:rPr sz="2800" spc="-15" dirty="0">
                <a:latin typeface="Cambria"/>
                <a:cs typeface="Cambria"/>
              </a:rPr>
              <a:t> </a:t>
            </a:r>
            <a:r>
              <a:rPr sz="2800" spc="-10" dirty="0">
                <a:latin typeface="Cambria"/>
                <a:cs typeface="Cambria"/>
              </a:rPr>
              <a:t>Inorder</a:t>
            </a:r>
            <a:r>
              <a:rPr sz="2800" spc="20" dirty="0">
                <a:latin typeface="Cambria"/>
                <a:cs typeface="Cambria"/>
              </a:rPr>
              <a:t> </a:t>
            </a:r>
            <a:r>
              <a:rPr sz="2800" spc="-5" dirty="0">
                <a:latin typeface="Cambria"/>
                <a:cs typeface="Cambria"/>
              </a:rPr>
              <a:t>completion</a:t>
            </a:r>
            <a:endParaRPr sz="2800" dirty="0">
              <a:latin typeface="Cambria"/>
              <a:cs typeface="Cambria"/>
            </a:endParaRPr>
          </a:p>
        </p:txBody>
      </p:sp>
    </p:spTree>
    <p:extLst>
      <p:ext uri="{BB962C8B-B14F-4D97-AF65-F5344CB8AC3E}">
        <p14:creationId xmlns:p14="http://schemas.microsoft.com/office/powerpoint/2010/main" val="2931193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A4E57-DFB0-F224-9FE3-2F1965A25EFC}"/>
              </a:ext>
            </a:extLst>
          </p:cNvPr>
          <p:cNvSpPr>
            <a:spLocks noGrp="1"/>
          </p:cNvSpPr>
          <p:nvPr>
            <p:ph type="title"/>
          </p:nvPr>
        </p:nvSpPr>
        <p:spPr/>
        <p:txBody>
          <a:bodyPr/>
          <a:lstStyle/>
          <a:p>
            <a:r>
              <a:rPr lang="en-US" dirty="0"/>
              <a:t>Issue Stage??</a:t>
            </a:r>
            <a:endParaRPr lang="en-IN" dirty="0"/>
          </a:p>
        </p:txBody>
      </p:sp>
      <p:sp>
        <p:nvSpPr>
          <p:cNvPr id="3" name="Content Placeholder 2">
            <a:extLst>
              <a:ext uri="{FF2B5EF4-FFF2-40B4-BE49-F238E27FC236}">
                <a16:creationId xmlns:a16="http://schemas.microsoft.com/office/drawing/2014/main" id="{FA9B9BCE-CA40-7C68-E467-388046E21794}"/>
              </a:ext>
            </a:extLst>
          </p:cNvPr>
          <p:cNvSpPr>
            <a:spLocks noGrp="1"/>
          </p:cNvSpPr>
          <p:nvPr>
            <p:ph idx="1"/>
          </p:nvPr>
        </p:nvSpPr>
        <p:spPr/>
        <p:txBody>
          <a:bodyPr>
            <a:normAutofit fontScale="92500"/>
          </a:bodyPr>
          <a:lstStyle/>
          <a:p>
            <a:r>
              <a:rPr lang="en-US" dirty="0"/>
              <a:t>To enable O3 execution,</a:t>
            </a:r>
          </a:p>
          <a:p>
            <a:endParaRPr lang="en-US" dirty="0"/>
          </a:p>
          <a:p>
            <a:pPr marL="0" indent="0">
              <a:buNone/>
            </a:pPr>
            <a:r>
              <a:rPr lang="en-US" dirty="0"/>
              <a:t>We split Decode stage into </a:t>
            </a:r>
          </a:p>
          <a:p>
            <a:pPr marL="0" indent="0">
              <a:buNone/>
            </a:pPr>
            <a:endParaRPr lang="en-US" dirty="0"/>
          </a:p>
          <a:p>
            <a:pPr marL="857250" indent="-857250">
              <a:buAutoNum type="romanUcPeriod"/>
            </a:pPr>
            <a:r>
              <a:rPr lang="en-US" dirty="0"/>
              <a:t>Dispatch: Decode instructions, check for structural hazards</a:t>
            </a:r>
          </a:p>
          <a:p>
            <a:pPr marL="857250" indent="-857250">
              <a:buAutoNum type="romanUcPeriod"/>
            </a:pPr>
            <a:r>
              <a:rPr lang="en-US" dirty="0"/>
              <a:t>Issue: Read operands after all the data hazards are taken care of and issue the instructions to next stage  </a:t>
            </a:r>
            <a:endParaRPr lang="en-IN" dirty="0"/>
          </a:p>
        </p:txBody>
      </p:sp>
      <p:sp>
        <p:nvSpPr>
          <p:cNvPr id="4" name="Footer Placeholder 3">
            <a:extLst>
              <a:ext uri="{FF2B5EF4-FFF2-40B4-BE49-F238E27FC236}">
                <a16:creationId xmlns:a16="http://schemas.microsoft.com/office/drawing/2014/main" id="{44EAB023-9BE3-05E2-68A0-83D1021F0C83}"/>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B1F03D1B-D05C-E364-4428-88B5A869CB17}"/>
              </a:ext>
            </a:extLst>
          </p:cNvPr>
          <p:cNvSpPr>
            <a:spLocks noGrp="1"/>
          </p:cNvSpPr>
          <p:nvPr>
            <p:ph type="sldNum" sz="quarter" idx="12"/>
          </p:nvPr>
        </p:nvSpPr>
        <p:spPr/>
        <p:txBody>
          <a:bodyPr/>
          <a:lstStyle/>
          <a:p>
            <a:fld id="{B8651ABE-1138-46C6-9A43-7FCD4EB2550C}" type="slidenum">
              <a:rPr lang="en-IN" smtClean="0"/>
              <a:pPr/>
              <a:t>14</a:t>
            </a:fld>
            <a:endParaRPr lang="en-IN" dirty="0"/>
          </a:p>
        </p:txBody>
      </p:sp>
    </p:spTree>
    <p:extLst>
      <p:ext uri="{BB962C8B-B14F-4D97-AF65-F5344CB8AC3E}">
        <p14:creationId xmlns:p14="http://schemas.microsoft.com/office/powerpoint/2010/main" val="1032516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3956B-AD9D-E5B8-880E-42682F62ED5A}"/>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4800" kern="1200">
                <a:solidFill>
                  <a:schemeClr val="tx1"/>
                </a:solidFill>
                <a:latin typeface="+mj-lt"/>
                <a:ea typeface="+mj-ea"/>
                <a:cs typeface="+mj-cs"/>
              </a:rPr>
              <a:t>Issue Q (instructions enter in-order, leave out-of-order)</a:t>
            </a:r>
          </a:p>
        </p:txBody>
      </p:sp>
      <p:pic>
        <p:nvPicPr>
          <p:cNvPr id="11" name="Picture 10">
            <a:extLst>
              <a:ext uri="{FF2B5EF4-FFF2-40B4-BE49-F238E27FC236}">
                <a16:creationId xmlns:a16="http://schemas.microsoft.com/office/drawing/2014/main" id="{A6512ED7-C25B-F526-45CA-F2B42629EDB8}"/>
              </a:ext>
            </a:extLst>
          </p:cNvPr>
          <p:cNvPicPr>
            <a:picLocks noChangeAspect="1"/>
          </p:cNvPicPr>
          <p:nvPr/>
        </p:nvPicPr>
        <p:blipFill>
          <a:blip r:embed="rId2"/>
          <a:stretch>
            <a:fillRect/>
          </a:stretch>
        </p:blipFill>
        <p:spPr>
          <a:xfrm>
            <a:off x="838200" y="1876083"/>
            <a:ext cx="10512547" cy="4388988"/>
          </a:xfrm>
          <a:prstGeom prst="rect">
            <a:avLst/>
          </a:prstGeom>
        </p:spPr>
      </p:pic>
      <p:sp>
        <p:nvSpPr>
          <p:cNvPr id="4" name="Footer Placeholder 3">
            <a:extLst>
              <a:ext uri="{FF2B5EF4-FFF2-40B4-BE49-F238E27FC236}">
                <a16:creationId xmlns:a16="http://schemas.microsoft.com/office/drawing/2014/main" id="{AF7F76B8-3BB9-5FC5-F3CE-1762C0AAF7D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sz="1200" kern="1200">
                <a:solidFill>
                  <a:schemeClr val="tx1">
                    <a:tint val="75000"/>
                  </a:schemeClr>
                </a:solidFill>
                <a:latin typeface="+mn-lt"/>
                <a:ea typeface="+mn-ea"/>
                <a:cs typeface="+mn-cs"/>
              </a:rPr>
              <a:t>Advanced Computer Architecture</a:t>
            </a:r>
          </a:p>
        </p:txBody>
      </p:sp>
      <p:sp>
        <p:nvSpPr>
          <p:cNvPr id="5" name="Slide Number Placeholder 4">
            <a:extLst>
              <a:ext uri="{FF2B5EF4-FFF2-40B4-BE49-F238E27FC236}">
                <a16:creationId xmlns:a16="http://schemas.microsoft.com/office/drawing/2014/main" id="{88C3BC8E-A363-2EA9-C4EB-6C7A4940752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8651ABE-1138-46C6-9A43-7FCD4EB2550C}" type="slidenum">
              <a:rPr lang="en-US" sz="1200" smtClean="0">
                <a:solidFill>
                  <a:schemeClr val="tx1">
                    <a:tint val="75000"/>
                  </a:schemeClr>
                </a:solidFill>
              </a:rPr>
              <a:pPr>
                <a:spcAft>
                  <a:spcPts val="600"/>
                </a:spcAft>
              </a:pPr>
              <a:t>15</a:t>
            </a:fld>
            <a:endParaRPr lang="en-US" sz="1200">
              <a:solidFill>
                <a:schemeClr val="tx1">
                  <a:tint val="75000"/>
                </a:schemeClr>
              </a:solidFill>
            </a:endParaRPr>
          </a:p>
        </p:txBody>
      </p:sp>
      <p:sp>
        <p:nvSpPr>
          <p:cNvPr id="3" name="TextBox 2">
            <a:extLst>
              <a:ext uri="{FF2B5EF4-FFF2-40B4-BE49-F238E27FC236}">
                <a16:creationId xmlns:a16="http://schemas.microsoft.com/office/drawing/2014/main" id="{FFFB35A8-19B8-7160-BB77-56EC566E1CDD}"/>
              </a:ext>
            </a:extLst>
          </p:cNvPr>
          <p:cNvSpPr txBox="1"/>
          <p:nvPr/>
        </p:nvSpPr>
        <p:spPr>
          <a:xfrm>
            <a:off x="8438340" y="2845620"/>
            <a:ext cx="1048685" cy="461665"/>
          </a:xfrm>
          <a:prstGeom prst="rect">
            <a:avLst/>
          </a:prstGeom>
          <a:noFill/>
        </p:spPr>
        <p:txBody>
          <a:bodyPr wrap="none" rtlCol="0">
            <a:spAutoFit/>
          </a:bodyPr>
          <a:lstStyle/>
          <a:p>
            <a:r>
              <a:rPr lang="en-US" sz="2400" dirty="0"/>
              <a:t>Issued </a:t>
            </a:r>
            <a:endParaRPr lang="en-IN" sz="2400" dirty="0"/>
          </a:p>
        </p:txBody>
      </p:sp>
      <p:sp>
        <p:nvSpPr>
          <p:cNvPr id="6" name="TextBox 5">
            <a:extLst>
              <a:ext uri="{FF2B5EF4-FFF2-40B4-BE49-F238E27FC236}">
                <a16:creationId xmlns:a16="http://schemas.microsoft.com/office/drawing/2014/main" id="{0B0E51AC-CC8E-9F8B-CF7C-52FC8CD3CE6A}"/>
              </a:ext>
            </a:extLst>
          </p:cNvPr>
          <p:cNvSpPr txBox="1"/>
          <p:nvPr/>
        </p:nvSpPr>
        <p:spPr>
          <a:xfrm>
            <a:off x="3215426" y="3076453"/>
            <a:ext cx="1646348" cy="461665"/>
          </a:xfrm>
          <a:prstGeom prst="rect">
            <a:avLst/>
          </a:prstGeom>
          <a:noFill/>
        </p:spPr>
        <p:txBody>
          <a:bodyPr wrap="none" rtlCol="0">
            <a:spAutoFit/>
          </a:bodyPr>
          <a:lstStyle/>
          <a:p>
            <a:r>
              <a:rPr lang="en-US" sz="2400" dirty="0"/>
              <a:t>Dispatched </a:t>
            </a:r>
            <a:endParaRPr lang="en-IN" sz="2400" dirty="0"/>
          </a:p>
        </p:txBody>
      </p:sp>
    </p:spTree>
    <p:extLst>
      <p:ext uri="{BB962C8B-B14F-4D97-AF65-F5344CB8AC3E}">
        <p14:creationId xmlns:p14="http://schemas.microsoft.com/office/powerpoint/2010/main" val="4056761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A0186-752C-8814-A7FB-F58EB6581740}"/>
              </a:ext>
            </a:extLst>
          </p:cNvPr>
          <p:cNvSpPr>
            <a:spLocks noGrp="1"/>
          </p:cNvSpPr>
          <p:nvPr>
            <p:ph type="title"/>
          </p:nvPr>
        </p:nvSpPr>
        <p:spPr/>
        <p:txBody>
          <a:bodyPr/>
          <a:lstStyle/>
          <a:p>
            <a:r>
              <a:rPr lang="en-US" dirty="0"/>
              <a:t>Why Issue Q or Operation Q?</a:t>
            </a:r>
            <a:endParaRPr lang="en-IN" dirty="0"/>
          </a:p>
        </p:txBody>
      </p:sp>
      <p:sp>
        <p:nvSpPr>
          <p:cNvPr id="3" name="Content Placeholder 2">
            <a:extLst>
              <a:ext uri="{FF2B5EF4-FFF2-40B4-BE49-F238E27FC236}">
                <a16:creationId xmlns:a16="http://schemas.microsoft.com/office/drawing/2014/main" id="{994F64AA-636F-E48E-DBAB-55C03ED78AC0}"/>
              </a:ext>
            </a:extLst>
          </p:cNvPr>
          <p:cNvSpPr>
            <a:spLocks noGrp="1"/>
          </p:cNvSpPr>
          <p:nvPr>
            <p:ph idx="1"/>
          </p:nvPr>
        </p:nvSpPr>
        <p:spPr/>
        <p:txBody>
          <a:bodyPr>
            <a:normAutofit lnSpcReduction="10000"/>
          </a:bodyPr>
          <a:lstStyle/>
          <a:p>
            <a:pPr marL="0" indent="0">
              <a:buNone/>
            </a:pPr>
            <a:r>
              <a:rPr lang="en-US" dirty="0"/>
              <a:t>In-order pipeline: younger ones cannot pass/cross the older instructions </a:t>
            </a:r>
          </a:p>
          <a:p>
            <a:pPr marL="0" indent="0">
              <a:buNone/>
            </a:pPr>
            <a:endParaRPr lang="en-US" dirty="0"/>
          </a:p>
          <a:p>
            <a:pPr marL="0" indent="0">
              <a:buNone/>
            </a:pPr>
            <a:r>
              <a:rPr lang="en-US" dirty="0"/>
              <a:t>Issue Q: Structure that can hold multiple instructions in-flight, actually not a Q </a:t>
            </a:r>
          </a:p>
          <a:p>
            <a:pPr marL="0" indent="0">
              <a:buNone/>
            </a:pPr>
            <a:endParaRPr lang="en-US" dirty="0"/>
          </a:p>
          <a:p>
            <a:pPr marL="0" indent="0">
              <a:buNone/>
            </a:pPr>
            <a:r>
              <a:rPr lang="en-US" dirty="0"/>
              <a:t>Register renaming also happens at this stage. More later </a:t>
            </a:r>
            <a:r>
              <a:rPr lang="en-US" dirty="0">
                <a:sym typeface="Wingdings" panose="05000000000000000000" pitchFamily="2" charset="2"/>
              </a:rPr>
              <a:t> </a:t>
            </a:r>
            <a:endParaRPr lang="en-US" dirty="0"/>
          </a:p>
          <a:p>
            <a:pPr marL="0" indent="0">
              <a:buNone/>
            </a:pPr>
            <a:endParaRPr lang="en-IN" dirty="0"/>
          </a:p>
        </p:txBody>
      </p:sp>
      <p:sp>
        <p:nvSpPr>
          <p:cNvPr id="4" name="Footer Placeholder 3">
            <a:extLst>
              <a:ext uri="{FF2B5EF4-FFF2-40B4-BE49-F238E27FC236}">
                <a16:creationId xmlns:a16="http://schemas.microsoft.com/office/drawing/2014/main" id="{ACD4ABAC-C798-BCA1-6170-B0807CB82A30}"/>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D9D40D8F-E13F-6A04-7AB2-5E80A5B16D3E}"/>
              </a:ext>
            </a:extLst>
          </p:cNvPr>
          <p:cNvSpPr>
            <a:spLocks noGrp="1"/>
          </p:cNvSpPr>
          <p:nvPr>
            <p:ph type="sldNum" sz="quarter" idx="12"/>
          </p:nvPr>
        </p:nvSpPr>
        <p:spPr/>
        <p:txBody>
          <a:bodyPr/>
          <a:lstStyle/>
          <a:p>
            <a:fld id="{B8651ABE-1138-46C6-9A43-7FCD4EB2550C}" type="slidenum">
              <a:rPr lang="en-IN" smtClean="0"/>
              <a:pPr/>
              <a:t>16</a:t>
            </a:fld>
            <a:endParaRPr lang="en-IN" dirty="0"/>
          </a:p>
        </p:txBody>
      </p:sp>
    </p:spTree>
    <p:extLst>
      <p:ext uri="{BB962C8B-B14F-4D97-AF65-F5344CB8AC3E}">
        <p14:creationId xmlns:p14="http://schemas.microsoft.com/office/powerpoint/2010/main" val="1203111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E4116-6E6E-7ED1-E9FB-F275030A0627}"/>
              </a:ext>
            </a:extLst>
          </p:cNvPr>
          <p:cNvSpPr>
            <a:spLocks noGrp="1"/>
          </p:cNvSpPr>
          <p:nvPr>
            <p:ph type="title"/>
          </p:nvPr>
        </p:nvSpPr>
        <p:spPr/>
        <p:txBody>
          <a:bodyPr/>
          <a:lstStyle/>
          <a:p>
            <a:r>
              <a:rPr lang="en-US" dirty="0"/>
              <a:t>The Complete Picture First: IBM 360  </a:t>
            </a:r>
            <a:endParaRPr lang="en-IN" dirty="0"/>
          </a:p>
        </p:txBody>
      </p:sp>
      <p:sp>
        <p:nvSpPr>
          <p:cNvPr id="4" name="Footer Placeholder 3">
            <a:extLst>
              <a:ext uri="{FF2B5EF4-FFF2-40B4-BE49-F238E27FC236}">
                <a16:creationId xmlns:a16="http://schemas.microsoft.com/office/drawing/2014/main" id="{89707892-E77D-EBFF-03DB-D080960A6728}"/>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6EE8F914-25E1-51DB-A3B9-59A6FDB182A4}"/>
              </a:ext>
            </a:extLst>
          </p:cNvPr>
          <p:cNvSpPr>
            <a:spLocks noGrp="1"/>
          </p:cNvSpPr>
          <p:nvPr>
            <p:ph type="sldNum" sz="quarter" idx="12"/>
          </p:nvPr>
        </p:nvSpPr>
        <p:spPr/>
        <p:txBody>
          <a:bodyPr/>
          <a:lstStyle/>
          <a:p>
            <a:fld id="{B8651ABE-1138-46C6-9A43-7FCD4EB2550C}" type="slidenum">
              <a:rPr lang="en-IN" smtClean="0"/>
              <a:pPr/>
              <a:t>17</a:t>
            </a:fld>
            <a:endParaRPr lang="en-IN" dirty="0"/>
          </a:p>
        </p:txBody>
      </p:sp>
      <p:grpSp>
        <p:nvGrpSpPr>
          <p:cNvPr id="6" name="object 3">
            <a:extLst>
              <a:ext uri="{FF2B5EF4-FFF2-40B4-BE49-F238E27FC236}">
                <a16:creationId xmlns:a16="http://schemas.microsoft.com/office/drawing/2014/main" id="{53D534B6-F105-B94B-4B90-6CEC820C4E69}"/>
              </a:ext>
            </a:extLst>
          </p:cNvPr>
          <p:cNvGrpSpPr/>
          <p:nvPr/>
        </p:nvGrpSpPr>
        <p:grpSpPr>
          <a:xfrm>
            <a:off x="2325497" y="1420241"/>
            <a:ext cx="7877809" cy="4220845"/>
            <a:chOff x="2325497" y="1529969"/>
            <a:chExt cx="7877809" cy="4220845"/>
          </a:xfrm>
        </p:grpSpPr>
        <p:sp>
          <p:nvSpPr>
            <p:cNvPr id="7" name="object 4">
              <a:extLst>
                <a:ext uri="{FF2B5EF4-FFF2-40B4-BE49-F238E27FC236}">
                  <a16:creationId xmlns:a16="http://schemas.microsoft.com/office/drawing/2014/main" id="{D4DF7B67-2B97-7EFA-CF17-FA71B2C62A69}"/>
                </a:ext>
              </a:extLst>
            </p:cNvPr>
            <p:cNvSpPr/>
            <p:nvPr/>
          </p:nvSpPr>
          <p:spPr>
            <a:xfrm>
              <a:off x="3254502" y="2584449"/>
              <a:ext cx="90805" cy="233679"/>
            </a:xfrm>
            <a:custGeom>
              <a:avLst/>
              <a:gdLst/>
              <a:ahLst/>
              <a:cxnLst/>
              <a:rect l="l" t="t" r="r" b="b"/>
              <a:pathLst>
                <a:path w="90804" h="233680">
                  <a:moveTo>
                    <a:pt x="90678" y="0"/>
                  </a:moveTo>
                  <a:lnTo>
                    <a:pt x="0" y="0"/>
                  </a:lnTo>
                  <a:lnTo>
                    <a:pt x="0" y="15240"/>
                  </a:lnTo>
                  <a:lnTo>
                    <a:pt x="0" y="29210"/>
                  </a:lnTo>
                  <a:lnTo>
                    <a:pt x="0" y="142240"/>
                  </a:lnTo>
                  <a:lnTo>
                    <a:pt x="0" y="204470"/>
                  </a:lnTo>
                  <a:lnTo>
                    <a:pt x="0" y="218440"/>
                  </a:lnTo>
                  <a:lnTo>
                    <a:pt x="0" y="233680"/>
                  </a:lnTo>
                  <a:lnTo>
                    <a:pt x="90678" y="233680"/>
                  </a:lnTo>
                  <a:lnTo>
                    <a:pt x="90678" y="204470"/>
                  </a:lnTo>
                  <a:lnTo>
                    <a:pt x="90678" y="29210"/>
                  </a:lnTo>
                  <a:lnTo>
                    <a:pt x="90678" y="0"/>
                  </a:lnTo>
                  <a:close/>
                </a:path>
              </a:pathLst>
            </a:custGeom>
            <a:solidFill>
              <a:srgbClr val="E7E6E6"/>
            </a:solidFill>
          </p:spPr>
          <p:txBody>
            <a:bodyPr wrap="square" lIns="0" tIns="0" rIns="0" bIns="0" rtlCol="0"/>
            <a:lstStyle/>
            <a:p>
              <a:endParaRPr/>
            </a:p>
          </p:txBody>
        </p:sp>
        <p:sp>
          <p:nvSpPr>
            <p:cNvPr id="8" name="object 5">
              <a:extLst>
                <a:ext uri="{FF2B5EF4-FFF2-40B4-BE49-F238E27FC236}">
                  <a16:creationId xmlns:a16="http://schemas.microsoft.com/office/drawing/2014/main" id="{F616A230-1BA0-DD56-9DD2-0A440BB6639C}"/>
                </a:ext>
              </a:extLst>
            </p:cNvPr>
            <p:cNvSpPr/>
            <p:nvPr/>
          </p:nvSpPr>
          <p:spPr>
            <a:xfrm>
              <a:off x="2340102" y="2522982"/>
              <a:ext cx="914400" cy="204470"/>
            </a:xfrm>
            <a:custGeom>
              <a:avLst/>
              <a:gdLst/>
              <a:ahLst/>
              <a:cxnLst/>
              <a:rect l="l" t="t" r="r" b="b"/>
              <a:pathLst>
                <a:path w="914400" h="204469">
                  <a:moveTo>
                    <a:pt x="0" y="204215"/>
                  </a:moveTo>
                  <a:lnTo>
                    <a:pt x="914400" y="204215"/>
                  </a:lnTo>
                  <a:lnTo>
                    <a:pt x="914400" y="0"/>
                  </a:lnTo>
                  <a:lnTo>
                    <a:pt x="0" y="0"/>
                  </a:lnTo>
                  <a:lnTo>
                    <a:pt x="0" y="204215"/>
                  </a:lnTo>
                  <a:close/>
                </a:path>
              </a:pathLst>
            </a:custGeom>
            <a:ln w="28956">
              <a:solidFill>
                <a:srgbClr val="000000"/>
              </a:solidFill>
            </a:ln>
          </p:spPr>
          <p:txBody>
            <a:bodyPr wrap="square" lIns="0" tIns="0" rIns="0" bIns="0" rtlCol="0"/>
            <a:lstStyle/>
            <a:p>
              <a:endParaRPr/>
            </a:p>
          </p:txBody>
        </p:sp>
        <p:sp>
          <p:nvSpPr>
            <p:cNvPr id="9" name="object 6">
              <a:extLst>
                <a:ext uri="{FF2B5EF4-FFF2-40B4-BE49-F238E27FC236}">
                  <a16:creationId xmlns:a16="http://schemas.microsoft.com/office/drawing/2014/main" id="{2E119981-2C31-16DD-793C-E913CE82ECA9}"/>
                </a:ext>
              </a:extLst>
            </p:cNvPr>
            <p:cNvSpPr/>
            <p:nvPr/>
          </p:nvSpPr>
          <p:spPr>
            <a:xfrm>
              <a:off x="3254502" y="2788919"/>
              <a:ext cx="90805" cy="231140"/>
            </a:xfrm>
            <a:custGeom>
              <a:avLst/>
              <a:gdLst/>
              <a:ahLst/>
              <a:cxnLst/>
              <a:rect l="l" t="t" r="r" b="b"/>
              <a:pathLst>
                <a:path w="90804" h="231139">
                  <a:moveTo>
                    <a:pt x="90678" y="0"/>
                  </a:moveTo>
                  <a:lnTo>
                    <a:pt x="0" y="0"/>
                  </a:lnTo>
                  <a:lnTo>
                    <a:pt x="0" y="13970"/>
                  </a:lnTo>
                  <a:lnTo>
                    <a:pt x="0" y="29210"/>
                  </a:lnTo>
                  <a:lnTo>
                    <a:pt x="0" y="140970"/>
                  </a:lnTo>
                  <a:lnTo>
                    <a:pt x="0" y="203200"/>
                  </a:lnTo>
                  <a:lnTo>
                    <a:pt x="0" y="217170"/>
                  </a:lnTo>
                  <a:lnTo>
                    <a:pt x="0" y="231140"/>
                  </a:lnTo>
                  <a:lnTo>
                    <a:pt x="90678" y="231140"/>
                  </a:lnTo>
                  <a:lnTo>
                    <a:pt x="90678" y="203200"/>
                  </a:lnTo>
                  <a:lnTo>
                    <a:pt x="90678" y="29210"/>
                  </a:lnTo>
                  <a:lnTo>
                    <a:pt x="90678" y="0"/>
                  </a:lnTo>
                  <a:close/>
                </a:path>
              </a:pathLst>
            </a:custGeom>
            <a:solidFill>
              <a:srgbClr val="E7E6E6"/>
            </a:solidFill>
          </p:spPr>
          <p:txBody>
            <a:bodyPr wrap="square" lIns="0" tIns="0" rIns="0" bIns="0" rtlCol="0"/>
            <a:lstStyle/>
            <a:p>
              <a:endParaRPr/>
            </a:p>
          </p:txBody>
        </p:sp>
        <p:sp>
          <p:nvSpPr>
            <p:cNvPr id="10" name="object 7">
              <a:extLst>
                <a:ext uri="{FF2B5EF4-FFF2-40B4-BE49-F238E27FC236}">
                  <a16:creationId xmlns:a16="http://schemas.microsoft.com/office/drawing/2014/main" id="{ACFA5041-E719-805F-0429-38638000579D}"/>
                </a:ext>
              </a:extLst>
            </p:cNvPr>
            <p:cNvSpPr/>
            <p:nvPr/>
          </p:nvSpPr>
          <p:spPr>
            <a:xfrm>
              <a:off x="2340102" y="2727197"/>
              <a:ext cx="914400" cy="203200"/>
            </a:xfrm>
            <a:custGeom>
              <a:avLst/>
              <a:gdLst/>
              <a:ahLst/>
              <a:cxnLst/>
              <a:rect l="l" t="t" r="r" b="b"/>
              <a:pathLst>
                <a:path w="914400" h="203200">
                  <a:moveTo>
                    <a:pt x="914400" y="0"/>
                  </a:moveTo>
                  <a:lnTo>
                    <a:pt x="0" y="0"/>
                  </a:lnTo>
                  <a:lnTo>
                    <a:pt x="0" y="202691"/>
                  </a:lnTo>
                  <a:lnTo>
                    <a:pt x="914400" y="202691"/>
                  </a:lnTo>
                  <a:lnTo>
                    <a:pt x="914400" y="0"/>
                  </a:lnTo>
                  <a:close/>
                </a:path>
              </a:pathLst>
            </a:custGeom>
            <a:solidFill>
              <a:srgbClr val="FFFFFF"/>
            </a:solidFill>
          </p:spPr>
          <p:txBody>
            <a:bodyPr wrap="square" lIns="0" tIns="0" rIns="0" bIns="0" rtlCol="0"/>
            <a:lstStyle/>
            <a:p>
              <a:endParaRPr/>
            </a:p>
          </p:txBody>
        </p:sp>
        <p:sp>
          <p:nvSpPr>
            <p:cNvPr id="11" name="object 8">
              <a:extLst>
                <a:ext uri="{FF2B5EF4-FFF2-40B4-BE49-F238E27FC236}">
                  <a16:creationId xmlns:a16="http://schemas.microsoft.com/office/drawing/2014/main" id="{F8B0FF74-1F41-9CAB-E76B-E096F1DEEFC4}"/>
                </a:ext>
              </a:extLst>
            </p:cNvPr>
            <p:cNvSpPr/>
            <p:nvPr/>
          </p:nvSpPr>
          <p:spPr>
            <a:xfrm>
              <a:off x="2340102" y="2727197"/>
              <a:ext cx="914400" cy="203200"/>
            </a:xfrm>
            <a:custGeom>
              <a:avLst/>
              <a:gdLst/>
              <a:ahLst/>
              <a:cxnLst/>
              <a:rect l="l" t="t" r="r" b="b"/>
              <a:pathLst>
                <a:path w="914400" h="203200">
                  <a:moveTo>
                    <a:pt x="0" y="202691"/>
                  </a:moveTo>
                  <a:lnTo>
                    <a:pt x="914400" y="202691"/>
                  </a:lnTo>
                  <a:lnTo>
                    <a:pt x="914400" y="0"/>
                  </a:lnTo>
                  <a:lnTo>
                    <a:pt x="0" y="0"/>
                  </a:lnTo>
                  <a:lnTo>
                    <a:pt x="0" y="202691"/>
                  </a:lnTo>
                  <a:close/>
                </a:path>
              </a:pathLst>
            </a:custGeom>
            <a:ln w="28956">
              <a:solidFill>
                <a:srgbClr val="000000"/>
              </a:solidFill>
            </a:ln>
          </p:spPr>
          <p:txBody>
            <a:bodyPr wrap="square" lIns="0" tIns="0" rIns="0" bIns="0" rtlCol="0"/>
            <a:lstStyle/>
            <a:p>
              <a:endParaRPr/>
            </a:p>
          </p:txBody>
        </p:sp>
        <p:sp>
          <p:nvSpPr>
            <p:cNvPr id="12" name="object 9">
              <a:extLst>
                <a:ext uri="{FF2B5EF4-FFF2-40B4-BE49-F238E27FC236}">
                  <a16:creationId xmlns:a16="http://schemas.microsoft.com/office/drawing/2014/main" id="{FFCC0F5A-19AC-86F6-5769-BDAD3E7D2B4C}"/>
                </a:ext>
              </a:extLst>
            </p:cNvPr>
            <p:cNvSpPr/>
            <p:nvPr/>
          </p:nvSpPr>
          <p:spPr>
            <a:xfrm>
              <a:off x="3254502" y="2992119"/>
              <a:ext cx="90805" cy="231140"/>
            </a:xfrm>
            <a:custGeom>
              <a:avLst/>
              <a:gdLst/>
              <a:ahLst/>
              <a:cxnLst/>
              <a:rect l="l" t="t" r="r" b="b"/>
              <a:pathLst>
                <a:path w="90804" h="231139">
                  <a:moveTo>
                    <a:pt x="90678" y="0"/>
                  </a:moveTo>
                  <a:lnTo>
                    <a:pt x="0" y="0"/>
                  </a:lnTo>
                  <a:lnTo>
                    <a:pt x="0" y="13970"/>
                  </a:lnTo>
                  <a:lnTo>
                    <a:pt x="0" y="27940"/>
                  </a:lnTo>
                  <a:lnTo>
                    <a:pt x="0" y="140970"/>
                  </a:lnTo>
                  <a:lnTo>
                    <a:pt x="0" y="201930"/>
                  </a:lnTo>
                  <a:lnTo>
                    <a:pt x="0" y="217170"/>
                  </a:lnTo>
                  <a:lnTo>
                    <a:pt x="0" y="231140"/>
                  </a:lnTo>
                  <a:lnTo>
                    <a:pt x="90678" y="231140"/>
                  </a:lnTo>
                  <a:lnTo>
                    <a:pt x="90678" y="201930"/>
                  </a:lnTo>
                  <a:lnTo>
                    <a:pt x="90678" y="27940"/>
                  </a:lnTo>
                  <a:lnTo>
                    <a:pt x="90678" y="0"/>
                  </a:lnTo>
                  <a:close/>
                </a:path>
              </a:pathLst>
            </a:custGeom>
            <a:solidFill>
              <a:srgbClr val="E7E6E6"/>
            </a:solidFill>
          </p:spPr>
          <p:txBody>
            <a:bodyPr wrap="square" lIns="0" tIns="0" rIns="0" bIns="0" rtlCol="0"/>
            <a:lstStyle/>
            <a:p>
              <a:endParaRPr/>
            </a:p>
          </p:txBody>
        </p:sp>
        <p:sp>
          <p:nvSpPr>
            <p:cNvPr id="13" name="object 10">
              <a:extLst>
                <a:ext uri="{FF2B5EF4-FFF2-40B4-BE49-F238E27FC236}">
                  <a16:creationId xmlns:a16="http://schemas.microsoft.com/office/drawing/2014/main" id="{A4D48531-4FAB-4F60-36A3-E40E0956C67C}"/>
                </a:ext>
              </a:extLst>
            </p:cNvPr>
            <p:cNvSpPr/>
            <p:nvPr/>
          </p:nvSpPr>
          <p:spPr>
            <a:xfrm>
              <a:off x="2340102" y="2929890"/>
              <a:ext cx="914400" cy="203200"/>
            </a:xfrm>
            <a:custGeom>
              <a:avLst/>
              <a:gdLst/>
              <a:ahLst/>
              <a:cxnLst/>
              <a:rect l="l" t="t" r="r" b="b"/>
              <a:pathLst>
                <a:path w="914400" h="203200">
                  <a:moveTo>
                    <a:pt x="914400" y="0"/>
                  </a:moveTo>
                  <a:lnTo>
                    <a:pt x="0" y="0"/>
                  </a:lnTo>
                  <a:lnTo>
                    <a:pt x="0" y="202691"/>
                  </a:lnTo>
                  <a:lnTo>
                    <a:pt x="914400" y="202691"/>
                  </a:lnTo>
                  <a:lnTo>
                    <a:pt x="914400" y="0"/>
                  </a:lnTo>
                  <a:close/>
                </a:path>
              </a:pathLst>
            </a:custGeom>
            <a:solidFill>
              <a:srgbClr val="FFFFFF"/>
            </a:solidFill>
          </p:spPr>
          <p:txBody>
            <a:bodyPr wrap="square" lIns="0" tIns="0" rIns="0" bIns="0" rtlCol="0"/>
            <a:lstStyle/>
            <a:p>
              <a:endParaRPr/>
            </a:p>
          </p:txBody>
        </p:sp>
        <p:sp>
          <p:nvSpPr>
            <p:cNvPr id="14" name="object 11">
              <a:extLst>
                <a:ext uri="{FF2B5EF4-FFF2-40B4-BE49-F238E27FC236}">
                  <a16:creationId xmlns:a16="http://schemas.microsoft.com/office/drawing/2014/main" id="{9C4BAD59-2778-27D1-6825-30618887A625}"/>
                </a:ext>
              </a:extLst>
            </p:cNvPr>
            <p:cNvSpPr/>
            <p:nvPr/>
          </p:nvSpPr>
          <p:spPr>
            <a:xfrm>
              <a:off x="2340102" y="2929890"/>
              <a:ext cx="914400" cy="203200"/>
            </a:xfrm>
            <a:custGeom>
              <a:avLst/>
              <a:gdLst/>
              <a:ahLst/>
              <a:cxnLst/>
              <a:rect l="l" t="t" r="r" b="b"/>
              <a:pathLst>
                <a:path w="914400" h="203200">
                  <a:moveTo>
                    <a:pt x="0" y="202691"/>
                  </a:moveTo>
                  <a:lnTo>
                    <a:pt x="914400" y="202691"/>
                  </a:lnTo>
                  <a:lnTo>
                    <a:pt x="914400" y="0"/>
                  </a:lnTo>
                  <a:lnTo>
                    <a:pt x="0" y="0"/>
                  </a:lnTo>
                  <a:lnTo>
                    <a:pt x="0" y="202691"/>
                  </a:lnTo>
                  <a:close/>
                </a:path>
              </a:pathLst>
            </a:custGeom>
            <a:ln w="28956">
              <a:solidFill>
                <a:srgbClr val="000000"/>
              </a:solidFill>
            </a:ln>
          </p:spPr>
          <p:txBody>
            <a:bodyPr wrap="square" lIns="0" tIns="0" rIns="0" bIns="0" rtlCol="0"/>
            <a:lstStyle/>
            <a:p>
              <a:endParaRPr/>
            </a:p>
          </p:txBody>
        </p:sp>
        <p:sp>
          <p:nvSpPr>
            <p:cNvPr id="15" name="object 12">
              <a:extLst>
                <a:ext uri="{FF2B5EF4-FFF2-40B4-BE49-F238E27FC236}">
                  <a16:creationId xmlns:a16="http://schemas.microsoft.com/office/drawing/2014/main" id="{AB10B698-4B46-8636-9608-440599703969}"/>
                </a:ext>
              </a:extLst>
            </p:cNvPr>
            <p:cNvSpPr/>
            <p:nvPr/>
          </p:nvSpPr>
          <p:spPr>
            <a:xfrm>
              <a:off x="3254502" y="3194049"/>
              <a:ext cx="90805" cy="233679"/>
            </a:xfrm>
            <a:custGeom>
              <a:avLst/>
              <a:gdLst/>
              <a:ahLst/>
              <a:cxnLst/>
              <a:rect l="l" t="t" r="r" b="b"/>
              <a:pathLst>
                <a:path w="90804" h="233679">
                  <a:moveTo>
                    <a:pt x="90678" y="0"/>
                  </a:moveTo>
                  <a:lnTo>
                    <a:pt x="0" y="0"/>
                  </a:lnTo>
                  <a:lnTo>
                    <a:pt x="0" y="15240"/>
                  </a:lnTo>
                  <a:lnTo>
                    <a:pt x="0" y="29210"/>
                  </a:lnTo>
                  <a:lnTo>
                    <a:pt x="0" y="142240"/>
                  </a:lnTo>
                  <a:lnTo>
                    <a:pt x="0" y="204470"/>
                  </a:lnTo>
                  <a:lnTo>
                    <a:pt x="0" y="218440"/>
                  </a:lnTo>
                  <a:lnTo>
                    <a:pt x="0" y="233680"/>
                  </a:lnTo>
                  <a:lnTo>
                    <a:pt x="90678" y="233680"/>
                  </a:lnTo>
                  <a:lnTo>
                    <a:pt x="90678" y="204470"/>
                  </a:lnTo>
                  <a:lnTo>
                    <a:pt x="90678" y="29210"/>
                  </a:lnTo>
                  <a:lnTo>
                    <a:pt x="90678" y="0"/>
                  </a:lnTo>
                  <a:close/>
                </a:path>
              </a:pathLst>
            </a:custGeom>
            <a:solidFill>
              <a:srgbClr val="E7E6E6"/>
            </a:solidFill>
          </p:spPr>
          <p:txBody>
            <a:bodyPr wrap="square" lIns="0" tIns="0" rIns="0" bIns="0" rtlCol="0"/>
            <a:lstStyle/>
            <a:p>
              <a:endParaRPr/>
            </a:p>
          </p:txBody>
        </p:sp>
        <p:sp>
          <p:nvSpPr>
            <p:cNvPr id="16" name="object 13">
              <a:extLst>
                <a:ext uri="{FF2B5EF4-FFF2-40B4-BE49-F238E27FC236}">
                  <a16:creationId xmlns:a16="http://schemas.microsoft.com/office/drawing/2014/main" id="{48891616-B135-BAEB-0916-CAB4162012BF}"/>
                </a:ext>
              </a:extLst>
            </p:cNvPr>
            <p:cNvSpPr/>
            <p:nvPr/>
          </p:nvSpPr>
          <p:spPr>
            <a:xfrm>
              <a:off x="2340102" y="3132582"/>
              <a:ext cx="914400" cy="204470"/>
            </a:xfrm>
            <a:custGeom>
              <a:avLst/>
              <a:gdLst/>
              <a:ahLst/>
              <a:cxnLst/>
              <a:rect l="l" t="t" r="r" b="b"/>
              <a:pathLst>
                <a:path w="914400" h="204470">
                  <a:moveTo>
                    <a:pt x="914400" y="0"/>
                  </a:moveTo>
                  <a:lnTo>
                    <a:pt x="0" y="0"/>
                  </a:lnTo>
                  <a:lnTo>
                    <a:pt x="0" y="204215"/>
                  </a:lnTo>
                  <a:lnTo>
                    <a:pt x="914400" y="204215"/>
                  </a:lnTo>
                  <a:lnTo>
                    <a:pt x="914400" y="0"/>
                  </a:lnTo>
                  <a:close/>
                </a:path>
              </a:pathLst>
            </a:custGeom>
            <a:solidFill>
              <a:srgbClr val="FFFFFF"/>
            </a:solidFill>
          </p:spPr>
          <p:txBody>
            <a:bodyPr wrap="square" lIns="0" tIns="0" rIns="0" bIns="0" rtlCol="0"/>
            <a:lstStyle/>
            <a:p>
              <a:endParaRPr/>
            </a:p>
          </p:txBody>
        </p:sp>
        <p:sp>
          <p:nvSpPr>
            <p:cNvPr id="17" name="object 14">
              <a:extLst>
                <a:ext uri="{FF2B5EF4-FFF2-40B4-BE49-F238E27FC236}">
                  <a16:creationId xmlns:a16="http://schemas.microsoft.com/office/drawing/2014/main" id="{6B38F819-5ADF-9658-2135-EB2B7CECCEF1}"/>
                </a:ext>
              </a:extLst>
            </p:cNvPr>
            <p:cNvSpPr/>
            <p:nvPr/>
          </p:nvSpPr>
          <p:spPr>
            <a:xfrm>
              <a:off x="2340102" y="3132582"/>
              <a:ext cx="914400" cy="204470"/>
            </a:xfrm>
            <a:custGeom>
              <a:avLst/>
              <a:gdLst/>
              <a:ahLst/>
              <a:cxnLst/>
              <a:rect l="l" t="t" r="r" b="b"/>
              <a:pathLst>
                <a:path w="914400" h="204470">
                  <a:moveTo>
                    <a:pt x="0" y="204215"/>
                  </a:moveTo>
                  <a:lnTo>
                    <a:pt x="914400" y="204215"/>
                  </a:lnTo>
                  <a:lnTo>
                    <a:pt x="914400" y="0"/>
                  </a:lnTo>
                  <a:lnTo>
                    <a:pt x="0" y="0"/>
                  </a:lnTo>
                  <a:lnTo>
                    <a:pt x="0" y="204215"/>
                  </a:lnTo>
                  <a:close/>
                </a:path>
              </a:pathLst>
            </a:custGeom>
            <a:ln w="28956">
              <a:solidFill>
                <a:srgbClr val="000000"/>
              </a:solidFill>
            </a:ln>
          </p:spPr>
          <p:txBody>
            <a:bodyPr wrap="square" lIns="0" tIns="0" rIns="0" bIns="0" rtlCol="0"/>
            <a:lstStyle/>
            <a:p>
              <a:endParaRPr/>
            </a:p>
          </p:txBody>
        </p:sp>
        <p:sp>
          <p:nvSpPr>
            <p:cNvPr id="18" name="object 15">
              <a:extLst>
                <a:ext uri="{FF2B5EF4-FFF2-40B4-BE49-F238E27FC236}">
                  <a16:creationId xmlns:a16="http://schemas.microsoft.com/office/drawing/2014/main" id="{4282CE52-4621-B882-5647-BD9E1797AD5D}"/>
                </a:ext>
              </a:extLst>
            </p:cNvPr>
            <p:cNvSpPr/>
            <p:nvPr/>
          </p:nvSpPr>
          <p:spPr>
            <a:xfrm>
              <a:off x="3254502" y="3398519"/>
              <a:ext cx="90805" cy="231140"/>
            </a:xfrm>
            <a:custGeom>
              <a:avLst/>
              <a:gdLst/>
              <a:ahLst/>
              <a:cxnLst/>
              <a:rect l="l" t="t" r="r" b="b"/>
              <a:pathLst>
                <a:path w="90804" h="231139">
                  <a:moveTo>
                    <a:pt x="90678" y="0"/>
                  </a:moveTo>
                  <a:lnTo>
                    <a:pt x="0" y="0"/>
                  </a:lnTo>
                  <a:lnTo>
                    <a:pt x="0" y="13970"/>
                  </a:lnTo>
                  <a:lnTo>
                    <a:pt x="0" y="29210"/>
                  </a:lnTo>
                  <a:lnTo>
                    <a:pt x="0" y="140970"/>
                  </a:lnTo>
                  <a:lnTo>
                    <a:pt x="0" y="203200"/>
                  </a:lnTo>
                  <a:lnTo>
                    <a:pt x="0" y="217170"/>
                  </a:lnTo>
                  <a:lnTo>
                    <a:pt x="0" y="231140"/>
                  </a:lnTo>
                  <a:lnTo>
                    <a:pt x="90678" y="231140"/>
                  </a:lnTo>
                  <a:lnTo>
                    <a:pt x="90678" y="203200"/>
                  </a:lnTo>
                  <a:lnTo>
                    <a:pt x="90678" y="29210"/>
                  </a:lnTo>
                  <a:lnTo>
                    <a:pt x="90678" y="0"/>
                  </a:lnTo>
                  <a:close/>
                </a:path>
              </a:pathLst>
            </a:custGeom>
            <a:solidFill>
              <a:srgbClr val="E7E6E6"/>
            </a:solidFill>
          </p:spPr>
          <p:txBody>
            <a:bodyPr wrap="square" lIns="0" tIns="0" rIns="0" bIns="0" rtlCol="0"/>
            <a:lstStyle/>
            <a:p>
              <a:endParaRPr/>
            </a:p>
          </p:txBody>
        </p:sp>
        <p:sp>
          <p:nvSpPr>
            <p:cNvPr id="19" name="object 16">
              <a:extLst>
                <a:ext uri="{FF2B5EF4-FFF2-40B4-BE49-F238E27FC236}">
                  <a16:creationId xmlns:a16="http://schemas.microsoft.com/office/drawing/2014/main" id="{4AC89F47-D42C-CFFC-D113-49EEAF7D73DF}"/>
                </a:ext>
              </a:extLst>
            </p:cNvPr>
            <p:cNvSpPr/>
            <p:nvPr/>
          </p:nvSpPr>
          <p:spPr>
            <a:xfrm>
              <a:off x="2340102" y="3336798"/>
              <a:ext cx="914400" cy="203200"/>
            </a:xfrm>
            <a:custGeom>
              <a:avLst/>
              <a:gdLst/>
              <a:ahLst/>
              <a:cxnLst/>
              <a:rect l="l" t="t" r="r" b="b"/>
              <a:pathLst>
                <a:path w="914400" h="203200">
                  <a:moveTo>
                    <a:pt x="914400" y="0"/>
                  </a:moveTo>
                  <a:lnTo>
                    <a:pt x="0" y="0"/>
                  </a:lnTo>
                  <a:lnTo>
                    <a:pt x="0" y="202691"/>
                  </a:lnTo>
                  <a:lnTo>
                    <a:pt x="914400" y="202691"/>
                  </a:lnTo>
                  <a:lnTo>
                    <a:pt x="914400" y="0"/>
                  </a:lnTo>
                  <a:close/>
                </a:path>
              </a:pathLst>
            </a:custGeom>
            <a:solidFill>
              <a:srgbClr val="FFFFFF"/>
            </a:solidFill>
          </p:spPr>
          <p:txBody>
            <a:bodyPr wrap="square" lIns="0" tIns="0" rIns="0" bIns="0" rtlCol="0"/>
            <a:lstStyle/>
            <a:p>
              <a:endParaRPr/>
            </a:p>
          </p:txBody>
        </p:sp>
        <p:sp>
          <p:nvSpPr>
            <p:cNvPr id="20" name="object 17">
              <a:extLst>
                <a:ext uri="{FF2B5EF4-FFF2-40B4-BE49-F238E27FC236}">
                  <a16:creationId xmlns:a16="http://schemas.microsoft.com/office/drawing/2014/main" id="{F449743B-0EC8-E9A7-0B11-CE38F1CFCCBE}"/>
                </a:ext>
              </a:extLst>
            </p:cNvPr>
            <p:cNvSpPr/>
            <p:nvPr/>
          </p:nvSpPr>
          <p:spPr>
            <a:xfrm>
              <a:off x="2340102" y="3336798"/>
              <a:ext cx="914400" cy="203200"/>
            </a:xfrm>
            <a:custGeom>
              <a:avLst/>
              <a:gdLst/>
              <a:ahLst/>
              <a:cxnLst/>
              <a:rect l="l" t="t" r="r" b="b"/>
              <a:pathLst>
                <a:path w="914400" h="203200">
                  <a:moveTo>
                    <a:pt x="0" y="202691"/>
                  </a:moveTo>
                  <a:lnTo>
                    <a:pt x="914400" y="202691"/>
                  </a:lnTo>
                  <a:lnTo>
                    <a:pt x="914400" y="0"/>
                  </a:lnTo>
                  <a:lnTo>
                    <a:pt x="0" y="0"/>
                  </a:lnTo>
                  <a:lnTo>
                    <a:pt x="0" y="202691"/>
                  </a:lnTo>
                  <a:close/>
                </a:path>
              </a:pathLst>
            </a:custGeom>
            <a:ln w="28956">
              <a:solidFill>
                <a:srgbClr val="000000"/>
              </a:solidFill>
            </a:ln>
          </p:spPr>
          <p:txBody>
            <a:bodyPr wrap="square" lIns="0" tIns="0" rIns="0" bIns="0" rtlCol="0"/>
            <a:lstStyle/>
            <a:p>
              <a:endParaRPr/>
            </a:p>
          </p:txBody>
        </p:sp>
        <p:sp>
          <p:nvSpPr>
            <p:cNvPr id="21" name="object 18">
              <a:extLst>
                <a:ext uri="{FF2B5EF4-FFF2-40B4-BE49-F238E27FC236}">
                  <a16:creationId xmlns:a16="http://schemas.microsoft.com/office/drawing/2014/main" id="{C6698D30-A8D8-2656-47B7-200C327B3344}"/>
                </a:ext>
              </a:extLst>
            </p:cNvPr>
            <p:cNvSpPr/>
            <p:nvPr/>
          </p:nvSpPr>
          <p:spPr>
            <a:xfrm>
              <a:off x="2401824" y="3601719"/>
              <a:ext cx="943610" cy="231140"/>
            </a:xfrm>
            <a:custGeom>
              <a:avLst/>
              <a:gdLst/>
              <a:ahLst/>
              <a:cxnLst/>
              <a:rect l="l" t="t" r="r" b="b"/>
              <a:pathLst>
                <a:path w="943610" h="231139">
                  <a:moveTo>
                    <a:pt x="943356" y="0"/>
                  </a:moveTo>
                  <a:lnTo>
                    <a:pt x="852678" y="0"/>
                  </a:lnTo>
                  <a:lnTo>
                    <a:pt x="852678" y="13970"/>
                  </a:lnTo>
                  <a:lnTo>
                    <a:pt x="852678" y="27940"/>
                  </a:lnTo>
                  <a:lnTo>
                    <a:pt x="852678" y="140970"/>
                  </a:lnTo>
                  <a:lnTo>
                    <a:pt x="28956" y="140970"/>
                  </a:lnTo>
                  <a:lnTo>
                    <a:pt x="14478" y="140970"/>
                  </a:lnTo>
                  <a:lnTo>
                    <a:pt x="0" y="140970"/>
                  </a:lnTo>
                  <a:lnTo>
                    <a:pt x="0" y="201930"/>
                  </a:lnTo>
                  <a:lnTo>
                    <a:pt x="0" y="231140"/>
                  </a:lnTo>
                  <a:lnTo>
                    <a:pt x="943356" y="231140"/>
                  </a:lnTo>
                  <a:lnTo>
                    <a:pt x="943356" y="201930"/>
                  </a:lnTo>
                  <a:lnTo>
                    <a:pt x="943356" y="27940"/>
                  </a:lnTo>
                  <a:lnTo>
                    <a:pt x="943356" y="0"/>
                  </a:lnTo>
                  <a:close/>
                </a:path>
              </a:pathLst>
            </a:custGeom>
            <a:solidFill>
              <a:srgbClr val="E7E6E6"/>
            </a:solidFill>
          </p:spPr>
          <p:txBody>
            <a:bodyPr wrap="square" lIns="0" tIns="0" rIns="0" bIns="0" rtlCol="0"/>
            <a:lstStyle/>
            <a:p>
              <a:endParaRPr/>
            </a:p>
          </p:txBody>
        </p:sp>
        <p:sp>
          <p:nvSpPr>
            <p:cNvPr id="22" name="object 19">
              <a:extLst>
                <a:ext uri="{FF2B5EF4-FFF2-40B4-BE49-F238E27FC236}">
                  <a16:creationId xmlns:a16="http://schemas.microsoft.com/office/drawing/2014/main" id="{8DDAA08A-7B45-6E90-FA25-391AE5D18235}"/>
                </a:ext>
              </a:extLst>
            </p:cNvPr>
            <p:cNvSpPr/>
            <p:nvPr/>
          </p:nvSpPr>
          <p:spPr>
            <a:xfrm>
              <a:off x="2340102" y="3539489"/>
              <a:ext cx="914400" cy="203200"/>
            </a:xfrm>
            <a:custGeom>
              <a:avLst/>
              <a:gdLst/>
              <a:ahLst/>
              <a:cxnLst/>
              <a:rect l="l" t="t" r="r" b="b"/>
              <a:pathLst>
                <a:path w="914400" h="203200">
                  <a:moveTo>
                    <a:pt x="914400" y="0"/>
                  </a:moveTo>
                  <a:lnTo>
                    <a:pt x="0" y="0"/>
                  </a:lnTo>
                  <a:lnTo>
                    <a:pt x="0" y="202692"/>
                  </a:lnTo>
                  <a:lnTo>
                    <a:pt x="914400" y="202692"/>
                  </a:lnTo>
                  <a:lnTo>
                    <a:pt x="914400" y="0"/>
                  </a:lnTo>
                  <a:close/>
                </a:path>
              </a:pathLst>
            </a:custGeom>
            <a:solidFill>
              <a:srgbClr val="FFFFFF"/>
            </a:solidFill>
          </p:spPr>
          <p:txBody>
            <a:bodyPr wrap="square" lIns="0" tIns="0" rIns="0" bIns="0" rtlCol="0"/>
            <a:lstStyle/>
            <a:p>
              <a:endParaRPr/>
            </a:p>
          </p:txBody>
        </p:sp>
        <p:sp>
          <p:nvSpPr>
            <p:cNvPr id="23" name="object 20">
              <a:extLst>
                <a:ext uri="{FF2B5EF4-FFF2-40B4-BE49-F238E27FC236}">
                  <a16:creationId xmlns:a16="http://schemas.microsoft.com/office/drawing/2014/main" id="{00E2A53C-E499-FDC5-FFE0-A883156AA407}"/>
                </a:ext>
              </a:extLst>
            </p:cNvPr>
            <p:cNvSpPr/>
            <p:nvPr/>
          </p:nvSpPr>
          <p:spPr>
            <a:xfrm>
              <a:off x="2340102" y="3539489"/>
              <a:ext cx="914400" cy="203200"/>
            </a:xfrm>
            <a:custGeom>
              <a:avLst/>
              <a:gdLst/>
              <a:ahLst/>
              <a:cxnLst/>
              <a:rect l="l" t="t" r="r" b="b"/>
              <a:pathLst>
                <a:path w="914400" h="203200">
                  <a:moveTo>
                    <a:pt x="0" y="202692"/>
                  </a:moveTo>
                  <a:lnTo>
                    <a:pt x="914400" y="202692"/>
                  </a:lnTo>
                  <a:lnTo>
                    <a:pt x="914400" y="0"/>
                  </a:lnTo>
                  <a:lnTo>
                    <a:pt x="0" y="0"/>
                  </a:lnTo>
                  <a:lnTo>
                    <a:pt x="0" y="202692"/>
                  </a:lnTo>
                  <a:close/>
                </a:path>
              </a:pathLst>
            </a:custGeom>
            <a:ln w="28956">
              <a:solidFill>
                <a:srgbClr val="000000"/>
              </a:solidFill>
            </a:ln>
          </p:spPr>
          <p:txBody>
            <a:bodyPr wrap="square" lIns="0" tIns="0" rIns="0" bIns="0" rtlCol="0"/>
            <a:lstStyle/>
            <a:p>
              <a:endParaRPr/>
            </a:p>
          </p:txBody>
        </p:sp>
        <p:sp>
          <p:nvSpPr>
            <p:cNvPr id="24" name="object 21">
              <a:extLst>
                <a:ext uri="{FF2B5EF4-FFF2-40B4-BE49-F238E27FC236}">
                  <a16:creationId xmlns:a16="http://schemas.microsoft.com/office/drawing/2014/main" id="{92123BB2-A256-0756-05FD-AFB50925CBFD}"/>
                </a:ext>
              </a:extLst>
            </p:cNvPr>
            <p:cNvSpPr/>
            <p:nvPr/>
          </p:nvSpPr>
          <p:spPr>
            <a:xfrm>
              <a:off x="2633472" y="1912620"/>
              <a:ext cx="173990" cy="609600"/>
            </a:xfrm>
            <a:custGeom>
              <a:avLst/>
              <a:gdLst/>
              <a:ahLst/>
              <a:cxnLst/>
              <a:rect l="l" t="t" r="r" b="b"/>
              <a:pathLst>
                <a:path w="173989" h="609600">
                  <a:moveTo>
                    <a:pt x="57911" y="435863"/>
                  </a:moveTo>
                  <a:lnTo>
                    <a:pt x="0" y="435863"/>
                  </a:lnTo>
                  <a:lnTo>
                    <a:pt x="86867" y="609600"/>
                  </a:lnTo>
                  <a:lnTo>
                    <a:pt x="159257" y="464819"/>
                  </a:lnTo>
                  <a:lnTo>
                    <a:pt x="57911" y="464819"/>
                  </a:lnTo>
                  <a:lnTo>
                    <a:pt x="57911" y="435863"/>
                  </a:lnTo>
                  <a:close/>
                </a:path>
                <a:path w="173989" h="609600">
                  <a:moveTo>
                    <a:pt x="115823" y="0"/>
                  </a:moveTo>
                  <a:lnTo>
                    <a:pt x="57911" y="0"/>
                  </a:lnTo>
                  <a:lnTo>
                    <a:pt x="57911" y="464819"/>
                  </a:lnTo>
                  <a:lnTo>
                    <a:pt x="115823" y="464819"/>
                  </a:lnTo>
                  <a:lnTo>
                    <a:pt x="115823" y="0"/>
                  </a:lnTo>
                  <a:close/>
                </a:path>
                <a:path w="173989" h="609600">
                  <a:moveTo>
                    <a:pt x="173735" y="435863"/>
                  </a:moveTo>
                  <a:lnTo>
                    <a:pt x="115823" y="435863"/>
                  </a:lnTo>
                  <a:lnTo>
                    <a:pt x="115823" y="464819"/>
                  </a:lnTo>
                  <a:lnTo>
                    <a:pt x="159257" y="464819"/>
                  </a:lnTo>
                  <a:lnTo>
                    <a:pt x="173735" y="435863"/>
                  </a:lnTo>
                  <a:close/>
                </a:path>
              </a:pathLst>
            </a:custGeom>
            <a:solidFill>
              <a:srgbClr val="000000"/>
            </a:solidFill>
          </p:spPr>
          <p:txBody>
            <a:bodyPr wrap="square" lIns="0" tIns="0" rIns="0" bIns="0" rtlCol="0"/>
            <a:lstStyle/>
            <a:p>
              <a:endParaRPr/>
            </a:p>
          </p:txBody>
        </p:sp>
        <p:sp>
          <p:nvSpPr>
            <p:cNvPr id="25" name="object 22">
              <a:extLst>
                <a:ext uri="{FF2B5EF4-FFF2-40B4-BE49-F238E27FC236}">
                  <a16:creationId xmlns:a16="http://schemas.microsoft.com/office/drawing/2014/main" id="{6343BB31-3863-AB4D-11EB-4EACAE67BCAD}"/>
                </a:ext>
              </a:extLst>
            </p:cNvPr>
            <p:cNvSpPr/>
            <p:nvPr/>
          </p:nvSpPr>
          <p:spPr>
            <a:xfrm>
              <a:off x="5869686" y="1606549"/>
              <a:ext cx="90805" cy="231140"/>
            </a:xfrm>
            <a:custGeom>
              <a:avLst/>
              <a:gdLst/>
              <a:ahLst/>
              <a:cxnLst/>
              <a:rect l="l" t="t" r="r" b="b"/>
              <a:pathLst>
                <a:path w="90804" h="231139">
                  <a:moveTo>
                    <a:pt x="90678" y="0"/>
                  </a:moveTo>
                  <a:lnTo>
                    <a:pt x="0" y="0"/>
                  </a:lnTo>
                  <a:lnTo>
                    <a:pt x="0" y="13970"/>
                  </a:lnTo>
                  <a:lnTo>
                    <a:pt x="0" y="29210"/>
                  </a:lnTo>
                  <a:lnTo>
                    <a:pt x="0" y="140970"/>
                  </a:lnTo>
                  <a:lnTo>
                    <a:pt x="0" y="201930"/>
                  </a:lnTo>
                  <a:lnTo>
                    <a:pt x="0" y="217170"/>
                  </a:lnTo>
                  <a:lnTo>
                    <a:pt x="0" y="231140"/>
                  </a:lnTo>
                  <a:lnTo>
                    <a:pt x="90678" y="231140"/>
                  </a:lnTo>
                  <a:lnTo>
                    <a:pt x="90678" y="201930"/>
                  </a:lnTo>
                  <a:lnTo>
                    <a:pt x="90678" y="29210"/>
                  </a:lnTo>
                  <a:lnTo>
                    <a:pt x="90678" y="0"/>
                  </a:lnTo>
                  <a:close/>
                </a:path>
              </a:pathLst>
            </a:custGeom>
            <a:solidFill>
              <a:srgbClr val="E7E6E6"/>
            </a:solidFill>
          </p:spPr>
          <p:txBody>
            <a:bodyPr wrap="square" lIns="0" tIns="0" rIns="0" bIns="0" rtlCol="0"/>
            <a:lstStyle/>
            <a:p>
              <a:endParaRPr/>
            </a:p>
          </p:txBody>
        </p:sp>
        <p:sp>
          <p:nvSpPr>
            <p:cNvPr id="26" name="object 23">
              <a:extLst>
                <a:ext uri="{FF2B5EF4-FFF2-40B4-BE49-F238E27FC236}">
                  <a16:creationId xmlns:a16="http://schemas.microsoft.com/office/drawing/2014/main" id="{1D103E0E-BE00-E7E9-8335-396A61E9A719}"/>
                </a:ext>
              </a:extLst>
            </p:cNvPr>
            <p:cNvSpPr/>
            <p:nvPr/>
          </p:nvSpPr>
          <p:spPr>
            <a:xfrm>
              <a:off x="4955286" y="1544574"/>
              <a:ext cx="914400" cy="203200"/>
            </a:xfrm>
            <a:custGeom>
              <a:avLst/>
              <a:gdLst/>
              <a:ahLst/>
              <a:cxnLst/>
              <a:rect l="l" t="t" r="r" b="b"/>
              <a:pathLst>
                <a:path w="914400" h="203200">
                  <a:moveTo>
                    <a:pt x="0" y="202691"/>
                  </a:moveTo>
                  <a:lnTo>
                    <a:pt x="914400" y="202691"/>
                  </a:lnTo>
                  <a:lnTo>
                    <a:pt x="914400" y="0"/>
                  </a:lnTo>
                  <a:lnTo>
                    <a:pt x="0" y="0"/>
                  </a:lnTo>
                  <a:lnTo>
                    <a:pt x="0" y="202691"/>
                  </a:lnTo>
                  <a:close/>
                </a:path>
              </a:pathLst>
            </a:custGeom>
            <a:ln w="28956">
              <a:solidFill>
                <a:srgbClr val="000000"/>
              </a:solidFill>
            </a:ln>
          </p:spPr>
          <p:txBody>
            <a:bodyPr wrap="square" lIns="0" tIns="0" rIns="0" bIns="0" rtlCol="0"/>
            <a:lstStyle/>
            <a:p>
              <a:endParaRPr/>
            </a:p>
          </p:txBody>
        </p:sp>
        <p:sp>
          <p:nvSpPr>
            <p:cNvPr id="27" name="object 24">
              <a:extLst>
                <a:ext uri="{FF2B5EF4-FFF2-40B4-BE49-F238E27FC236}">
                  <a16:creationId xmlns:a16="http://schemas.microsoft.com/office/drawing/2014/main" id="{E18A9BFC-0684-8E39-17CB-7B3067937161}"/>
                </a:ext>
              </a:extLst>
            </p:cNvPr>
            <p:cNvSpPr/>
            <p:nvPr/>
          </p:nvSpPr>
          <p:spPr>
            <a:xfrm>
              <a:off x="5869686" y="1808479"/>
              <a:ext cx="90805" cy="232410"/>
            </a:xfrm>
            <a:custGeom>
              <a:avLst/>
              <a:gdLst/>
              <a:ahLst/>
              <a:cxnLst/>
              <a:rect l="l" t="t" r="r" b="b"/>
              <a:pathLst>
                <a:path w="90804" h="232410">
                  <a:moveTo>
                    <a:pt x="90678" y="0"/>
                  </a:moveTo>
                  <a:lnTo>
                    <a:pt x="0" y="0"/>
                  </a:lnTo>
                  <a:lnTo>
                    <a:pt x="0" y="15240"/>
                  </a:lnTo>
                  <a:lnTo>
                    <a:pt x="0" y="29210"/>
                  </a:lnTo>
                  <a:lnTo>
                    <a:pt x="0" y="140970"/>
                  </a:lnTo>
                  <a:lnTo>
                    <a:pt x="0" y="203200"/>
                  </a:lnTo>
                  <a:lnTo>
                    <a:pt x="0" y="217170"/>
                  </a:lnTo>
                  <a:lnTo>
                    <a:pt x="0" y="232410"/>
                  </a:lnTo>
                  <a:lnTo>
                    <a:pt x="90678" y="232410"/>
                  </a:lnTo>
                  <a:lnTo>
                    <a:pt x="90678" y="203200"/>
                  </a:lnTo>
                  <a:lnTo>
                    <a:pt x="90678" y="29210"/>
                  </a:lnTo>
                  <a:lnTo>
                    <a:pt x="90678" y="0"/>
                  </a:lnTo>
                  <a:close/>
                </a:path>
              </a:pathLst>
            </a:custGeom>
            <a:solidFill>
              <a:srgbClr val="E7E6E6"/>
            </a:solidFill>
          </p:spPr>
          <p:txBody>
            <a:bodyPr wrap="square" lIns="0" tIns="0" rIns="0" bIns="0" rtlCol="0"/>
            <a:lstStyle/>
            <a:p>
              <a:endParaRPr/>
            </a:p>
          </p:txBody>
        </p:sp>
        <p:sp>
          <p:nvSpPr>
            <p:cNvPr id="28" name="object 25">
              <a:extLst>
                <a:ext uri="{FF2B5EF4-FFF2-40B4-BE49-F238E27FC236}">
                  <a16:creationId xmlns:a16="http://schemas.microsoft.com/office/drawing/2014/main" id="{B0A1F033-8307-7AF5-310F-0153D2A61EB7}"/>
                </a:ext>
              </a:extLst>
            </p:cNvPr>
            <p:cNvSpPr/>
            <p:nvPr/>
          </p:nvSpPr>
          <p:spPr>
            <a:xfrm>
              <a:off x="4955286" y="1747266"/>
              <a:ext cx="914400" cy="203200"/>
            </a:xfrm>
            <a:custGeom>
              <a:avLst/>
              <a:gdLst/>
              <a:ahLst/>
              <a:cxnLst/>
              <a:rect l="l" t="t" r="r" b="b"/>
              <a:pathLst>
                <a:path w="914400" h="203200">
                  <a:moveTo>
                    <a:pt x="914400" y="0"/>
                  </a:moveTo>
                  <a:lnTo>
                    <a:pt x="0" y="0"/>
                  </a:lnTo>
                  <a:lnTo>
                    <a:pt x="0" y="202691"/>
                  </a:lnTo>
                  <a:lnTo>
                    <a:pt x="914400" y="202691"/>
                  </a:lnTo>
                  <a:lnTo>
                    <a:pt x="914400" y="0"/>
                  </a:lnTo>
                  <a:close/>
                </a:path>
              </a:pathLst>
            </a:custGeom>
            <a:solidFill>
              <a:srgbClr val="FFFFFF"/>
            </a:solidFill>
          </p:spPr>
          <p:txBody>
            <a:bodyPr wrap="square" lIns="0" tIns="0" rIns="0" bIns="0" rtlCol="0"/>
            <a:lstStyle/>
            <a:p>
              <a:endParaRPr/>
            </a:p>
          </p:txBody>
        </p:sp>
        <p:sp>
          <p:nvSpPr>
            <p:cNvPr id="29" name="object 26">
              <a:extLst>
                <a:ext uri="{FF2B5EF4-FFF2-40B4-BE49-F238E27FC236}">
                  <a16:creationId xmlns:a16="http://schemas.microsoft.com/office/drawing/2014/main" id="{6AC1B75E-53FE-8C2B-E2ED-06EE96E1112F}"/>
                </a:ext>
              </a:extLst>
            </p:cNvPr>
            <p:cNvSpPr/>
            <p:nvPr/>
          </p:nvSpPr>
          <p:spPr>
            <a:xfrm>
              <a:off x="4955286" y="1747266"/>
              <a:ext cx="914400" cy="203200"/>
            </a:xfrm>
            <a:custGeom>
              <a:avLst/>
              <a:gdLst/>
              <a:ahLst/>
              <a:cxnLst/>
              <a:rect l="l" t="t" r="r" b="b"/>
              <a:pathLst>
                <a:path w="914400" h="203200">
                  <a:moveTo>
                    <a:pt x="0" y="202691"/>
                  </a:moveTo>
                  <a:lnTo>
                    <a:pt x="914400" y="202691"/>
                  </a:lnTo>
                  <a:lnTo>
                    <a:pt x="914400" y="0"/>
                  </a:lnTo>
                  <a:lnTo>
                    <a:pt x="0" y="0"/>
                  </a:lnTo>
                  <a:lnTo>
                    <a:pt x="0" y="202691"/>
                  </a:lnTo>
                  <a:close/>
                </a:path>
              </a:pathLst>
            </a:custGeom>
            <a:ln w="28956">
              <a:solidFill>
                <a:srgbClr val="000000"/>
              </a:solidFill>
            </a:ln>
          </p:spPr>
          <p:txBody>
            <a:bodyPr wrap="square" lIns="0" tIns="0" rIns="0" bIns="0" rtlCol="0"/>
            <a:lstStyle/>
            <a:p>
              <a:endParaRPr/>
            </a:p>
          </p:txBody>
        </p:sp>
        <p:sp>
          <p:nvSpPr>
            <p:cNvPr id="30" name="object 27">
              <a:extLst>
                <a:ext uri="{FF2B5EF4-FFF2-40B4-BE49-F238E27FC236}">
                  <a16:creationId xmlns:a16="http://schemas.microsoft.com/office/drawing/2014/main" id="{FF111652-0614-8FD2-9549-695ADB5F2E91}"/>
                </a:ext>
              </a:extLst>
            </p:cNvPr>
            <p:cNvSpPr/>
            <p:nvPr/>
          </p:nvSpPr>
          <p:spPr>
            <a:xfrm>
              <a:off x="5869686" y="2011679"/>
              <a:ext cx="90805" cy="233679"/>
            </a:xfrm>
            <a:custGeom>
              <a:avLst/>
              <a:gdLst/>
              <a:ahLst/>
              <a:cxnLst/>
              <a:rect l="l" t="t" r="r" b="b"/>
              <a:pathLst>
                <a:path w="90804" h="233680">
                  <a:moveTo>
                    <a:pt x="90678" y="0"/>
                  </a:moveTo>
                  <a:lnTo>
                    <a:pt x="0" y="0"/>
                  </a:lnTo>
                  <a:lnTo>
                    <a:pt x="0" y="13970"/>
                  </a:lnTo>
                  <a:lnTo>
                    <a:pt x="0" y="29210"/>
                  </a:lnTo>
                  <a:lnTo>
                    <a:pt x="0" y="142240"/>
                  </a:lnTo>
                  <a:lnTo>
                    <a:pt x="0" y="204470"/>
                  </a:lnTo>
                  <a:lnTo>
                    <a:pt x="0" y="218440"/>
                  </a:lnTo>
                  <a:lnTo>
                    <a:pt x="0" y="233680"/>
                  </a:lnTo>
                  <a:lnTo>
                    <a:pt x="90678" y="233680"/>
                  </a:lnTo>
                  <a:lnTo>
                    <a:pt x="90678" y="204470"/>
                  </a:lnTo>
                  <a:lnTo>
                    <a:pt x="90678" y="29210"/>
                  </a:lnTo>
                  <a:lnTo>
                    <a:pt x="90678" y="0"/>
                  </a:lnTo>
                  <a:close/>
                </a:path>
              </a:pathLst>
            </a:custGeom>
            <a:solidFill>
              <a:srgbClr val="E7E6E6"/>
            </a:solidFill>
          </p:spPr>
          <p:txBody>
            <a:bodyPr wrap="square" lIns="0" tIns="0" rIns="0" bIns="0" rtlCol="0"/>
            <a:lstStyle/>
            <a:p>
              <a:endParaRPr/>
            </a:p>
          </p:txBody>
        </p:sp>
        <p:sp>
          <p:nvSpPr>
            <p:cNvPr id="31" name="object 28">
              <a:extLst>
                <a:ext uri="{FF2B5EF4-FFF2-40B4-BE49-F238E27FC236}">
                  <a16:creationId xmlns:a16="http://schemas.microsoft.com/office/drawing/2014/main" id="{C81A3264-2FAE-E87F-36EB-0557FC5928C2}"/>
                </a:ext>
              </a:extLst>
            </p:cNvPr>
            <p:cNvSpPr/>
            <p:nvPr/>
          </p:nvSpPr>
          <p:spPr>
            <a:xfrm>
              <a:off x="4955286" y="1949958"/>
              <a:ext cx="914400" cy="204470"/>
            </a:xfrm>
            <a:custGeom>
              <a:avLst/>
              <a:gdLst/>
              <a:ahLst/>
              <a:cxnLst/>
              <a:rect l="l" t="t" r="r" b="b"/>
              <a:pathLst>
                <a:path w="914400" h="204469">
                  <a:moveTo>
                    <a:pt x="914400" y="0"/>
                  </a:moveTo>
                  <a:lnTo>
                    <a:pt x="0" y="0"/>
                  </a:lnTo>
                  <a:lnTo>
                    <a:pt x="0" y="204215"/>
                  </a:lnTo>
                  <a:lnTo>
                    <a:pt x="914400" y="204215"/>
                  </a:lnTo>
                  <a:lnTo>
                    <a:pt x="914400" y="0"/>
                  </a:lnTo>
                  <a:close/>
                </a:path>
              </a:pathLst>
            </a:custGeom>
            <a:solidFill>
              <a:srgbClr val="FFFFFF"/>
            </a:solidFill>
          </p:spPr>
          <p:txBody>
            <a:bodyPr wrap="square" lIns="0" tIns="0" rIns="0" bIns="0" rtlCol="0"/>
            <a:lstStyle/>
            <a:p>
              <a:endParaRPr/>
            </a:p>
          </p:txBody>
        </p:sp>
        <p:sp>
          <p:nvSpPr>
            <p:cNvPr id="32" name="object 29">
              <a:extLst>
                <a:ext uri="{FF2B5EF4-FFF2-40B4-BE49-F238E27FC236}">
                  <a16:creationId xmlns:a16="http://schemas.microsoft.com/office/drawing/2014/main" id="{0A6C4A5C-98DA-772A-21B1-2AEA1F5C046A}"/>
                </a:ext>
              </a:extLst>
            </p:cNvPr>
            <p:cNvSpPr/>
            <p:nvPr/>
          </p:nvSpPr>
          <p:spPr>
            <a:xfrm>
              <a:off x="4955286" y="1949958"/>
              <a:ext cx="914400" cy="204470"/>
            </a:xfrm>
            <a:custGeom>
              <a:avLst/>
              <a:gdLst/>
              <a:ahLst/>
              <a:cxnLst/>
              <a:rect l="l" t="t" r="r" b="b"/>
              <a:pathLst>
                <a:path w="914400" h="204469">
                  <a:moveTo>
                    <a:pt x="0" y="204215"/>
                  </a:moveTo>
                  <a:lnTo>
                    <a:pt x="914400" y="204215"/>
                  </a:lnTo>
                  <a:lnTo>
                    <a:pt x="914400" y="0"/>
                  </a:lnTo>
                  <a:lnTo>
                    <a:pt x="0" y="0"/>
                  </a:lnTo>
                  <a:lnTo>
                    <a:pt x="0" y="204215"/>
                  </a:lnTo>
                  <a:close/>
                </a:path>
              </a:pathLst>
            </a:custGeom>
            <a:ln w="28956">
              <a:solidFill>
                <a:srgbClr val="000000"/>
              </a:solidFill>
            </a:ln>
          </p:spPr>
          <p:txBody>
            <a:bodyPr wrap="square" lIns="0" tIns="0" rIns="0" bIns="0" rtlCol="0"/>
            <a:lstStyle/>
            <a:p>
              <a:endParaRPr/>
            </a:p>
          </p:txBody>
        </p:sp>
        <p:sp>
          <p:nvSpPr>
            <p:cNvPr id="33" name="object 30">
              <a:extLst>
                <a:ext uri="{FF2B5EF4-FFF2-40B4-BE49-F238E27FC236}">
                  <a16:creationId xmlns:a16="http://schemas.microsoft.com/office/drawing/2014/main" id="{17DD8751-A9FC-33A0-B4D8-F3E4D13B8A89}"/>
                </a:ext>
              </a:extLst>
            </p:cNvPr>
            <p:cNvSpPr/>
            <p:nvPr/>
          </p:nvSpPr>
          <p:spPr>
            <a:xfrm>
              <a:off x="5869686" y="2216149"/>
              <a:ext cx="90805" cy="231140"/>
            </a:xfrm>
            <a:custGeom>
              <a:avLst/>
              <a:gdLst/>
              <a:ahLst/>
              <a:cxnLst/>
              <a:rect l="l" t="t" r="r" b="b"/>
              <a:pathLst>
                <a:path w="90804" h="231139">
                  <a:moveTo>
                    <a:pt x="90678" y="0"/>
                  </a:moveTo>
                  <a:lnTo>
                    <a:pt x="0" y="0"/>
                  </a:lnTo>
                  <a:lnTo>
                    <a:pt x="0" y="13970"/>
                  </a:lnTo>
                  <a:lnTo>
                    <a:pt x="0" y="29210"/>
                  </a:lnTo>
                  <a:lnTo>
                    <a:pt x="0" y="140970"/>
                  </a:lnTo>
                  <a:lnTo>
                    <a:pt x="0" y="201930"/>
                  </a:lnTo>
                  <a:lnTo>
                    <a:pt x="0" y="217170"/>
                  </a:lnTo>
                  <a:lnTo>
                    <a:pt x="0" y="231140"/>
                  </a:lnTo>
                  <a:lnTo>
                    <a:pt x="90678" y="231140"/>
                  </a:lnTo>
                  <a:lnTo>
                    <a:pt x="90678" y="201930"/>
                  </a:lnTo>
                  <a:lnTo>
                    <a:pt x="90678" y="29210"/>
                  </a:lnTo>
                  <a:lnTo>
                    <a:pt x="90678" y="0"/>
                  </a:lnTo>
                  <a:close/>
                </a:path>
              </a:pathLst>
            </a:custGeom>
            <a:solidFill>
              <a:srgbClr val="E7E6E6"/>
            </a:solidFill>
          </p:spPr>
          <p:txBody>
            <a:bodyPr wrap="square" lIns="0" tIns="0" rIns="0" bIns="0" rtlCol="0"/>
            <a:lstStyle/>
            <a:p>
              <a:endParaRPr/>
            </a:p>
          </p:txBody>
        </p:sp>
        <p:sp>
          <p:nvSpPr>
            <p:cNvPr id="34" name="object 31">
              <a:extLst>
                <a:ext uri="{FF2B5EF4-FFF2-40B4-BE49-F238E27FC236}">
                  <a16:creationId xmlns:a16="http://schemas.microsoft.com/office/drawing/2014/main" id="{6F307328-9DE0-64F7-FAF5-81D1A091EC01}"/>
                </a:ext>
              </a:extLst>
            </p:cNvPr>
            <p:cNvSpPr/>
            <p:nvPr/>
          </p:nvSpPr>
          <p:spPr>
            <a:xfrm>
              <a:off x="4955286" y="2154174"/>
              <a:ext cx="914400" cy="203200"/>
            </a:xfrm>
            <a:custGeom>
              <a:avLst/>
              <a:gdLst/>
              <a:ahLst/>
              <a:cxnLst/>
              <a:rect l="l" t="t" r="r" b="b"/>
              <a:pathLst>
                <a:path w="914400" h="203200">
                  <a:moveTo>
                    <a:pt x="914400" y="0"/>
                  </a:moveTo>
                  <a:lnTo>
                    <a:pt x="0" y="0"/>
                  </a:lnTo>
                  <a:lnTo>
                    <a:pt x="0" y="202691"/>
                  </a:lnTo>
                  <a:lnTo>
                    <a:pt x="914400" y="202691"/>
                  </a:lnTo>
                  <a:lnTo>
                    <a:pt x="914400" y="0"/>
                  </a:lnTo>
                  <a:close/>
                </a:path>
              </a:pathLst>
            </a:custGeom>
            <a:solidFill>
              <a:srgbClr val="FFFFFF"/>
            </a:solidFill>
          </p:spPr>
          <p:txBody>
            <a:bodyPr wrap="square" lIns="0" tIns="0" rIns="0" bIns="0" rtlCol="0"/>
            <a:lstStyle/>
            <a:p>
              <a:endParaRPr/>
            </a:p>
          </p:txBody>
        </p:sp>
        <p:sp>
          <p:nvSpPr>
            <p:cNvPr id="35" name="object 32">
              <a:extLst>
                <a:ext uri="{FF2B5EF4-FFF2-40B4-BE49-F238E27FC236}">
                  <a16:creationId xmlns:a16="http://schemas.microsoft.com/office/drawing/2014/main" id="{C06C48D0-316F-2BF9-5006-52F9B91F55DC}"/>
                </a:ext>
              </a:extLst>
            </p:cNvPr>
            <p:cNvSpPr/>
            <p:nvPr/>
          </p:nvSpPr>
          <p:spPr>
            <a:xfrm>
              <a:off x="4955286" y="2154174"/>
              <a:ext cx="914400" cy="203200"/>
            </a:xfrm>
            <a:custGeom>
              <a:avLst/>
              <a:gdLst/>
              <a:ahLst/>
              <a:cxnLst/>
              <a:rect l="l" t="t" r="r" b="b"/>
              <a:pathLst>
                <a:path w="914400" h="203200">
                  <a:moveTo>
                    <a:pt x="0" y="202691"/>
                  </a:moveTo>
                  <a:lnTo>
                    <a:pt x="914400" y="202691"/>
                  </a:lnTo>
                  <a:lnTo>
                    <a:pt x="914400" y="0"/>
                  </a:lnTo>
                  <a:lnTo>
                    <a:pt x="0" y="0"/>
                  </a:lnTo>
                  <a:lnTo>
                    <a:pt x="0" y="202691"/>
                  </a:lnTo>
                  <a:close/>
                </a:path>
              </a:pathLst>
            </a:custGeom>
            <a:ln w="28956">
              <a:solidFill>
                <a:srgbClr val="000000"/>
              </a:solidFill>
            </a:ln>
          </p:spPr>
          <p:txBody>
            <a:bodyPr wrap="square" lIns="0" tIns="0" rIns="0" bIns="0" rtlCol="0"/>
            <a:lstStyle/>
            <a:p>
              <a:endParaRPr/>
            </a:p>
          </p:txBody>
        </p:sp>
        <p:sp>
          <p:nvSpPr>
            <p:cNvPr id="36" name="object 33">
              <a:extLst>
                <a:ext uri="{FF2B5EF4-FFF2-40B4-BE49-F238E27FC236}">
                  <a16:creationId xmlns:a16="http://schemas.microsoft.com/office/drawing/2014/main" id="{E9EF2E7C-3A04-15EE-4F08-7449344A82A7}"/>
                </a:ext>
              </a:extLst>
            </p:cNvPr>
            <p:cNvSpPr/>
            <p:nvPr/>
          </p:nvSpPr>
          <p:spPr>
            <a:xfrm>
              <a:off x="5869686" y="2418079"/>
              <a:ext cx="90805" cy="232410"/>
            </a:xfrm>
            <a:custGeom>
              <a:avLst/>
              <a:gdLst/>
              <a:ahLst/>
              <a:cxnLst/>
              <a:rect l="l" t="t" r="r" b="b"/>
              <a:pathLst>
                <a:path w="90804" h="232410">
                  <a:moveTo>
                    <a:pt x="90678" y="0"/>
                  </a:moveTo>
                  <a:lnTo>
                    <a:pt x="0" y="0"/>
                  </a:lnTo>
                  <a:lnTo>
                    <a:pt x="0" y="15240"/>
                  </a:lnTo>
                  <a:lnTo>
                    <a:pt x="0" y="29210"/>
                  </a:lnTo>
                  <a:lnTo>
                    <a:pt x="0" y="140970"/>
                  </a:lnTo>
                  <a:lnTo>
                    <a:pt x="0" y="203200"/>
                  </a:lnTo>
                  <a:lnTo>
                    <a:pt x="0" y="217170"/>
                  </a:lnTo>
                  <a:lnTo>
                    <a:pt x="0" y="232410"/>
                  </a:lnTo>
                  <a:lnTo>
                    <a:pt x="90678" y="232410"/>
                  </a:lnTo>
                  <a:lnTo>
                    <a:pt x="90678" y="203200"/>
                  </a:lnTo>
                  <a:lnTo>
                    <a:pt x="90678" y="29210"/>
                  </a:lnTo>
                  <a:lnTo>
                    <a:pt x="90678" y="0"/>
                  </a:lnTo>
                  <a:close/>
                </a:path>
              </a:pathLst>
            </a:custGeom>
            <a:solidFill>
              <a:srgbClr val="E7E6E6"/>
            </a:solidFill>
          </p:spPr>
          <p:txBody>
            <a:bodyPr wrap="square" lIns="0" tIns="0" rIns="0" bIns="0" rtlCol="0"/>
            <a:lstStyle/>
            <a:p>
              <a:endParaRPr/>
            </a:p>
          </p:txBody>
        </p:sp>
        <p:sp>
          <p:nvSpPr>
            <p:cNvPr id="37" name="object 34">
              <a:extLst>
                <a:ext uri="{FF2B5EF4-FFF2-40B4-BE49-F238E27FC236}">
                  <a16:creationId xmlns:a16="http://schemas.microsoft.com/office/drawing/2014/main" id="{BC7AC1A2-03CE-8BD2-5C37-986236A40150}"/>
                </a:ext>
              </a:extLst>
            </p:cNvPr>
            <p:cNvSpPr/>
            <p:nvPr/>
          </p:nvSpPr>
          <p:spPr>
            <a:xfrm>
              <a:off x="4955286" y="2356866"/>
              <a:ext cx="914400" cy="203200"/>
            </a:xfrm>
            <a:custGeom>
              <a:avLst/>
              <a:gdLst/>
              <a:ahLst/>
              <a:cxnLst/>
              <a:rect l="l" t="t" r="r" b="b"/>
              <a:pathLst>
                <a:path w="914400" h="203200">
                  <a:moveTo>
                    <a:pt x="914400" y="0"/>
                  </a:moveTo>
                  <a:lnTo>
                    <a:pt x="0" y="0"/>
                  </a:lnTo>
                  <a:lnTo>
                    <a:pt x="0" y="202691"/>
                  </a:lnTo>
                  <a:lnTo>
                    <a:pt x="914400" y="202691"/>
                  </a:lnTo>
                  <a:lnTo>
                    <a:pt x="914400" y="0"/>
                  </a:lnTo>
                  <a:close/>
                </a:path>
              </a:pathLst>
            </a:custGeom>
            <a:solidFill>
              <a:srgbClr val="FFFFFF"/>
            </a:solidFill>
          </p:spPr>
          <p:txBody>
            <a:bodyPr wrap="square" lIns="0" tIns="0" rIns="0" bIns="0" rtlCol="0"/>
            <a:lstStyle/>
            <a:p>
              <a:endParaRPr/>
            </a:p>
          </p:txBody>
        </p:sp>
        <p:sp>
          <p:nvSpPr>
            <p:cNvPr id="38" name="object 35">
              <a:extLst>
                <a:ext uri="{FF2B5EF4-FFF2-40B4-BE49-F238E27FC236}">
                  <a16:creationId xmlns:a16="http://schemas.microsoft.com/office/drawing/2014/main" id="{BD9F1AF8-4A33-17EC-88D5-767C078977A5}"/>
                </a:ext>
              </a:extLst>
            </p:cNvPr>
            <p:cNvSpPr/>
            <p:nvPr/>
          </p:nvSpPr>
          <p:spPr>
            <a:xfrm>
              <a:off x="4955286" y="2356866"/>
              <a:ext cx="914400" cy="203200"/>
            </a:xfrm>
            <a:custGeom>
              <a:avLst/>
              <a:gdLst/>
              <a:ahLst/>
              <a:cxnLst/>
              <a:rect l="l" t="t" r="r" b="b"/>
              <a:pathLst>
                <a:path w="914400" h="203200">
                  <a:moveTo>
                    <a:pt x="0" y="202691"/>
                  </a:moveTo>
                  <a:lnTo>
                    <a:pt x="914400" y="202691"/>
                  </a:lnTo>
                  <a:lnTo>
                    <a:pt x="914400" y="0"/>
                  </a:lnTo>
                  <a:lnTo>
                    <a:pt x="0" y="0"/>
                  </a:lnTo>
                  <a:lnTo>
                    <a:pt x="0" y="202691"/>
                  </a:lnTo>
                  <a:close/>
                </a:path>
              </a:pathLst>
            </a:custGeom>
            <a:ln w="28956">
              <a:solidFill>
                <a:srgbClr val="000000"/>
              </a:solidFill>
            </a:ln>
          </p:spPr>
          <p:txBody>
            <a:bodyPr wrap="square" lIns="0" tIns="0" rIns="0" bIns="0" rtlCol="0"/>
            <a:lstStyle/>
            <a:p>
              <a:endParaRPr/>
            </a:p>
          </p:txBody>
        </p:sp>
        <p:sp>
          <p:nvSpPr>
            <p:cNvPr id="39" name="object 36">
              <a:extLst>
                <a:ext uri="{FF2B5EF4-FFF2-40B4-BE49-F238E27FC236}">
                  <a16:creationId xmlns:a16="http://schemas.microsoft.com/office/drawing/2014/main" id="{82D75665-FBE8-3A6E-1C49-47237BB3814C}"/>
                </a:ext>
              </a:extLst>
            </p:cNvPr>
            <p:cNvSpPr/>
            <p:nvPr/>
          </p:nvSpPr>
          <p:spPr>
            <a:xfrm>
              <a:off x="5017008" y="2621279"/>
              <a:ext cx="943610" cy="233679"/>
            </a:xfrm>
            <a:custGeom>
              <a:avLst/>
              <a:gdLst/>
              <a:ahLst/>
              <a:cxnLst/>
              <a:rect l="l" t="t" r="r" b="b"/>
              <a:pathLst>
                <a:path w="943610" h="233680">
                  <a:moveTo>
                    <a:pt x="943356" y="0"/>
                  </a:moveTo>
                  <a:lnTo>
                    <a:pt x="852678" y="0"/>
                  </a:lnTo>
                  <a:lnTo>
                    <a:pt x="852678" y="13970"/>
                  </a:lnTo>
                  <a:lnTo>
                    <a:pt x="852678" y="29210"/>
                  </a:lnTo>
                  <a:lnTo>
                    <a:pt x="852678" y="142240"/>
                  </a:lnTo>
                  <a:lnTo>
                    <a:pt x="28956" y="142240"/>
                  </a:lnTo>
                  <a:lnTo>
                    <a:pt x="14478" y="142240"/>
                  </a:lnTo>
                  <a:lnTo>
                    <a:pt x="0" y="142240"/>
                  </a:lnTo>
                  <a:lnTo>
                    <a:pt x="0" y="204470"/>
                  </a:lnTo>
                  <a:lnTo>
                    <a:pt x="0" y="233680"/>
                  </a:lnTo>
                  <a:lnTo>
                    <a:pt x="943356" y="233680"/>
                  </a:lnTo>
                  <a:lnTo>
                    <a:pt x="943356" y="204470"/>
                  </a:lnTo>
                  <a:lnTo>
                    <a:pt x="943356" y="29210"/>
                  </a:lnTo>
                  <a:lnTo>
                    <a:pt x="943356" y="0"/>
                  </a:lnTo>
                  <a:close/>
                </a:path>
              </a:pathLst>
            </a:custGeom>
            <a:solidFill>
              <a:srgbClr val="E7E6E6"/>
            </a:solidFill>
          </p:spPr>
          <p:txBody>
            <a:bodyPr wrap="square" lIns="0" tIns="0" rIns="0" bIns="0" rtlCol="0"/>
            <a:lstStyle/>
            <a:p>
              <a:endParaRPr/>
            </a:p>
          </p:txBody>
        </p:sp>
        <p:sp>
          <p:nvSpPr>
            <p:cNvPr id="40" name="object 37">
              <a:extLst>
                <a:ext uri="{FF2B5EF4-FFF2-40B4-BE49-F238E27FC236}">
                  <a16:creationId xmlns:a16="http://schemas.microsoft.com/office/drawing/2014/main" id="{C3B9FC3D-DA10-647B-185C-78E37D10C3FF}"/>
                </a:ext>
              </a:extLst>
            </p:cNvPr>
            <p:cNvSpPr/>
            <p:nvPr/>
          </p:nvSpPr>
          <p:spPr>
            <a:xfrm>
              <a:off x="4955286" y="2559558"/>
              <a:ext cx="914400" cy="204470"/>
            </a:xfrm>
            <a:custGeom>
              <a:avLst/>
              <a:gdLst/>
              <a:ahLst/>
              <a:cxnLst/>
              <a:rect l="l" t="t" r="r" b="b"/>
              <a:pathLst>
                <a:path w="914400" h="204469">
                  <a:moveTo>
                    <a:pt x="914400" y="0"/>
                  </a:moveTo>
                  <a:lnTo>
                    <a:pt x="0" y="0"/>
                  </a:lnTo>
                  <a:lnTo>
                    <a:pt x="0" y="204215"/>
                  </a:lnTo>
                  <a:lnTo>
                    <a:pt x="914400" y="204215"/>
                  </a:lnTo>
                  <a:lnTo>
                    <a:pt x="914400" y="0"/>
                  </a:lnTo>
                  <a:close/>
                </a:path>
              </a:pathLst>
            </a:custGeom>
            <a:solidFill>
              <a:srgbClr val="FFFFFF"/>
            </a:solidFill>
          </p:spPr>
          <p:txBody>
            <a:bodyPr wrap="square" lIns="0" tIns="0" rIns="0" bIns="0" rtlCol="0"/>
            <a:lstStyle/>
            <a:p>
              <a:endParaRPr/>
            </a:p>
          </p:txBody>
        </p:sp>
        <p:sp>
          <p:nvSpPr>
            <p:cNvPr id="41" name="object 38">
              <a:extLst>
                <a:ext uri="{FF2B5EF4-FFF2-40B4-BE49-F238E27FC236}">
                  <a16:creationId xmlns:a16="http://schemas.microsoft.com/office/drawing/2014/main" id="{E7AFB83A-45A2-1DB2-5194-BF06BA0BB19E}"/>
                </a:ext>
              </a:extLst>
            </p:cNvPr>
            <p:cNvSpPr/>
            <p:nvPr/>
          </p:nvSpPr>
          <p:spPr>
            <a:xfrm>
              <a:off x="4955286" y="2559558"/>
              <a:ext cx="914400" cy="204470"/>
            </a:xfrm>
            <a:custGeom>
              <a:avLst/>
              <a:gdLst/>
              <a:ahLst/>
              <a:cxnLst/>
              <a:rect l="l" t="t" r="r" b="b"/>
              <a:pathLst>
                <a:path w="914400" h="204469">
                  <a:moveTo>
                    <a:pt x="0" y="204215"/>
                  </a:moveTo>
                  <a:lnTo>
                    <a:pt x="914400" y="204215"/>
                  </a:lnTo>
                  <a:lnTo>
                    <a:pt x="914400" y="0"/>
                  </a:lnTo>
                  <a:lnTo>
                    <a:pt x="0" y="0"/>
                  </a:lnTo>
                  <a:lnTo>
                    <a:pt x="0" y="204215"/>
                  </a:lnTo>
                  <a:close/>
                </a:path>
              </a:pathLst>
            </a:custGeom>
            <a:ln w="28956">
              <a:solidFill>
                <a:srgbClr val="000000"/>
              </a:solidFill>
            </a:ln>
          </p:spPr>
          <p:txBody>
            <a:bodyPr wrap="square" lIns="0" tIns="0" rIns="0" bIns="0" rtlCol="0"/>
            <a:lstStyle/>
            <a:p>
              <a:endParaRPr/>
            </a:p>
          </p:txBody>
        </p:sp>
        <p:sp>
          <p:nvSpPr>
            <p:cNvPr id="42" name="object 39">
              <a:extLst>
                <a:ext uri="{FF2B5EF4-FFF2-40B4-BE49-F238E27FC236}">
                  <a16:creationId xmlns:a16="http://schemas.microsoft.com/office/drawing/2014/main" id="{31D54066-4884-55A0-7891-E9471BC83694}"/>
                </a:ext>
              </a:extLst>
            </p:cNvPr>
            <p:cNvSpPr/>
            <p:nvPr/>
          </p:nvSpPr>
          <p:spPr>
            <a:xfrm>
              <a:off x="5502402" y="4273549"/>
              <a:ext cx="90805" cy="231140"/>
            </a:xfrm>
            <a:custGeom>
              <a:avLst/>
              <a:gdLst/>
              <a:ahLst/>
              <a:cxnLst/>
              <a:rect l="l" t="t" r="r" b="b"/>
              <a:pathLst>
                <a:path w="90804" h="231139">
                  <a:moveTo>
                    <a:pt x="90678" y="0"/>
                  </a:moveTo>
                  <a:lnTo>
                    <a:pt x="0" y="0"/>
                  </a:lnTo>
                  <a:lnTo>
                    <a:pt x="0" y="13970"/>
                  </a:lnTo>
                  <a:lnTo>
                    <a:pt x="0" y="29210"/>
                  </a:lnTo>
                  <a:lnTo>
                    <a:pt x="0" y="140970"/>
                  </a:lnTo>
                  <a:lnTo>
                    <a:pt x="0" y="201930"/>
                  </a:lnTo>
                  <a:lnTo>
                    <a:pt x="0" y="217170"/>
                  </a:lnTo>
                  <a:lnTo>
                    <a:pt x="0" y="231140"/>
                  </a:lnTo>
                  <a:lnTo>
                    <a:pt x="90678" y="231140"/>
                  </a:lnTo>
                  <a:lnTo>
                    <a:pt x="90678" y="201930"/>
                  </a:lnTo>
                  <a:lnTo>
                    <a:pt x="90678" y="29210"/>
                  </a:lnTo>
                  <a:lnTo>
                    <a:pt x="90678" y="0"/>
                  </a:lnTo>
                  <a:close/>
                </a:path>
              </a:pathLst>
            </a:custGeom>
            <a:solidFill>
              <a:srgbClr val="E7E6E6"/>
            </a:solidFill>
          </p:spPr>
          <p:txBody>
            <a:bodyPr wrap="square" lIns="0" tIns="0" rIns="0" bIns="0" rtlCol="0"/>
            <a:lstStyle/>
            <a:p>
              <a:endParaRPr/>
            </a:p>
          </p:txBody>
        </p:sp>
        <p:sp>
          <p:nvSpPr>
            <p:cNvPr id="43" name="object 40">
              <a:extLst>
                <a:ext uri="{FF2B5EF4-FFF2-40B4-BE49-F238E27FC236}">
                  <a16:creationId xmlns:a16="http://schemas.microsoft.com/office/drawing/2014/main" id="{DF1858FE-2C5C-1B54-5FD6-32916B933685}"/>
                </a:ext>
              </a:extLst>
            </p:cNvPr>
            <p:cNvSpPr/>
            <p:nvPr/>
          </p:nvSpPr>
          <p:spPr>
            <a:xfrm>
              <a:off x="3292602" y="4211573"/>
              <a:ext cx="2209800" cy="203200"/>
            </a:xfrm>
            <a:custGeom>
              <a:avLst/>
              <a:gdLst/>
              <a:ahLst/>
              <a:cxnLst/>
              <a:rect l="l" t="t" r="r" b="b"/>
              <a:pathLst>
                <a:path w="2209800" h="203200">
                  <a:moveTo>
                    <a:pt x="2209800" y="0"/>
                  </a:moveTo>
                  <a:lnTo>
                    <a:pt x="0" y="0"/>
                  </a:lnTo>
                  <a:lnTo>
                    <a:pt x="0" y="202692"/>
                  </a:lnTo>
                  <a:lnTo>
                    <a:pt x="2209800" y="202692"/>
                  </a:lnTo>
                  <a:lnTo>
                    <a:pt x="2209800" y="0"/>
                  </a:lnTo>
                  <a:close/>
                </a:path>
              </a:pathLst>
            </a:custGeom>
            <a:solidFill>
              <a:srgbClr val="4471C4"/>
            </a:solidFill>
          </p:spPr>
          <p:txBody>
            <a:bodyPr wrap="square" lIns="0" tIns="0" rIns="0" bIns="0" rtlCol="0"/>
            <a:lstStyle/>
            <a:p>
              <a:endParaRPr/>
            </a:p>
          </p:txBody>
        </p:sp>
        <p:sp>
          <p:nvSpPr>
            <p:cNvPr id="44" name="object 41">
              <a:extLst>
                <a:ext uri="{FF2B5EF4-FFF2-40B4-BE49-F238E27FC236}">
                  <a16:creationId xmlns:a16="http://schemas.microsoft.com/office/drawing/2014/main" id="{EA960D55-CAE3-2966-6571-F2404505A8FB}"/>
                </a:ext>
              </a:extLst>
            </p:cNvPr>
            <p:cNvSpPr/>
            <p:nvPr/>
          </p:nvSpPr>
          <p:spPr>
            <a:xfrm>
              <a:off x="3292602" y="4211573"/>
              <a:ext cx="2209800" cy="203200"/>
            </a:xfrm>
            <a:custGeom>
              <a:avLst/>
              <a:gdLst/>
              <a:ahLst/>
              <a:cxnLst/>
              <a:rect l="l" t="t" r="r" b="b"/>
              <a:pathLst>
                <a:path w="2209800" h="203200">
                  <a:moveTo>
                    <a:pt x="0" y="202692"/>
                  </a:moveTo>
                  <a:lnTo>
                    <a:pt x="2209800" y="202692"/>
                  </a:lnTo>
                  <a:lnTo>
                    <a:pt x="2209800" y="0"/>
                  </a:lnTo>
                  <a:lnTo>
                    <a:pt x="0" y="0"/>
                  </a:lnTo>
                  <a:lnTo>
                    <a:pt x="0" y="202692"/>
                  </a:lnTo>
                  <a:close/>
                </a:path>
              </a:pathLst>
            </a:custGeom>
            <a:ln w="28956">
              <a:solidFill>
                <a:srgbClr val="000000"/>
              </a:solidFill>
            </a:ln>
          </p:spPr>
          <p:txBody>
            <a:bodyPr wrap="square" lIns="0" tIns="0" rIns="0" bIns="0" rtlCol="0"/>
            <a:lstStyle/>
            <a:p>
              <a:endParaRPr/>
            </a:p>
          </p:txBody>
        </p:sp>
        <p:sp>
          <p:nvSpPr>
            <p:cNvPr id="45" name="object 42">
              <a:extLst>
                <a:ext uri="{FF2B5EF4-FFF2-40B4-BE49-F238E27FC236}">
                  <a16:creationId xmlns:a16="http://schemas.microsoft.com/office/drawing/2014/main" id="{74875631-C402-9897-5E43-EF4C01E18729}"/>
                </a:ext>
              </a:extLst>
            </p:cNvPr>
            <p:cNvSpPr/>
            <p:nvPr/>
          </p:nvSpPr>
          <p:spPr>
            <a:xfrm>
              <a:off x="5502402" y="4475479"/>
              <a:ext cx="90805" cy="232410"/>
            </a:xfrm>
            <a:custGeom>
              <a:avLst/>
              <a:gdLst/>
              <a:ahLst/>
              <a:cxnLst/>
              <a:rect l="l" t="t" r="r" b="b"/>
              <a:pathLst>
                <a:path w="90804" h="232410">
                  <a:moveTo>
                    <a:pt x="90678" y="0"/>
                  </a:moveTo>
                  <a:lnTo>
                    <a:pt x="0" y="0"/>
                  </a:lnTo>
                  <a:lnTo>
                    <a:pt x="0" y="15240"/>
                  </a:lnTo>
                  <a:lnTo>
                    <a:pt x="0" y="29210"/>
                  </a:lnTo>
                  <a:lnTo>
                    <a:pt x="0" y="140970"/>
                  </a:lnTo>
                  <a:lnTo>
                    <a:pt x="0" y="203200"/>
                  </a:lnTo>
                  <a:lnTo>
                    <a:pt x="0" y="217170"/>
                  </a:lnTo>
                  <a:lnTo>
                    <a:pt x="0" y="232410"/>
                  </a:lnTo>
                  <a:lnTo>
                    <a:pt x="90678" y="232410"/>
                  </a:lnTo>
                  <a:lnTo>
                    <a:pt x="90678" y="203200"/>
                  </a:lnTo>
                  <a:lnTo>
                    <a:pt x="90678" y="29210"/>
                  </a:lnTo>
                  <a:lnTo>
                    <a:pt x="90678" y="0"/>
                  </a:lnTo>
                  <a:close/>
                </a:path>
              </a:pathLst>
            </a:custGeom>
            <a:solidFill>
              <a:srgbClr val="E7E6E6"/>
            </a:solidFill>
          </p:spPr>
          <p:txBody>
            <a:bodyPr wrap="square" lIns="0" tIns="0" rIns="0" bIns="0" rtlCol="0"/>
            <a:lstStyle/>
            <a:p>
              <a:endParaRPr/>
            </a:p>
          </p:txBody>
        </p:sp>
        <p:sp>
          <p:nvSpPr>
            <p:cNvPr id="46" name="object 43">
              <a:extLst>
                <a:ext uri="{FF2B5EF4-FFF2-40B4-BE49-F238E27FC236}">
                  <a16:creationId xmlns:a16="http://schemas.microsoft.com/office/drawing/2014/main" id="{6488F623-56FA-9959-19EC-B87F640C9E68}"/>
                </a:ext>
              </a:extLst>
            </p:cNvPr>
            <p:cNvSpPr/>
            <p:nvPr/>
          </p:nvSpPr>
          <p:spPr>
            <a:xfrm>
              <a:off x="3292602" y="4414266"/>
              <a:ext cx="2209800" cy="203200"/>
            </a:xfrm>
            <a:custGeom>
              <a:avLst/>
              <a:gdLst/>
              <a:ahLst/>
              <a:cxnLst/>
              <a:rect l="l" t="t" r="r" b="b"/>
              <a:pathLst>
                <a:path w="2209800" h="203200">
                  <a:moveTo>
                    <a:pt x="2209800" y="0"/>
                  </a:moveTo>
                  <a:lnTo>
                    <a:pt x="0" y="0"/>
                  </a:lnTo>
                  <a:lnTo>
                    <a:pt x="0" y="202692"/>
                  </a:lnTo>
                  <a:lnTo>
                    <a:pt x="2209800" y="202692"/>
                  </a:lnTo>
                  <a:lnTo>
                    <a:pt x="2209800" y="0"/>
                  </a:lnTo>
                  <a:close/>
                </a:path>
              </a:pathLst>
            </a:custGeom>
            <a:solidFill>
              <a:srgbClr val="4471C4"/>
            </a:solidFill>
          </p:spPr>
          <p:txBody>
            <a:bodyPr wrap="square" lIns="0" tIns="0" rIns="0" bIns="0" rtlCol="0"/>
            <a:lstStyle/>
            <a:p>
              <a:endParaRPr/>
            </a:p>
          </p:txBody>
        </p:sp>
        <p:sp>
          <p:nvSpPr>
            <p:cNvPr id="47" name="object 44">
              <a:extLst>
                <a:ext uri="{FF2B5EF4-FFF2-40B4-BE49-F238E27FC236}">
                  <a16:creationId xmlns:a16="http://schemas.microsoft.com/office/drawing/2014/main" id="{62AF3578-CF42-8FA5-3ADC-76C3D11F9ECE}"/>
                </a:ext>
              </a:extLst>
            </p:cNvPr>
            <p:cNvSpPr/>
            <p:nvPr/>
          </p:nvSpPr>
          <p:spPr>
            <a:xfrm>
              <a:off x="3292602" y="4414266"/>
              <a:ext cx="2209800" cy="203200"/>
            </a:xfrm>
            <a:custGeom>
              <a:avLst/>
              <a:gdLst/>
              <a:ahLst/>
              <a:cxnLst/>
              <a:rect l="l" t="t" r="r" b="b"/>
              <a:pathLst>
                <a:path w="2209800" h="203200">
                  <a:moveTo>
                    <a:pt x="0" y="202692"/>
                  </a:moveTo>
                  <a:lnTo>
                    <a:pt x="2209800" y="202692"/>
                  </a:lnTo>
                  <a:lnTo>
                    <a:pt x="2209800" y="0"/>
                  </a:lnTo>
                  <a:lnTo>
                    <a:pt x="0" y="0"/>
                  </a:lnTo>
                  <a:lnTo>
                    <a:pt x="0" y="202692"/>
                  </a:lnTo>
                  <a:close/>
                </a:path>
              </a:pathLst>
            </a:custGeom>
            <a:ln w="28956">
              <a:solidFill>
                <a:srgbClr val="000000"/>
              </a:solidFill>
            </a:ln>
          </p:spPr>
          <p:txBody>
            <a:bodyPr wrap="square" lIns="0" tIns="0" rIns="0" bIns="0" rtlCol="0"/>
            <a:lstStyle/>
            <a:p>
              <a:endParaRPr/>
            </a:p>
          </p:txBody>
        </p:sp>
        <p:sp>
          <p:nvSpPr>
            <p:cNvPr id="48" name="object 45">
              <a:extLst>
                <a:ext uri="{FF2B5EF4-FFF2-40B4-BE49-F238E27FC236}">
                  <a16:creationId xmlns:a16="http://schemas.microsoft.com/office/drawing/2014/main" id="{27639D88-C8A2-21B2-A81A-33AE2CF6FE4A}"/>
                </a:ext>
              </a:extLst>
            </p:cNvPr>
            <p:cNvSpPr/>
            <p:nvPr/>
          </p:nvSpPr>
          <p:spPr>
            <a:xfrm>
              <a:off x="3354324" y="4678679"/>
              <a:ext cx="2239010" cy="233679"/>
            </a:xfrm>
            <a:custGeom>
              <a:avLst/>
              <a:gdLst/>
              <a:ahLst/>
              <a:cxnLst/>
              <a:rect l="l" t="t" r="r" b="b"/>
              <a:pathLst>
                <a:path w="2239010" h="233679">
                  <a:moveTo>
                    <a:pt x="2238756" y="0"/>
                  </a:moveTo>
                  <a:lnTo>
                    <a:pt x="2148078" y="0"/>
                  </a:lnTo>
                  <a:lnTo>
                    <a:pt x="2148078" y="13970"/>
                  </a:lnTo>
                  <a:lnTo>
                    <a:pt x="2148078" y="29210"/>
                  </a:lnTo>
                  <a:lnTo>
                    <a:pt x="2148078" y="142240"/>
                  </a:lnTo>
                  <a:lnTo>
                    <a:pt x="28956" y="142240"/>
                  </a:lnTo>
                  <a:lnTo>
                    <a:pt x="14478" y="142240"/>
                  </a:lnTo>
                  <a:lnTo>
                    <a:pt x="0" y="142240"/>
                  </a:lnTo>
                  <a:lnTo>
                    <a:pt x="0" y="204470"/>
                  </a:lnTo>
                  <a:lnTo>
                    <a:pt x="0" y="233680"/>
                  </a:lnTo>
                  <a:lnTo>
                    <a:pt x="2238756" y="233680"/>
                  </a:lnTo>
                  <a:lnTo>
                    <a:pt x="2238756" y="204470"/>
                  </a:lnTo>
                  <a:lnTo>
                    <a:pt x="2238756" y="29210"/>
                  </a:lnTo>
                  <a:lnTo>
                    <a:pt x="2238756" y="0"/>
                  </a:lnTo>
                  <a:close/>
                </a:path>
              </a:pathLst>
            </a:custGeom>
            <a:solidFill>
              <a:srgbClr val="E7E6E6"/>
            </a:solidFill>
          </p:spPr>
          <p:txBody>
            <a:bodyPr wrap="square" lIns="0" tIns="0" rIns="0" bIns="0" rtlCol="0"/>
            <a:lstStyle/>
            <a:p>
              <a:endParaRPr/>
            </a:p>
          </p:txBody>
        </p:sp>
        <p:sp>
          <p:nvSpPr>
            <p:cNvPr id="49" name="object 46">
              <a:extLst>
                <a:ext uri="{FF2B5EF4-FFF2-40B4-BE49-F238E27FC236}">
                  <a16:creationId xmlns:a16="http://schemas.microsoft.com/office/drawing/2014/main" id="{B08AA181-6B55-04D9-EEC8-4A36C3ED2477}"/>
                </a:ext>
              </a:extLst>
            </p:cNvPr>
            <p:cNvSpPr/>
            <p:nvPr/>
          </p:nvSpPr>
          <p:spPr>
            <a:xfrm>
              <a:off x="3292602" y="4616958"/>
              <a:ext cx="2209800" cy="204470"/>
            </a:xfrm>
            <a:custGeom>
              <a:avLst/>
              <a:gdLst/>
              <a:ahLst/>
              <a:cxnLst/>
              <a:rect l="l" t="t" r="r" b="b"/>
              <a:pathLst>
                <a:path w="2209800" h="204470">
                  <a:moveTo>
                    <a:pt x="2209800" y="0"/>
                  </a:moveTo>
                  <a:lnTo>
                    <a:pt x="0" y="0"/>
                  </a:lnTo>
                  <a:lnTo>
                    <a:pt x="0" y="204215"/>
                  </a:lnTo>
                  <a:lnTo>
                    <a:pt x="2209800" y="204215"/>
                  </a:lnTo>
                  <a:lnTo>
                    <a:pt x="2209800" y="0"/>
                  </a:lnTo>
                  <a:close/>
                </a:path>
              </a:pathLst>
            </a:custGeom>
            <a:solidFill>
              <a:srgbClr val="4471C4"/>
            </a:solidFill>
          </p:spPr>
          <p:txBody>
            <a:bodyPr wrap="square" lIns="0" tIns="0" rIns="0" bIns="0" rtlCol="0"/>
            <a:lstStyle/>
            <a:p>
              <a:endParaRPr/>
            </a:p>
          </p:txBody>
        </p:sp>
        <p:sp>
          <p:nvSpPr>
            <p:cNvPr id="50" name="object 47">
              <a:extLst>
                <a:ext uri="{FF2B5EF4-FFF2-40B4-BE49-F238E27FC236}">
                  <a16:creationId xmlns:a16="http://schemas.microsoft.com/office/drawing/2014/main" id="{F6A0C7F3-E464-7A1C-1B76-44F4EB3BCB88}"/>
                </a:ext>
              </a:extLst>
            </p:cNvPr>
            <p:cNvSpPr/>
            <p:nvPr/>
          </p:nvSpPr>
          <p:spPr>
            <a:xfrm>
              <a:off x="3292602" y="4211573"/>
              <a:ext cx="2209800" cy="609600"/>
            </a:xfrm>
            <a:custGeom>
              <a:avLst/>
              <a:gdLst/>
              <a:ahLst/>
              <a:cxnLst/>
              <a:rect l="l" t="t" r="r" b="b"/>
              <a:pathLst>
                <a:path w="2209800" h="609600">
                  <a:moveTo>
                    <a:pt x="0" y="609600"/>
                  </a:moveTo>
                  <a:lnTo>
                    <a:pt x="2209800" y="609600"/>
                  </a:lnTo>
                  <a:lnTo>
                    <a:pt x="2209800" y="405384"/>
                  </a:lnTo>
                  <a:lnTo>
                    <a:pt x="0" y="405384"/>
                  </a:lnTo>
                  <a:lnTo>
                    <a:pt x="0" y="609600"/>
                  </a:lnTo>
                  <a:close/>
                </a:path>
                <a:path w="2209800" h="609600">
                  <a:moveTo>
                    <a:pt x="304800" y="609600"/>
                  </a:moveTo>
                  <a:lnTo>
                    <a:pt x="1066800" y="609600"/>
                  </a:lnTo>
                  <a:lnTo>
                    <a:pt x="1066800" y="0"/>
                  </a:lnTo>
                  <a:lnTo>
                    <a:pt x="304800" y="0"/>
                  </a:lnTo>
                  <a:lnTo>
                    <a:pt x="304800" y="609600"/>
                  </a:lnTo>
                  <a:close/>
                </a:path>
              </a:pathLst>
            </a:custGeom>
            <a:ln w="28956">
              <a:solidFill>
                <a:srgbClr val="000000"/>
              </a:solidFill>
            </a:ln>
          </p:spPr>
          <p:txBody>
            <a:bodyPr wrap="square" lIns="0" tIns="0" rIns="0" bIns="0" rtlCol="0"/>
            <a:lstStyle/>
            <a:p>
              <a:endParaRPr/>
            </a:p>
          </p:txBody>
        </p:sp>
        <p:sp>
          <p:nvSpPr>
            <p:cNvPr id="51" name="object 48">
              <a:extLst>
                <a:ext uri="{FF2B5EF4-FFF2-40B4-BE49-F238E27FC236}">
                  <a16:creationId xmlns:a16="http://schemas.microsoft.com/office/drawing/2014/main" id="{B2E7A9D5-BAA0-0FB9-10D2-4BD8A6F7DA20}"/>
                </a:ext>
              </a:extLst>
            </p:cNvPr>
            <p:cNvSpPr/>
            <p:nvPr/>
          </p:nvSpPr>
          <p:spPr>
            <a:xfrm>
              <a:off x="3925824" y="5416550"/>
              <a:ext cx="1096010" cy="334010"/>
            </a:xfrm>
            <a:custGeom>
              <a:avLst/>
              <a:gdLst/>
              <a:ahLst/>
              <a:cxnLst/>
              <a:rect l="l" t="t" r="r" b="b"/>
              <a:pathLst>
                <a:path w="1096010" h="334010">
                  <a:moveTo>
                    <a:pt x="1095756" y="0"/>
                  </a:moveTo>
                  <a:lnTo>
                    <a:pt x="1005078" y="0"/>
                  </a:lnTo>
                  <a:lnTo>
                    <a:pt x="1005078" y="13970"/>
                  </a:lnTo>
                  <a:lnTo>
                    <a:pt x="1005078" y="29210"/>
                  </a:lnTo>
                  <a:lnTo>
                    <a:pt x="1005078" y="139585"/>
                  </a:lnTo>
                  <a:lnTo>
                    <a:pt x="1005078" y="179895"/>
                  </a:lnTo>
                  <a:lnTo>
                    <a:pt x="1005078" y="216890"/>
                  </a:lnTo>
                  <a:lnTo>
                    <a:pt x="1005078" y="242570"/>
                  </a:lnTo>
                  <a:lnTo>
                    <a:pt x="28956" y="242570"/>
                  </a:lnTo>
                  <a:lnTo>
                    <a:pt x="14478" y="242570"/>
                  </a:lnTo>
                  <a:lnTo>
                    <a:pt x="0" y="242570"/>
                  </a:lnTo>
                  <a:lnTo>
                    <a:pt x="0" y="304800"/>
                  </a:lnTo>
                  <a:lnTo>
                    <a:pt x="0" y="334010"/>
                  </a:lnTo>
                  <a:lnTo>
                    <a:pt x="1095756" y="334010"/>
                  </a:lnTo>
                  <a:lnTo>
                    <a:pt x="1095756" y="304800"/>
                  </a:lnTo>
                  <a:lnTo>
                    <a:pt x="1095756" y="29210"/>
                  </a:lnTo>
                  <a:lnTo>
                    <a:pt x="1095756" y="0"/>
                  </a:lnTo>
                  <a:close/>
                </a:path>
              </a:pathLst>
            </a:custGeom>
            <a:solidFill>
              <a:srgbClr val="E7E6E6"/>
            </a:solidFill>
          </p:spPr>
          <p:txBody>
            <a:bodyPr wrap="square" lIns="0" tIns="0" rIns="0" bIns="0" rtlCol="0"/>
            <a:lstStyle/>
            <a:p>
              <a:endParaRPr/>
            </a:p>
          </p:txBody>
        </p:sp>
        <p:sp>
          <p:nvSpPr>
            <p:cNvPr id="52" name="object 49">
              <a:extLst>
                <a:ext uri="{FF2B5EF4-FFF2-40B4-BE49-F238E27FC236}">
                  <a16:creationId xmlns:a16="http://schemas.microsoft.com/office/drawing/2014/main" id="{5A8DCD65-A5E1-8B43-555E-EF9C329DCCB5}"/>
                </a:ext>
              </a:extLst>
            </p:cNvPr>
            <p:cNvSpPr/>
            <p:nvPr/>
          </p:nvSpPr>
          <p:spPr>
            <a:xfrm>
              <a:off x="3864102" y="5354573"/>
              <a:ext cx="1066800" cy="304800"/>
            </a:xfrm>
            <a:custGeom>
              <a:avLst/>
              <a:gdLst/>
              <a:ahLst/>
              <a:cxnLst/>
              <a:rect l="l" t="t" r="r" b="b"/>
              <a:pathLst>
                <a:path w="1066800" h="304800">
                  <a:moveTo>
                    <a:pt x="1066800" y="0"/>
                  </a:moveTo>
                  <a:lnTo>
                    <a:pt x="0" y="0"/>
                  </a:lnTo>
                  <a:lnTo>
                    <a:pt x="0" y="304800"/>
                  </a:lnTo>
                  <a:lnTo>
                    <a:pt x="1066800" y="304800"/>
                  </a:lnTo>
                  <a:lnTo>
                    <a:pt x="1066800" y="0"/>
                  </a:lnTo>
                  <a:close/>
                </a:path>
              </a:pathLst>
            </a:custGeom>
            <a:solidFill>
              <a:srgbClr val="4471C4"/>
            </a:solidFill>
          </p:spPr>
          <p:txBody>
            <a:bodyPr wrap="square" lIns="0" tIns="0" rIns="0" bIns="0" rtlCol="0"/>
            <a:lstStyle/>
            <a:p>
              <a:endParaRPr/>
            </a:p>
          </p:txBody>
        </p:sp>
        <p:sp>
          <p:nvSpPr>
            <p:cNvPr id="53" name="object 50">
              <a:extLst>
                <a:ext uri="{FF2B5EF4-FFF2-40B4-BE49-F238E27FC236}">
                  <a16:creationId xmlns:a16="http://schemas.microsoft.com/office/drawing/2014/main" id="{7B51ED5A-7277-5028-FCA7-10514FB8EB71}"/>
                </a:ext>
              </a:extLst>
            </p:cNvPr>
            <p:cNvSpPr/>
            <p:nvPr/>
          </p:nvSpPr>
          <p:spPr>
            <a:xfrm>
              <a:off x="3864102" y="5354573"/>
              <a:ext cx="1066800" cy="304800"/>
            </a:xfrm>
            <a:custGeom>
              <a:avLst/>
              <a:gdLst/>
              <a:ahLst/>
              <a:cxnLst/>
              <a:rect l="l" t="t" r="r" b="b"/>
              <a:pathLst>
                <a:path w="1066800" h="304800">
                  <a:moveTo>
                    <a:pt x="0" y="304800"/>
                  </a:moveTo>
                  <a:lnTo>
                    <a:pt x="1066800" y="304800"/>
                  </a:lnTo>
                  <a:lnTo>
                    <a:pt x="1066800" y="0"/>
                  </a:lnTo>
                  <a:lnTo>
                    <a:pt x="0" y="0"/>
                  </a:lnTo>
                  <a:lnTo>
                    <a:pt x="0" y="304800"/>
                  </a:lnTo>
                  <a:close/>
                </a:path>
              </a:pathLst>
            </a:custGeom>
            <a:ln w="28956">
              <a:solidFill>
                <a:srgbClr val="000000"/>
              </a:solidFill>
            </a:ln>
          </p:spPr>
          <p:txBody>
            <a:bodyPr wrap="square" lIns="0" tIns="0" rIns="0" bIns="0" rtlCol="0"/>
            <a:lstStyle/>
            <a:p>
              <a:endParaRPr/>
            </a:p>
          </p:txBody>
        </p:sp>
        <p:sp>
          <p:nvSpPr>
            <p:cNvPr id="54" name="object 51">
              <a:extLst>
                <a:ext uri="{FF2B5EF4-FFF2-40B4-BE49-F238E27FC236}">
                  <a16:creationId xmlns:a16="http://schemas.microsoft.com/office/drawing/2014/main" id="{918343D3-C444-4C1D-656D-AF62819FD36C}"/>
                </a:ext>
              </a:extLst>
            </p:cNvPr>
            <p:cNvSpPr/>
            <p:nvPr/>
          </p:nvSpPr>
          <p:spPr>
            <a:xfrm>
              <a:off x="8993886" y="1835149"/>
              <a:ext cx="90805" cy="231140"/>
            </a:xfrm>
            <a:custGeom>
              <a:avLst/>
              <a:gdLst/>
              <a:ahLst/>
              <a:cxnLst/>
              <a:rect l="l" t="t" r="r" b="b"/>
              <a:pathLst>
                <a:path w="90804" h="231139">
                  <a:moveTo>
                    <a:pt x="90678" y="0"/>
                  </a:moveTo>
                  <a:lnTo>
                    <a:pt x="0" y="0"/>
                  </a:lnTo>
                  <a:lnTo>
                    <a:pt x="0" y="13970"/>
                  </a:lnTo>
                  <a:lnTo>
                    <a:pt x="0" y="29210"/>
                  </a:lnTo>
                  <a:lnTo>
                    <a:pt x="0" y="140970"/>
                  </a:lnTo>
                  <a:lnTo>
                    <a:pt x="0" y="201930"/>
                  </a:lnTo>
                  <a:lnTo>
                    <a:pt x="0" y="217170"/>
                  </a:lnTo>
                  <a:lnTo>
                    <a:pt x="0" y="231140"/>
                  </a:lnTo>
                  <a:lnTo>
                    <a:pt x="90678" y="231140"/>
                  </a:lnTo>
                  <a:lnTo>
                    <a:pt x="90678" y="201930"/>
                  </a:lnTo>
                  <a:lnTo>
                    <a:pt x="90678" y="29210"/>
                  </a:lnTo>
                  <a:lnTo>
                    <a:pt x="90678" y="0"/>
                  </a:lnTo>
                  <a:close/>
                </a:path>
              </a:pathLst>
            </a:custGeom>
            <a:solidFill>
              <a:srgbClr val="E7E6E6"/>
            </a:solidFill>
          </p:spPr>
          <p:txBody>
            <a:bodyPr wrap="square" lIns="0" tIns="0" rIns="0" bIns="0" rtlCol="0"/>
            <a:lstStyle/>
            <a:p>
              <a:endParaRPr/>
            </a:p>
          </p:txBody>
        </p:sp>
        <p:sp>
          <p:nvSpPr>
            <p:cNvPr id="55" name="object 52">
              <a:extLst>
                <a:ext uri="{FF2B5EF4-FFF2-40B4-BE49-F238E27FC236}">
                  <a16:creationId xmlns:a16="http://schemas.microsoft.com/office/drawing/2014/main" id="{1AE3C882-9C3B-2091-CED7-43D0CA23299C}"/>
                </a:ext>
              </a:extLst>
            </p:cNvPr>
            <p:cNvSpPr/>
            <p:nvPr/>
          </p:nvSpPr>
          <p:spPr>
            <a:xfrm>
              <a:off x="6784086" y="1773174"/>
              <a:ext cx="2209800" cy="203200"/>
            </a:xfrm>
            <a:custGeom>
              <a:avLst/>
              <a:gdLst/>
              <a:ahLst/>
              <a:cxnLst/>
              <a:rect l="l" t="t" r="r" b="b"/>
              <a:pathLst>
                <a:path w="2209800" h="203200">
                  <a:moveTo>
                    <a:pt x="0" y="202691"/>
                  </a:moveTo>
                  <a:lnTo>
                    <a:pt x="2209800" y="202691"/>
                  </a:lnTo>
                  <a:lnTo>
                    <a:pt x="2209800" y="0"/>
                  </a:lnTo>
                  <a:lnTo>
                    <a:pt x="0" y="0"/>
                  </a:lnTo>
                  <a:lnTo>
                    <a:pt x="0" y="202691"/>
                  </a:lnTo>
                  <a:close/>
                </a:path>
              </a:pathLst>
            </a:custGeom>
            <a:ln w="28955">
              <a:solidFill>
                <a:srgbClr val="000000"/>
              </a:solidFill>
            </a:ln>
          </p:spPr>
          <p:txBody>
            <a:bodyPr wrap="square" lIns="0" tIns="0" rIns="0" bIns="0" rtlCol="0"/>
            <a:lstStyle/>
            <a:p>
              <a:endParaRPr/>
            </a:p>
          </p:txBody>
        </p:sp>
        <p:sp>
          <p:nvSpPr>
            <p:cNvPr id="56" name="object 53">
              <a:extLst>
                <a:ext uri="{FF2B5EF4-FFF2-40B4-BE49-F238E27FC236}">
                  <a16:creationId xmlns:a16="http://schemas.microsoft.com/office/drawing/2014/main" id="{4FF7A18C-485C-61D4-2092-A9B51E53F90E}"/>
                </a:ext>
              </a:extLst>
            </p:cNvPr>
            <p:cNvSpPr/>
            <p:nvPr/>
          </p:nvSpPr>
          <p:spPr>
            <a:xfrm>
              <a:off x="8993886" y="2037079"/>
              <a:ext cx="90805" cy="232410"/>
            </a:xfrm>
            <a:custGeom>
              <a:avLst/>
              <a:gdLst/>
              <a:ahLst/>
              <a:cxnLst/>
              <a:rect l="l" t="t" r="r" b="b"/>
              <a:pathLst>
                <a:path w="90804" h="232410">
                  <a:moveTo>
                    <a:pt x="90678" y="0"/>
                  </a:moveTo>
                  <a:lnTo>
                    <a:pt x="0" y="0"/>
                  </a:lnTo>
                  <a:lnTo>
                    <a:pt x="0" y="15240"/>
                  </a:lnTo>
                  <a:lnTo>
                    <a:pt x="0" y="29210"/>
                  </a:lnTo>
                  <a:lnTo>
                    <a:pt x="0" y="140970"/>
                  </a:lnTo>
                  <a:lnTo>
                    <a:pt x="0" y="203200"/>
                  </a:lnTo>
                  <a:lnTo>
                    <a:pt x="0" y="217170"/>
                  </a:lnTo>
                  <a:lnTo>
                    <a:pt x="0" y="232410"/>
                  </a:lnTo>
                  <a:lnTo>
                    <a:pt x="90678" y="232410"/>
                  </a:lnTo>
                  <a:lnTo>
                    <a:pt x="90678" y="203200"/>
                  </a:lnTo>
                  <a:lnTo>
                    <a:pt x="90678" y="29210"/>
                  </a:lnTo>
                  <a:lnTo>
                    <a:pt x="90678" y="0"/>
                  </a:lnTo>
                  <a:close/>
                </a:path>
              </a:pathLst>
            </a:custGeom>
            <a:solidFill>
              <a:srgbClr val="E7E6E6"/>
            </a:solidFill>
          </p:spPr>
          <p:txBody>
            <a:bodyPr wrap="square" lIns="0" tIns="0" rIns="0" bIns="0" rtlCol="0"/>
            <a:lstStyle/>
            <a:p>
              <a:endParaRPr/>
            </a:p>
          </p:txBody>
        </p:sp>
        <p:sp>
          <p:nvSpPr>
            <p:cNvPr id="57" name="object 54">
              <a:extLst>
                <a:ext uri="{FF2B5EF4-FFF2-40B4-BE49-F238E27FC236}">
                  <a16:creationId xmlns:a16="http://schemas.microsoft.com/office/drawing/2014/main" id="{BD7D2CB9-856C-7A7E-41BE-1F24BB38BC05}"/>
                </a:ext>
              </a:extLst>
            </p:cNvPr>
            <p:cNvSpPr/>
            <p:nvPr/>
          </p:nvSpPr>
          <p:spPr>
            <a:xfrm>
              <a:off x="6784086" y="1975866"/>
              <a:ext cx="2209800" cy="203200"/>
            </a:xfrm>
            <a:custGeom>
              <a:avLst/>
              <a:gdLst/>
              <a:ahLst/>
              <a:cxnLst/>
              <a:rect l="l" t="t" r="r" b="b"/>
              <a:pathLst>
                <a:path w="2209800" h="203200">
                  <a:moveTo>
                    <a:pt x="2209800" y="0"/>
                  </a:moveTo>
                  <a:lnTo>
                    <a:pt x="0" y="0"/>
                  </a:lnTo>
                  <a:lnTo>
                    <a:pt x="0" y="202691"/>
                  </a:lnTo>
                  <a:lnTo>
                    <a:pt x="2209800" y="202691"/>
                  </a:lnTo>
                  <a:lnTo>
                    <a:pt x="2209800" y="0"/>
                  </a:lnTo>
                  <a:close/>
                </a:path>
              </a:pathLst>
            </a:custGeom>
            <a:solidFill>
              <a:srgbClr val="FFFFFF"/>
            </a:solidFill>
          </p:spPr>
          <p:txBody>
            <a:bodyPr wrap="square" lIns="0" tIns="0" rIns="0" bIns="0" rtlCol="0"/>
            <a:lstStyle/>
            <a:p>
              <a:endParaRPr/>
            </a:p>
          </p:txBody>
        </p:sp>
        <p:sp>
          <p:nvSpPr>
            <p:cNvPr id="58" name="object 55">
              <a:extLst>
                <a:ext uri="{FF2B5EF4-FFF2-40B4-BE49-F238E27FC236}">
                  <a16:creationId xmlns:a16="http://schemas.microsoft.com/office/drawing/2014/main" id="{0B720BA7-579C-B1CC-6394-BA4DA98F50A8}"/>
                </a:ext>
              </a:extLst>
            </p:cNvPr>
            <p:cNvSpPr/>
            <p:nvPr/>
          </p:nvSpPr>
          <p:spPr>
            <a:xfrm>
              <a:off x="6784086" y="1975866"/>
              <a:ext cx="2209800" cy="203200"/>
            </a:xfrm>
            <a:custGeom>
              <a:avLst/>
              <a:gdLst/>
              <a:ahLst/>
              <a:cxnLst/>
              <a:rect l="l" t="t" r="r" b="b"/>
              <a:pathLst>
                <a:path w="2209800" h="203200">
                  <a:moveTo>
                    <a:pt x="0" y="202691"/>
                  </a:moveTo>
                  <a:lnTo>
                    <a:pt x="2209800" y="202691"/>
                  </a:lnTo>
                  <a:lnTo>
                    <a:pt x="2209800" y="0"/>
                  </a:lnTo>
                  <a:lnTo>
                    <a:pt x="0" y="0"/>
                  </a:lnTo>
                  <a:lnTo>
                    <a:pt x="0" y="202691"/>
                  </a:lnTo>
                  <a:close/>
                </a:path>
              </a:pathLst>
            </a:custGeom>
            <a:ln w="28955">
              <a:solidFill>
                <a:srgbClr val="000000"/>
              </a:solidFill>
            </a:ln>
          </p:spPr>
          <p:txBody>
            <a:bodyPr wrap="square" lIns="0" tIns="0" rIns="0" bIns="0" rtlCol="0"/>
            <a:lstStyle/>
            <a:p>
              <a:endParaRPr/>
            </a:p>
          </p:txBody>
        </p:sp>
        <p:sp>
          <p:nvSpPr>
            <p:cNvPr id="59" name="object 56">
              <a:extLst>
                <a:ext uri="{FF2B5EF4-FFF2-40B4-BE49-F238E27FC236}">
                  <a16:creationId xmlns:a16="http://schemas.microsoft.com/office/drawing/2014/main" id="{DD804E1C-F539-5B60-EE76-CEF8C1F81216}"/>
                </a:ext>
              </a:extLst>
            </p:cNvPr>
            <p:cNvSpPr/>
            <p:nvPr/>
          </p:nvSpPr>
          <p:spPr>
            <a:xfrm>
              <a:off x="8993886" y="2240279"/>
              <a:ext cx="90805" cy="233679"/>
            </a:xfrm>
            <a:custGeom>
              <a:avLst/>
              <a:gdLst/>
              <a:ahLst/>
              <a:cxnLst/>
              <a:rect l="l" t="t" r="r" b="b"/>
              <a:pathLst>
                <a:path w="90804" h="233680">
                  <a:moveTo>
                    <a:pt x="90678" y="0"/>
                  </a:moveTo>
                  <a:lnTo>
                    <a:pt x="0" y="0"/>
                  </a:lnTo>
                  <a:lnTo>
                    <a:pt x="0" y="13970"/>
                  </a:lnTo>
                  <a:lnTo>
                    <a:pt x="0" y="29210"/>
                  </a:lnTo>
                  <a:lnTo>
                    <a:pt x="0" y="142240"/>
                  </a:lnTo>
                  <a:lnTo>
                    <a:pt x="0" y="204470"/>
                  </a:lnTo>
                  <a:lnTo>
                    <a:pt x="0" y="218440"/>
                  </a:lnTo>
                  <a:lnTo>
                    <a:pt x="0" y="233680"/>
                  </a:lnTo>
                  <a:lnTo>
                    <a:pt x="90678" y="233680"/>
                  </a:lnTo>
                  <a:lnTo>
                    <a:pt x="90678" y="204470"/>
                  </a:lnTo>
                  <a:lnTo>
                    <a:pt x="90678" y="29210"/>
                  </a:lnTo>
                  <a:lnTo>
                    <a:pt x="90678" y="0"/>
                  </a:lnTo>
                  <a:close/>
                </a:path>
              </a:pathLst>
            </a:custGeom>
            <a:solidFill>
              <a:srgbClr val="E7E6E6"/>
            </a:solidFill>
          </p:spPr>
          <p:txBody>
            <a:bodyPr wrap="square" lIns="0" tIns="0" rIns="0" bIns="0" rtlCol="0"/>
            <a:lstStyle/>
            <a:p>
              <a:endParaRPr/>
            </a:p>
          </p:txBody>
        </p:sp>
        <p:sp>
          <p:nvSpPr>
            <p:cNvPr id="60" name="object 57">
              <a:extLst>
                <a:ext uri="{FF2B5EF4-FFF2-40B4-BE49-F238E27FC236}">
                  <a16:creationId xmlns:a16="http://schemas.microsoft.com/office/drawing/2014/main" id="{399CB92C-FCFC-DB16-1693-6F80F4FBE96D}"/>
                </a:ext>
              </a:extLst>
            </p:cNvPr>
            <p:cNvSpPr/>
            <p:nvPr/>
          </p:nvSpPr>
          <p:spPr>
            <a:xfrm>
              <a:off x="6784086" y="2178558"/>
              <a:ext cx="2209800" cy="204470"/>
            </a:xfrm>
            <a:custGeom>
              <a:avLst/>
              <a:gdLst/>
              <a:ahLst/>
              <a:cxnLst/>
              <a:rect l="l" t="t" r="r" b="b"/>
              <a:pathLst>
                <a:path w="2209800" h="204469">
                  <a:moveTo>
                    <a:pt x="2209800" y="0"/>
                  </a:moveTo>
                  <a:lnTo>
                    <a:pt x="0" y="0"/>
                  </a:lnTo>
                  <a:lnTo>
                    <a:pt x="0" y="204215"/>
                  </a:lnTo>
                  <a:lnTo>
                    <a:pt x="2209800" y="204215"/>
                  </a:lnTo>
                  <a:lnTo>
                    <a:pt x="2209800" y="0"/>
                  </a:lnTo>
                  <a:close/>
                </a:path>
              </a:pathLst>
            </a:custGeom>
            <a:solidFill>
              <a:srgbClr val="FFFFFF"/>
            </a:solidFill>
          </p:spPr>
          <p:txBody>
            <a:bodyPr wrap="square" lIns="0" tIns="0" rIns="0" bIns="0" rtlCol="0"/>
            <a:lstStyle/>
            <a:p>
              <a:endParaRPr/>
            </a:p>
          </p:txBody>
        </p:sp>
        <p:sp>
          <p:nvSpPr>
            <p:cNvPr id="61" name="object 58">
              <a:extLst>
                <a:ext uri="{FF2B5EF4-FFF2-40B4-BE49-F238E27FC236}">
                  <a16:creationId xmlns:a16="http://schemas.microsoft.com/office/drawing/2014/main" id="{20356641-B98D-BB20-7183-BC803D8E82B5}"/>
                </a:ext>
              </a:extLst>
            </p:cNvPr>
            <p:cNvSpPr/>
            <p:nvPr/>
          </p:nvSpPr>
          <p:spPr>
            <a:xfrm>
              <a:off x="6784086" y="2178558"/>
              <a:ext cx="2209800" cy="204470"/>
            </a:xfrm>
            <a:custGeom>
              <a:avLst/>
              <a:gdLst/>
              <a:ahLst/>
              <a:cxnLst/>
              <a:rect l="l" t="t" r="r" b="b"/>
              <a:pathLst>
                <a:path w="2209800" h="204469">
                  <a:moveTo>
                    <a:pt x="0" y="204215"/>
                  </a:moveTo>
                  <a:lnTo>
                    <a:pt x="2209800" y="204215"/>
                  </a:lnTo>
                  <a:lnTo>
                    <a:pt x="2209800" y="0"/>
                  </a:lnTo>
                  <a:lnTo>
                    <a:pt x="0" y="0"/>
                  </a:lnTo>
                  <a:lnTo>
                    <a:pt x="0" y="204215"/>
                  </a:lnTo>
                  <a:close/>
                </a:path>
              </a:pathLst>
            </a:custGeom>
            <a:ln w="28956">
              <a:solidFill>
                <a:srgbClr val="000000"/>
              </a:solidFill>
            </a:ln>
          </p:spPr>
          <p:txBody>
            <a:bodyPr wrap="square" lIns="0" tIns="0" rIns="0" bIns="0" rtlCol="0"/>
            <a:lstStyle/>
            <a:p>
              <a:endParaRPr/>
            </a:p>
          </p:txBody>
        </p:sp>
        <p:sp>
          <p:nvSpPr>
            <p:cNvPr id="62" name="object 59">
              <a:extLst>
                <a:ext uri="{FF2B5EF4-FFF2-40B4-BE49-F238E27FC236}">
                  <a16:creationId xmlns:a16="http://schemas.microsoft.com/office/drawing/2014/main" id="{EBBAD8A4-C41A-BF5A-C37C-85D4B1DE275E}"/>
                </a:ext>
              </a:extLst>
            </p:cNvPr>
            <p:cNvSpPr/>
            <p:nvPr/>
          </p:nvSpPr>
          <p:spPr>
            <a:xfrm>
              <a:off x="6845808" y="2444749"/>
              <a:ext cx="2239010" cy="231140"/>
            </a:xfrm>
            <a:custGeom>
              <a:avLst/>
              <a:gdLst/>
              <a:ahLst/>
              <a:cxnLst/>
              <a:rect l="l" t="t" r="r" b="b"/>
              <a:pathLst>
                <a:path w="2239009" h="231139">
                  <a:moveTo>
                    <a:pt x="2238756" y="0"/>
                  </a:moveTo>
                  <a:lnTo>
                    <a:pt x="2148078" y="0"/>
                  </a:lnTo>
                  <a:lnTo>
                    <a:pt x="2148078" y="13970"/>
                  </a:lnTo>
                  <a:lnTo>
                    <a:pt x="2148078" y="29210"/>
                  </a:lnTo>
                  <a:lnTo>
                    <a:pt x="2148078" y="140970"/>
                  </a:lnTo>
                  <a:lnTo>
                    <a:pt x="28956" y="140970"/>
                  </a:lnTo>
                  <a:lnTo>
                    <a:pt x="14478" y="140970"/>
                  </a:lnTo>
                  <a:lnTo>
                    <a:pt x="0" y="140970"/>
                  </a:lnTo>
                  <a:lnTo>
                    <a:pt x="0" y="201930"/>
                  </a:lnTo>
                  <a:lnTo>
                    <a:pt x="0" y="231140"/>
                  </a:lnTo>
                  <a:lnTo>
                    <a:pt x="2238756" y="231140"/>
                  </a:lnTo>
                  <a:lnTo>
                    <a:pt x="2238756" y="201930"/>
                  </a:lnTo>
                  <a:lnTo>
                    <a:pt x="2238756" y="29210"/>
                  </a:lnTo>
                  <a:lnTo>
                    <a:pt x="2238756" y="0"/>
                  </a:lnTo>
                  <a:close/>
                </a:path>
              </a:pathLst>
            </a:custGeom>
            <a:solidFill>
              <a:srgbClr val="E7E6E6"/>
            </a:solidFill>
          </p:spPr>
          <p:txBody>
            <a:bodyPr wrap="square" lIns="0" tIns="0" rIns="0" bIns="0" rtlCol="0"/>
            <a:lstStyle/>
            <a:p>
              <a:endParaRPr/>
            </a:p>
          </p:txBody>
        </p:sp>
        <p:sp>
          <p:nvSpPr>
            <p:cNvPr id="63" name="object 60">
              <a:extLst>
                <a:ext uri="{FF2B5EF4-FFF2-40B4-BE49-F238E27FC236}">
                  <a16:creationId xmlns:a16="http://schemas.microsoft.com/office/drawing/2014/main" id="{74B6D784-17D0-87C6-8E25-0F6CE1728A27}"/>
                </a:ext>
              </a:extLst>
            </p:cNvPr>
            <p:cNvSpPr/>
            <p:nvPr/>
          </p:nvSpPr>
          <p:spPr>
            <a:xfrm>
              <a:off x="6784086" y="2382774"/>
              <a:ext cx="2209800" cy="203200"/>
            </a:xfrm>
            <a:custGeom>
              <a:avLst/>
              <a:gdLst/>
              <a:ahLst/>
              <a:cxnLst/>
              <a:rect l="l" t="t" r="r" b="b"/>
              <a:pathLst>
                <a:path w="2209800" h="203200">
                  <a:moveTo>
                    <a:pt x="2209800" y="0"/>
                  </a:moveTo>
                  <a:lnTo>
                    <a:pt x="0" y="0"/>
                  </a:lnTo>
                  <a:lnTo>
                    <a:pt x="0" y="202691"/>
                  </a:lnTo>
                  <a:lnTo>
                    <a:pt x="2209800" y="202691"/>
                  </a:lnTo>
                  <a:lnTo>
                    <a:pt x="2209800" y="0"/>
                  </a:lnTo>
                  <a:close/>
                </a:path>
              </a:pathLst>
            </a:custGeom>
            <a:solidFill>
              <a:srgbClr val="FFFFFF"/>
            </a:solidFill>
          </p:spPr>
          <p:txBody>
            <a:bodyPr wrap="square" lIns="0" tIns="0" rIns="0" bIns="0" rtlCol="0"/>
            <a:lstStyle/>
            <a:p>
              <a:endParaRPr/>
            </a:p>
          </p:txBody>
        </p:sp>
        <p:sp>
          <p:nvSpPr>
            <p:cNvPr id="64" name="object 61">
              <a:extLst>
                <a:ext uri="{FF2B5EF4-FFF2-40B4-BE49-F238E27FC236}">
                  <a16:creationId xmlns:a16="http://schemas.microsoft.com/office/drawing/2014/main" id="{131636F6-3001-1FD3-FDCC-B9659F585645}"/>
                </a:ext>
              </a:extLst>
            </p:cNvPr>
            <p:cNvSpPr/>
            <p:nvPr/>
          </p:nvSpPr>
          <p:spPr>
            <a:xfrm>
              <a:off x="6784086" y="2382774"/>
              <a:ext cx="2209800" cy="203200"/>
            </a:xfrm>
            <a:custGeom>
              <a:avLst/>
              <a:gdLst/>
              <a:ahLst/>
              <a:cxnLst/>
              <a:rect l="l" t="t" r="r" b="b"/>
              <a:pathLst>
                <a:path w="2209800" h="203200">
                  <a:moveTo>
                    <a:pt x="0" y="202691"/>
                  </a:moveTo>
                  <a:lnTo>
                    <a:pt x="2209800" y="202691"/>
                  </a:lnTo>
                  <a:lnTo>
                    <a:pt x="2209800" y="0"/>
                  </a:lnTo>
                  <a:lnTo>
                    <a:pt x="0" y="0"/>
                  </a:lnTo>
                  <a:lnTo>
                    <a:pt x="0" y="202691"/>
                  </a:lnTo>
                  <a:close/>
                </a:path>
              </a:pathLst>
            </a:custGeom>
            <a:ln w="28955">
              <a:solidFill>
                <a:srgbClr val="000000"/>
              </a:solidFill>
            </a:ln>
          </p:spPr>
          <p:txBody>
            <a:bodyPr wrap="square" lIns="0" tIns="0" rIns="0" bIns="0" rtlCol="0"/>
            <a:lstStyle/>
            <a:p>
              <a:endParaRPr/>
            </a:p>
          </p:txBody>
        </p:sp>
        <p:sp>
          <p:nvSpPr>
            <p:cNvPr id="65" name="object 62">
              <a:extLst>
                <a:ext uri="{FF2B5EF4-FFF2-40B4-BE49-F238E27FC236}">
                  <a16:creationId xmlns:a16="http://schemas.microsoft.com/office/drawing/2014/main" id="{83B5DCD3-846C-7C6E-03E6-0E73A20F217E}"/>
                </a:ext>
              </a:extLst>
            </p:cNvPr>
            <p:cNvSpPr/>
            <p:nvPr/>
          </p:nvSpPr>
          <p:spPr>
            <a:xfrm>
              <a:off x="10112502" y="3727449"/>
              <a:ext cx="90805" cy="233679"/>
            </a:xfrm>
            <a:custGeom>
              <a:avLst/>
              <a:gdLst/>
              <a:ahLst/>
              <a:cxnLst/>
              <a:rect l="l" t="t" r="r" b="b"/>
              <a:pathLst>
                <a:path w="90804" h="233679">
                  <a:moveTo>
                    <a:pt x="90678" y="0"/>
                  </a:moveTo>
                  <a:lnTo>
                    <a:pt x="0" y="0"/>
                  </a:lnTo>
                  <a:lnTo>
                    <a:pt x="0" y="15240"/>
                  </a:lnTo>
                  <a:lnTo>
                    <a:pt x="0" y="29210"/>
                  </a:lnTo>
                  <a:lnTo>
                    <a:pt x="0" y="142240"/>
                  </a:lnTo>
                  <a:lnTo>
                    <a:pt x="0" y="204470"/>
                  </a:lnTo>
                  <a:lnTo>
                    <a:pt x="0" y="218440"/>
                  </a:lnTo>
                  <a:lnTo>
                    <a:pt x="0" y="233680"/>
                  </a:lnTo>
                  <a:lnTo>
                    <a:pt x="90678" y="233680"/>
                  </a:lnTo>
                  <a:lnTo>
                    <a:pt x="90678" y="204470"/>
                  </a:lnTo>
                  <a:lnTo>
                    <a:pt x="90678" y="29210"/>
                  </a:lnTo>
                  <a:lnTo>
                    <a:pt x="90678" y="0"/>
                  </a:lnTo>
                  <a:close/>
                </a:path>
              </a:pathLst>
            </a:custGeom>
            <a:solidFill>
              <a:srgbClr val="E7E6E6"/>
            </a:solidFill>
          </p:spPr>
          <p:txBody>
            <a:bodyPr wrap="square" lIns="0" tIns="0" rIns="0" bIns="0" rtlCol="0"/>
            <a:lstStyle/>
            <a:p>
              <a:endParaRPr/>
            </a:p>
          </p:txBody>
        </p:sp>
        <p:sp>
          <p:nvSpPr>
            <p:cNvPr id="66" name="object 63">
              <a:extLst>
                <a:ext uri="{FF2B5EF4-FFF2-40B4-BE49-F238E27FC236}">
                  <a16:creationId xmlns:a16="http://schemas.microsoft.com/office/drawing/2014/main" id="{A217186A-3B3F-EF99-136B-6D3CB2323352}"/>
                </a:ext>
              </a:extLst>
            </p:cNvPr>
            <p:cNvSpPr/>
            <p:nvPr/>
          </p:nvSpPr>
          <p:spPr>
            <a:xfrm>
              <a:off x="9198102" y="3665982"/>
              <a:ext cx="914400" cy="204470"/>
            </a:xfrm>
            <a:custGeom>
              <a:avLst/>
              <a:gdLst/>
              <a:ahLst/>
              <a:cxnLst/>
              <a:rect l="l" t="t" r="r" b="b"/>
              <a:pathLst>
                <a:path w="914400" h="204470">
                  <a:moveTo>
                    <a:pt x="0" y="204215"/>
                  </a:moveTo>
                  <a:lnTo>
                    <a:pt x="914400" y="204215"/>
                  </a:lnTo>
                  <a:lnTo>
                    <a:pt x="914400" y="0"/>
                  </a:lnTo>
                  <a:lnTo>
                    <a:pt x="0" y="0"/>
                  </a:lnTo>
                  <a:lnTo>
                    <a:pt x="0" y="204215"/>
                  </a:lnTo>
                  <a:close/>
                </a:path>
              </a:pathLst>
            </a:custGeom>
            <a:ln w="28956">
              <a:solidFill>
                <a:srgbClr val="000000"/>
              </a:solidFill>
            </a:ln>
          </p:spPr>
          <p:txBody>
            <a:bodyPr wrap="square" lIns="0" tIns="0" rIns="0" bIns="0" rtlCol="0"/>
            <a:lstStyle/>
            <a:p>
              <a:endParaRPr/>
            </a:p>
          </p:txBody>
        </p:sp>
        <p:sp>
          <p:nvSpPr>
            <p:cNvPr id="67" name="object 64">
              <a:extLst>
                <a:ext uri="{FF2B5EF4-FFF2-40B4-BE49-F238E27FC236}">
                  <a16:creationId xmlns:a16="http://schemas.microsoft.com/office/drawing/2014/main" id="{9D802047-E580-2FFF-A261-2C26F9946515}"/>
                </a:ext>
              </a:extLst>
            </p:cNvPr>
            <p:cNvSpPr/>
            <p:nvPr/>
          </p:nvSpPr>
          <p:spPr>
            <a:xfrm>
              <a:off x="10112502" y="3931919"/>
              <a:ext cx="90805" cy="231140"/>
            </a:xfrm>
            <a:custGeom>
              <a:avLst/>
              <a:gdLst/>
              <a:ahLst/>
              <a:cxnLst/>
              <a:rect l="l" t="t" r="r" b="b"/>
              <a:pathLst>
                <a:path w="90804" h="231139">
                  <a:moveTo>
                    <a:pt x="90678" y="0"/>
                  </a:moveTo>
                  <a:lnTo>
                    <a:pt x="0" y="0"/>
                  </a:lnTo>
                  <a:lnTo>
                    <a:pt x="0" y="13970"/>
                  </a:lnTo>
                  <a:lnTo>
                    <a:pt x="0" y="29210"/>
                  </a:lnTo>
                  <a:lnTo>
                    <a:pt x="0" y="140970"/>
                  </a:lnTo>
                  <a:lnTo>
                    <a:pt x="0" y="203200"/>
                  </a:lnTo>
                  <a:lnTo>
                    <a:pt x="0" y="217170"/>
                  </a:lnTo>
                  <a:lnTo>
                    <a:pt x="0" y="231140"/>
                  </a:lnTo>
                  <a:lnTo>
                    <a:pt x="90678" y="231140"/>
                  </a:lnTo>
                  <a:lnTo>
                    <a:pt x="90678" y="203200"/>
                  </a:lnTo>
                  <a:lnTo>
                    <a:pt x="90678" y="29210"/>
                  </a:lnTo>
                  <a:lnTo>
                    <a:pt x="90678" y="0"/>
                  </a:lnTo>
                  <a:close/>
                </a:path>
              </a:pathLst>
            </a:custGeom>
            <a:solidFill>
              <a:srgbClr val="E7E6E6"/>
            </a:solidFill>
          </p:spPr>
          <p:txBody>
            <a:bodyPr wrap="square" lIns="0" tIns="0" rIns="0" bIns="0" rtlCol="0"/>
            <a:lstStyle/>
            <a:p>
              <a:endParaRPr/>
            </a:p>
          </p:txBody>
        </p:sp>
        <p:sp>
          <p:nvSpPr>
            <p:cNvPr id="68" name="object 65">
              <a:extLst>
                <a:ext uri="{FF2B5EF4-FFF2-40B4-BE49-F238E27FC236}">
                  <a16:creationId xmlns:a16="http://schemas.microsoft.com/office/drawing/2014/main" id="{D6C0FD4B-0C0A-76A5-2D94-F58272986946}"/>
                </a:ext>
              </a:extLst>
            </p:cNvPr>
            <p:cNvSpPr/>
            <p:nvPr/>
          </p:nvSpPr>
          <p:spPr>
            <a:xfrm>
              <a:off x="9198102" y="3870198"/>
              <a:ext cx="914400" cy="203200"/>
            </a:xfrm>
            <a:custGeom>
              <a:avLst/>
              <a:gdLst/>
              <a:ahLst/>
              <a:cxnLst/>
              <a:rect l="l" t="t" r="r" b="b"/>
              <a:pathLst>
                <a:path w="914400" h="203200">
                  <a:moveTo>
                    <a:pt x="914400" y="0"/>
                  </a:moveTo>
                  <a:lnTo>
                    <a:pt x="0" y="0"/>
                  </a:lnTo>
                  <a:lnTo>
                    <a:pt x="0" y="202691"/>
                  </a:lnTo>
                  <a:lnTo>
                    <a:pt x="914400" y="202691"/>
                  </a:lnTo>
                  <a:lnTo>
                    <a:pt x="914400" y="0"/>
                  </a:lnTo>
                  <a:close/>
                </a:path>
              </a:pathLst>
            </a:custGeom>
            <a:solidFill>
              <a:srgbClr val="FFFFFF"/>
            </a:solidFill>
          </p:spPr>
          <p:txBody>
            <a:bodyPr wrap="square" lIns="0" tIns="0" rIns="0" bIns="0" rtlCol="0"/>
            <a:lstStyle/>
            <a:p>
              <a:endParaRPr/>
            </a:p>
          </p:txBody>
        </p:sp>
        <p:sp>
          <p:nvSpPr>
            <p:cNvPr id="69" name="object 66">
              <a:extLst>
                <a:ext uri="{FF2B5EF4-FFF2-40B4-BE49-F238E27FC236}">
                  <a16:creationId xmlns:a16="http://schemas.microsoft.com/office/drawing/2014/main" id="{54F8AFF9-3989-F944-8AA3-0F78AC99DD77}"/>
                </a:ext>
              </a:extLst>
            </p:cNvPr>
            <p:cNvSpPr/>
            <p:nvPr/>
          </p:nvSpPr>
          <p:spPr>
            <a:xfrm>
              <a:off x="9198102" y="3870198"/>
              <a:ext cx="914400" cy="203200"/>
            </a:xfrm>
            <a:custGeom>
              <a:avLst/>
              <a:gdLst/>
              <a:ahLst/>
              <a:cxnLst/>
              <a:rect l="l" t="t" r="r" b="b"/>
              <a:pathLst>
                <a:path w="914400" h="203200">
                  <a:moveTo>
                    <a:pt x="0" y="202691"/>
                  </a:moveTo>
                  <a:lnTo>
                    <a:pt x="914400" y="202691"/>
                  </a:lnTo>
                  <a:lnTo>
                    <a:pt x="914400" y="0"/>
                  </a:lnTo>
                  <a:lnTo>
                    <a:pt x="0" y="0"/>
                  </a:lnTo>
                  <a:lnTo>
                    <a:pt x="0" y="202691"/>
                  </a:lnTo>
                  <a:close/>
                </a:path>
              </a:pathLst>
            </a:custGeom>
            <a:ln w="28956">
              <a:solidFill>
                <a:srgbClr val="000000"/>
              </a:solidFill>
            </a:ln>
          </p:spPr>
          <p:txBody>
            <a:bodyPr wrap="square" lIns="0" tIns="0" rIns="0" bIns="0" rtlCol="0"/>
            <a:lstStyle/>
            <a:p>
              <a:endParaRPr/>
            </a:p>
          </p:txBody>
        </p:sp>
        <p:sp>
          <p:nvSpPr>
            <p:cNvPr id="70" name="object 67">
              <a:extLst>
                <a:ext uri="{FF2B5EF4-FFF2-40B4-BE49-F238E27FC236}">
                  <a16:creationId xmlns:a16="http://schemas.microsoft.com/office/drawing/2014/main" id="{FD3CD860-19E8-3377-1CA4-08E86DDFC0D2}"/>
                </a:ext>
              </a:extLst>
            </p:cNvPr>
            <p:cNvSpPr/>
            <p:nvPr/>
          </p:nvSpPr>
          <p:spPr>
            <a:xfrm>
              <a:off x="9259824" y="4135119"/>
              <a:ext cx="943610" cy="231140"/>
            </a:xfrm>
            <a:custGeom>
              <a:avLst/>
              <a:gdLst/>
              <a:ahLst/>
              <a:cxnLst/>
              <a:rect l="l" t="t" r="r" b="b"/>
              <a:pathLst>
                <a:path w="943609" h="231139">
                  <a:moveTo>
                    <a:pt x="943356" y="0"/>
                  </a:moveTo>
                  <a:lnTo>
                    <a:pt x="852678" y="0"/>
                  </a:lnTo>
                  <a:lnTo>
                    <a:pt x="852678" y="13970"/>
                  </a:lnTo>
                  <a:lnTo>
                    <a:pt x="852678" y="27940"/>
                  </a:lnTo>
                  <a:lnTo>
                    <a:pt x="852678" y="140970"/>
                  </a:lnTo>
                  <a:lnTo>
                    <a:pt x="28956" y="140970"/>
                  </a:lnTo>
                  <a:lnTo>
                    <a:pt x="14478" y="140970"/>
                  </a:lnTo>
                  <a:lnTo>
                    <a:pt x="0" y="140970"/>
                  </a:lnTo>
                  <a:lnTo>
                    <a:pt x="0" y="201930"/>
                  </a:lnTo>
                  <a:lnTo>
                    <a:pt x="0" y="231140"/>
                  </a:lnTo>
                  <a:lnTo>
                    <a:pt x="943356" y="231140"/>
                  </a:lnTo>
                  <a:lnTo>
                    <a:pt x="943356" y="201930"/>
                  </a:lnTo>
                  <a:lnTo>
                    <a:pt x="943356" y="27940"/>
                  </a:lnTo>
                  <a:lnTo>
                    <a:pt x="943356" y="0"/>
                  </a:lnTo>
                  <a:close/>
                </a:path>
              </a:pathLst>
            </a:custGeom>
            <a:solidFill>
              <a:srgbClr val="E7E6E6"/>
            </a:solidFill>
          </p:spPr>
          <p:txBody>
            <a:bodyPr wrap="square" lIns="0" tIns="0" rIns="0" bIns="0" rtlCol="0"/>
            <a:lstStyle/>
            <a:p>
              <a:endParaRPr/>
            </a:p>
          </p:txBody>
        </p:sp>
        <p:sp>
          <p:nvSpPr>
            <p:cNvPr id="71" name="object 68">
              <a:extLst>
                <a:ext uri="{FF2B5EF4-FFF2-40B4-BE49-F238E27FC236}">
                  <a16:creationId xmlns:a16="http://schemas.microsoft.com/office/drawing/2014/main" id="{F4942A18-B380-4536-D842-93118DB68585}"/>
                </a:ext>
              </a:extLst>
            </p:cNvPr>
            <p:cNvSpPr/>
            <p:nvPr/>
          </p:nvSpPr>
          <p:spPr>
            <a:xfrm>
              <a:off x="9198102" y="4072889"/>
              <a:ext cx="914400" cy="203200"/>
            </a:xfrm>
            <a:custGeom>
              <a:avLst/>
              <a:gdLst/>
              <a:ahLst/>
              <a:cxnLst/>
              <a:rect l="l" t="t" r="r" b="b"/>
              <a:pathLst>
                <a:path w="914400" h="203200">
                  <a:moveTo>
                    <a:pt x="914400" y="0"/>
                  </a:moveTo>
                  <a:lnTo>
                    <a:pt x="0" y="0"/>
                  </a:lnTo>
                  <a:lnTo>
                    <a:pt x="0" y="202692"/>
                  </a:lnTo>
                  <a:lnTo>
                    <a:pt x="914400" y="202692"/>
                  </a:lnTo>
                  <a:lnTo>
                    <a:pt x="914400" y="0"/>
                  </a:lnTo>
                  <a:close/>
                </a:path>
              </a:pathLst>
            </a:custGeom>
            <a:solidFill>
              <a:srgbClr val="FFFFFF"/>
            </a:solidFill>
          </p:spPr>
          <p:txBody>
            <a:bodyPr wrap="square" lIns="0" tIns="0" rIns="0" bIns="0" rtlCol="0"/>
            <a:lstStyle/>
            <a:p>
              <a:endParaRPr/>
            </a:p>
          </p:txBody>
        </p:sp>
        <p:sp>
          <p:nvSpPr>
            <p:cNvPr id="72" name="object 69">
              <a:extLst>
                <a:ext uri="{FF2B5EF4-FFF2-40B4-BE49-F238E27FC236}">
                  <a16:creationId xmlns:a16="http://schemas.microsoft.com/office/drawing/2014/main" id="{DC7C8D7B-B533-FAAA-81A3-EAF1AC117D87}"/>
                </a:ext>
              </a:extLst>
            </p:cNvPr>
            <p:cNvSpPr/>
            <p:nvPr/>
          </p:nvSpPr>
          <p:spPr>
            <a:xfrm>
              <a:off x="9198102" y="4072889"/>
              <a:ext cx="914400" cy="203200"/>
            </a:xfrm>
            <a:custGeom>
              <a:avLst/>
              <a:gdLst/>
              <a:ahLst/>
              <a:cxnLst/>
              <a:rect l="l" t="t" r="r" b="b"/>
              <a:pathLst>
                <a:path w="914400" h="203200">
                  <a:moveTo>
                    <a:pt x="0" y="202692"/>
                  </a:moveTo>
                  <a:lnTo>
                    <a:pt x="914400" y="202692"/>
                  </a:lnTo>
                  <a:lnTo>
                    <a:pt x="914400" y="0"/>
                  </a:lnTo>
                  <a:lnTo>
                    <a:pt x="0" y="0"/>
                  </a:lnTo>
                  <a:lnTo>
                    <a:pt x="0" y="202692"/>
                  </a:lnTo>
                  <a:close/>
                </a:path>
              </a:pathLst>
            </a:custGeom>
            <a:ln w="28956">
              <a:solidFill>
                <a:srgbClr val="000000"/>
              </a:solidFill>
            </a:ln>
          </p:spPr>
          <p:txBody>
            <a:bodyPr wrap="square" lIns="0" tIns="0" rIns="0" bIns="0" rtlCol="0"/>
            <a:lstStyle/>
            <a:p>
              <a:endParaRPr/>
            </a:p>
          </p:txBody>
        </p:sp>
      </p:grpSp>
      <p:sp>
        <p:nvSpPr>
          <p:cNvPr id="73" name="object 70">
            <a:extLst>
              <a:ext uri="{FF2B5EF4-FFF2-40B4-BE49-F238E27FC236}">
                <a16:creationId xmlns:a16="http://schemas.microsoft.com/office/drawing/2014/main" id="{93B1568F-6D8F-397D-EBA4-2D761443F47B}"/>
              </a:ext>
            </a:extLst>
          </p:cNvPr>
          <p:cNvSpPr txBox="1"/>
          <p:nvPr/>
        </p:nvSpPr>
        <p:spPr>
          <a:xfrm>
            <a:off x="3833240" y="5235067"/>
            <a:ext cx="112776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omic Sans MS"/>
                <a:cs typeface="Comic Sans MS"/>
              </a:rPr>
              <a:t>FP</a:t>
            </a:r>
            <a:r>
              <a:rPr sz="1800" b="1" spc="-100" dirty="0">
                <a:latin typeface="Comic Sans MS"/>
                <a:cs typeface="Comic Sans MS"/>
              </a:rPr>
              <a:t> </a:t>
            </a:r>
            <a:r>
              <a:rPr sz="1800" b="1" spc="-5" dirty="0">
                <a:latin typeface="Comic Sans MS"/>
                <a:cs typeface="Comic Sans MS"/>
              </a:rPr>
              <a:t>adders</a:t>
            </a:r>
            <a:endParaRPr sz="1800">
              <a:latin typeface="Comic Sans MS"/>
              <a:cs typeface="Comic Sans MS"/>
            </a:endParaRPr>
          </a:p>
        </p:txBody>
      </p:sp>
      <p:sp>
        <p:nvSpPr>
          <p:cNvPr id="74" name="object 71">
            <a:extLst>
              <a:ext uri="{FF2B5EF4-FFF2-40B4-BE49-F238E27FC236}">
                <a16:creationId xmlns:a16="http://schemas.microsoft.com/office/drawing/2014/main" id="{B90E9C5A-3374-48AD-FA17-588EBB339057}"/>
              </a:ext>
            </a:extLst>
          </p:cNvPr>
          <p:cNvSpPr txBox="1"/>
          <p:nvPr/>
        </p:nvSpPr>
        <p:spPr>
          <a:xfrm>
            <a:off x="2788666" y="4053586"/>
            <a:ext cx="475615" cy="645160"/>
          </a:xfrm>
          <a:prstGeom prst="rect">
            <a:avLst/>
          </a:prstGeom>
        </p:spPr>
        <p:txBody>
          <a:bodyPr vert="horz" wrap="square" lIns="0" tIns="23495" rIns="0" bIns="0" rtlCol="0">
            <a:spAutoFit/>
          </a:bodyPr>
          <a:lstStyle/>
          <a:p>
            <a:pPr marL="12700" marR="5080" algn="just">
              <a:lnSpc>
                <a:spcPct val="95000"/>
              </a:lnSpc>
              <a:spcBef>
                <a:spcPts val="185"/>
              </a:spcBef>
            </a:pPr>
            <a:r>
              <a:rPr sz="1400" b="1" dirty="0">
                <a:solidFill>
                  <a:srgbClr val="0462C1"/>
                </a:solidFill>
                <a:latin typeface="Comic Sans MS"/>
                <a:cs typeface="Comic Sans MS"/>
              </a:rPr>
              <a:t>A</a:t>
            </a:r>
            <a:r>
              <a:rPr sz="1400" b="1" spc="-5" dirty="0">
                <a:solidFill>
                  <a:srgbClr val="0462C1"/>
                </a:solidFill>
                <a:latin typeface="Comic Sans MS"/>
                <a:cs typeface="Comic Sans MS"/>
              </a:rPr>
              <a:t>d</a:t>
            </a:r>
            <a:r>
              <a:rPr sz="1400" b="1" spc="5" dirty="0">
                <a:solidFill>
                  <a:srgbClr val="0462C1"/>
                </a:solidFill>
                <a:latin typeface="Comic Sans MS"/>
                <a:cs typeface="Comic Sans MS"/>
              </a:rPr>
              <a:t>d</a:t>
            </a:r>
            <a:r>
              <a:rPr sz="1400" b="1" dirty="0">
                <a:solidFill>
                  <a:srgbClr val="0462C1"/>
                </a:solidFill>
                <a:latin typeface="Comic Sans MS"/>
                <a:cs typeface="Comic Sans MS"/>
              </a:rPr>
              <a:t>1  A</a:t>
            </a:r>
            <a:r>
              <a:rPr sz="1400" b="1" spc="-5" dirty="0">
                <a:solidFill>
                  <a:srgbClr val="0462C1"/>
                </a:solidFill>
                <a:latin typeface="Comic Sans MS"/>
                <a:cs typeface="Comic Sans MS"/>
              </a:rPr>
              <a:t>d</a:t>
            </a:r>
            <a:r>
              <a:rPr sz="1400" b="1" spc="5" dirty="0">
                <a:solidFill>
                  <a:srgbClr val="0462C1"/>
                </a:solidFill>
                <a:latin typeface="Comic Sans MS"/>
                <a:cs typeface="Comic Sans MS"/>
              </a:rPr>
              <a:t>d</a:t>
            </a:r>
            <a:r>
              <a:rPr sz="1400" b="1" dirty="0">
                <a:solidFill>
                  <a:srgbClr val="0462C1"/>
                </a:solidFill>
                <a:latin typeface="Comic Sans MS"/>
                <a:cs typeface="Comic Sans MS"/>
              </a:rPr>
              <a:t>2  A</a:t>
            </a:r>
            <a:r>
              <a:rPr sz="1400" b="1" spc="-5" dirty="0">
                <a:solidFill>
                  <a:srgbClr val="0462C1"/>
                </a:solidFill>
                <a:latin typeface="Comic Sans MS"/>
                <a:cs typeface="Comic Sans MS"/>
              </a:rPr>
              <a:t>d</a:t>
            </a:r>
            <a:r>
              <a:rPr sz="1400" b="1" spc="5" dirty="0">
                <a:solidFill>
                  <a:srgbClr val="0462C1"/>
                </a:solidFill>
                <a:latin typeface="Comic Sans MS"/>
                <a:cs typeface="Comic Sans MS"/>
              </a:rPr>
              <a:t>d</a:t>
            </a:r>
            <a:r>
              <a:rPr sz="1400" b="1" dirty="0">
                <a:solidFill>
                  <a:srgbClr val="0462C1"/>
                </a:solidFill>
                <a:latin typeface="Comic Sans MS"/>
                <a:cs typeface="Comic Sans MS"/>
              </a:rPr>
              <a:t>3</a:t>
            </a:r>
            <a:endParaRPr sz="1400">
              <a:latin typeface="Comic Sans MS"/>
              <a:cs typeface="Comic Sans MS"/>
            </a:endParaRPr>
          </a:p>
        </p:txBody>
      </p:sp>
      <p:graphicFrame>
        <p:nvGraphicFramePr>
          <p:cNvPr id="75" name="object 72">
            <a:extLst>
              <a:ext uri="{FF2B5EF4-FFF2-40B4-BE49-F238E27FC236}">
                <a16:creationId xmlns:a16="http://schemas.microsoft.com/office/drawing/2014/main" id="{AD37EC24-49C8-6404-180E-2D8C3AD19109}"/>
              </a:ext>
            </a:extLst>
          </p:cNvPr>
          <p:cNvGraphicFramePr>
            <a:graphicFrameLocks noGrp="1"/>
          </p:cNvGraphicFramePr>
          <p:nvPr/>
        </p:nvGraphicFramePr>
        <p:xfrm>
          <a:off x="6464808" y="4239768"/>
          <a:ext cx="2209800" cy="381000"/>
        </p:xfrm>
        <a:graphic>
          <a:graphicData uri="http://schemas.openxmlformats.org/drawingml/2006/table">
            <a:tbl>
              <a:tblPr firstRow="1" bandRow="1">
                <a:tableStyleId>{2D5ABB26-0587-4C30-8999-92F81FD0307C}</a:tableStyleId>
              </a:tblPr>
              <a:tblGrid>
                <a:gridCol w="3048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190500">
                <a:tc>
                  <a:txBody>
                    <a:bodyPr/>
                    <a:lstStyle/>
                    <a:p>
                      <a:pPr>
                        <a:lnSpc>
                          <a:spcPct val="100000"/>
                        </a:lnSpc>
                      </a:pPr>
                      <a:endParaRPr sz="11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4471C4"/>
                    </a:solidFill>
                  </a:tcPr>
                </a:tc>
                <a:tc>
                  <a:txBody>
                    <a:bodyPr/>
                    <a:lstStyle/>
                    <a:p>
                      <a:pPr>
                        <a:lnSpc>
                          <a:spcPct val="100000"/>
                        </a:lnSpc>
                      </a:pPr>
                      <a:endParaRPr sz="11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4471C4"/>
                    </a:solidFill>
                  </a:tcPr>
                </a:tc>
                <a:tc>
                  <a:txBody>
                    <a:bodyPr/>
                    <a:lstStyle/>
                    <a:p>
                      <a:pPr>
                        <a:lnSpc>
                          <a:spcPct val="100000"/>
                        </a:lnSpc>
                      </a:pPr>
                      <a:endParaRPr sz="1100">
                        <a:latin typeface="Times New Roman"/>
                        <a:cs typeface="Times New Roman"/>
                      </a:endParaRPr>
                    </a:p>
                  </a:txBody>
                  <a:tcPr marL="0" marR="0" marT="0" marB="0">
                    <a:lnL w="38100">
                      <a:solidFill>
                        <a:srgbClr val="000000"/>
                      </a:solidFill>
                      <a:prstDash val="solid"/>
                    </a:lnL>
                    <a:lnT w="38100">
                      <a:solidFill>
                        <a:srgbClr val="000000"/>
                      </a:solidFill>
                      <a:prstDash val="solid"/>
                    </a:lnT>
                    <a:lnB w="38100">
                      <a:solidFill>
                        <a:srgbClr val="000000"/>
                      </a:solidFill>
                      <a:prstDash val="solid"/>
                    </a:lnB>
                    <a:solidFill>
                      <a:srgbClr val="4471C4"/>
                    </a:solidFill>
                  </a:tcPr>
                </a:tc>
                <a:extLst>
                  <a:ext uri="{0D108BD9-81ED-4DB2-BD59-A6C34878D82A}">
                    <a16:rowId xmlns:a16="http://schemas.microsoft.com/office/drawing/2014/main" val="10000"/>
                  </a:ext>
                </a:extLst>
              </a:tr>
              <a:tr h="190500">
                <a:tc>
                  <a:txBody>
                    <a:bodyPr/>
                    <a:lstStyle/>
                    <a:p>
                      <a:pPr>
                        <a:lnSpc>
                          <a:spcPct val="100000"/>
                        </a:lnSpc>
                      </a:pPr>
                      <a:endParaRPr sz="11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solidFill>
                      <a:srgbClr val="4471C4"/>
                    </a:solidFill>
                  </a:tcPr>
                </a:tc>
                <a:tc>
                  <a:txBody>
                    <a:bodyPr/>
                    <a:lstStyle/>
                    <a:p>
                      <a:pPr>
                        <a:lnSpc>
                          <a:spcPct val="100000"/>
                        </a:lnSpc>
                      </a:pPr>
                      <a:endParaRPr sz="11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solidFill>
                      <a:srgbClr val="4471C4"/>
                    </a:solidFill>
                  </a:tcPr>
                </a:tc>
                <a:tc>
                  <a:txBody>
                    <a:bodyPr/>
                    <a:lstStyle/>
                    <a:p>
                      <a:pPr>
                        <a:lnSpc>
                          <a:spcPct val="100000"/>
                        </a:lnSpc>
                      </a:pPr>
                      <a:endParaRPr sz="1100">
                        <a:latin typeface="Times New Roman"/>
                        <a:cs typeface="Times New Roman"/>
                      </a:endParaRPr>
                    </a:p>
                  </a:txBody>
                  <a:tcPr marL="0" marR="0" marT="0" marB="0">
                    <a:lnL w="38100">
                      <a:solidFill>
                        <a:srgbClr val="000000"/>
                      </a:solidFill>
                      <a:prstDash val="solid"/>
                    </a:lnL>
                    <a:lnT w="38100">
                      <a:solidFill>
                        <a:srgbClr val="000000"/>
                      </a:solidFill>
                      <a:prstDash val="solid"/>
                    </a:lnT>
                    <a:solidFill>
                      <a:srgbClr val="4471C4"/>
                    </a:solidFill>
                  </a:tcPr>
                </a:tc>
                <a:extLst>
                  <a:ext uri="{0D108BD9-81ED-4DB2-BD59-A6C34878D82A}">
                    <a16:rowId xmlns:a16="http://schemas.microsoft.com/office/drawing/2014/main" val="10001"/>
                  </a:ext>
                </a:extLst>
              </a:tr>
            </a:tbl>
          </a:graphicData>
        </a:graphic>
      </p:graphicFrame>
      <p:grpSp>
        <p:nvGrpSpPr>
          <p:cNvPr id="76" name="object 73">
            <a:extLst>
              <a:ext uri="{FF2B5EF4-FFF2-40B4-BE49-F238E27FC236}">
                <a16:creationId xmlns:a16="http://schemas.microsoft.com/office/drawing/2014/main" id="{D22D1050-1BD3-E8E8-F79F-00C465A82FB5}"/>
              </a:ext>
            </a:extLst>
          </p:cNvPr>
          <p:cNvGrpSpPr/>
          <p:nvPr/>
        </p:nvGrpSpPr>
        <p:grpSpPr>
          <a:xfrm>
            <a:off x="6541007" y="4316222"/>
            <a:ext cx="2239010" cy="1324610"/>
            <a:chOff x="6541007" y="4425950"/>
            <a:chExt cx="2239010" cy="1324610"/>
          </a:xfrm>
        </p:grpSpPr>
        <p:sp>
          <p:nvSpPr>
            <p:cNvPr id="77" name="object 74">
              <a:extLst>
                <a:ext uri="{FF2B5EF4-FFF2-40B4-BE49-F238E27FC236}">
                  <a16:creationId xmlns:a16="http://schemas.microsoft.com/office/drawing/2014/main" id="{294E8105-B188-EE6E-E2D9-754581E82A6F}"/>
                </a:ext>
              </a:extLst>
            </p:cNvPr>
            <p:cNvSpPr/>
            <p:nvPr/>
          </p:nvSpPr>
          <p:spPr>
            <a:xfrm>
              <a:off x="6540995" y="4425949"/>
              <a:ext cx="2239010" cy="1324610"/>
            </a:xfrm>
            <a:custGeom>
              <a:avLst/>
              <a:gdLst/>
              <a:ahLst/>
              <a:cxnLst/>
              <a:rect l="l" t="t" r="r" b="b"/>
              <a:pathLst>
                <a:path w="2239009" h="1324610">
                  <a:moveTo>
                    <a:pt x="1933968" y="990600"/>
                  </a:moveTo>
                  <a:lnTo>
                    <a:pt x="1843290" y="990600"/>
                  </a:lnTo>
                  <a:lnTo>
                    <a:pt x="1843290" y="1004570"/>
                  </a:lnTo>
                  <a:lnTo>
                    <a:pt x="1843290" y="1019810"/>
                  </a:lnTo>
                  <a:lnTo>
                    <a:pt x="1843290" y="1133017"/>
                  </a:lnTo>
                  <a:lnTo>
                    <a:pt x="1843290" y="1167180"/>
                  </a:lnTo>
                  <a:lnTo>
                    <a:pt x="1843290" y="1207490"/>
                  </a:lnTo>
                  <a:lnTo>
                    <a:pt x="1843290" y="1233170"/>
                  </a:lnTo>
                  <a:lnTo>
                    <a:pt x="486168" y="1233170"/>
                  </a:lnTo>
                  <a:lnTo>
                    <a:pt x="471690" y="1233170"/>
                  </a:lnTo>
                  <a:lnTo>
                    <a:pt x="457212" y="1233170"/>
                  </a:lnTo>
                  <a:lnTo>
                    <a:pt x="457212" y="1295400"/>
                  </a:lnTo>
                  <a:lnTo>
                    <a:pt x="457212" y="1324610"/>
                  </a:lnTo>
                  <a:lnTo>
                    <a:pt x="1933968" y="1324610"/>
                  </a:lnTo>
                  <a:lnTo>
                    <a:pt x="1933968" y="1295400"/>
                  </a:lnTo>
                  <a:lnTo>
                    <a:pt x="1933968" y="1019810"/>
                  </a:lnTo>
                  <a:lnTo>
                    <a:pt x="1933968" y="990600"/>
                  </a:lnTo>
                  <a:close/>
                </a:path>
                <a:path w="2239009" h="1324610">
                  <a:moveTo>
                    <a:pt x="2238768" y="0"/>
                  </a:moveTo>
                  <a:lnTo>
                    <a:pt x="2148090" y="0"/>
                  </a:lnTo>
                  <a:lnTo>
                    <a:pt x="2148090" y="13970"/>
                  </a:lnTo>
                  <a:lnTo>
                    <a:pt x="2148090" y="29210"/>
                  </a:lnTo>
                  <a:lnTo>
                    <a:pt x="2148090" y="318770"/>
                  </a:lnTo>
                  <a:lnTo>
                    <a:pt x="28968" y="318770"/>
                  </a:lnTo>
                  <a:lnTo>
                    <a:pt x="14478" y="318770"/>
                  </a:lnTo>
                  <a:lnTo>
                    <a:pt x="0" y="318770"/>
                  </a:lnTo>
                  <a:lnTo>
                    <a:pt x="0" y="381000"/>
                  </a:lnTo>
                  <a:lnTo>
                    <a:pt x="0" y="410210"/>
                  </a:lnTo>
                  <a:lnTo>
                    <a:pt x="2238768" y="410210"/>
                  </a:lnTo>
                  <a:lnTo>
                    <a:pt x="2238768" y="381000"/>
                  </a:lnTo>
                  <a:lnTo>
                    <a:pt x="2238768" y="219710"/>
                  </a:lnTo>
                  <a:lnTo>
                    <a:pt x="2238768" y="190500"/>
                  </a:lnTo>
                  <a:lnTo>
                    <a:pt x="2238768" y="29210"/>
                  </a:lnTo>
                  <a:lnTo>
                    <a:pt x="2238768" y="0"/>
                  </a:lnTo>
                  <a:close/>
                </a:path>
              </a:pathLst>
            </a:custGeom>
            <a:solidFill>
              <a:srgbClr val="E7E6E6"/>
            </a:solidFill>
          </p:spPr>
          <p:txBody>
            <a:bodyPr wrap="square" lIns="0" tIns="0" rIns="0" bIns="0" rtlCol="0"/>
            <a:lstStyle/>
            <a:p>
              <a:endParaRPr/>
            </a:p>
          </p:txBody>
        </p:sp>
        <p:sp>
          <p:nvSpPr>
            <p:cNvPr id="78" name="object 75">
              <a:extLst>
                <a:ext uri="{FF2B5EF4-FFF2-40B4-BE49-F238E27FC236}">
                  <a16:creationId xmlns:a16="http://schemas.microsoft.com/office/drawing/2014/main" id="{4BB396FA-6026-CEF4-263F-FF38B643F295}"/>
                </a:ext>
              </a:extLst>
            </p:cNvPr>
            <p:cNvSpPr/>
            <p:nvPr/>
          </p:nvSpPr>
          <p:spPr>
            <a:xfrm>
              <a:off x="6936485" y="5354574"/>
              <a:ext cx="1447800" cy="304800"/>
            </a:xfrm>
            <a:custGeom>
              <a:avLst/>
              <a:gdLst/>
              <a:ahLst/>
              <a:cxnLst/>
              <a:rect l="l" t="t" r="r" b="b"/>
              <a:pathLst>
                <a:path w="1447800" h="304800">
                  <a:moveTo>
                    <a:pt x="1447800" y="0"/>
                  </a:moveTo>
                  <a:lnTo>
                    <a:pt x="0" y="0"/>
                  </a:lnTo>
                  <a:lnTo>
                    <a:pt x="0" y="304800"/>
                  </a:lnTo>
                  <a:lnTo>
                    <a:pt x="1447800" y="304800"/>
                  </a:lnTo>
                  <a:lnTo>
                    <a:pt x="1447800" y="0"/>
                  </a:lnTo>
                  <a:close/>
                </a:path>
              </a:pathLst>
            </a:custGeom>
            <a:solidFill>
              <a:srgbClr val="4471C4"/>
            </a:solidFill>
          </p:spPr>
          <p:txBody>
            <a:bodyPr wrap="square" lIns="0" tIns="0" rIns="0" bIns="0" rtlCol="0"/>
            <a:lstStyle/>
            <a:p>
              <a:endParaRPr/>
            </a:p>
          </p:txBody>
        </p:sp>
        <p:sp>
          <p:nvSpPr>
            <p:cNvPr id="79" name="object 76">
              <a:extLst>
                <a:ext uri="{FF2B5EF4-FFF2-40B4-BE49-F238E27FC236}">
                  <a16:creationId xmlns:a16="http://schemas.microsoft.com/office/drawing/2014/main" id="{E6DCD9FB-59D6-913B-5CCD-B7B90D5D9E5E}"/>
                </a:ext>
              </a:extLst>
            </p:cNvPr>
            <p:cNvSpPr/>
            <p:nvPr/>
          </p:nvSpPr>
          <p:spPr>
            <a:xfrm>
              <a:off x="6936485" y="5354574"/>
              <a:ext cx="1447800" cy="304800"/>
            </a:xfrm>
            <a:custGeom>
              <a:avLst/>
              <a:gdLst/>
              <a:ahLst/>
              <a:cxnLst/>
              <a:rect l="l" t="t" r="r" b="b"/>
              <a:pathLst>
                <a:path w="1447800" h="304800">
                  <a:moveTo>
                    <a:pt x="0" y="304800"/>
                  </a:moveTo>
                  <a:lnTo>
                    <a:pt x="1447800" y="304800"/>
                  </a:lnTo>
                  <a:lnTo>
                    <a:pt x="1447800" y="0"/>
                  </a:lnTo>
                  <a:lnTo>
                    <a:pt x="0" y="0"/>
                  </a:lnTo>
                  <a:lnTo>
                    <a:pt x="0" y="304800"/>
                  </a:lnTo>
                  <a:close/>
                </a:path>
              </a:pathLst>
            </a:custGeom>
            <a:ln w="28956">
              <a:solidFill>
                <a:srgbClr val="000000"/>
              </a:solidFill>
            </a:ln>
          </p:spPr>
          <p:txBody>
            <a:bodyPr wrap="square" lIns="0" tIns="0" rIns="0" bIns="0" rtlCol="0"/>
            <a:lstStyle/>
            <a:p>
              <a:endParaRPr/>
            </a:p>
          </p:txBody>
        </p:sp>
      </p:grpSp>
      <p:sp>
        <p:nvSpPr>
          <p:cNvPr id="80" name="object 77">
            <a:extLst>
              <a:ext uri="{FF2B5EF4-FFF2-40B4-BE49-F238E27FC236}">
                <a16:creationId xmlns:a16="http://schemas.microsoft.com/office/drawing/2014/main" id="{EA6B052E-8355-69ED-16A3-36EBA78882D2}"/>
              </a:ext>
            </a:extLst>
          </p:cNvPr>
          <p:cNvSpPr txBox="1"/>
          <p:nvPr/>
        </p:nvSpPr>
        <p:spPr>
          <a:xfrm>
            <a:off x="6903846" y="5235067"/>
            <a:ext cx="151320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omic Sans MS"/>
                <a:cs typeface="Comic Sans MS"/>
              </a:rPr>
              <a:t>FP</a:t>
            </a:r>
            <a:r>
              <a:rPr sz="1800" b="1" spc="-100" dirty="0">
                <a:latin typeface="Comic Sans MS"/>
                <a:cs typeface="Comic Sans MS"/>
              </a:rPr>
              <a:t> </a:t>
            </a:r>
            <a:r>
              <a:rPr sz="1800" b="1" dirty="0">
                <a:latin typeface="Comic Sans MS"/>
                <a:cs typeface="Comic Sans MS"/>
              </a:rPr>
              <a:t>multipliers</a:t>
            </a:r>
            <a:endParaRPr sz="1800">
              <a:latin typeface="Comic Sans MS"/>
              <a:cs typeface="Comic Sans MS"/>
            </a:endParaRPr>
          </a:p>
        </p:txBody>
      </p:sp>
      <p:sp>
        <p:nvSpPr>
          <p:cNvPr id="81" name="object 78">
            <a:extLst>
              <a:ext uri="{FF2B5EF4-FFF2-40B4-BE49-F238E27FC236}">
                <a16:creationId xmlns:a16="http://schemas.microsoft.com/office/drawing/2014/main" id="{B912A1F2-1F3F-33E5-349D-24610CD449E2}"/>
              </a:ext>
            </a:extLst>
          </p:cNvPr>
          <p:cNvSpPr txBox="1"/>
          <p:nvPr/>
        </p:nvSpPr>
        <p:spPr>
          <a:xfrm>
            <a:off x="5924550" y="4245610"/>
            <a:ext cx="517525" cy="431800"/>
          </a:xfrm>
          <a:prstGeom prst="rect">
            <a:avLst/>
          </a:prstGeom>
        </p:spPr>
        <p:txBody>
          <a:bodyPr vert="horz" wrap="square" lIns="0" tIns="37465" rIns="0" bIns="0" rtlCol="0">
            <a:spAutoFit/>
          </a:bodyPr>
          <a:lstStyle/>
          <a:p>
            <a:pPr marL="12700" marR="5080">
              <a:lnSpc>
                <a:spcPts val="1510"/>
              </a:lnSpc>
              <a:spcBef>
                <a:spcPts val="295"/>
              </a:spcBef>
            </a:pPr>
            <a:r>
              <a:rPr sz="1400" b="1" dirty="0">
                <a:solidFill>
                  <a:srgbClr val="0462C1"/>
                </a:solidFill>
                <a:latin typeface="Comic Sans MS"/>
                <a:cs typeface="Comic Sans MS"/>
              </a:rPr>
              <a:t>Mult1  Mult2</a:t>
            </a:r>
            <a:endParaRPr sz="1400">
              <a:latin typeface="Comic Sans MS"/>
              <a:cs typeface="Comic Sans MS"/>
            </a:endParaRPr>
          </a:p>
        </p:txBody>
      </p:sp>
      <p:grpSp>
        <p:nvGrpSpPr>
          <p:cNvPr id="82" name="object 79">
            <a:extLst>
              <a:ext uri="{FF2B5EF4-FFF2-40B4-BE49-F238E27FC236}">
                <a16:creationId xmlns:a16="http://schemas.microsoft.com/office/drawing/2014/main" id="{BC26C0A3-0F91-BBD9-806E-450C97CC8952}"/>
              </a:ext>
            </a:extLst>
          </p:cNvPr>
          <p:cNvGrpSpPr/>
          <p:nvPr/>
        </p:nvGrpSpPr>
        <p:grpSpPr>
          <a:xfrm>
            <a:off x="2333244" y="1944623"/>
            <a:ext cx="8310880" cy="4307205"/>
            <a:chOff x="2333244" y="2054351"/>
            <a:chExt cx="8310880" cy="4307205"/>
          </a:xfrm>
        </p:grpSpPr>
        <p:sp>
          <p:nvSpPr>
            <p:cNvPr id="83" name="object 80">
              <a:extLst>
                <a:ext uri="{FF2B5EF4-FFF2-40B4-BE49-F238E27FC236}">
                  <a16:creationId xmlns:a16="http://schemas.microsoft.com/office/drawing/2014/main" id="{3F8EC2D7-644F-97B3-C8A7-D0902F013C9B}"/>
                </a:ext>
              </a:extLst>
            </p:cNvPr>
            <p:cNvSpPr/>
            <p:nvPr/>
          </p:nvSpPr>
          <p:spPr>
            <a:xfrm>
              <a:off x="3387852" y="2611373"/>
              <a:ext cx="6311265" cy="2743200"/>
            </a:xfrm>
            <a:custGeom>
              <a:avLst/>
              <a:gdLst/>
              <a:ahLst/>
              <a:cxnLst/>
              <a:rect l="l" t="t" r="r" b="b"/>
              <a:pathLst>
                <a:path w="6311265" h="2743200">
                  <a:moveTo>
                    <a:pt x="696468" y="2656332"/>
                  </a:moveTo>
                  <a:lnTo>
                    <a:pt x="667512" y="2656332"/>
                  </a:lnTo>
                  <a:lnTo>
                    <a:pt x="667512" y="2209800"/>
                  </a:lnTo>
                  <a:lnTo>
                    <a:pt x="638556" y="2209800"/>
                  </a:lnTo>
                  <a:lnTo>
                    <a:pt x="638556" y="2656332"/>
                  </a:lnTo>
                  <a:lnTo>
                    <a:pt x="609600" y="2656332"/>
                  </a:lnTo>
                  <a:lnTo>
                    <a:pt x="653034" y="2743200"/>
                  </a:lnTo>
                  <a:lnTo>
                    <a:pt x="689229" y="2670810"/>
                  </a:lnTo>
                  <a:lnTo>
                    <a:pt x="696468" y="2656332"/>
                  </a:lnTo>
                  <a:close/>
                </a:path>
                <a:path w="6311265" h="2743200">
                  <a:moveTo>
                    <a:pt x="1382268" y="2656332"/>
                  </a:moveTo>
                  <a:lnTo>
                    <a:pt x="1353312" y="2656332"/>
                  </a:lnTo>
                  <a:lnTo>
                    <a:pt x="1353312" y="2209800"/>
                  </a:lnTo>
                  <a:lnTo>
                    <a:pt x="1324356" y="2209800"/>
                  </a:lnTo>
                  <a:lnTo>
                    <a:pt x="1324356" y="2656332"/>
                  </a:lnTo>
                  <a:lnTo>
                    <a:pt x="1295400" y="2656332"/>
                  </a:lnTo>
                  <a:lnTo>
                    <a:pt x="1338834" y="2743200"/>
                  </a:lnTo>
                  <a:lnTo>
                    <a:pt x="1375029" y="2670810"/>
                  </a:lnTo>
                  <a:lnTo>
                    <a:pt x="1382268" y="2656332"/>
                  </a:lnTo>
                  <a:close/>
                </a:path>
                <a:path w="6311265" h="2743200">
                  <a:moveTo>
                    <a:pt x="6310884" y="967740"/>
                  </a:moveTo>
                  <a:lnTo>
                    <a:pt x="6281928" y="967740"/>
                  </a:lnTo>
                  <a:lnTo>
                    <a:pt x="6281928" y="535686"/>
                  </a:lnTo>
                  <a:lnTo>
                    <a:pt x="6281928" y="521208"/>
                  </a:lnTo>
                  <a:lnTo>
                    <a:pt x="6281928" y="513207"/>
                  </a:lnTo>
                  <a:lnTo>
                    <a:pt x="6275451" y="506730"/>
                  </a:lnTo>
                  <a:lnTo>
                    <a:pt x="4553712" y="506730"/>
                  </a:lnTo>
                  <a:lnTo>
                    <a:pt x="4553712" y="0"/>
                  </a:lnTo>
                  <a:lnTo>
                    <a:pt x="4524756" y="0"/>
                  </a:lnTo>
                  <a:lnTo>
                    <a:pt x="4524756" y="506730"/>
                  </a:lnTo>
                  <a:lnTo>
                    <a:pt x="4514850" y="506730"/>
                  </a:lnTo>
                  <a:lnTo>
                    <a:pt x="4514850" y="535686"/>
                  </a:lnTo>
                  <a:lnTo>
                    <a:pt x="4524756" y="535686"/>
                  </a:lnTo>
                  <a:lnTo>
                    <a:pt x="4524756" y="976134"/>
                  </a:lnTo>
                  <a:lnTo>
                    <a:pt x="3715740" y="976134"/>
                  </a:lnTo>
                  <a:lnTo>
                    <a:pt x="3715512" y="838200"/>
                  </a:lnTo>
                  <a:lnTo>
                    <a:pt x="3715512" y="823722"/>
                  </a:lnTo>
                  <a:lnTo>
                    <a:pt x="3715512" y="0"/>
                  </a:lnTo>
                  <a:lnTo>
                    <a:pt x="3686772" y="0"/>
                  </a:lnTo>
                  <a:lnTo>
                    <a:pt x="3686772" y="976134"/>
                  </a:lnTo>
                  <a:lnTo>
                    <a:pt x="2039112" y="976134"/>
                  </a:lnTo>
                  <a:lnTo>
                    <a:pt x="2039112" y="852678"/>
                  </a:lnTo>
                  <a:lnTo>
                    <a:pt x="3686568" y="852678"/>
                  </a:lnTo>
                  <a:lnTo>
                    <a:pt x="3686772" y="976134"/>
                  </a:lnTo>
                  <a:lnTo>
                    <a:pt x="3686772" y="0"/>
                  </a:lnTo>
                  <a:lnTo>
                    <a:pt x="3686556" y="0"/>
                  </a:lnTo>
                  <a:lnTo>
                    <a:pt x="3686556" y="823722"/>
                  </a:lnTo>
                  <a:lnTo>
                    <a:pt x="2039112" y="823722"/>
                  </a:lnTo>
                  <a:lnTo>
                    <a:pt x="2039112" y="152400"/>
                  </a:lnTo>
                  <a:lnTo>
                    <a:pt x="2010156" y="152400"/>
                  </a:lnTo>
                  <a:lnTo>
                    <a:pt x="2010156" y="823722"/>
                  </a:lnTo>
                  <a:lnTo>
                    <a:pt x="2010156" y="852678"/>
                  </a:lnTo>
                  <a:lnTo>
                    <a:pt x="2010156" y="976134"/>
                  </a:lnTo>
                  <a:lnTo>
                    <a:pt x="2010156" y="1005078"/>
                  </a:lnTo>
                  <a:lnTo>
                    <a:pt x="2010156" y="1204722"/>
                  </a:lnTo>
                  <a:lnTo>
                    <a:pt x="1505712" y="1204722"/>
                  </a:lnTo>
                  <a:lnTo>
                    <a:pt x="1505712" y="1005078"/>
                  </a:lnTo>
                  <a:lnTo>
                    <a:pt x="2010156" y="1005078"/>
                  </a:lnTo>
                  <a:lnTo>
                    <a:pt x="2010156" y="976134"/>
                  </a:lnTo>
                  <a:lnTo>
                    <a:pt x="1483233" y="976134"/>
                  </a:lnTo>
                  <a:lnTo>
                    <a:pt x="1476756" y="982599"/>
                  </a:lnTo>
                  <a:lnTo>
                    <a:pt x="1476756" y="1204722"/>
                  </a:lnTo>
                  <a:lnTo>
                    <a:pt x="591312" y="1204722"/>
                  </a:lnTo>
                  <a:lnTo>
                    <a:pt x="591312" y="852678"/>
                  </a:lnTo>
                  <a:lnTo>
                    <a:pt x="2010156" y="852678"/>
                  </a:lnTo>
                  <a:lnTo>
                    <a:pt x="2010156" y="823722"/>
                  </a:lnTo>
                  <a:lnTo>
                    <a:pt x="568833" y="823722"/>
                  </a:lnTo>
                  <a:lnTo>
                    <a:pt x="562356" y="830199"/>
                  </a:lnTo>
                  <a:lnTo>
                    <a:pt x="562356" y="1204722"/>
                  </a:lnTo>
                  <a:lnTo>
                    <a:pt x="35433" y="1204722"/>
                  </a:lnTo>
                  <a:lnTo>
                    <a:pt x="28956" y="1211199"/>
                  </a:lnTo>
                  <a:lnTo>
                    <a:pt x="28956" y="1513332"/>
                  </a:lnTo>
                  <a:lnTo>
                    <a:pt x="0" y="1513332"/>
                  </a:lnTo>
                  <a:lnTo>
                    <a:pt x="43434" y="1600200"/>
                  </a:lnTo>
                  <a:lnTo>
                    <a:pt x="79629" y="1527810"/>
                  </a:lnTo>
                  <a:lnTo>
                    <a:pt x="86868" y="1513332"/>
                  </a:lnTo>
                  <a:lnTo>
                    <a:pt x="57912" y="1513332"/>
                  </a:lnTo>
                  <a:lnTo>
                    <a:pt x="57912" y="1233678"/>
                  </a:lnTo>
                  <a:lnTo>
                    <a:pt x="562356" y="1233678"/>
                  </a:lnTo>
                  <a:lnTo>
                    <a:pt x="562356" y="1513332"/>
                  </a:lnTo>
                  <a:lnTo>
                    <a:pt x="533400" y="1513332"/>
                  </a:lnTo>
                  <a:lnTo>
                    <a:pt x="576834" y="1600200"/>
                  </a:lnTo>
                  <a:lnTo>
                    <a:pt x="613029" y="1527810"/>
                  </a:lnTo>
                  <a:lnTo>
                    <a:pt x="620268" y="1513332"/>
                  </a:lnTo>
                  <a:lnTo>
                    <a:pt x="591312" y="1513332"/>
                  </a:lnTo>
                  <a:lnTo>
                    <a:pt x="591312" y="1233678"/>
                  </a:lnTo>
                  <a:lnTo>
                    <a:pt x="1476756" y="1233678"/>
                  </a:lnTo>
                  <a:lnTo>
                    <a:pt x="1476756" y="1513332"/>
                  </a:lnTo>
                  <a:lnTo>
                    <a:pt x="1447800" y="1513332"/>
                  </a:lnTo>
                  <a:lnTo>
                    <a:pt x="1491234" y="1600200"/>
                  </a:lnTo>
                  <a:lnTo>
                    <a:pt x="1527429" y="1527810"/>
                  </a:lnTo>
                  <a:lnTo>
                    <a:pt x="1534668" y="1513332"/>
                  </a:lnTo>
                  <a:lnTo>
                    <a:pt x="1505712" y="1513332"/>
                  </a:lnTo>
                  <a:lnTo>
                    <a:pt x="1505712" y="1233678"/>
                  </a:lnTo>
                  <a:lnTo>
                    <a:pt x="2024634" y="1233678"/>
                  </a:lnTo>
                  <a:lnTo>
                    <a:pt x="2032635" y="1233678"/>
                  </a:lnTo>
                  <a:lnTo>
                    <a:pt x="3229343" y="1233678"/>
                  </a:lnTo>
                  <a:lnTo>
                    <a:pt x="3229343" y="1665732"/>
                  </a:lnTo>
                  <a:lnTo>
                    <a:pt x="3200400" y="1665732"/>
                  </a:lnTo>
                  <a:lnTo>
                    <a:pt x="3243821" y="1752600"/>
                  </a:lnTo>
                  <a:lnTo>
                    <a:pt x="3280029" y="1680210"/>
                  </a:lnTo>
                  <a:lnTo>
                    <a:pt x="3287268" y="1665732"/>
                  </a:lnTo>
                  <a:lnTo>
                    <a:pt x="3258312" y="1665732"/>
                  </a:lnTo>
                  <a:lnTo>
                    <a:pt x="3258312" y="1233678"/>
                  </a:lnTo>
                  <a:lnTo>
                    <a:pt x="3258312" y="1219200"/>
                  </a:lnTo>
                  <a:lnTo>
                    <a:pt x="3258312" y="1211199"/>
                  </a:lnTo>
                  <a:lnTo>
                    <a:pt x="3251822" y="1204722"/>
                  </a:lnTo>
                  <a:lnTo>
                    <a:pt x="2039112" y="1204722"/>
                  </a:lnTo>
                  <a:lnTo>
                    <a:pt x="2039112" y="1005078"/>
                  </a:lnTo>
                  <a:lnTo>
                    <a:pt x="3686822" y="1005078"/>
                  </a:lnTo>
                  <a:lnTo>
                    <a:pt x="3687927" y="1665782"/>
                  </a:lnTo>
                  <a:lnTo>
                    <a:pt x="3658997" y="1665859"/>
                  </a:lnTo>
                  <a:lnTo>
                    <a:pt x="3702558" y="1752600"/>
                  </a:lnTo>
                  <a:lnTo>
                    <a:pt x="3738588" y="1680210"/>
                  </a:lnTo>
                  <a:lnTo>
                    <a:pt x="3745865" y="1665605"/>
                  </a:lnTo>
                  <a:lnTo>
                    <a:pt x="3716883" y="1665693"/>
                  </a:lnTo>
                  <a:lnTo>
                    <a:pt x="3715778" y="1005078"/>
                  </a:lnTo>
                  <a:lnTo>
                    <a:pt x="4524756" y="1005078"/>
                  </a:lnTo>
                  <a:lnTo>
                    <a:pt x="4524756" y="1665732"/>
                  </a:lnTo>
                  <a:lnTo>
                    <a:pt x="4495800" y="1665732"/>
                  </a:lnTo>
                  <a:lnTo>
                    <a:pt x="4539234" y="1752600"/>
                  </a:lnTo>
                  <a:lnTo>
                    <a:pt x="4575429" y="1680210"/>
                  </a:lnTo>
                  <a:lnTo>
                    <a:pt x="4582668" y="1665732"/>
                  </a:lnTo>
                  <a:lnTo>
                    <a:pt x="4553712" y="1665732"/>
                  </a:lnTo>
                  <a:lnTo>
                    <a:pt x="4553712" y="535686"/>
                  </a:lnTo>
                  <a:lnTo>
                    <a:pt x="6252972" y="535686"/>
                  </a:lnTo>
                  <a:lnTo>
                    <a:pt x="6252972" y="967740"/>
                  </a:lnTo>
                  <a:lnTo>
                    <a:pt x="6224016" y="967740"/>
                  </a:lnTo>
                  <a:lnTo>
                    <a:pt x="6267450" y="1054608"/>
                  </a:lnTo>
                  <a:lnTo>
                    <a:pt x="6303645" y="982218"/>
                  </a:lnTo>
                  <a:lnTo>
                    <a:pt x="6310884" y="967740"/>
                  </a:lnTo>
                  <a:close/>
                </a:path>
              </a:pathLst>
            </a:custGeom>
            <a:solidFill>
              <a:srgbClr val="000000"/>
            </a:solidFill>
          </p:spPr>
          <p:txBody>
            <a:bodyPr wrap="square" lIns="0" tIns="0" rIns="0" bIns="0" rtlCol="0"/>
            <a:lstStyle/>
            <a:p>
              <a:endParaRPr/>
            </a:p>
          </p:txBody>
        </p:sp>
        <p:sp>
          <p:nvSpPr>
            <p:cNvPr id="84" name="object 81">
              <a:extLst>
                <a:ext uri="{FF2B5EF4-FFF2-40B4-BE49-F238E27FC236}">
                  <a16:creationId xmlns:a16="http://schemas.microsoft.com/office/drawing/2014/main" id="{72D007DC-DD88-F749-14E3-1FACDF17A81B}"/>
                </a:ext>
              </a:extLst>
            </p:cNvPr>
            <p:cNvSpPr/>
            <p:nvPr/>
          </p:nvSpPr>
          <p:spPr>
            <a:xfrm>
              <a:off x="10111739" y="3883151"/>
              <a:ext cx="381000" cy="173990"/>
            </a:xfrm>
            <a:custGeom>
              <a:avLst/>
              <a:gdLst/>
              <a:ahLst/>
              <a:cxnLst/>
              <a:rect l="l" t="t" r="r" b="b"/>
              <a:pathLst>
                <a:path w="381000" h="173989">
                  <a:moveTo>
                    <a:pt x="173735" y="0"/>
                  </a:moveTo>
                  <a:lnTo>
                    <a:pt x="0" y="86868"/>
                  </a:lnTo>
                  <a:lnTo>
                    <a:pt x="173735" y="173736"/>
                  </a:lnTo>
                  <a:lnTo>
                    <a:pt x="173735" y="115824"/>
                  </a:lnTo>
                  <a:lnTo>
                    <a:pt x="144779" y="115824"/>
                  </a:lnTo>
                  <a:lnTo>
                    <a:pt x="144779" y="57912"/>
                  </a:lnTo>
                  <a:lnTo>
                    <a:pt x="173735" y="57912"/>
                  </a:lnTo>
                  <a:lnTo>
                    <a:pt x="173735" y="0"/>
                  </a:lnTo>
                  <a:close/>
                </a:path>
                <a:path w="381000" h="173989">
                  <a:moveTo>
                    <a:pt x="173735" y="57912"/>
                  </a:moveTo>
                  <a:lnTo>
                    <a:pt x="144779" y="57912"/>
                  </a:lnTo>
                  <a:lnTo>
                    <a:pt x="144779" y="115824"/>
                  </a:lnTo>
                  <a:lnTo>
                    <a:pt x="173735" y="115824"/>
                  </a:lnTo>
                  <a:lnTo>
                    <a:pt x="173735" y="57912"/>
                  </a:lnTo>
                  <a:close/>
                </a:path>
                <a:path w="381000" h="173989">
                  <a:moveTo>
                    <a:pt x="381000" y="57912"/>
                  </a:moveTo>
                  <a:lnTo>
                    <a:pt x="173735" y="57912"/>
                  </a:lnTo>
                  <a:lnTo>
                    <a:pt x="173735" y="115824"/>
                  </a:lnTo>
                  <a:lnTo>
                    <a:pt x="381000" y="115824"/>
                  </a:lnTo>
                  <a:lnTo>
                    <a:pt x="381000" y="57912"/>
                  </a:lnTo>
                  <a:close/>
                </a:path>
              </a:pathLst>
            </a:custGeom>
            <a:solidFill>
              <a:srgbClr val="0462C1"/>
            </a:solidFill>
          </p:spPr>
          <p:txBody>
            <a:bodyPr wrap="square" lIns="0" tIns="0" rIns="0" bIns="0" rtlCol="0"/>
            <a:lstStyle/>
            <a:p>
              <a:endParaRPr/>
            </a:p>
          </p:txBody>
        </p:sp>
        <p:sp>
          <p:nvSpPr>
            <p:cNvPr id="85" name="object 82">
              <a:extLst>
                <a:ext uri="{FF2B5EF4-FFF2-40B4-BE49-F238E27FC236}">
                  <a16:creationId xmlns:a16="http://schemas.microsoft.com/office/drawing/2014/main" id="{7E1B789D-BFD8-A4EB-C0F0-B260E05F3A7F}"/>
                </a:ext>
              </a:extLst>
            </p:cNvPr>
            <p:cNvSpPr/>
            <p:nvPr/>
          </p:nvSpPr>
          <p:spPr>
            <a:xfrm>
              <a:off x="2333244" y="6332219"/>
              <a:ext cx="8310880" cy="0"/>
            </a:xfrm>
            <a:custGeom>
              <a:avLst/>
              <a:gdLst/>
              <a:ahLst/>
              <a:cxnLst/>
              <a:rect l="l" t="t" r="r" b="b"/>
              <a:pathLst>
                <a:path w="8310880">
                  <a:moveTo>
                    <a:pt x="0" y="0"/>
                  </a:moveTo>
                  <a:lnTo>
                    <a:pt x="8310372" y="0"/>
                  </a:lnTo>
                </a:path>
              </a:pathLst>
            </a:custGeom>
            <a:ln w="57912">
              <a:solidFill>
                <a:srgbClr val="0462C1"/>
              </a:solidFill>
            </a:ln>
          </p:spPr>
          <p:txBody>
            <a:bodyPr wrap="square" lIns="0" tIns="0" rIns="0" bIns="0" rtlCol="0"/>
            <a:lstStyle/>
            <a:p>
              <a:endParaRPr/>
            </a:p>
          </p:txBody>
        </p:sp>
        <p:sp>
          <p:nvSpPr>
            <p:cNvPr id="86" name="object 83">
              <a:extLst>
                <a:ext uri="{FF2B5EF4-FFF2-40B4-BE49-F238E27FC236}">
                  <a16:creationId xmlns:a16="http://schemas.microsoft.com/office/drawing/2014/main" id="{7A2ABD12-C498-BB34-7693-9973D8EE040C}"/>
                </a:ext>
              </a:extLst>
            </p:cNvPr>
            <p:cNvSpPr/>
            <p:nvPr/>
          </p:nvSpPr>
          <p:spPr>
            <a:xfrm>
              <a:off x="2633472" y="2054351"/>
              <a:ext cx="7888605" cy="4277995"/>
            </a:xfrm>
            <a:custGeom>
              <a:avLst/>
              <a:gdLst/>
              <a:ahLst/>
              <a:cxnLst/>
              <a:rect l="l" t="t" r="r" b="b"/>
              <a:pathLst>
                <a:path w="7888605" h="4277995">
                  <a:moveTo>
                    <a:pt x="173736" y="4104144"/>
                  </a:moveTo>
                  <a:lnTo>
                    <a:pt x="115824" y="4104144"/>
                  </a:lnTo>
                  <a:lnTo>
                    <a:pt x="115824" y="1687068"/>
                  </a:lnTo>
                  <a:lnTo>
                    <a:pt x="57912" y="1687080"/>
                  </a:lnTo>
                  <a:lnTo>
                    <a:pt x="57912" y="4104144"/>
                  </a:lnTo>
                  <a:lnTo>
                    <a:pt x="0" y="4104144"/>
                  </a:lnTo>
                  <a:lnTo>
                    <a:pt x="86868" y="4277868"/>
                  </a:lnTo>
                  <a:lnTo>
                    <a:pt x="159245" y="4133088"/>
                  </a:lnTo>
                  <a:lnTo>
                    <a:pt x="173736" y="4104144"/>
                  </a:lnTo>
                  <a:close/>
                </a:path>
                <a:path w="7888605" h="4277995">
                  <a:moveTo>
                    <a:pt x="7888224" y="86868"/>
                  </a:moveTo>
                  <a:lnTo>
                    <a:pt x="7885938" y="75603"/>
                  </a:lnTo>
                  <a:lnTo>
                    <a:pt x="7879740" y="66395"/>
                  </a:lnTo>
                  <a:lnTo>
                    <a:pt x="7870533" y="60198"/>
                  </a:lnTo>
                  <a:lnTo>
                    <a:pt x="7859268" y="57912"/>
                  </a:lnTo>
                  <a:lnTo>
                    <a:pt x="6509004" y="57912"/>
                  </a:lnTo>
                  <a:lnTo>
                    <a:pt x="6509004" y="0"/>
                  </a:lnTo>
                  <a:lnTo>
                    <a:pt x="6335268" y="86868"/>
                  </a:lnTo>
                  <a:lnTo>
                    <a:pt x="6509004" y="173736"/>
                  </a:lnTo>
                  <a:lnTo>
                    <a:pt x="6509004" y="115824"/>
                  </a:lnTo>
                  <a:lnTo>
                    <a:pt x="7830312" y="115824"/>
                  </a:lnTo>
                  <a:lnTo>
                    <a:pt x="7830312" y="4277868"/>
                  </a:lnTo>
                  <a:lnTo>
                    <a:pt x="7888224" y="4277880"/>
                  </a:lnTo>
                  <a:lnTo>
                    <a:pt x="7888224" y="115824"/>
                  </a:lnTo>
                  <a:lnTo>
                    <a:pt x="7888224" y="86868"/>
                  </a:lnTo>
                  <a:close/>
                </a:path>
              </a:pathLst>
            </a:custGeom>
            <a:solidFill>
              <a:srgbClr val="0462C1"/>
            </a:solidFill>
          </p:spPr>
          <p:txBody>
            <a:bodyPr wrap="square" lIns="0" tIns="0" rIns="0" bIns="0" rtlCol="0"/>
            <a:lstStyle/>
            <a:p>
              <a:endParaRPr/>
            </a:p>
          </p:txBody>
        </p:sp>
        <p:sp>
          <p:nvSpPr>
            <p:cNvPr id="87" name="object 84">
              <a:extLst>
                <a:ext uri="{FF2B5EF4-FFF2-40B4-BE49-F238E27FC236}">
                  <a16:creationId xmlns:a16="http://schemas.microsoft.com/office/drawing/2014/main" id="{5AC810E3-E58B-3C67-8006-770EB243F781}"/>
                </a:ext>
              </a:extLst>
            </p:cNvPr>
            <p:cNvSpPr/>
            <p:nvPr/>
          </p:nvSpPr>
          <p:spPr>
            <a:xfrm>
              <a:off x="7121652" y="4744973"/>
              <a:ext cx="1001394" cy="609600"/>
            </a:xfrm>
            <a:custGeom>
              <a:avLst/>
              <a:gdLst/>
              <a:ahLst/>
              <a:cxnLst/>
              <a:rect l="l" t="t" r="r" b="b"/>
              <a:pathLst>
                <a:path w="1001395" h="609600">
                  <a:moveTo>
                    <a:pt x="86868" y="522732"/>
                  </a:moveTo>
                  <a:lnTo>
                    <a:pt x="57912" y="522732"/>
                  </a:lnTo>
                  <a:lnTo>
                    <a:pt x="57912" y="0"/>
                  </a:lnTo>
                  <a:lnTo>
                    <a:pt x="28956" y="0"/>
                  </a:lnTo>
                  <a:lnTo>
                    <a:pt x="28956" y="522732"/>
                  </a:lnTo>
                  <a:lnTo>
                    <a:pt x="0" y="522732"/>
                  </a:lnTo>
                  <a:lnTo>
                    <a:pt x="43434" y="609600"/>
                  </a:lnTo>
                  <a:lnTo>
                    <a:pt x="79629" y="537210"/>
                  </a:lnTo>
                  <a:lnTo>
                    <a:pt x="86868" y="522732"/>
                  </a:lnTo>
                  <a:close/>
                </a:path>
                <a:path w="1001395" h="609600">
                  <a:moveTo>
                    <a:pt x="1001268" y="522732"/>
                  </a:moveTo>
                  <a:lnTo>
                    <a:pt x="972312" y="522732"/>
                  </a:lnTo>
                  <a:lnTo>
                    <a:pt x="972312" y="0"/>
                  </a:lnTo>
                  <a:lnTo>
                    <a:pt x="943356" y="0"/>
                  </a:lnTo>
                  <a:lnTo>
                    <a:pt x="943356" y="522732"/>
                  </a:lnTo>
                  <a:lnTo>
                    <a:pt x="914400" y="522732"/>
                  </a:lnTo>
                  <a:lnTo>
                    <a:pt x="957834" y="609600"/>
                  </a:lnTo>
                  <a:lnTo>
                    <a:pt x="994029" y="537210"/>
                  </a:lnTo>
                  <a:lnTo>
                    <a:pt x="1001268" y="522732"/>
                  </a:lnTo>
                  <a:close/>
                </a:path>
              </a:pathLst>
            </a:custGeom>
            <a:solidFill>
              <a:srgbClr val="000000"/>
            </a:solidFill>
          </p:spPr>
          <p:txBody>
            <a:bodyPr wrap="square" lIns="0" tIns="0" rIns="0" bIns="0" rtlCol="0"/>
            <a:lstStyle/>
            <a:p>
              <a:endParaRPr/>
            </a:p>
          </p:txBody>
        </p:sp>
        <p:sp>
          <p:nvSpPr>
            <p:cNvPr id="88" name="object 85">
              <a:extLst>
                <a:ext uri="{FF2B5EF4-FFF2-40B4-BE49-F238E27FC236}">
                  <a16:creationId xmlns:a16="http://schemas.microsoft.com/office/drawing/2014/main" id="{E518DBCE-BE49-681C-4838-0EA35DCE4C64}"/>
                </a:ext>
              </a:extLst>
            </p:cNvPr>
            <p:cNvSpPr/>
            <p:nvPr/>
          </p:nvSpPr>
          <p:spPr>
            <a:xfrm>
              <a:off x="4309872" y="5646419"/>
              <a:ext cx="3450590" cy="685800"/>
            </a:xfrm>
            <a:custGeom>
              <a:avLst/>
              <a:gdLst/>
              <a:ahLst/>
              <a:cxnLst/>
              <a:rect l="l" t="t" r="r" b="b"/>
              <a:pathLst>
                <a:path w="3450590" h="685800">
                  <a:moveTo>
                    <a:pt x="173736" y="512076"/>
                  </a:moveTo>
                  <a:lnTo>
                    <a:pt x="115824" y="512076"/>
                  </a:lnTo>
                  <a:lnTo>
                    <a:pt x="115824" y="0"/>
                  </a:lnTo>
                  <a:lnTo>
                    <a:pt x="57912" y="0"/>
                  </a:lnTo>
                  <a:lnTo>
                    <a:pt x="57912" y="512076"/>
                  </a:lnTo>
                  <a:lnTo>
                    <a:pt x="0" y="512076"/>
                  </a:lnTo>
                  <a:lnTo>
                    <a:pt x="86868" y="685800"/>
                  </a:lnTo>
                  <a:lnTo>
                    <a:pt x="159258" y="541020"/>
                  </a:lnTo>
                  <a:lnTo>
                    <a:pt x="173736" y="512076"/>
                  </a:lnTo>
                  <a:close/>
                </a:path>
                <a:path w="3450590" h="685800">
                  <a:moveTo>
                    <a:pt x="3450336" y="512064"/>
                  </a:moveTo>
                  <a:lnTo>
                    <a:pt x="3392424" y="512064"/>
                  </a:lnTo>
                  <a:lnTo>
                    <a:pt x="3392424" y="0"/>
                  </a:lnTo>
                  <a:lnTo>
                    <a:pt x="3334512" y="0"/>
                  </a:lnTo>
                  <a:lnTo>
                    <a:pt x="3334512" y="512064"/>
                  </a:lnTo>
                  <a:lnTo>
                    <a:pt x="3276600" y="512064"/>
                  </a:lnTo>
                  <a:lnTo>
                    <a:pt x="3363468" y="685800"/>
                  </a:lnTo>
                  <a:lnTo>
                    <a:pt x="3435858" y="541020"/>
                  </a:lnTo>
                  <a:lnTo>
                    <a:pt x="3450336" y="512064"/>
                  </a:lnTo>
                  <a:close/>
                </a:path>
              </a:pathLst>
            </a:custGeom>
            <a:solidFill>
              <a:srgbClr val="0462C1"/>
            </a:solidFill>
          </p:spPr>
          <p:txBody>
            <a:bodyPr wrap="square" lIns="0" tIns="0" rIns="0" bIns="0" rtlCol="0"/>
            <a:lstStyle/>
            <a:p>
              <a:endParaRPr/>
            </a:p>
          </p:txBody>
        </p:sp>
        <p:sp>
          <p:nvSpPr>
            <p:cNvPr id="89" name="object 86">
              <a:extLst>
                <a:ext uri="{FF2B5EF4-FFF2-40B4-BE49-F238E27FC236}">
                  <a16:creationId xmlns:a16="http://schemas.microsoft.com/office/drawing/2014/main" id="{33C96615-A529-3A5C-8918-D133631C8C01}"/>
                </a:ext>
              </a:extLst>
            </p:cNvPr>
            <p:cNvSpPr/>
            <p:nvPr/>
          </p:nvSpPr>
          <p:spPr>
            <a:xfrm>
              <a:off x="9567672" y="4274819"/>
              <a:ext cx="173990" cy="609600"/>
            </a:xfrm>
            <a:custGeom>
              <a:avLst/>
              <a:gdLst/>
              <a:ahLst/>
              <a:cxnLst/>
              <a:rect l="l" t="t" r="r" b="b"/>
              <a:pathLst>
                <a:path w="173990" h="609600">
                  <a:moveTo>
                    <a:pt x="57911" y="435863"/>
                  </a:moveTo>
                  <a:lnTo>
                    <a:pt x="0" y="435863"/>
                  </a:lnTo>
                  <a:lnTo>
                    <a:pt x="86868" y="609599"/>
                  </a:lnTo>
                  <a:lnTo>
                    <a:pt x="159257" y="464819"/>
                  </a:lnTo>
                  <a:lnTo>
                    <a:pt x="57911" y="464819"/>
                  </a:lnTo>
                  <a:lnTo>
                    <a:pt x="57911" y="435863"/>
                  </a:lnTo>
                  <a:close/>
                </a:path>
                <a:path w="173990" h="609600">
                  <a:moveTo>
                    <a:pt x="115824" y="0"/>
                  </a:moveTo>
                  <a:lnTo>
                    <a:pt x="57911" y="0"/>
                  </a:lnTo>
                  <a:lnTo>
                    <a:pt x="57911" y="464819"/>
                  </a:lnTo>
                  <a:lnTo>
                    <a:pt x="115824" y="464819"/>
                  </a:lnTo>
                  <a:lnTo>
                    <a:pt x="115824" y="0"/>
                  </a:lnTo>
                  <a:close/>
                </a:path>
                <a:path w="173990" h="609600">
                  <a:moveTo>
                    <a:pt x="173735" y="435863"/>
                  </a:moveTo>
                  <a:lnTo>
                    <a:pt x="115824" y="435863"/>
                  </a:lnTo>
                  <a:lnTo>
                    <a:pt x="115824" y="464819"/>
                  </a:lnTo>
                  <a:lnTo>
                    <a:pt x="159257" y="464819"/>
                  </a:lnTo>
                  <a:lnTo>
                    <a:pt x="173735" y="435863"/>
                  </a:lnTo>
                  <a:close/>
                </a:path>
              </a:pathLst>
            </a:custGeom>
            <a:solidFill>
              <a:srgbClr val="000000"/>
            </a:solidFill>
          </p:spPr>
          <p:txBody>
            <a:bodyPr wrap="square" lIns="0" tIns="0" rIns="0" bIns="0" rtlCol="0"/>
            <a:lstStyle/>
            <a:p>
              <a:endParaRPr/>
            </a:p>
          </p:txBody>
        </p:sp>
        <p:sp>
          <p:nvSpPr>
            <p:cNvPr id="90" name="object 87">
              <a:extLst>
                <a:ext uri="{FF2B5EF4-FFF2-40B4-BE49-F238E27FC236}">
                  <a16:creationId xmlns:a16="http://schemas.microsoft.com/office/drawing/2014/main" id="{43571D6A-E8C3-F9DE-659F-B3E16A0EA3AE}"/>
                </a:ext>
              </a:extLst>
            </p:cNvPr>
            <p:cNvSpPr/>
            <p:nvPr/>
          </p:nvSpPr>
          <p:spPr>
            <a:xfrm>
              <a:off x="5102351" y="4808981"/>
              <a:ext cx="114300" cy="1219200"/>
            </a:xfrm>
            <a:custGeom>
              <a:avLst/>
              <a:gdLst/>
              <a:ahLst/>
              <a:cxnLst/>
              <a:rect l="l" t="t" r="r" b="b"/>
              <a:pathLst>
                <a:path w="114300" h="1219200">
                  <a:moveTo>
                    <a:pt x="76200" y="95250"/>
                  </a:moveTo>
                  <a:lnTo>
                    <a:pt x="38100" y="95250"/>
                  </a:lnTo>
                  <a:lnTo>
                    <a:pt x="38100" y="1219200"/>
                  </a:lnTo>
                  <a:lnTo>
                    <a:pt x="76200" y="1219200"/>
                  </a:lnTo>
                  <a:lnTo>
                    <a:pt x="76200" y="95250"/>
                  </a:lnTo>
                  <a:close/>
                </a:path>
                <a:path w="114300" h="1219200">
                  <a:moveTo>
                    <a:pt x="57150" y="0"/>
                  </a:moveTo>
                  <a:lnTo>
                    <a:pt x="0" y="114300"/>
                  </a:lnTo>
                  <a:lnTo>
                    <a:pt x="38100" y="114300"/>
                  </a:lnTo>
                  <a:lnTo>
                    <a:pt x="38100" y="95250"/>
                  </a:lnTo>
                  <a:lnTo>
                    <a:pt x="104775" y="95250"/>
                  </a:lnTo>
                  <a:lnTo>
                    <a:pt x="57150" y="0"/>
                  </a:lnTo>
                  <a:close/>
                </a:path>
                <a:path w="114300" h="1219200">
                  <a:moveTo>
                    <a:pt x="104775" y="95250"/>
                  </a:moveTo>
                  <a:lnTo>
                    <a:pt x="76200" y="95250"/>
                  </a:lnTo>
                  <a:lnTo>
                    <a:pt x="76200" y="114300"/>
                  </a:lnTo>
                  <a:lnTo>
                    <a:pt x="114300" y="114300"/>
                  </a:lnTo>
                  <a:lnTo>
                    <a:pt x="104775" y="95250"/>
                  </a:lnTo>
                  <a:close/>
                </a:path>
              </a:pathLst>
            </a:custGeom>
            <a:solidFill>
              <a:srgbClr val="EC7C30"/>
            </a:solidFill>
          </p:spPr>
          <p:txBody>
            <a:bodyPr wrap="square" lIns="0" tIns="0" rIns="0" bIns="0" rtlCol="0"/>
            <a:lstStyle/>
            <a:p>
              <a:endParaRPr/>
            </a:p>
          </p:txBody>
        </p:sp>
        <p:sp>
          <p:nvSpPr>
            <p:cNvPr id="91" name="object 88">
              <a:extLst>
                <a:ext uri="{FF2B5EF4-FFF2-40B4-BE49-F238E27FC236}">
                  <a16:creationId xmlns:a16="http://schemas.microsoft.com/office/drawing/2014/main" id="{8B34F860-1B3E-9DCD-830F-87C56F397EEC}"/>
                </a:ext>
              </a:extLst>
            </p:cNvPr>
            <p:cNvSpPr/>
            <p:nvPr/>
          </p:nvSpPr>
          <p:spPr>
            <a:xfrm>
              <a:off x="5071872" y="4732019"/>
              <a:ext cx="3526790" cy="1600200"/>
            </a:xfrm>
            <a:custGeom>
              <a:avLst/>
              <a:gdLst/>
              <a:ahLst/>
              <a:cxnLst/>
              <a:rect l="l" t="t" r="r" b="b"/>
              <a:pathLst>
                <a:path w="3526790" h="1600200">
                  <a:moveTo>
                    <a:pt x="173736" y="249936"/>
                  </a:moveTo>
                  <a:lnTo>
                    <a:pt x="159258" y="220980"/>
                  </a:lnTo>
                  <a:lnTo>
                    <a:pt x="86868" y="76200"/>
                  </a:lnTo>
                  <a:lnTo>
                    <a:pt x="0" y="249936"/>
                  </a:lnTo>
                  <a:lnTo>
                    <a:pt x="57912" y="249936"/>
                  </a:lnTo>
                  <a:lnTo>
                    <a:pt x="57912" y="1600200"/>
                  </a:lnTo>
                  <a:lnTo>
                    <a:pt x="115824" y="1600200"/>
                  </a:lnTo>
                  <a:lnTo>
                    <a:pt x="115824" y="249936"/>
                  </a:lnTo>
                  <a:lnTo>
                    <a:pt x="173736" y="249936"/>
                  </a:lnTo>
                  <a:close/>
                </a:path>
                <a:path w="3526790" h="1600200">
                  <a:moveTo>
                    <a:pt x="3526536" y="173736"/>
                  </a:moveTo>
                  <a:lnTo>
                    <a:pt x="3512058" y="144780"/>
                  </a:lnTo>
                  <a:lnTo>
                    <a:pt x="3439668" y="0"/>
                  </a:lnTo>
                  <a:lnTo>
                    <a:pt x="3352800" y="173736"/>
                  </a:lnTo>
                  <a:lnTo>
                    <a:pt x="3410712" y="173736"/>
                  </a:lnTo>
                  <a:lnTo>
                    <a:pt x="3410712" y="1600200"/>
                  </a:lnTo>
                  <a:lnTo>
                    <a:pt x="3468624" y="1600200"/>
                  </a:lnTo>
                  <a:lnTo>
                    <a:pt x="3468624" y="173736"/>
                  </a:lnTo>
                  <a:lnTo>
                    <a:pt x="3526536" y="173736"/>
                  </a:lnTo>
                  <a:close/>
                </a:path>
              </a:pathLst>
            </a:custGeom>
            <a:solidFill>
              <a:srgbClr val="0462C1"/>
            </a:solidFill>
          </p:spPr>
          <p:txBody>
            <a:bodyPr wrap="square" lIns="0" tIns="0" rIns="0" bIns="0" rtlCol="0"/>
            <a:lstStyle/>
            <a:p>
              <a:endParaRPr/>
            </a:p>
          </p:txBody>
        </p:sp>
      </p:grpSp>
      <p:sp>
        <p:nvSpPr>
          <p:cNvPr id="92" name="object 89">
            <a:extLst>
              <a:ext uri="{FF2B5EF4-FFF2-40B4-BE49-F238E27FC236}">
                <a16:creationId xmlns:a16="http://schemas.microsoft.com/office/drawing/2014/main" id="{D0ACB1B8-32E1-4530-8400-7DA148608465}"/>
              </a:ext>
            </a:extLst>
          </p:cNvPr>
          <p:cNvSpPr txBox="1"/>
          <p:nvPr/>
        </p:nvSpPr>
        <p:spPr>
          <a:xfrm>
            <a:off x="7123303" y="1367789"/>
            <a:ext cx="141160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omic Sans MS"/>
                <a:cs typeface="Comic Sans MS"/>
              </a:rPr>
              <a:t>FP</a:t>
            </a:r>
            <a:r>
              <a:rPr sz="1800" b="1" spc="-95" dirty="0">
                <a:latin typeface="Comic Sans MS"/>
                <a:cs typeface="Comic Sans MS"/>
              </a:rPr>
              <a:t> </a:t>
            </a:r>
            <a:r>
              <a:rPr sz="1800" b="1" spc="-5" dirty="0">
                <a:latin typeface="Comic Sans MS"/>
                <a:cs typeface="Comic Sans MS"/>
              </a:rPr>
              <a:t>Registers</a:t>
            </a:r>
            <a:endParaRPr sz="1800">
              <a:latin typeface="Comic Sans MS"/>
              <a:cs typeface="Comic Sans MS"/>
            </a:endParaRPr>
          </a:p>
        </p:txBody>
      </p:sp>
      <p:sp>
        <p:nvSpPr>
          <p:cNvPr id="93" name="object 90">
            <a:extLst>
              <a:ext uri="{FF2B5EF4-FFF2-40B4-BE49-F238E27FC236}">
                <a16:creationId xmlns:a16="http://schemas.microsoft.com/office/drawing/2014/main" id="{80747EC0-4B5A-3E49-5DEA-89AA9FE738AF}"/>
              </a:ext>
            </a:extLst>
          </p:cNvPr>
          <p:cNvSpPr txBox="1"/>
          <p:nvPr/>
        </p:nvSpPr>
        <p:spPr>
          <a:xfrm>
            <a:off x="5417946" y="4759579"/>
            <a:ext cx="1298575" cy="574675"/>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mic Sans MS"/>
                <a:cs typeface="Comic Sans MS"/>
              </a:rPr>
              <a:t>Reservation</a:t>
            </a:r>
            <a:endParaRPr sz="1800" dirty="0">
              <a:latin typeface="Comic Sans MS"/>
              <a:cs typeface="Comic Sans MS"/>
            </a:endParaRPr>
          </a:p>
          <a:p>
            <a:pPr marL="239395">
              <a:lnSpc>
                <a:spcPct val="100000"/>
              </a:lnSpc>
            </a:pPr>
            <a:r>
              <a:rPr sz="1800" b="1" spc="-5" dirty="0">
                <a:latin typeface="Comic Sans MS"/>
                <a:cs typeface="Comic Sans MS"/>
              </a:rPr>
              <a:t>Stations</a:t>
            </a:r>
            <a:endParaRPr sz="1800" dirty="0">
              <a:latin typeface="Comic Sans MS"/>
              <a:cs typeface="Comic Sans MS"/>
            </a:endParaRPr>
          </a:p>
        </p:txBody>
      </p:sp>
      <p:sp>
        <p:nvSpPr>
          <p:cNvPr id="94" name="object 91">
            <a:extLst>
              <a:ext uri="{FF2B5EF4-FFF2-40B4-BE49-F238E27FC236}">
                <a16:creationId xmlns:a16="http://schemas.microsoft.com/office/drawing/2014/main" id="{0DCD230E-25E5-44D2-6588-387286433BF6}"/>
              </a:ext>
            </a:extLst>
          </p:cNvPr>
          <p:cNvSpPr txBox="1"/>
          <p:nvPr/>
        </p:nvSpPr>
        <p:spPr>
          <a:xfrm>
            <a:off x="9164828" y="4797679"/>
            <a:ext cx="91122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omic Sans MS"/>
                <a:cs typeface="Comic Sans MS"/>
              </a:rPr>
              <a:t>To</a:t>
            </a:r>
            <a:r>
              <a:rPr sz="1800" b="1" spc="-80" dirty="0">
                <a:latin typeface="Comic Sans MS"/>
                <a:cs typeface="Comic Sans MS"/>
              </a:rPr>
              <a:t> </a:t>
            </a:r>
            <a:r>
              <a:rPr sz="1800" b="1" spc="-10" dirty="0">
                <a:latin typeface="Comic Sans MS"/>
                <a:cs typeface="Comic Sans MS"/>
              </a:rPr>
              <a:t>Mem</a:t>
            </a:r>
            <a:endParaRPr sz="1800">
              <a:latin typeface="Comic Sans MS"/>
              <a:cs typeface="Comic Sans MS"/>
            </a:endParaRPr>
          </a:p>
        </p:txBody>
      </p:sp>
      <p:sp>
        <p:nvSpPr>
          <p:cNvPr id="95" name="object 92">
            <a:extLst>
              <a:ext uri="{FF2B5EF4-FFF2-40B4-BE49-F238E27FC236}">
                <a16:creationId xmlns:a16="http://schemas.microsoft.com/office/drawing/2014/main" id="{4668CBCE-3389-8046-D3E4-38B6A5ED3E7E}"/>
              </a:ext>
            </a:extLst>
          </p:cNvPr>
          <p:cNvSpPr txBox="1"/>
          <p:nvPr/>
        </p:nvSpPr>
        <p:spPr>
          <a:xfrm>
            <a:off x="2041017" y="1444243"/>
            <a:ext cx="2757805" cy="299720"/>
          </a:xfrm>
          <a:prstGeom prst="rect">
            <a:avLst/>
          </a:prstGeom>
        </p:spPr>
        <p:txBody>
          <a:bodyPr vert="horz" wrap="square" lIns="0" tIns="12700" rIns="0" bIns="0" rtlCol="0">
            <a:spAutoFit/>
          </a:bodyPr>
          <a:lstStyle/>
          <a:p>
            <a:pPr marL="12700">
              <a:lnSpc>
                <a:spcPct val="100000"/>
              </a:lnSpc>
              <a:spcBef>
                <a:spcPts val="100"/>
              </a:spcBef>
              <a:tabLst>
                <a:tab pos="2082164" algn="l"/>
              </a:tabLst>
            </a:pPr>
            <a:r>
              <a:rPr sz="1800" b="1" dirty="0">
                <a:latin typeface="Comic Sans MS"/>
                <a:cs typeface="Comic Sans MS"/>
              </a:rPr>
              <a:t>From</a:t>
            </a:r>
            <a:r>
              <a:rPr sz="1800" b="1" spc="-10" dirty="0">
                <a:latin typeface="Comic Sans MS"/>
                <a:cs typeface="Comic Sans MS"/>
              </a:rPr>
              <a:t> </a:t>
            </a:r>
            <a:r>
              <a:rPr sz="1800" b="1" spc="-5" dirty="0">
                <a:latin typeface="Comic Sans MS"/>
                <a:cs typeface="Comic Sans MS"/>
              </a:rPr>
              <a:t>Mem	</a:t>
            </a:r>
            <a:r>
              <a:rPr sz="1800" b="1" dirty="0">
                <a:latin typeface="Comic Sans MS"/>
                <a:cs typeface="Comic Sans MS"/>
              </a:rPr>
              <a:t>FP</a:t>
            </a:r>
            <a:r>
              <a:rPr sz="1800" b="1" spc="-105" dirty="0">
                <a:latin typeface="Comic Sans MS"/>
                <a:cs typeface="Comic Sans MS"/>
              </a:rPr>
              <a:t> </a:t>
            </a:r>
            <a:r>
              <a:rPr sz="1800" b="1" spc="-5" dirty="0">
                <a:latin typeface="Comic Sans MS"/>
                <a:cs typeface="Comic Sans MS"/>
              </a:rPr>
              <a:t>Op</a:t>
            </a:r>
            <a:endParaRPr sz="1800">
              <a:latin typeface="Comic Sans MS"/>
              <a:cs typeface="Comic Sans MS"/>
            </a:endParaRPr>
          </a:p>
        </p:txBody>
      </p:sp>
      <p:sp>
        <p:nvSpPr>
          <p:cNvPr id="96" name="object 93">
            <a:extLst>
              <a:ext uri="{FF2B5EF4-FFF2-40B4-BE49-F238E27FC236}">
                <a16:creationId xmlns:a16="http://schemas.microsoft.com/office/drawing/2014/main" id="{036E2DBD-8390-7A07-4F93-58C51E1C1AC1}"/>
              </a:ext>
            </a:extLst>
          </p:cNvPr>
          <p:cNvSpPr txBox="1"/>
          <p:nvPr/>
        </p:nvSpPr>
        <p:spPr>
          <a:xfrm>
            <a:off x="3028569" y="1718563"/>
            <a:ext cx="1785620" cy="558800"/>
          </a:xfrm>
          <a:prstGeom prst="rect">
            <a:avLst/>
          </a:prstGeom>
        </p:spPr>
        <p:txBody>
          <a:bodyPr vert="horz" wrap="square" lIns="0" tIns="33655" rIns="0" bIns="0" rtlCol="0">
            <a:spAutoFit/>
          </a:bodyPr>
          <a:lstStyle/>
          <a:p>
            <a:pPr marL="12700" marR="5080" indent="1066800">
              <a:lnSpc>
                <a:spcPts val="2039"/>
              </a:lnSpc>
              <a:spcBef>
                <a:spcPts val="265"/>
              </a:spcBef>
            </a:pPr>
            <a:r>
              <a:rPr sz="1800" b="1" spc="-5" dirty="0">
                <a:latin typeface="Comic Sans MS"/>
                <a:cs typeface="Comic Sans MS"/>
              </a:rPr>
              <a:t>Queue  </a:t>
            </a:r>
            <a:r>
              <a:rPr sz="1800" b="1" dirty="0">
                <a:latin typeface="Comic Sans MS"/>
                <a:cs typeface="Comic Sans MS"/>
              </a:rPr>
              <a:t>Load</a:t>
            </a:r>
            <a:r>
              <a:rPr sz="1800" b="1" spc="-25" dirty="0">
                <a:latin typeface="Comic Sans MS"/>
                <a:cs typeface="Comic Sans MS"/>
              </a:rPr>
              <a:t> </a:t>
            </a:r>
            <a:r>
              <a:rPr sz="1800" b="1" spc="-5" dirty="0">
                <a:latin typeface="Comic Sans MS"/>
                <a:cs typeface="Comic Sans MS"/>
              </a:rPr>
              <a:t>Buffers</a:t>
            </a:r>
            <a:endParaRPr sz="1800">
              <a:latin typeface="Comic Sans MS"/>
              <a:cs typeface="Comic Sans MS"/>
            </a:endParaRPr>
          </a:p>
        </p:txBody>
      </p:sp>
      <p:sp>
        <p:nvSpPr>
          <p:cNvPr id="97" name="object 94">
            <a:extLst>
              <a:ext uri="{FF2B5EF4-FFF2-40B4-BE49-F238E27FC236}">
                <a16:creationId xmlns:a16="http://schemas.microsoft.com/office/drawing/2014/main" id="{6AFEC315-2C22-CEE9-F5C7-2D08E1A73299}"/>
              </a:ext>
            </a:extLst>
          </p:cNvPr>
          <p:cNvSpPr txBox="1"/>
          <p:nvPr/>
        </p:nvSpPr>
        <p:spPr>
          <a:xfrm>
            <a:off x="8287004" y="3197098"/>
            <a:ext cx="870585" cy="574040"/>
          </a:xfrm>
          <a:prstGeom prst="rect">
            <a:avLst/>
          </a:prstGeom>
        </p:spPr>
        <p:txBody>
          <a:bodyPr vert="horz" wrap="square" lIns="0" tIns="12700" rIns="0" bIns="0" rtlCol="0">
            <a:spAutoFit/>
          </a:bodyPr>
          <a:lstStyle/>
          <a:p>
            <a:pPr marL="12700" marR="5080" indent="59055">
              <a:lnSpc>
                <a:spcPct val="100000"/>
              </a:lnSpc>
              <a:spcBef>
                <a:spcPts val="100"/>
              </a:spcBef>
            </a:pPr>
            <a:r>
              <a:rPr sz="1800" b="1" spc="-5" dirty="0">
                <a:latin typeface="Comic Sans MS"/>
                <a:cs typeface="Comic Sans MS"/>
              </a:rPr>
              <a:t>Store </a:t>
            </a:r>
            <a:r>
              <a:rPr sz="1800" b="1" dirty="0">
                <a:latin typeface="Comic Sans MS"/>
                <a:cs typeface="Comic Sans MS"/>
              </a:rPr>
              <a:t> Buffers</a:t>
            </a:r>
            <a:endParaRPr sz="1800">
              <a:latin typeface="Comic Sans MS"/>
              <a:cs typeface="Comic Sans MS"/>
            </a:endParaRPr>
          </a:p>
        </p:txBody>
      </p:sp>
      <p:sp>
        <p:nvSpPr>
          <p:cNvPr id="98" name="object 95">
            <a:extLst>
              <a:ext uri="{FF2B5EF4-FFF2-40B4-BE49-F238E27FC236}">
                <a16:creationId xmlns:a16="http://schemas.microsoft.com/office/drawing/2014/main" id="{B03F2B7C-3B74-A81E-AD89-7AA920E84DBD}"/>
              </a:ext>
            </a:extLst>
          </p:cNvPr>
          <p:cNvSpPr txBox="1"/>
          <p:nvPr/>
        </p:nvSpPr>
        <p:spPr>
          <a:xfrm>
            <a:off x="1778889" y="2400680"/>
            <a:ext cx="530860" cy="1200150"/>
          </a:xfrm>
          <a:prstGeom prst="rect">
            <a:avLst/>
          </a:prstGeom>
        </p:spPr>
        <p:txBody>
          <a:bodyPr vert="horz" wrap="square" lIns="0" tIns="34290" rIns="0" bIns="0" rtlCol="0">
            <a:spAutoFit/>
          </a:bodyPr>
          <a:lstStyle/>
          <a:p>
            <a:pPr marL="12700" marR="5080" algn="just">
              <a:lnSpc>
                <a:spcPct val="90000"/>
              </a:lnSpc>
              <a:spcBef>
                <a:spcPts val="270"/>
              </a:spcBef>
            </a:pPr>
            <a:r>
              <a:rPr sz="1400" b="1" spc="-10" dirty="0">
                <a:solidFill>
                  <a:srgbClr val="0462C1"/>
                </a:solidFill>
                <a:latin typeface="Comic Sans MS"/>
                <a:cs typeface="Comic Sans MS"/>
              </a:rPr>
              <a:t>L</a:t>
            </a:r>
            <a:r>
              <a:rPr sz="1400" b="1" dirty="0">
                <a:solidFill>
                  <a:srgbClr val="0462C1"/>
                </a:solidFill>
                <a:latin typeface="Comic Sans MS"/>
                <a:cs typeface="Comic Sans MS"/>
              </a:rPr>
              <a:t>oad1  </a:t>
            </a:r>
            <a:r>
              <a:rPr sz="1400" b="1" spc="-10" dirty="0">
                <a:solidFill>
                  <a:srgbClr val="0462C1"/>
                </a:solidFill>
                <a:latin typeface="Comic Sans MS"/>
                <a:cs typeface="Comic Sans MS"/>
              </a:rPr>
              <a:t>L</a:t>
            </a:r>
            <a:r>
              <a:rPr sz="1400" b="1" dirty="0">
                <a:solidFill>
                  <a:srgbClr val="0462C1"/>
                </a:solidFill>
                <a:latin typeface="Comic Sans MS"/>
                <a:cs typeface="Comic Sans MS"/>
              </a:rPr>
              <a:t>oad2  </a:t>
            </a:r>
            <a:r>
              <a:rPr sz="1400" b="1" spc="-10" dirty="0">
                <a:solidFill>
                  <a:srgbClr val="0462C1"/>
                </a:solidFill>
                <a:latin typeface="Comic Sans MS"/>
                <a:cs typeface="Comic Sans MS"/>
              </a:rPr>
              <a:t>L</a:t>
            </a:r>
            <a:r>
              <a:rPr sz="1400" b="1" dirty="0">
                <a:solidFill>
                  <a:srgbClr val="0462C1"/>
                </a:solidFill>
                <a:latin typeface="Comic Sans MS"/>
                <a:cs typeface="Comic Sans MS"/>
              </a:rPr>
              <a:t>oad3  </a:t>
            </a:r>
            <a:r>
              <a:rPr sz="1400" b="1" spc="-10" dirty="0">
                <a:solidFill>
                  <a:srgbClr val="0462C1"/>
                </a:solidFill>
                <a:latin typeface="Comic Sans MS"/>
                <a:cs typeface="Comic Sans MS"/>
              </a:rPr>
              <a:t>L</a:t>
            </a:r>
            <a:r>
              <a:rPr sz="1400" b="1" dirty="0">
                <a:solidFill>
                  <a:srgbClr val="0462C1"/>
                </a:solidFill>
                <a:latin typeface="Comic Sans MS"/>
                <a:cs typeface="Comic Sans MS"/>
              </a:rPr>
              <a:t>oad4  </a:t>
            </a:r>
            <a:r>
              <a:rPr sz="1400" b="1" spc="-10" dirty="0">
                <a:solidFill>
                  <a:srgbClr val="0462C1"/>
                </a:solidFill>
                <a:latin typeface="Comic Sans MS"/>
                <a:cs typeface="Comic Sans MS"/>
              </a:rPr>
              <a:t>L</a:t>
            </a:r>
            <a:r>
              <a:rPr sz="1400" b="1" dirty="0">
                <a:solidFill>
                  <a:srgbClr val="0462C1"/>
                </a:solidFill>
                <a:latin typeface="Comic Sans MS"/>
                <a:cs typeface="Comic Sans MS"/>
              </a:rPr>
              <a:t>oad5  </a:t>
            </a:r>
            <a:r>
              <a:rPr sz="1400" b="1" spc="-10" dirty="0">
                <a:solidFill>
                  <a:srgbClr val="0462C1"/>
                </a:solidFill>
                <a:latin typeface="Comic Sans MS"/>
                <a:cs typeface="Comic Sans MS"/>
              </a:rPr>
              <a:t>L</a:t>
            </a:r>
            <a:r>
              <a:rPr sz="1400" b="1" dirty="0">
                <a:solidFill>
                  <a:srgbClr val="0462C1"/>
                </a:solidFill>
                <a:latin typeface="Comic Sans MS"/>
                <a:cs typeface="Comic Sans MS"/>
              </a:rPr>
              <a:t>oad6</a:t>
            </a:r>
            <a:endParaRPr sz="1400">
              <a:latin typeface="Comic Sans MS"/>
              <a:cs typeface="Comic Sans MS"/>
            </a:endParaRPr>
          </a:p>
        </p:txBody>
      </p:sp>
      <p:sp>
        <p:nvSpPr>
          <p:cNvPr id="3" name="TextBox 2">
            <a:extLst>
              <a:ext uri="{FF2B5EF4-FFF2-40B4-BE49-F238E27FC236}">
                <a16:creationId xmlns:a16="http://schemas.microsoft.com/office/drawing/2014/main" id="{53EB1B4C-4B03-0C1A-9D9C-7FB6BD42D67B}"/>
              </a:ext>
            </a:extLst>
          </p:cNvPr>
          <p:cNvSpPr txBox="1"/>
          <p:nvPr/>
        </p:nvSpPr>
        <p:spPr>
          <a:xfrm>
            <a:off x="-11063" y="5048426"/>
            <a:ext cx="3087498" cy="1200329"/>
          </a:xfrm>
          <a:prstGeom prst="rect">
            <a:avLst/>
          </a:prstGeom>
          <a:noFill/>
        </p:spPr>
        <p:txBody>
          <a:bodyPr wrap="square" rtlCol="0">
            <a:spAutoFit/>
          </a:bodyPr>
          <a:lstStyle/>
          <a:p>
            <a:r>
              <a:rPr lang="en-US" sz="2400" dirty="0"/>
              <a:t>Register renaming through reservation stations</a:t>
            </a:r>
            <a:endParaRPr lang="en-IN" sz="2400" dirty="0"/>
          </a:p>
        </p:txBody>
      </p:sp>
    </p:spTree>
    <p:extLst>
      <p:ext uri="{BB962C8B-B14F-4D97-AF65-F5344CB8AC3E}">
        <p14:creationId xmlns:p14="http://schemas.microsoft.com/office/powerpoint/2010/main" val="2389636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A577C-B019-FD99-DCE8-D19E8697314B}"/>
              </a:ext>
            </a:extLst>
          </p:cNvPr>
          <p:cNvSpPr>
            <a:spLocks noGrp="1"/>
          </p:cNvSpPr>
          <p:nvPr>
            <p:ph type="title"/>
          </p:nvPr>
        </p:nvSpPr>
        <p:spPr/>
        <p:txBody>
          <a:bodyPr/>
          <a:lstStyle/>
          <a:p>
            <a:r>
              <a:rPr lang="en-US" dirty="0"/>
              <a:t>What is the deal?</a:t>
            </a:r>
            <a:endParaRPr lang="en-IN" dirty="0"/>
          </a:p>
        </p:txBody>
      </p:sp>
      <p:sp>
        <p:nvSpPr>
          <p:cNvPr id="4" name="Footer Placeholder 3">
            <a:extLst>
              <a:ext uri="{FF2B5EF4-FFF2-40B4-BE49-F238E27FC236}">
                <a16:creationId xmlns:a16="http://schemas.microsoft.com/office/drawing/2014/main" id="{4109562A-1614-2ADD-2904-1CA42A224CA1}"/>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D4AEDB01-482F-E22F-650C-E359C91BFB93}"/>
              </a:ext>
            </a:extLst>
          </p:cNvPr>
          <p:cNvSpPr>
            <a:spLocks noGrp="1"/>
          </p:cNvSpPr>
          <p:nvPr>
            <p:ph type="sldNum" sz="quarter" idx="12"/>
          </p:nvPr>
        </p:nvSpPr>
        <p:spPr/>
        <p:txBody>
          <a:bodyPr/>
          <a:lstStyle/>
          <a:p>
            <a:fld id="{B8651ABE-1138-46C6-9A43-7FCD4EB2550C}" type="slidenum">
              <a:rPr lang="en-IN" smtClean="0"/>
              <a:pPr/>
              <a:t>18</a:t>
            </a:fld>
            <a:endParaRPr lang="en-IN" dirty="0"/>
          </a:p>
        </p:txBody>
      </p:sp>
      <p:sp>
        <p:nvSpPr>
          <p:cNvPr id="6" name="object 3">
            <a:extLst>
              <a:ext uri="{FF2B5EF4-FFF2-40B4-BE49-F238E27FC236}">
                <a16:creationId xmlns:a16="http://schemas.microsoft.com/office/drawing/2014/main" id="{296EF595-279E-E84B-ECF0-E533BD6CC604}"/>
              </a:ext>
            </a:extLst>
          </p:cNvPr>
          <p:cNvSpPr txBox="1"/>
          <p:nvPr/>
        </p:nvSpPr>
        <p:spPr>
          <a:xfrm>
            <a:off x="130810" y="1402206"/>
            <a:ext cx="11930380" cy="4687822"/>
          </a:xfrm>
          <a:prstGeom prst="rect">
            <a:avLst/>
          </a:prstGeom>
        </p:spPr>
        <p:txBody>
          <a:bodyPr vert="horz" wrap="square" lIns="0" tIns="85725" rIns="0" bIns="0" rtlCol="0">
            <a:spAutoFit/>
          </a:bodyPr>
          <a:lstStyle/>
          <a:p>
            <a:pPr marL="299085" indent="-287020">
              <a:lnSpc>
                <a:spcPct val="100000"/>
              </a:lnSpc>
              <a:spcBef>
                <a:spcPts val="675"/>
              </a:spcBef>
              <a:buChar char="•"/>
              <a:tabLst>
                <a:tab pos="299085" algn="l"/>
                <a:tab pos="299720" algn="l"/>
              </a:tabLst>
            </a:pPr>
            <a:r>
              <a:rPr sz="2400" spc="-5" dirty="0">
                <a:latin typeface="Cambria"/>
                <a:cs typeface="Cambria"/>
              </a:rPr>
              <a:t>Control</a:t>
            </a:r>
            <a:r>
              <a:rPr sz="2400" spc="-25" dirty="0">
                <a:latin typeface="Cambria"/>
                <a:cs typeface="Cambria"/>
              </a:rPr>
              <a:t> </a:t>
            </a:r>
            <a:r>
              <a:rPr sz="2400" dirty="0">
                <a:latin typeface="Cambria"/>
                <a:cs typeface="Cambria"/>
              </a:rPr>
              <a:t>&amp;</a:t>
            </a:r>
            <a:r>
              <a:rPr sz="2400" spc="5" dirty="0">
                <a:latin typeface="Cambria"/>
                <a:cs typeface="Cambria"/>
              </a:rPr>
              <a:t> </a:t>
            </a:r>
            <a:r>
              <a:rPr sz="2400" spc="-10" dirty="0">
                <a:latin typeface="Cambria"/>
                <a:cs typeface="Cambria"/>
              </a:rPr>
              <a:t>buffers</a:t>
            </a:r>
            <a:r>
              <a:rPr sz="2400" spc="-10" dirty="0">
                <a:solidFill>
                  <a:srgbClr val="0462C1"/>
                </a:solidFill>
                <a:latin typeface="Cambria"/>
                <a:cs typeface="Cambria"/>
              </a:rPr>
              <a:t> </a:t>
            </a:r>
            <a:r>
              <a:rPr sz="2400" u="heavy" spc="-5" dirty="0">
                <a:solidFill>
                  <a:srgbClr val="0462C1"/>
                </a:solidFill>
                <a:uFill>
                  <a:solidFill>
                    <a:srgbClr val="0462C1"/>
                  </a:solidFill>
                </a:uFill>
                <a:latin typeface="Cambria"/>
                <a:cs typeface="Cambria"/>
              </a:rPr>
              <a:t>distributed</a:t>
            </a:r>
            <a:r>
              <a:rPr sz="2400" spc="5" dirty="0">
                <a:solidFill>
                  <a:srgbClr val="0462C1"/>
                </a:solidFill>
                <a:latin typeface="Cambria"/>
                <a:cs typeface="Cambria"/>
              </a:rPr>
              <a:t> </a:t>
            </a:r>
            <a:r>
              <a:rPr sz="2400" spc="-5" dirty="0">
                <a:latin typeface="Cambria"/>
                <a:cs typeface="Cambria"/>
              </a:rPr>
              <a:t>with</a:t>
            </a:r>
            <a:r>
              <a:rPr sz="2400" spc="-15" dirty="0">
                <a:latin typeface="Cambria"/>
                <a:cs typeface="Cambria"/>
              </a:rPr>
              <a:t> </a:t>
            </a:r>
            <a:r>
              <a:rPr sz="2400" spc="-10" dirty="0">
                <a:latin typeface="Cambria"/>
                <a:cs typeface="Cambria"/>
              </a:rPr>
              <a:t>Function</a:t>
            </a:r>
            <a:r>
              <a:rPr sz="2400" dirty="0">
                <a:latin typeface="Cambria"/>
                <a:cs typeface="Cambria"/>
              </a:rPr>
              <a:t> Units</a:t>
            </a:r>
            <a:r>
              <a:rPr sz="2400" spc="-20" dirty="0">
                <a:latin typeface="Cambria"/>
                <a:cs typeface="Cambria"/>
              </a:rPr>
              <a:t> </a:t>
            </a:r>
            <a:r>
              <a:rPr sz="2400" spc="-5" dirty="0">
                <a:latin typeface="Cambria"/>
                <a:cs typeface="Cambria"/>
              </a:rPr>
              <a:t>(FU)</a:t>
            </a:r>
            <a:r>
              <a:rPr sz="2400" spc="-10" dirty="0">
                <a:latin typeface="Cambria"/>
                <a:cs typeface="Cambria"/>
              </a:rPr>
              <a:t>;</a:t>
            </a:r>
            <a:endParaRPr sz="2400" dirty="0">
              <a:latin typeface="Cambria"/>
              <a:cs typeface="Cambria"/>
            </a:endParaRPr>
          </a:p>
          <a:p>
            <a:pPr marL="698500" lvl="1" indent="-228600">
              <a:lnSpc>
                <a:spcPct val="100000"/>
              </a:lnSpc>
              <a:spcBef>
                <a:spcPts val="575"/>
              </a:spcBef>
              <a:buChar char="–"/>
              <a:tabLst>
                <a:tab pos="698500" algn="l"/>
              </a:tabLst>
            </a:pPr>
            <a:r>
              <a:rPr sz="2400" dirty="0">
                <a:latin typeface="Cambria"/>
                <a:cs typeface="Cambria"/>
              </a:rPr>
              <a:t>FU</a:t>
            </a:r>
            <a:r>
              <a:rPr sz="2400" spc="-20" dirty="0">
                <a:latin typeface="Cambria"/>
                <a:cs typeface="Cambria"/>
              </a:rPr>
              <a:t> </a:t>
            </a:r>
            <a:r>
              <a:rPr sz="2400" spc="-5" dirty="0">
                <a:latin typeface="Cambria"/>
                <a:cs typeface="Cambria"/>
              </a:rPr>
              <a:t>buffers</a:t>
            </a:r>
            <a:r>
              <a:rPr sz="2400" dirty="0">
                <a:latin typeface="Cambria"/>
                <a:cs typeface="Cambria"/>
              </a:rPr>
              <a:t> </a:t>
            </a:r>
            <a:r>
              <a:rPr sz="2400" spc="-5" dirty="0">
                <a:latin typeface="Cambria"/>
                <a:cs typeface="Cambria"/>
              </a:rPr>
              <a:t>called</a:t>
            </a:r>
            <a:r>
              <a:rPr sz="2400" spc="5" dirty="0">
                <a:latin typeface="Cambria"/>
                <a:cs typeface="Cambria"/>
              </a:rPr>
              <a:t> </a:t>
            </a:r>
            <a:r>
              <a:rPr sz="2400" spc="-10" dirty="0">
                <a:latin typeface="Cambria"/>
                <a:cs typeface="Cambria"/>
              </a:rPr>
              <a:t>“</a:t>
            </a:r>
            <a:r>
              <a:rPr sz="2400" u="heavy" spc="-10" dirty="0">
                <a:solidFill>
                  <a:srgbClr val="0462C1"/>
                </a:solidFill>
                <a:uFill>
                  <a:solidFill>
                    <a:srgbClr val="0462C1"/>
                  </a:solidFill>
                </a:uFill>
                <a:latin typeface="Cambria"/>
                <a:cs typeface="Cambria"/>
              </a:rPr>
              <a:t>reservation</a:t>
            </a:r>
            <a:r>
              <a:rPr sz="2400" u="heavy" spc="-30" dirty="0">
                <a:solidFill>
                  <a:srgbClr val="0462C1"/>
                </a:solidFill>
                <a:uFill>
                  <a:solidFill>
                    <a:srgbClr val="0462C1"/>
                  </a:solidFill>
                </a:uFill>
                <a:latin typeface="Cambria"/>
                <a:cs typeface="Cambria"/>
              </a:rPr>
              <a:t> </a:t>
            </a:r>
            <a:r>
              <a:rPr sz="2400" u="heavy" dirty="0">
                <a:solidFill>
                  <a:srgbClr val="0462C1"/>
                </a:solidFill>
                <a:uFill>
                  <a:solidFill>
                    <a:srgbClr val="0462C1"/>
                  </a:solidFill>
                </a:uFill>
                <a:latin typeface="Cambria"/>
                <a:cs typeface="Cambria"/>
              </a:rPr>
              <a:t>stations</a:t>
            </a:r>
            <a:r>
              <a:rPr sz="2400" dirty="0">
                <a:latin typeface="Cambria"/>
                <a:cs typeface="Cambria"/>
              </a:rPr>
              <a:t>”;</a:t>
            </a:r>
            <a:r>
              <a:rPr sz="2400" spc="-15" dirty="0">
                <a:latin typeface="Cambria"/>
                <a:cs typeface="Cambria"/>
              </a:rPr>
              <a:t> </a:t>
            </a:r>
            <a:r>
              <a:rPr sz="2400" spc="-25" dirty="0">
                <a:latin typeface="Cambria"/>
                <a:cs typeface="Cambria"/>
              </a:rPr>
              <a:t>have</a:t>
            </a:r>
            <a:r>
              <a:rPr sz="2400" spc="-5" dirty="0">
                <a:latin typeface="Cambria"/>
                <a:cs typeface="Cambria"/>
              </a:rPr>
              <a:t> pending</a:t>
            </a:r>
            <a:r>
              <a:rPr sz="2400" spc="-10" dirty="0">
                <a:latin typeface="Cambria"/>
                <a:cs typeface="Cambria"/>
              </a:rPr>
              <a:t> </a:t>
            </a:r>
            <a:r>
              <a:rPr sz="2400" spc="-5" dirty="0">
                <a:latin typeface="Cambria"/>
                <a:cs typeface="Cambria"/>
              </a:rPr>
              <a:t>operands</a:t>
            </a:r>
            <a:endParaRPr sz="2400" dirty="0">
              <a:latin typeface="Cambria"/>
              <a:cs typeface="Cambria"/>
            </a:endParaRPr>
          </a:p>
          <a:p>
            <a:pPr lvl="1">
              <a:lnSpc>
                <a:spcPct val="100000"/>
              </a:lnSpc>
              <a:spcBef>
                <a:spcPts val="25"/>
              </a:spcBef>
              <a:buFont typeface="Cambria"/>
              <a:buChar char="–"/>
            </a:pPr>
            <a:endParaRPr sz="3700" dirty="0">
              <a:latin typeface="Cambria"/>
              <a:cs typeface="Cambria"/>
            </a:endParaRPr>
          </a:p>
          <a:p>
            <a:pPr marL="299085" marR="5080" indent="-287020">
              <a:lnSpc>
                <a:spcPts val="2590"/>
              </a:lnSpc>
              <a:buChar char="•"/>
              <a:tabLst>
                <a:tab pos="299085" algn="l"/>
                <a:tab pos="299720" algn="l"/>
              </a:tabLst>
            </a:pPr>
            <a:r>
              <a:rPr sz="2400" spc="-10" dirty="0">
                <a:latin typeface="Cambria"/>
                <a:cs typeface="Cambria"/>
              </a:rPr>
              <a:t>Registers</a:t>
            </a:r>
            <a:r>
              <a:rPr sz="2400" dirty="0">
                <a:latin typeface="Cambria"/>
                <a:cs typeface="Cambria"/>
              </a:rPr>
              <a:t> in</a:t>
            </a:r>
            <a:r>
              <a:rPr sz="2400" spc="-10" dirty="0">
                <a:latin typeface="Cambria"/>
                <a:cs typeface="Cambria"/>
              </a:rPr>
              <a:t> </a:t>
            </a:r>
            <a:r>
              <a:rPr sz="2400" dirty="0">
                <a:latin typeface="Cambria"/>
                <a:cs typeface="Cambria"/>
              </a:rPr>
              <a:t>instructions</a:t>
            </a:r>
            <a:r>
              <a:rPr sz="2400" spc="-20" dirty="0">
                <a:latin typeface="Cambria"/>
                <a:cs typeface="Cambria"/>
              </a:rPr>
              <a:t> </a:t>
            </a:r>
            <a:r>
              <a:rPr sz="2400" spc="-5" dirty="0">
                <a:latin typeface="Cambria"/>
                <a:cs typeface="Cambria"/>
              </a:rPr>
              <a:t>replaced</a:t>
            </a:r>
            <a:r>
              <a:rPr sz="2400" dirty="0">
                <a:latin typeface="Cambria"/>
                <a:cs typeface="Cambria"/>
              </a:rPr>
              <a:t> </a:t>
            </a:r>
            <a:r>
              <a:rPr sz="2400" spc="-20" dirty="0">
                <a:latin typeface="Cambria"/>
                <a:cs typeface="Cambria"/>
              </a:rPr>
              <a:t>by</a:t>
            </a:r>
            <a:r>
              <a:rPr sz="2400" dirty="0">
                <a:latin typeface="Cambria"/>
                <a:cs typeface="Cambria"/>
              </a:rPr>
              <a:t> </a:t>
            </a:r>
            <a:r>
              <a:rPr sz="2400" spc="-15" dirty="0">
                <a:latin typeface="Cambria"/>
                <a:cs typeface="Cambria"/>
              </a:rPr>
              <a:t>values</a:t>
            </a:r>
            <a:r>
              <a:rPr sz="2400" spc="10" dirty="0">
                <a:latin typeface="Cambria"/>
                <a:cs typeface="Cambria"/>
              </a:rPr>
              <a:t> </a:t>
            </a:r>
            <a:r>
              <a:rPr sz="2400" dirty="0">
                <a:latin typeface="Cambria"/>
                <a:cs typeface="Cambria"/>
              </a:rPr>
              <a:t>or</a:t>
            </a:r>
            <a:r>
              <a:rPr sz="2400" spc="-10" dirty="0">
                <a:latin typeface="Cambria"/>
                <a:cs typeface="Cambria"/>
              </a:rPr>
              <a:t> </a:t>
            </a:r>
            <a:r>
              <a:rPr sz="2400" spc="-5" dirty="0">
                <a:latin typeface="Cambria"/>
                <a:cs typeface="Cambria"/>
              </a:rPr>
              <a:t>pointers</a:t>
            </a:r>
            <a:r>
              <a:rPr sz="2400" dirty="0">
                <a:latin typeface="Cambria"/>
                <a:cs typeface="Cambria"/>
              </a:rPr>
              <a:t> </a:t>
            </a:r>
            <a:r>
              <a:rPr sz="2400" spc="-15" dirty="0">
                <a:latin typeface="Cambria"/>
                <a:cs typeface="Cambria"/>
              </a:rPr>
              <a:t>to</a:t>
            </a:r>
            <a:r>
              <a:rPr sz="2400" spc="5" dirty="0">
                <a:latin typeface="Cambria"/>
                <a:cs typeface="Cambria"/>
              </a:rPr>
              <a:t> </a:t>
            </a:r>
            <a:r>
              <a:rPr sz="2400" spc="-10" dirty="0">
                <a:latin typeface="Cambria"/>
                <a:cs typeface="Cambria"/>
              </a:rPr>
              <a:t>reservation</a:t>
            </a:r>
            <a:r>
              <a:rPr sz="2400" spc="-30" dirty="0">
                <a:latin typeface="Cambria"/>
                <a:cs typeface="Cambria"/>
              </a:rPr>
              <a:t> </a:t>
            </a:r>
            <a:r>
              <a:rPr sz="2400" spc="-5" dirty="0">
                <a:latin typeface="Cambria"/>
                <a:cs typeface="Cambria"/>
              </a:rPr>
              <a:t>stations(RS);</a:t>
            </a:r>
            <a:r>
              <a:rPr sz="2400" spc="-10" dirty="0">
                <a:latin typeface="Cambria"/>
                <a:cs typeface="Cambria"/>
              </a:rPr>
              <a:t> </a:t>
            </a:r>
            <a:r>
              <a:rPr sz="2400" dirty="0">
                <a:latin typeface="Cambria"/>
                <a:cs typeface="Cambria"/>
              </a:rPr>
              <a:t>called </a:t>
            </a:r>
            <a:r>
              <a:rPr sz="2400" spc="-509" dirty="0">
                <a:solidFill>
                  <a:srgbClr val="0462C1"/>
                </a:solidFill>
                <a:latin typeface="Cambria"/>
                <a:cs typeface="Cambria"/>
              </a:rPr>
              <a:t> </a:t>
            </a:r>
            <a:r>
              <a:rPr sz="2400" u="heavy" spc="-10" dirty="0">
                <a:solidFill>
                  <a:srgbClr val="0462C1"/>
                </a:solidFill>
                <a:uFill>
                  <a:solidFill>
                    <a:srgbClr val="0462C1"/>
                  </a:solidFill>
                </a:uFill>
                <a:latin typeface="Cambria"/>
                <a:cs typeface="Cambria"/>
              </a:rPr>
              <a:t>register</a:t>
            </a:r>
            <a:r>
              <a:rPr sz="2400" spc="-25" dirty="0">
                <a:solidFill>
                  <a:srgbClr val="0462C1"/>
                </a:solidFill>
                <a:latin typeface="Cambria"/>
                <a:cs typeface="Cambria"/>
              </a:rPr>
              <a:t> </a:t>
            </a:r>
            <a:r>
              <a:rPr sz="2400" u="heavy" spc="-5" dirty="0">
                <a:solidFill>
                  <a:srgbClr val="0462C1"/>
                </a:solidFill>
                <a:uFill>
                  <a:solidFill>
                    <a:srgbClr val="0462C1"/>
                  </a:solidFill>
                </a:uFill>
                <a:latin typeface="Cambria"/>
                <a:cs typeface="Cambria"/>
              </a:rPr>
              <a:t>renaming</a:t>
            </a:r>
            <a:r>
              <a:rPr sz="2400" spc="-25" dirty="0">
                <a:solidFill>
                  <a:srgbClr val="0462C1"/>
                </a:solidFill>
                <a:latin typeface="Cambria"/>
                <a:cs typeface="Cambria"/>
              </a:rPr>
              <a:t> </a:t>
            </a:r>
            <a:r>
              <a:rPr sz="2400" dirty="0">
                <a:latin typeface="Cambria"/>
                <a:cs typeface="Cambria"/>
              </a:rPr>
              <a:t>;</a:t>
            </a:r>
          </a:p>
          <a:p>
            <a:pPr marL="698500" lvl="1" indent="-228600">
              <a:lnSpc>
                <a:spcPct val="100000"/>
              </a:lnSpc>
              <a:spcBef>
                <a:spcPts val="545"/>
              </a:spcBef>
              <a:buChar char="–"/>
              <a:tabLst>
                <a:tab pos="698500" algn="l"/>
              </a:tabLst>
            </a:pPr>
            <a:r>
              <a:rPr sz="2400" spc="-20" dirty="0">
                <a:latin typeface="Cambria"/>
                <a:cs typeface="Cambria"/>
              </a:rPr>
              <a:t>avoids</a:t>
            </a:r>
            <a:r>
              <a:rPr sz="2400" spc="-15" dirty="0">
                <a:latin typeface="Cambria"/>
                <a:cs typeface="Cambria"/>
              </a:rPr>
              <a:t> </a:t>
            </a:r>
            <a:r>
              <a:rPr sz="2400" spc="-50" dirty="0">
                <a:latin typeface="Cambria"/>
                <a:cs typeface="Cambria"/>
              </a:rPr>
              <a:t>WAR,</a:t>
            </a:r>
            <a:r>
              <a:rPr sz="2400" spc="-15" dirty="0">
                <a:latin typeface="Cambria"/>
                <a:cs typeface="Cambria"/>
              </a:rPr>
              <a:t> </a:t>
            </a:r>
            <a:r>
              <a:rPr sz="2400" spc="-100" dirty="0">
                <a:latin typeface="Cambria"/>
                <a:cs typeface="Cambria"/>
              </a:rPr>
              <a:t>WAW</a:t>
            </a:r>
            <a:r>
              <a:rPr sz="2400" spc="-15" dirty="0">
                <a:latin typeface="Cambria"/>
                <a:cs typeface="Cambria"/>
              </a:rPr>
              <a:t> </a:t>
            </a:r>
            <a:r>
              <a:rPr sz="2400" spc="-5" dirty="0">
                <a:latin typeface="Cambria"/>
                <a:cs typeface="Cambria"/>
              </a:rPr>
              <a:t>hazards</a:t>
            </a:r>
            <a:endParaRPr sz="2400" dirty="0">
              <a:latin typeface="Cambria"/>
              <a:cs typeface="Cambria"/>
            </a:endParaRPr>
          </a:p>
          <a:p>
            <a:pPr marL="698500" lvl="1" indent="-228600">
              <a:lnSpc>
                <a:spcPct val="100000"/>
              </a:lnSpc>
              <a:spcBef>
                <a:spcPts val="575"/>
              </a:spcBef>
              <a:buChar char="–"/>
              <a:tabLst>
                <a:tab pos="698500" algn="l"/>
              </a:tabLst>
            </a:pPr>
            <a:r>
              <a:rPr sz="2400" spc="-15" dirty="0">
                <a:latin typeface="Cambria"/>
                <a:cs typeface="Cambria"/>
              </a:rPr>
              <a:t>More</a:t>
            </a:r>
            <a:r>
              <a:rPr sz="2400" spc="-5" dirty="0">
                <a:latin typeface="Cambria"/>
                <a:cs typeface="Cambria"/>
              </a:rPr>
              <a:t> </a:t>
            </a:r>
            <a:r>
              <a:rPr sz="2400" spc="-10" dirty="0">
                <a:latin typeface="Cambria"/>
                <a:cs typeface="Cambria"/>
              </a:rPr>
              <a:t>reservation</a:t>
            </a:r>
            <a:r>
              <a:rPr sz="2400" spc="-30" dirty="0">
                <a:latin typeface="Cambria"/>
                <a:cs typeface="Cambria"/>
              </a:rPr>
              <a:t> </a:t>
            </a:r>
            <a:r>
              <a:rPr sz="2400" dirty="0">
                <a:latin typeface="Cambria"/>
                <a:cs typeface="Cambria"/>
              </a:rPr>
              <a:t>stations</a:t>
            </a:r>
            <a:r>
              <a:rPr sz="2400" spc="-10" dirty="0">
                <a:latin typeface="Cambria"/>
                <a:cs typeface="Cambria"/>
              </a:rPr>
              <a:t> </a:t>
            </a:r>
            <a:r>
              <a:rPr sz="2400" spc="-5" dirty="0">
                <a:latin typeface="Cambria"/>
                <a:cs typeface="Cambria"/>
              </a:rPr>
              <a:t>than</a:t>
            </a:r>
            <a:r>
              <a:rPr sz="2400" spc="-15" dirty="0">
                <a:latin typeface="Cambria"/>
                <a:cs typeface="Cambria"/>
              </a:rPr>
              <a:t> </a:t>
            </a:r>
            <a:r>
              <a:rPr sz="2400" spc="-5" dirty="0">
                <a:latin typeface="Cambria"/>
                <a:cs typeface="Cambria"/>
              </a:rPr>
              <a:t>registers,</a:t>
            </a:r>
            <a:r>
              <a:rPr sz="2400" spc="-20" dirty="0">
                <a:latin typeface="Cambria"/>
                <a:cs typeface="Cambria"/>
              </a:rPr>
              <a:t> </a:t>
            </a:r>
            <a:r>
              <a:rPr sz="2400" dirty="0">
                <a:latin typeface="Cambria"/>
                <a:cs typeface="Cambria"/>
              </a:rPr>
              <a:t>so can</a:t>
            </a:r>
            <a:r>
              <a:rPr sz="2400" spc="-5" dirty="0">
                <a:latin typeface="Cambria"/>
                <a:cs typeface="Cambria"/>
              </a:rPr>
              <a:t> </a:t>
            </a:r>
            <a:r>
              <a:rPr sz="2400" dirty="0">
                <a:latin typeface="Cambria"/>
                <a:cs typeface="Cambria"/>
              </a:rPr>
              <a:t>do</a:t>
            </a:r>
            <a:r>
              <a:rPr sz="2400" spc="5" dirty="0">
                <a:latin typeface="Cambria"/>
                <a:cs typeface="Cambria"/>
              </a:rPr>
              <a:t> </a:t>
            </a:r>
            <a:r>
              <a:rPr sz="2400" dirty="0">
                <a:latin typeface="Cambria"/>
                <a:cs typeface="Cambria"/>
              </a:rPr>
              <a:t>optimizations</a:t>
            </a:r>
            <a:r>
              <a:rPr sz="2400" spc="-35" dirty="0">
                <a:latin typeface="Cambria"/>
                <a:cs typeface="Cambria"/>
              </a:rPr>
              <a:t> </a:t>
            </a:r>
            <a:r>
              <a:rPr sz="2400" spc="-5" dirty="0">
                <a:latin typeface="Cambria"/>
                <a:cs typeface="Cambria"/>
              </a:rPr>
              <a:t>compilers</a:t>
            </a:r>
            <a:r>
              <a:rPr sz="2400" spc="10" dirty="0">
                <a:latin typeface="Cambria"/>
                <a:cs typeface="Cambria"/>
              </a:rPr>
              <a:t> </a:t>
            </a:r>
            <a:r>
              <a:rPr sz="2400" spc="-15" dirty="0">
                <a:latin typeface="Cambria"/>
                <a:cs typeface="Cambria"/>
              </a:rPr>
              <a:t>can’t</a:t>
            </a:r>
            <a:endParaRPr sz="2400" dirty="0">
              <a:latin typeface="Cambria"/>
              <a:cs typeface="Cambria"/>
            </a:endParaRPr>
          </a:p>
          <a:p>
            <a:pPr lvl="1">
              <a:lnSpc>
                <a:spcPct val="100000"/>
              </a:lnSpc>
              <a:spcBef>
                <a:spcPts val="20"/>
              </a:spcBef>
              <a:buFont typeface="Cambria"/>
              <a:buChar char="–"/>
            </a:pPr>
            <a:endParaRPr sz="3700" dirty="0">
              <a:latin typeface="Cambria"/>
              <a:cs typeface="Cambria"/>
            </a:endParaRPr>
          </a:p>
          <a:p>
            <a:pPr marL="299085" marR="692150" indent="-287020">
              <a:lnSpc>
                <a:spcPts val="2590"/>
              </a:lnSpc>
              <a:spcBef>
                <a:spcPts val="5"/>
              </a:spcBef>
              <a:buChar char="•"/>
              <a:tabLst>
                <a:tab pos="299085" algn="l"/>
                <a:tab pos="299720" algn="l"/>
              </a:tabLst>
            </a:pPr>
            <a:r>
              <a:rPr sz="2400" spc="-10" dirty="0">
                <a:latin typeface="Cambria"/>
                <a:cs typeface="Cambria"/>
              </a:rPr>
              <a:t>Results</a:t>
            </a:r>
            <a:r>
              <a:rPr sz="2400" spc="10" dirty="0">
                <a:latin typeface="Cambria"/>
                <a:cs typeface="Cambria"/>
              </a:rPr>
              <a:t> </a:t>
            </a:r>
            <a:r>
              <a:rPr sz="2400" spc="-15" dirty="0">
                <a:latin typeface="Cambria"/>
                <a:cs typeface="Cambria"/>
              </a:rPr>
              <a:t>to</a:t>
            </a:r>
            <a:r>
              <a:rPr sz="2400" dirty="0">
                <a:latin typeface="Cambria"/>
                <a:cs typeface="Cambria"/>
              </a:rPr>
              <a:t> </a:t>
            </a:r>
            <a:r>
              <a:rPr sz="2400" spc="-5" dirty="0">
                <a:latin typeface="Cambria"/>
                <a:cs typeface="Cambria"/>
              </a:rPr>
              <a:t>FU</a:t>
            </a:r>
            <a:r>
              <a:rPr sz="2400" spc="-10" dirty="0">
                <a:latin typeface="Cambria"/>
                <a:cs typeface="Cambria"/>
              </a:rPr>
              <a:t> from </a:t>
            </a:r>
            <a:r>
              <a:rPr sz="2400" spc="-15" dirty="0">
                <a:latin typeface="Cambria"/>
                <a:cs typeface="Cambria"/>
              </a:rPr>
              <a:t>RS,</a:t>
            </a:r>
            <a:r>
              <a:rPr sz="2400" spc="-20" dirty="0">
                <a:solidFill>
                  <a:srgbClr val="0462C1"/>
                </a:solidFill>
                <a:latin typeface="Cambria"/>
                <a:cs typeface="Cambria"/>
              </a:rPr>
              <a:t> </a:t>
            </a:r>
            <a:r>
              <a:rPr sz="2400" u="heavy" spc="-5" dirty="0">
                <a:solidFill>
                  <a:srgbClr val="0462C1"/>
                </a:solidFill>
                <a:uFill>
                  <a:solidFill>
                    <a:srgbClr val="0462C1"/>
                  </a:solidFill>
                </a:uFill>
                <a:latin typeface="Cambria"/>
                <a:cs typeface="Cambria"/>
              </a:rPr>
              <a:t>not </a:t>
            </a:r>
            <a:r>
              <a:rPr sz="2400" u="heavy" spc="-10" dirty="0">
                <a:solidFill>
                  <a:srgbClr val="0462C1"/>
                </a:solidFill>
                <a:uFill>
                  <a:solidFill>
                    <a:srgbClr val="0462C1"/>
                  </a:solidFill>
                </a:uFill>
                <a:latin typeface="Cambria"/>
                <a:cs typeface="Cambria"/>
              </a:rPr>
              <a:t>through</a:t>
            </a:r>
            <a:r>
              <a:rPr sz="2400" u="heavy" dirty="0">
                <a:solidFill>
                  <a:srgbClr val="0462C1"/>
                </a:solidFill>
                <a:uFill>
                  <a:solidFill>
                    <a:srgbClr val="0462C1"/>
                  </a:solidFill>
                </a:uFill>
                <a:latin typeface="Cambria"/>
                <a:cs typeface="Cambria"/>
              </a:rPr>
              <a:t> </a:t>
            </a:r>
            <a:r>
              <a:rPr sz="2400" u="heavy" spc="-5" dirty="0">
                <a:solidFill>
                  <a:srgbClr val="0462C1"/>
                </a:solidFill>
                <a:uFill>
                  <a:solidFill>
                    <a:srgbClr val="0462C1"/>
                  </a:solidFill>
                </a:uFill>
                <a:latin typeface="Cambria"/>
                <a:cs typeface="Cambria"/>
              </a:rPr>
              <a:t>registers</a:t>
            </a:r>
            <a:r>
              <a:rPr sz="2400" spc="-5" dirty="0">
                <a:latin typeface="Cambria"/>
                <a:cs typeface="Cambria"/>
              </a:rPr>
              <a:t>,</a:t>
            </a:r>
            <a:r>
              <a:rPr sz="2400" spc="-25" dirty="0">
                <a:latin typeface="Cambria"/>
                <a:cs typeface="Cambria"/>
              </a:rPr>
              <a:t> over</a:t>
            </a:r>
            <a:r>
              <a:rPr sz="2400" spc="5" dirty="0">
                <a:solidFill>
                  <a:srgbClr val="0462C1"/>
                </a:solidFill>
                <a:latin typeface="Cambria"/>
                <a:cs typeface="Cambria"/>
              </a:rPr>
              <a:t> </a:t>
            </a:r>
            <a:r>
              <a:rPr sz="2400" u="heavy" spc="-5" dirty="0">
                <a:solidFill>
                  <a:srgbClr val="0462C1"/>
                </a:solidFill>
                <a:uFill>
                  <a:solidFill>
                    <a:srgbClr val="0462C1"/>
                  </a:solidFill>
                </a:uFill>
                <a:latin typeface="Cambria"/>
                <a:cs typeface="Cambria"/>
              </a:rPr>
              <a:t>Common</a:t>
            </a:r>
            <a:r>
              <a:rPr sz="2400" u="heavy" dirty="0">
                <a:solidFill>
                  <a:srgbClr val="0462C1"/>
                </a:solidFill>
                <a:uFill>
                  <a:solidFill>
                    <a:srgbClr val="0462C1"/>
                  </a:solidFill>
                </a:uFill>
                <a:latin typeface="Cambria"/>
                <a:cs typeface="Cambria"/>
              </a:rPr>
              <a:t> Data</a:t>
            </a:r>
            <a:r>
              <a:rPr sz="2400" u="heavy" spc="-5" dirty="0">
                <a:solidFill>
                  <a:srgbClr val="0462C1"/>
                </a:solidFill>
                <a:uFill>
                  <a:solidFill>
                    <a:srgbClr val="0462C1"/>
                  </a:solidFill>
                </a:uFill>
                <a:latin typeface="Cambria"/>
                <a:cs typeface="Cambria"/>
              </a:rPr>
              <a:t> Bus</a:t>
            </a:r>
            <a:r>
              <a:rPr sz="2400" spc="-5" dirty="0">
                <a:solidFill>
                  <a:srgbClr val="0462C1"/>
                </a:solidFill>
                <a:latin typeface="Cambria"/>
                <a:cs typeface="Cambria"/>
              </a:rPr>
              <a:t> </a:t>
            </a:r>
            <a:r>
              <a:rPr sz="2400" spc="-5" dirty="0">
                <a:latin typeface="Cambria"/>
                <a:cs typeface="Cambria"/>
              </a:rPr>
              <a:t>that</a:t>
            </a:r>
            <a:r>
              <a:rPr sz="2400" spc="5" dirty="0">
                <a:latin typeface="Cambria"/>
                <a:cs typeface="Cambria"/>
              </a:rPr>
              <a:t> </a:t>
            </a:r>
            <a:r>
              <a:rPr sz="2400" spc="-5" dirty="0">
                <a:latin typeface="Cambria"/>
                <a:cs typeface="Cambria"/>
              </a:rPr>
              <a:t>broadcasts </a:t>
            </a:r>
            <a:r>
              <a:rPr sz="2400" spc="-515" dirty="0">
                <a:latin typeface="Cambria"/>
                <a:cs typeface="Cambria"/>
              </a:rPr>
              <a:t> </a:t>
            </a:r>
            <a:r>
              <a:rPr sz="2400" spc="-5" dirty="0">
                <a:latin typeface="Cambria"/>
                <a:cs typeface="Cambria"/>
              </a:rPr>
              <a:t>results </a:t>
            </a:r>
            <a:r>
              <a:rPr sz="2400" spc="-10" dirty="0">
                <a:latin typeface="Cambria"/>
                <a:cs typeface="Cambria"/>
              </a:rPr>
              <a:t>to</a:t>
            </a:r>
            <a:r>
              <a:rPr sz="2400" dirty="0">
                <a:latin typeface="Cambria"/>
                <a:cs typeface="Cambria"/>
              </a:rPr>
              <a:t> </a:t>
            </a:r>
            <a:r>
              <a:rPr sz="2400" spc="-5" dirty="0">
                <a:latin typeface="Cambria"/>
                <a:cs typeface="Cambria"/>
              </a:rPr>
              <a:t>all FUs</a:t>
            </a:r>
            <a:endParaRPr sz="2400" dirty="0">
              <a:latin typeface="Cambria"/>
              <a:cs typeface="Cambria"/>
            </a:endParaRPr>
          </a:p>
          <a:p>
            <a:pPr marL="299085" indent="-287020">
              <a:lnSpc>
                <a:spcPct val="100000"/>
              </a:lnSpc>
              <a:spcBef>
                <a:spcPts val="540"/>
              </a:spcBef>
              <a:buChar char="•"/>
              <a:tabLst>
                <a:tab pos="299085" algn="l"/>
                <a:tab pos="299720" algn="l"/>
              </a:tabLst>
            </a:pPr>
            <a:r>
              <a:rPr sz="2400" spc="-5" dirty="0">
                <a:latin typeface="Cambria"/>
                <a:cs typeface="Cambria"/>
              </a:rPr>
              <a:t>Load</a:t>
            </a:r>
            <a:r>
              <a:rPr sz="2400" spc="5" dirty="0">
                <a:latin typeface="Cambria"/>
                <a:cs typeface="Cambria"/>
              </a:rPr>
              <a:t> </a:t>
            </a:r>
            <a:r>
              <a:rPr sz="2400" dirty="0">
                <a:latin typeface="Cambria"/>
                <a:cs typeface="Cambria"/>
              </a:rPr>
              <a:t>and</a:t>
            </a:r>
            <a:r>
              <a:rPr sz="2400" spc="-15" dirty="0">
                <a:latin typeface="Cambria"/>
                <a:cs typeface="Cambria"/>
              </a:rPr>
              <a:t> Stores</a:t>
            </a:r>
            <a:r>
              <a:rPr sz="2400" spc="-5" dirty="0">
                <a:latin typeface="Cambria"/>
                <a:cs typeface="Cambria"/>
              </a:rPr>
              <a:t> </a:t>
            </a:r>
            <a:r>
              <a:rPr sz="2400" spc="-10" dirty="0">
                <a:latin typeface="Cambria"/>
                <a:cs typeface="Cambria"/>
              </a:rPr>
              <a:t>treated </a:t>
            </a:r>
            <a:r>
              <a:rPr sz="2400" spc="-5" dirty="0">
                <a:latin typeface="Cambria"/>
                <a:cs typeface="Cambria"/>
              </a:rPr>
              <a:t>as</a:t>
            </a:r>
            <a:r>
              <a:rPr sz="2400" spc="-10" dirty="0">
                <a:latin typeface="Cambria"/>
                <a:cs typeface="Cambria"/>
              </a:rPr>
              <a:t> </a:t>
            </a:r>
            <a:r>
              <a:rPr sz="2400" dirty="0">
                <a:latin typeface="Cambria"/>
                <a:cs typeface="Cambria"/>
              </a:rPr>
              <a:t>FUs with</a:t>
            </a:r>
            <a:r>
              <a:rPr sz="2400" spc="-25" dirty="0">
                <a:latin typeface="Cambria"/>
                <a:cs typeface="Cambria"/>
              </a:rPr>
              <a:t> </a:t>
            </a:r>
            <a:r>
              <a:rPr sz="2400" spc="-15" dirty="0">
                <a:latin typeface="Cambria"/>
                <a:cs typeface="Cambria"/>
              </a:rPr>
              <a:t>RSs</a:t>
            </a:r>
            <a:r>
              <a:rPr sz="2400" spc="-5" dirty="0">
                <a:latin typeface="Cambria"/>
                <a:cs typeface="Cambria"/>
              </a:rPr>
              <a:t> as</a:t>
            </a:r>
            <a:r>
              <a:rPr sz="2400" spc="-10" dirty="0">
                <a:latin typeface="Cambria"/>
                <a:cs typeface="Cambria"/>
              </a:rPr>
              <a:t> wells</a:t>
            </a:r>
            <a:endParaRPr sz="2400" dirty="0">
              <a:latin typeface="Cambria"/>
              <a:cs typeface="Cambria"/>
            </a:endParaRPr>
          </a:p>
        </p:txBody>
      </p:sp>
    </p:spTree>
    <p:extLst>
      <p:ext uri="{BB962C8B-B14F-4D97-AF65-F5344CB8AC3E}">
        <p14:creationId xmlns:p14="http://schemas.microsoft.com/office/powerpoint/2010/main" val="3872427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5F588-BE51-8A0A-FC0C-18E3B307B281}"/>
              </a:ext>
            </a:extLst>
          </p:cNvPr>
          <p:cNvSpPr>
            <a:spLocks noGrp="1"/>
          </p:cNvSpPr>
          <p:nvPr>
            <p:ph type="title"/>
          </p:nvPr>
        </p:nvSpPr>
        <p:spPr/>
        <p:txBody>
          <a:bodyPr/>
          <a:lstStyle/>
          <a:p>
            <a:r>
              <a:rPr lang="en-US" dirty="0"/>
              <a:t>Reservation Station</a:t>
            </a:r>
            <a:endParaRPr lang="en-IN" dirty="0"/>
          </a:p>
        </p:txBody>
      </p:sp>
      <p:sp>
        <p:nvSpPr>
          <p:cNvPr id="4" name="Footer Placeholder 3">
            <a:extLst>
              <a:ext uri="{FF2B5EF4-FFF2-40B4-BE49-F238E27FC236}">
                <a16:creationId xmlns:a16="http://schemas.microsoft.com/office/drawing/2014/main" id="{589B7D96-D21D-B499-8442-75BE2C346E16}"/>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219867AC-2839-D63A-E63A-796DE349E47A}"/>
              </a:ext>
            </a:extLst>
          </p:cNvPr>
          <p:cNvSpPr>
            <a:spLocks noGrp="1"/>
          </p:cNvSpPr>
          <p:nvPr>
            <p:ph type="sldNum" sz="quarter" idx="12"/>
          </p:nvPr>
        </p:nvSpPr>
        <p:spPr/>
        <p:txBody>
          <a:bodyPr/>
          <a:lstStyle/>
          <a:p>
            <a:fld id="{B8651ABE-1138-46C6-9A43-7FCD4EB2550C}" type="slidenum">
              <a:rPr lang="en-IN" smtClean="0"/>
              <a:pPr/>
              <a:t>19</a:t>
            </a:fld>
            <a:endParaRPr lang="en-IN" dirty="0"/>
          </a:p>
        </p:txBody>
      </p:sp>
      <p:sp>
        <p:nvSpPr>
          <p:cNvPr id="6" name="object 3">
            <a:extLst>
              <a:ext uri="{FF2B5EF4-FFF2-40B4-BE49-F238E27FC236}">
                <a16:creationId xmlns:a16="http://schemas.microsoft.com/office/drawing/2014/main" id="{C877DFE9-4A4A-DABE-D891-91F05477E179}"/>
              </a:ext>
            </a:extLst>
          </p:cNvPr>
          <p:cNvSpPr txBox="1"/>
          <p:nvPr/>
        </p:nvSpPr>
        <p:spPr>
          <a:xfrm>
            <a:off x="368935" y="1245235"/>
            <a:ext cx="10984865" cy="5180905"/>
          </a:xfrm>
          <a:prstGeom prst="rect">
            <a:avLst/>
          </a:prstGeom>
        </p:spPr>
        <p:txBody>
          <a:bodyPr vert="horz" wrap="square" lIns="0" tIns="12700" rIns="0" bIns="0" rtlCol="0">
            <a:spAutoFit/>
          </a:bodyPr>
          <a:lstStyle/>
          <a:p>
            <a:pPr marL="12700">
              <a:lnSpc>
                <a:spcPct val="100000"/>
              </a:lnSpc>
              <a:spcBef>
                <a:spcPts val="100"/>
              </a:spcBef>
              <a:tabLst>
                <a:tab pos="640080" algn="l"/>
              </a:tabLst>
            </a:pPr>
            <a:r>
              <a:rPr sz="2400" spc="-5" dirty="0">
                <a:solidFill>
                  <a:srgbClr val="4471C4"/>
                </a:solidFill>
                <a:latin typeface="Cambria"/>
                <a:cs typeface="Cambria"/>
              </a:rPr>
              <a:t>Op:	</a:t>
            </a:r>
            <a:r>
              <a:rPr sz="2400" spc="-5" dirty="0">
                <a:latin typeface="Cambria"/>
                <a:cs typeface="Cambria"/>
              </a:rPr>
              <a:t>Operation</a:t>
            </a:r>
            <a:r>
              <a:rPr sz="2400" spc="-40" dirty="0">
                <a:latin typeface="Cambria"/>
                <a:cs typeface="Cambria"/>
              </a:rPr>
              <a:t> </a:t>
            </a:r>
            <a:r>
              <a:rPr sz="2400" spc="-15" dirty="0">
                <a:latin typeface="Cambria"/>
                <a:cs typeface="Cambria"/>
              </a:rPr>
              <a:t>to</a:t>
            </a:r>
            <a:r>
              <a:rPr sz="2400" spc="-5" dirty="0">
                <a:latin typeface="Cambria"/>
                <a:cs typeface="Cambria"/>
              </a:rPr>
              <a:t> perform</a:t>
            </a:r>
            <a:r>
              <a:rPr sz="2400" spc="-40" dirty="0">
                <a:latin typeface="Cambria"/>
                <a:cs typeface="Cambria"/>
              </a:rPr>
              <a:t> </a:t>
            </a:r>
            <a:r>
              <a:rPr sz="2400" dirty="0">
                <a:latin typeface="Cambria"/>
                <a:cs typeface="Cambria"/>
              </a:rPr>
              <a:t>in</a:t>
            </a:r>
            <a:r>
              <a:rPr sz="2400" spc="-10" dirty="0">
                <a:latin typeface="Cambria"/>
                <a:cs typeface="Cambria"/>
              </a:rPr>
              <a:t> </a:t>
            </a:r>
            <a:r>
              <a:rPr sz="2400" spc="-5" dirty="0">
                <a:latin typeface="Cambria"/>
                <a:cs typeface="Cambria"/>
              </a:rPr>
              <a:t>the</a:t>
            </a:r>
            <a:r>
              <a:rPr sz="2400" spc="-15" dirty="0">
                <a:latin typeface="Cambria"/>
                <a:cs typeface="Cambria"/>
              </a:rPr>
              <a:t> </a:t>
            </a:r>
            <a:r>
              <a:rPr sz="2400" spc="-5" dirty="0">
                <a:latin typeface="Cambria"/>
                <a:cs typeface="Cambria"/>
              </a:rPr>
              <a:t>unit</a:t>
            </a:r>
            <a:r>
              <a:rPr sz="2400" spc="-30" dirty="0">
                <a:latin typeface="Cambria"/>
                <a:cs typeface="Cambria"/>
              </a:rPr>
              <a:t> </a:t>
            </a:r>
            <a:r>
              <a:rPr sz="2400" dirty="0">
                <a:latin typeface="Cambria"/>
                <a:cs typeface="Cambria"/>
              </a:rPr>
              <a:t>(e.g.,</a:t>
            </a:r>
            <a:r>
              <a:rPr sz="2400" spc="-15" dirty="0">
                <a:latin typeface="Cambria"/>
                <a:cs typeface="Cambria"/>
              </a:rPr>
              <a:t> </a:t>
            </a:r>
            <a:r>
              <a:rPr sz="2400" dirty="0">
                <a:latin typeface="Cambria"/>
                <a:cs typeface="Cambria"/>
              </a:rPr>
              <a:t>+</a:t>
            </a:r>
            <a:r>
              <a:rPr sz="2400" spc="-20" dirty="0">
                <a:latin typeface="Cambria"/>
                <a:cs typeface="Cambria"/>
              </a:rPr>
              <a:t> </a:t>
            </a:r>
            <a:r>
              <a:rPr sz="2400" dirty="0">
                <a:latin typeface="Cambria"/>
                <a:cs typeface="Cambria"/>
              </a:rPr>
              <a:t>or –)</a:t>
            </a:r>
          </a:p>
          <a:p>
            <a:pPr>
              <a:lnSpc>
                <a:spcPct val="100000"/>
              </a:lnSpc>
              <a:spcBef>
                <a:spcPts val="45"/>
              </a:spcBef>
            </a:pPr>
            <a:endParaRPr sz="3400" dirty="0">
              <a:latin typeface="Cambria"/>
              <a:cs typeface="Cambria"/>
            </a:endParaRPr>
          </a:p>
          <a:p>
            <a:pPr marL="12700">
              <a:lnSpc>
                <a:spcPct val="100000"/>
              </a:lnSpc>
            </a:pPr>
            <a:r>
              <a:rPr sz="2400" spc="-5" dirty="0">
                <a:solidFill>
                  <a:srgbClr val="4471C4"/>
                </a:solidFill>
                <a:latin typeface="Cambria"/>
                <a:cs typeface="Cambria"/>
              </a:rPr>
              <a:t>Vj,</a:t>
            </a:r>
            <a:r>
              <a:rPr sz="2400" spc="-25" dirty="0">
                <a:solidFill>
                  <a:srgbClr val="4471C4"/>
                </a:solidFill>
                <a:latin typeface="Cambria"/>
                <a:cs typeface="Cambria"/>
              </a:rPr>
              <a:t> </a:t>
            </a:r>
            <a:r>
              <a:rPr sz="2400" dirty="0">
                <a:solidFill>
                  <a:srgbClr val="4471C4"/>
                </a:solidFill>
                <a:latin typeface="Cambria"/>
                <a:cs typeface="Cambria"/>
              </a:rPr>
              <a:t>Vk:</a:t>
            </a:r>
            <a:r>
              <a:rPr sz="2400" spc="-10" dirty="0">
                <a:solidFill>
                  <a:srgbClr val="4471C4"/>
                </a:solidFill>
                <a:latin typeface="Cambria"/>
                <a:cs typeface="Cambria"/>
              </a:rPr>
              <a:t> </a:t>
            </a:r>
            <a:r>
              <a:rPr sz="2400" spc="-35" dirty="0">
                <a:solidFill>
                  <a:srgbClr val="0462C1"/>
                </a:solidFill>
                <a:latin typeface="Cambria"/>
                <a:cs typeface="Cambria"/>
              </a:rPr>
              <a:t>Value</a:t>
            </a:r>
            <a:r>
              <a:rPr sz="2400" dirty="0">
                <a:solidFill>
                  <a:srgbClr val="0462C1"/>
                </a:solidFill>
                <a:latin typeface="Cambria"/>
                <a:cs typeface="Cambria"/>
              </a:rPr>
              <a:t> </a:t>
            </a:r>
            <a:r>
              <a:rPr sz="2400" dirty="0">
                <a:latin typeface="Cambria"/>
                <a:cs typeface="Cambria"/>
              </a:rPr>
              <a:t>of</a:t>
            </a:r>
            <a:r>
              <a:rPr sz="2400" spc="-15" dirty="0">
                <a:latin typeface="Cambria"/>
                <a:cs typeface="Cambria"/>
              </a:rPr>
              <a:t> </a:t>
            </a:r>
            <a:r>
              <a:rPr sz="2400" spc="-10" dirty="0">
                <a:latin typeface="Cambria"/>
                <a:cs typeface="Cambria"/>
              </a:rPr>
              <a:t>Source</a:t>
            </a:r>
            <a:r>
              <a:rPr sz="2400" spc="-15" dirty="0">
                <a:latin typeface="Cambria"/>
                <a:cs typeface="Cambria"/>
              </a:rPr>
              <a:t> </a:t>
            </a:r>
            <a:r>
              <a:rPr sz="2400" spc="-5" dirty="0">
                <a:latin typeface="Cambria"/>
                <a:cs typeface="Cambria"/>
              </a:rPr>
              <a:t>operands</a:t>
            </a:r>
            <a:endParaRPr sz="2400" dirty="0">
              <a:latin typeface="Cambria"/>
              <a:cs typeface="Cambria"/>
            </a:endParaRPr>
          </a:p>
          <a:p>
            <a:pPr marL="411480" indent="-229235">
              <a:lnSpc>
                <a:spcPct val="100000"/>
              </a:lnSpc>
              <a:spcBef>
                <a:spcPts val="575"/>
              </a:spcBef>
              <a:buChar char="–"/>
              <a:tabLst>
                <a:tab pos="412115" algn="l"/>
              </a:tabLst>
            </a:pPr>
            <a:r>
              <a:rPr sz="2400" spc="-15" dirty="0">
                <a:latin typeface="Cambria"/>
                <a:cs typeface="Cambria"/>
              </a:rPr>
              <a:t>Store</a:t>
            </a:r>
            <a:r>
              <a:rPr sz="2400" spc="-20" dirty="0">
                <a:latin typeface="Cambria"/>
                <a:cs typeface="Cambria"/>
              </a:rPr>
              <a:t> </a:t>
            </a:r>
            <a:r>
              <a:rPr sz="2400" spc="-5" dirty="0">
                <a:latin typeface="Cambria"/>
                <a:cs typeface="Cambria"/>
              </a:rPr>
              <a:t>buffers has</a:t>
            </a:r>
            <a:r>
              <a:rPr sz="2400" spc="-10" dirty="0">
                <a:latin typeface="Cambria"/>
                <a:cs typeface="Cambria"/>
              </a:rPr>
              <a:t> </a:t>
            </a:r>
            <a:r>
              <a:rPr sz="2400" dirty="0">
                <a:latin typeface="Cambria"/>
                <a:cs typeface="Cambria"/>
              </a:rPr>
              <a:t>V</a:t>
            </a:r>
            <a:r>
              <a:rPr sz="2400" spc="-5" dirty="0">
                <a:latin typeface="Cambria"/>
                <a:cs typeface="Cambria"/>
              </a:rPr>
              <a:t> </a:t>
            </a:r>
            <a:r>
              <a:rPr sz="2400" dirty="0">
                <a:latin typeface="Cambria"/>
                <a:cs typeface="Cambria"/>
              </a:rPr>
              <a:t>field,</a:t>
            </a:r>
            <a:r>
              <a:rPr sz="2400" spc="-30" dirty="0">
                <a:latin typeface="Cambria"/>
                <a:cs typeface="Cambria"/>
              </a:rPr>
              <a:t> </a:t>
            </a:r>
            <a:r>
              <a:rPr sz="2400" spc="-10" dirty="0">
                <a:latin typeface="Cambria"/>
                <a:cs typeface="Cambria"/>
              </a:rPr>
              <a:t>result</a:t>
            </a:r>
            <a:r>
              <a:rPr sz="2400" spc="-5" dirty="0">
                <a:latin typeface="Cambria"/>
                <a:cs typeface="Cambria"/>
              </a:rPr>
              <a:t> </a:t>
            </a:r>
            <a:r>
              <a:rPr sz="2400" spc="-10" dirty="0">
                <a:latin typeface="Cambria"/>
                <a:cs typeface="Cambria"/>
              </a:rPr>
              <a:t>to</a:t>
            </a:r>
            <a:r>
              <a:rPr sz="2400" spc="-5" dirty="0">
                <a:latin typeface="Cambria"/>
                <a:cs typeface="Cambria"/>
              </a:rPr>
              <a:t> be</a:t>
            </a:r>
            <a:r>
              <a:rPr sz="2400" spc="-10" dirty="0">
                <a:latin typeface="Cambria"/>
                <a:cs typeface="Cambria"/>
              </a:rPr>
              <a:t> stored</a:t>
            </a:r>
            <a:endParaRPr sz="2400" dirty="0">
              <a:latin typeface="Cambria"/>
              <a:cs typeface="Cambria"/>
            </a:endParaRPr>
          </a:p>
          <a:p>
            <a:pPr>
              <a:lnSpc>
                <a:spcPct val="100000"/>
              </a:lnSpc>
              <a:spcBef>
                <a:spcPts val="50"/>
              </a:spcBef>
              <a:buFont typeface="Cambria"/>
              <a:buChar char="–"/>
            </a:pPr>
            <a:endParaRPr sz="3400" dirty="0">
              <a:latin typeface="Cambria"/>
              <a:cs typeface="Cambria"/>
            </a:endParaRPr>
          </a:p>
          <a:p>
            <a:pPr marL="12700">
              <a:lnSpc>
                <a:spcPct val="100000"/>
              </a:lnSpc>
            </a:pPr>
            <a:r>
              <a:rPr sz="2400" spc="-5" dirty="0">
                <a:solidFill>
                  <a:srgbClr val="4471C4"/>
                </a:solidFill>
                <a:latin typeface="Cambria"/>
                <a:cs typeface="Cambria"/>
              </a:rPr>
              <a:t>Qj,</a:t>
            </a:r>
            <a:r>
              <a:rPr sz="2400" spc="-15" dirty="0">
                <a:solidFill>
                  <a:srgbClr val="4471C4"/>
                </a:solidFill>
                <a:latin typeface="Cambria"/>
                <a:cs typeface="Cambria"/>
              </a:rPr>
              <a:t> </a:t>
            </a:r>
            <a:r>
              <a:rPr sz="2400" dirty="0">
                <a:solidFill>
                  <a:srgbClr val="4471C4"/>
                </a:solidFill>
                <a:latin typeface="Cambria"/>
                <a:cs typeface="Cambria"/>
              </a:rPr>
              <a:t>Qk:</a:t>
            </a:r>
            <a:r>
              <a:rPr sz="2400" spc="-5" dirty="0">
                <a:solidFill>
                  <a:srgbClr val="4471C4"/>
                </a:solidFill>
                <a:latin typeface="Cambria"/>
                <a:cs typeface="Cambria"/>
              </a:rPr>
              <a:t> </a:t>
            </a:r>
            <a:r>
              <a:rPr sz="2400" spc="-10" dirty="0">
                <a:latin typeface="Cambria"/>
                <a:cs typeface="Cambria"/>
              </a:rPr>
              <a:t>Reservation</a:t>
            </a:r>
            <a:r>
              <a:rPr sz="2400" spc="-20" dirty="0">
                <a:latin typeface="Cambria"/>
                <a:cs typeface="Cambria"/>
              </a:rPr>
              <a:t> </a:t>
            </a:r>
            <a:r>
              <a:rPr sz="2400" dirty="0">
                <a:latin typeface="Cambria"/>
                <a:cs typeface="Cambria"/>
              </a:rPr>
              <a:t>stations</a:t>
            </a:r>
            <a:r>
              <a:rPr sz="2400" spc="-5" dirty="0">
                <a:latin typeface="Cambria"/>
                <a:cs typeface="Cambria"/>
              </a:rPr>
              <a:t> </a:t>
            </a:r>
            <a:r>
              <a:rPr sz="2400" spc="-10" dirty="0">
                <a:latin typeface="Cambria"/>
                <a:cs typeface="Cambria"/>
              </a:rPr>
              <a:t>producing</a:t>
            </a:r>
            <a:r>
              <a:rPr sz="2400" spc="-5" dirty="0">
                <a:latin typeface="Cambria"/>
                <a:cs typeface="Cambria"/>
              </a:rPr>
              <a:t> </a:t>
            </a:r>
            <a:r>
              <a:rPr sz="2400" spc="-10" dirty="0">
                <a:latin typeface="Cambria"/>
                <a:cs typeface="Cambria"/>
              </a:rPr>
              <a:t>source</a:t>
            </a:r>
            <a:r>
              <a:rPr sz="2400" dirty="0">
                <a:latin typeface="Cambria"/>
                <a:cs typeface="Cambria"/>
              </a:rPr>
              <a:t> </a:t>
            </a:r>
            <a:r>
              <a:rPr sz="2400" spc="-5" dirty="0">
                <a:latin typeface="Cambria"/>
                <a:cs typeface="Cambria"/>
              </a:rPr>
              <a:t>registers</a:t>
            </a:r>
            <a:r>
              <a:rPr sz="2400" dirty="0">
                <a:latin typeface="Cambria"/>
                <a:cs typeface="Cambria"/>
              </a:rPr>
              <a:t> </a:t>
            </a:r>
            <a:r>
              <a:rPr sz="2400" spc="-15" dirty="0">
                <a:latin typeface="Cambria"/>
                <a:cs typeface="Cambria"/>
              </a:rPr>
              <a:t>(value</a:t>
            </a:r>
            <a:r>
              <a:rPr sz="2400" dirty="0">
                <a:latin typeface="Cambria"/>
                <a:cs typeface="Cambria"/>
              </a:rPr>
              <a:t> </a:t>
            </a:r>
            <a:r>
              <a:rPr sz="2400" spc="-10" dirty="0">
                <a:latin typeface="Cambria"/>
                <a:cs typeface="Cambria"/>
              </a:rPr>
              <a:t>to</a:t>
            </a:r>
            <a:r>
              <a:rPr sz="2400" dirty="0">
                <a:latin typeface="Cambria"/>
                <a:cs typeface="Cambria"/>
              </a:rPr>
              <a:t> </a:t>
            </a:r>
            <a:r>
              <a:rPr sz="2400" spc="-5" dirty="0">
                <a:latin typeface="Cambria"/>
                <a:cs typeface="Cambria"/>
              </a:rPr>
              <a:t>be</a:t>
            </a:r>
            <a:r>
              <a:rPr sz="2400" spc="5" dirty="0">
                <a:latin typeface="Cambria"/>
                <a:cs typeface="Cambria"/>
              </a:rPr>
              <a:t> </a:t>
            </a:r>
            <a:r>
              <a:rPr sz="2400" spc="-5" dirty="0">
                <a:latin typeface="Cambria"/>
                <a:cs typeface="Cambria"/>
              </a:rPr>
              <a:t>written)</a:t>
            </a:r>
            <a:endParaRPr sz="2400" dirty="0">
              <a:latin typeface="Cambria"/>
              <a:cs typeface="Cambria"/>
            </a:endParaRPr>
          </a:p>
          <a:p>
            <a:pPr marL="411480" indent="-229235">
              <a:lnSpc>
                <a:spcPct val="100000"/>
              </a:lnSpc>
              <a:spcBef>
                <a:spcPts val="575"/>
              </a:spcBef>
              <a:buChar char="–"/>
              <a:tabLst>
                <a:tab pos="412115" algn="l"/>
              </a:tabLst>
            </a:pPr>
            <a:r>
              <a:rPr sz="2400" spc="-5" dirty="0" err="1">
                <a:latin typeface="Cambria"/>
                <a:cs typeface="Cambria"/>
              </a:rPr>
              <a:t>Qj,Qk</a:t>
            </a:r>
            <a:r>
              <a:rPr sz="2400" spc="-5" dirty="0">
                <a:latin typeface="Cambria"/>
                <a:cs typeface="Cambria"/>
              </a:rPr>
              <a:t>=0</a:t>
            </a:r>
            <a:r>
              <a:rPr sz="2400" spc="-35" dirty="0">
                <a:latin typeface="Cambria"/>
                <a:cs typeface="Cambria"/>
              </a:rPr>
              <a:t> </a:t>
            </a:r>
            <a:r>
              <a:rPr sz="2400" dirty="0">
                <a:latin typeface="Cambria"/>
                <a:cs typeface="Cambria"/>
              </a:rPr>
              <a:t>=&gt;</a:t>
            </a:r>
            <a:r>
              <a:rPr sz="2400" spc="-25" dirty="0">
                <a:latin typeface="Cambria"/>
                <a:cs typeface="Cambria"/>
              </a:rPr>
              <a:t> </a:t>
            </a:r>
            <a:r>
              <a:rPr sz="2400" spc="-15" dirty="0">
                <a:latin typeface="Cambria"/>
                <a:cs typeface="Cambria"/>
              </a:rPr>
              <a:t>ready</a:t>
            </a:r>
            <a:endParaRPr sz="2400" dirty="0">
              <a:latin typeface="Cambria"/>
              <a:cs typeface="Cambria"/>
            </a:endParaRPr>
          </a:p>
          <a:p>
            <a:pPr marL="411480" indent="-229235">
              <a:lnSpc>
                <a:spcPct val="100000"/>
              </a:lnSpc>
              <a:spcBef>
                <a:spcPts val="580"/>
              </a:spcBef>
              <a:buChar char="–"/>
              <a:tabLst>
                <a:tab pos="412115" algn="l"/>
              </a:tabLst>
            </a:pPr>
            <a:r>
              <a:rPr sz="2400" spc="-15" dirty="0">
                <a:latin typeface="Cambria"/>
                <a:cs typeface="Cambria"/>
              </a:rPr>
              <a:t>Store</a:t>
            </a:r>
            <a:r>
              <a:rPr sz="2400" spc="-10" dirty="0">
                <a:latin typeface="Cambria"/>
                <a:cs typeface="Cambria"/>
              </a:rPr>
              <a:t> </a:t>
            </a:r>
            <a:r>
              <a:rPr sz="2400" spc="-5" dirty="0">
                <a:latin typeface="Cambria"/>
                <a:cs typeface="Cambria"/>
              </a:rPr>
              <a:t>buffers</a:t>
            </a:r>
            <a:r>
              <a:rPr sz="2400" spc="-10" dirty="0">
                <a:latin typeface="Cambria"/>
                <a:cs typeface="Cambria"/>
              </a:rPr>
              <a:t> </a:t>
            </a:r>
            <a:r>
              <a:rPr sz="2400" spc="-15" dirty="0">
                <a:latin typeface="Cambria"/>
                <a:cs typeface="Cambria"/>
              </a:rPr>
              <a:t>only </a:t>
            </a:r>
            <a:r>
              <a:rPr sz="2400" spc="-25" dirty="0">
                <a:latin typeface="Cambria"/>
                <a:cs typeface="Cambria"/>
              </a:rPr>
              <a:t>have</a:t>
            </a:r>
            <a:r>
              <a:rPr sz="2400" spc="10" dirty="0">
                <a:latin typeface="Cambria"/>
                <a:cs typeface="Cambria"/>
              </a:rPr>
              <a:t> </a:t>
            </a:r>
            <a:r>
              <a:rPr sz="2400" spc="-5" dirty="0">
                <a:latin typeface="Cambria"/>
                <a:cs typeface="Cambria"/>
              </a:rPr>
              <a:t>Qi</a:t>
            </a:r>
            <a:r>
              <a:rPr sz="2400" spc="-20" dirty="0">
                <a:latin typeface="Cambria"/>
                <a:cs typeface="Cambria"/>
              </a:rPr>
              <a:t> </a:t>
            </a:r>
            <a:r>
              <a:rPr sz="2400" spc="-10" dirty="0">
                <a:latin typeface="Cambria"/>
                <a:cs typeface="Cambria"/>
              </a:rPr>
              <a:t>for</a:t>
            </a:r>
            <a:r>
              <a:rPr sz="2400" spc="-30" dirty="0">
                <a:latin typeface="Cambria"/>
                <a:cs typeface="Cambria"/>
              </a:rPr>
              <a:t> </a:t>
            </a:r>
            <a:r>
              <a:rPr sz="2400" spc="-25" dirty="0">
                <a:latin typeface="Cambria"/>
                <a:cs typeface="Cambria"/>
              </a:rPr>
              <a:t>RS</a:t>
            </a:r>
            <a:r>
              <a:rPr sz="2400" spc="-5" dirty="0">
                <a:latin typeface="Cambria"/>
                <a:cs typeface="Cambria"/>
              </a:rPr>
              <a:t> </a:t>
            </a:r>
            <a:r>
              <a:rPr sz="2400" spc="-10" dirty="0">
                <a:latin typeface="Cambria"/>
                <a:cs typeface="Cambria"/>
              </a:rPr>
              <a:t>producing</a:t>
            </a:r>
            <a:r>
              <a:rPr sz="2400" spc="5" dirty="0">
                <a:latin typeface="Cambria"/>
                <a:cs typeface="Cambria"/>
              </a:rPr>
              <a:t> </a:t>
            </a:r>
            <a:r>
              <a:rPr sz="2400" spc="-5" dirty="0">
                <a:latin typeface="Cambria"/>
                <a:cs typeface="Cambria"/>
              </a:rPr>
              <a:t>result</a:t>
            </a:r>
            <a:endParaRPr sz="2400" dirty="0">
              <a:latin typeface="Cambria"/>
              <a:cs typeface="Cambria"/>
            </a:endParaRPr>
          </a:p>
          <a:p>
            <a:pPr marL="12700">
              <a:lnSpc>
                <a:spcPct val="100000"/>
              </a:lnSpc>
              <a:spcBef>
                <a:spcPts val="575"/>
              </a:spcBef>
            </a:pPr>
            <a:r>
              <a:rPr sz="2400" spc="-10" dirty="0">
                <a:solidFill>
                  <a:srgbClr val="4471C4"/>
                </a:solidFill>
                <a:latin typeface="Cambria"/>
                <a:cs typeface="Cambria"/>
              </a:rPr>
              <a:t>Busy:</a:t>
            </a:r>
            <a:r>
              <a:rPr sz="2400" dirty="0">
                <a:solidFill>
                  <a:srgbClr val="4471C4"/>
                </a:solidFill>
                <a:latin typeface="Cambria"/>
                <a:cs typeface="Cambria"/>
              </a:rPr>
              <a:t> </a:t>
            </a:r>
            <a:r>
              <a:rPr sz="2400" spc="-5" dirty="0">
                <a:latin typeface="Cambria"/>
                <a:cs typeface="Cambria"/>
              </a:rPr>
              <a:t>Indicates</a:t>
            </a:r>
            <a:r>
              <a:rPr sz="2400" spc="-10" dirty="0">
                <a:latin typeface="Cambria"/>
                <a:cs typeface="Cambria"/>
              </a:rPr>
              <a:t> reservation</a:t>
            </a:r>
            <a:r>
              <a:rPr sz="2400" spc="-30" dirty="0">
                <a:latin typeface="Cambria"/>
                <a:cs typeface="Cambria"/>
              </a:rPr>
              <a:t> </a:t>
            </a:r>
            <a:r>
              <a:rPr sz="2400" dirty="0">
                <a:latin typeface="Cambria"/>
                <a:cs typeface="Cambria"/>
              </a:rPr>
              <a:t>station</a:t>
            </a:r>
            <a:r>
              <a:rPr sz="2400" spc="-10" dirty="0">
                <a:latin typeface="Cambria"/>
                <a:cs typeface="Cambria"/>
              </a:rPr>
              <a:t> </a:t>
            </a:r>
            <a:r>
              <a:rPr sz="2400" dirty="0">
                <a:latin typeface="Cambria"/>
                <a:cs typeface="Cambria"/>
              </a:rPr>
              <a:t>or</a:t>
            </a:r>
            <a:r>
              <a:rPr sz="2400" spc="-20" dirty="0">
                <a:latin typeface="Cambria"/>
                <a:cs typeface="Cambria"/>
              </a:rPr>
              <a:t> </a:t>
            </a:r>
            <a:r>
              <a:rPr sz="2400" dirty="0">
                <a:latin typeface="Cambria"/>
                <a:cs typeface="Cambria"/>
              </a:rPr>
              <a:t>FU</a:t>
            </a:r>
            <a:r>
              <a:rPr sz="2400" spc="-15" dirty="0">
                <a:latin typeface="Cambria"/>
                <a:cs typeface="Cambria"/>
              </a:rPr>
              <a:t> </a:t>
            </a:r>
            <a:r>
              <a:rPr sz="2400" dirty="0">
                <a:latin typeface="Cambria"/>
                <a:cs typeface="Cambria"/>
              </a:rPr>
              <a:t>is </a:t>
            </a:r>
            <a:r>
              <a:rPr sz="2400" spc="-10" dirty="0">
                <a:latin typeface="Cambria"/>
                <a:cs typeface="Cambria"/>
              </a:rPr>
              <a:t>busy</a:t>
            </a:r>
            <a:endParaRPr sz="2400" dirty="0">
              <a:latin typeface="Cambria"/>
              <a:cs typeface="Cambria"/>
            </a:endParaRPr>
          </a:p>
          <a:p>
            <a:pPr>
              <a:lnSpc>
                <a:spcPct val="100000"/>
              </a:lnSpc>
              <a:spcBef>
                <a:spcPts val="45"/>
              </a:spcBef>
            </a:pPr>
            <a:endParaRPr sz="3400" dirty="0">
              <a:latin typeface="Cambria"/>
              <a:cs typeface="Cambria"/>
            </a:endParaRPr>
          </a:p>
          <a:p>
            <a:pPr marL="12700">
              <a:lnSpc>
                <a:spcPts val="2735"/>
              </a:lnSpc>
            </a:pPr>
            <a:r>
              <a:rPr sz="2400" spc="-10" dirty="0">
                <a:solidFill>
                  <a:srgbClr val="0462C1"/>
                </a:solidFill>
                <a:latin typeface="Cambria"/>
                <a:cs typeface="Cambria"/>
              </a:rPr>
              <a:t>Register</a:t>
            </a:r>
            <a:r>
              <a:rPr sz="2400" spc="-5" dirty="0">
                <a:solidFill>
                  <a:srgbClr val="0462C1"/>
                </a:solidFill>
                <a:latin typeface="Cambria"/>
                <a:cs typeface="Cambria"/>
              </a:rPr>
              <a:t> result</a:t>
            </a:r>
            <a:r>
              <a:rPr sz="2400" spc="5" dirty="0">
                <a:solidFill>
                  <a:srgbClr val="0462C1"/>
                </a:solidFill>
                <a:latin typeface="Cambria"/>
                <a:cs typeface="Cambria"/>
              </a:rPr>
              <a:t> </a:t>
            </a:r>
            <a:r>
              <a:rPr sz="2400" spc="-5" dirty="0">
                <a:solidFill>
                  <a:srgbClr val="0462C1"/>
                </a:solidFill>
                <a:latin typeface="Cambria"/>
                <a:cs typeface="Cambria"/>
              </a:rPr>
              <a:t>status</a:t>
            </a:r>
            <a:r>
              <a:rPr sz="2400" spc="-5" dirty="0">
                <a:latin typeface="Cambria"/>
                <a:cs typeface="Cambria"/>
              </a:rPr>
              <a:t>—Indicates</a:t>
            </a:r>
            <a:r>
              <a:rPr sz="2400" spc="5" dirty="0">
                <a:latin typeface="Cambria"/>
                <a:cs typeface="Cambria"/>
              </a:rPr>
              <a:t> </a:t>
            </a:r>
            <a:r>
              <a:rPr sz="2400" spc="-5" dirty="0">
                <a:latin typeface="Cambria"/>
                <a:cs typeface="Cambria"/>
              </a:rPr>
              <a:t>which</a:t>
            </a:r>
            <a:r>
              <a:rPr sz="2400" spc="-10" dirty="0">
                <a:latin typeface="Cambria"/>
                <a:cs typeface="Cambria"/>
              </a:rPr>
              <a:t> </a:t>
            </a:r>
            <a:r>
              <a:rPr sz="2400" dirty="0">
                <a:latin typeface="Cambria"/>
                <a:cs typeface="Cambria"/>
              </a:rPr>
              <a:t>functional</a:t>
            </a:r>
            <a:r>
              <a:rPr sz="2400" spc="-25" dirty="0">
                <a:latin typeface="Cambria"/>
                <a:cs typeface="Cambria"/>
              </a:rPr>
              <a:t> </a:t>
            </a:r>
            <a:r>
              <a:rPr sz="2400" spc="-5" dirty="0">
                <a:latin typeface="Cambria"/>
                <a:cs typeface="Cambria"/>
              </a:rPr>
              <a:t>unit</a:t>
            </a:r>
            <a:r>
              <a:rPr sz="2400" dirty="0">
                <a:latin typeface="Cambria"/>
                <a:cs typeface="Cambria"/>
              </a:rPr>
              <a:t> </a:t>
            </a:r>
            <a:r>
              <a:rPr sz="2400" spc="-5" dirty="0">
                <a:latin typeface="Cambria"/>
                <a:cs typeface="Cambria"/>
              </a:rPr>
              <a:t>will</a:t>
            </a:r>
            <a:r>
              <a:rPr sz="2400" spc="-15" dirty="0">
                <a:latin typeface="Cambria"/>
                <a:cs typeface="Cambria"/>
              </a:rPr>
              <a:t> </a:t>
            </a:r>
            <a:r>
              <a:rPr sz="2400" spc="-10" dirty="0">
                <a:latin typeface="Cambria"/>
                <a:cs typeface="Cambria"/>
              </a:rPr>
              <a:t>write</a:t>
            </a:r>
            <a:r>
              <a:rPr sz="2400" spc="-5" dirty="0">
                <a:latin typeface="Cambria"/>
                <a:cs typeface="Cambria"/>
              </a:rPr>
              <a:t> </a:t>
            </a:r>
            <a:r>
              <a:rPr sz="2400" dirty="0">
                <a:latin typeface="Cambria"/>
                <a:cs typeface="Cambria"/>
              </a:rPr>
              <a:t>each</a:t>
            </a:r>
            <a:r>
              <a:rPr sz="2400" spc="-5" dirty="0">
                <a:latin typeface="Cambria"/>
                <a:cs typeface="Cambria"/>
              </a:rPr>
              <a:t> </a:t>
            </a:r>
            <a:r>
              <a:rPr sz="2400" spc="-35" dirty="0">
                <a:latin typeface="Cambria"/>
                <a:cs typeface="Cambria"/>
              </a:rPr>
              <a:t>register,</a:t>
            </a:r>
            <a:r>
              <a:rPr sz="2400" spc="-20" dirty="0">
                <a:latin typeface="Cambria"/>
                <a:cs typeface="Cambria"/>
              </a:rPr>
              <a:t> </a:t>
            </a:r>
            <a:r>
              <a:rPr sz="2400" dirty="0">
                <a:latin typeface="Cambria"/>
                <a:cs typeface="Cambria"/>
              </a:rPr>
              <a:t>if</a:t>
            </a:r>
            <a:r>
              <a:rPr sz="2400" spc="-5" dirty="0">
                <a:latin typeface="Cambria"/>
                <a:cs typeface="Cambria"/>
              </a:rPr>
              <a:t> </a:t>
            </a:r>
            <a:r>
              <a:rPr sz="2400" dirty="0">
                <a:latin typeface="Cambria"/>
                <a:cs typeface="Cambria"/>
              </a:rPr>
              <a:t>one</a:t>
            </a:r>
          </a:p>
          <a:p>
            <a:pPr marL="12700">
              <a:lnSpc>
                <a:spcPts val="2735"/>
              </a:lnSpc>
            </a:pPr>
            <a:r>
              <a:rPr sz="2400" spc="-5" dirty="0">
                <a:latin typeface="Cambria"/>
                <a:cs typeface="Cambria"/>
              </a:rPr>
              <a:t>exists.</a:t>
            </a:r>
            <a:r>
              <a:rPr sz="2400" spc="-10" dirty="0">
                <a:latin typeface="Cambria"/>
                <a:cs typeface="Cambria"/>
              </a:rPr>
              <a:t> </a:t>
            </a:r>
            <a:r>
              <a:rPr sz="2400" spc="-5" dirty="0">
                <a:latin typeface="Cambria"/>
                <a:cs typeface="Cambria"/>
              </a:rPr>
              <a:t>Blank </a:t>
            </a:r>
            <a:r>
              <a:rPr sz="2400" spc="-10" dirty="0">
                <a:latin typeface="Cambria"/>
                <a:cs typeface="Cambria"/>
              </a:rPr>
              <a:t>when</a:t>
            </a:r>
            <a:r>
              <a:rPr sz="2400" spc="5" dirty="0">
                <a:latin typeface="Cambria"/>
                <a:cs typeface="Cambria"/>
              </a:rPr>
              <a:t> </a:t>
            </a:r>
            <a:r>
              <a:rPr sz="2400" dirty="0">
                <a:latin typeface="Cambria"/>
                <a:cs typeface="Cambria"/>
              </a:rPr>
              <a:t>no</a:t>
            </a:r>
            <a:r>
              <a:rPr sz="2400" spc="-10" dirty="0">
                <a:latin typeface="Cambria"/>
                <a:cs typeface="Cambria"/>
              </a:rPr>
              <a:t> </a:t>
            </a:r>
            <a:r>
              <a:rPr sz="2400" spc="-5" dirty="0">
                <a:latin typeface="Cambria"/>
                <a:cs typeface="Cambria"/>
              </a:rPr>
              <a:t>pending</a:t>
            </a:r>
            <a:r>
              <a:rPr sz="2400" spc="-10" dirty="0">
                <a:latin typeface="Cambria"/>
                <a:cs typeface="Cambria"/>
              </a:rPr>
              <a:t> </a:t>
            </a:r>
            <a:r>
              <a:rPr sz="2400" dirty="0">
                <a:latin typeface="Cambria"/>
                <a:cs typeface="Cambria"/>
              </a:rPr>
              <a:t>instructions</a:t>
            </a:r>
            <a:r>
              <a:rPr sz="2400" spc="-20" dirty="0">
                <a:latin typeface="Cambria"/>
                <a:cs typeface="Cambria"/>
              </a:rPr>
              <a:t> </a:t>
            </a:r>
            <a:r>
              <a:rPr sz="2400" spc="-5" dirty="0">
                <a:latin typeface="Cambria"/>
                <a:cs typeface="Cambria"/>
              </a:rPr>
              <a:t>that will </a:t>
            </a:r>
            <a:r>
              <a:rPr sz="2400" spc="-10" dirty="0">
                <a:latin typeface="Cambria"/>
                <a:cs typeface="Cambria"/>
              </a:rPr>
              <a:t>write</a:t>
            </a:r>
            <a:r>
              <a:rPr sz="2400" spc="-15" dirty="0">
                <a:latin typeface="Cambria"/>
                <a:cs typeface="Cambria"/>
              </a:rPr>
              <a:t> </a:t>
            </a:r>
            <a:r>
              <a:rPr sz="2400" spc="-5" dirty="0">
                <a:latin typeface="Cambria"/>
                <a:cs typeface="Cambria"/>
              </a:rPr>
              <a:t>that</a:t>
            </a:r>
            <a:r>
              <a:rPr sz="2400" spc="10" dirty="0">
                <a:latin typeface="Cambria"/>
                <a:cs typeface="Cambria"/>
              </a:rPr>
              <a:t> </a:t>
            </a:r>
            <a:r>
              <a:rPr sz="2400" spc="-35" dirty="0">
                <a:latin typeface="Cambria"/>
                <a:cs typeface="Cambria"/>
              </a:rPr>
              <a:t>register.</a:t>
            </a:r>
            <a:endParaRPr sz="2400" dirty="0">
              <a:latin typeface="Cambria"/>
              <a:cs typeface="Cambria"/>
            </a:endParaRPr>
          </a:p>
        </p:txBody>
      </p:sp>
    </p:spTree>
    <p:extLst>
      <p:ext uri="{BB962C8B-B14F-4D97-AF65-F5344CB8AC3E}">
        <p14:creationId xmlns:p14="http://schemas.microsoft.com/office/powerpoint/2010/main" val="1635533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C6C2-0D20-1C0C-B62E-8C1618E09402}"/>
              </a:ext>
            </a:extLst>
          </p:cNvPr>
          <p:cNvSpPr>
            <a:spLocks noGrp="1"/>
          </p:cNvSpPr>
          <p:nvPr>
            <p:ph type="title"/>
          </p:nvPr>
        </p:nvSpPr>
        <p:spPr/>
        <p:txBody>
          <a:bodyPr/>
          <a:lstStyle/>
          <a:p>
            <a:r>
              <a:rPr lang="en-US" dirty="0"/>
              <a:t>Pipeline Stages++</a:t>
            </a:r>
            <a:endParaRPr lang="en-IN" dirty="0"/>
          </a:p>
        </p:txBody>
      </p:sp>
      <p:sp>
        <p:nvSpPr>
          <p:cNvPr id="4" name="Footer Placeholder 3">
            <a:extLst>
              <a:ext uri="{FF2B5EF4-FFF2-40B4-BE49-F238E27FC236}">
                <a16:creationId xmlns:a16="http://schemas.microsoft.com/office/drawing/2014/main" id="{84EF794D-FE23-0A70-7CAC-671E1E113B94}"/>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125DD0C2-C2CA-4D6D-29BC-E01B84CE00B7}"/>
              </a:ext>
            </a:extLst>
          </p:cNvPr>
          <p:cNvSpPr>
            <a:spLocks noGrp="1"/>
          </p:cNvSpPr>
          <p:nvPr>
            <p:ph type="sldNum" sz="quarter" idx="12"/>
          </p:nvPr>
        </p:nvSpPr>
        <p:spPr/>
        <p:txBody>
          <a:bodyPr/>
          <a:lstStyle/>
          <a:p>
            <a:fld id="{B8651ABE-1138-46C6-9A43-7FCD4EB2550C}" type="slidenum">
              <a:rPr lang="en-IN" smtClean="0"/>
              <a:pPr/>
              <a:t>20</a:t>
            </a:fld>
            <a:endParaRPr lang="en-IN" dirty="0"/>
          </a:p>
        </p:txBody>
      </p:sp>
      <p:sp>
        <p:nvSpPr>
          <p:cNvPr id="6" name="object 3">
            <a:extLst>
              <a:ext uri="{FF2B5EF4-FFF2-40B4-BE49-F238E27FC236}">
                <a16:creationId xmlns:a16="http://schemas.microsoft.com/office/drawing/2014/main" id="{EE80759E-0529-BDA1-4C00-264DAC36DF58}"/>
              </a:ext>
            </a:extLst>
          </p:cNvPr>
          <p:cNvSpPr txBox="1"/>
          <p:nvPr/>
        </p:nvSpPr>
        <p:spPr>
          <a:xfrm>
            <a:off x="272896" y="1027902"/>
            <a:ext cx="12906655" cy="5571653"/>
          </a:xfrm>
          <a:prstGeom prst="rect">
            <a:avLst/>
          </a:prstGeom>
        </p:spPr>
        <p:txBody>
          <a:bodyPr vert="horz" wrap="square" lIns="0" tIns="85725" rIns="0" bIns="0" rtlCol="0">
            <a:spAutoFit/>
          </a:bodyPr>
          <a:lstStyle/>
          <a:p>
            <a:pPr marL="299085" indent="-287020">
              <a:lnSpc>
                <a:spcPct val="100000"/>
              </a:lnSpc>
              <a:spcBef>
                <a:spcPts val="675"/>
              </a:spcBef>
              <a:buAutoNum type="arabicPeriod"/>
              <a:tabLst>
                <a:tab pos="299720" algn="l"/>
              </a:tabLst>
            </a:pPr>
            <a:r>
              <a:rPr lang="en-US" sz="2400" spc="-5" dirty="0">
                <a:solidFill>
                  <a:srgbClr val="0462C1"/>
                </a:solidFill>
                <a:latin typeface="Cambria"/>
                <a:cs typeface="Cambria"/>
              </a:rPr>
              <a:t>Dispatch and Issue</a:t>
            </a:r>
            <a:r>
              <a:rPr sz="2400" spc="-5" dirty="0">
                <a:latin typeface="Cambria"/>
                <a:cs typeface="Cambria"/>
              </a:rPr>
              <a:t>—get</a:t>
            </a:r>
            <a:r>
              <a:rPr sz="2400" spc="-15" dirty="0">
                <a:latin typeface="Cambria"/>
                <a:cs typeface="Cambria"/>
              </a:rPr>
              <a:t> </a:t>
            </a:r>
            <a:r>
              <a:rPr sz="2400" dirty="0">
                <a:latin typeface="Cambria"/>
                <a:cs typeface="Cambria"/>
              </a:rPr>
              <a:t>instruction</a:t>
            </a:r>
            <a:r>
              <a:rPr sz="2400" spc="-25" dirty="0">
                <a:latin typeface="Cambria"/>
                <a:cs typeface="Cambria"/>
              </a:rPr>
              <a:t> </a:t>
            </a:r>
            <a:r>
              <a:rPr sz="2400" spc="-10" dirty="0">
                <a:latin typeface="Cambria"/>
                <a:cs typeface="Cambria"/>
              </a:rPr>
              <a:t>from</a:t>
            </a:r>
            <a:r>
              <a:rPr sz="2400" spc="-20" dirty="0">
                <a:latin typeface="Cambria"/>
                <a:cs typeface="Cambria"/>
              </a:rPr>
              <a:t> </a:t>
            </a:r>
            <a:r>
              <a:rPr sz="2400" dirty="0">
                <a:latin typeface="Cambria"/>
                <a:cs typeface="Cambria"/>
              </a:rPr>
              <a:t>Op</a:t>
            </a:r>
            <a:r>
              <a:rPr sz="2400" spc="-25" dirty="0">
                <a:latin typeface="Cambria"/>
                <a:cs typeface="Cambria"/>
              </a:rPr>
              <a:t> </a:t>
            </a:r>
            <a:r>
              <a:rPr sz="2400" spc="-5" dirty="0">
                <a:latin typeface="Cambria"/>
                <a:cs typeface="Cambria"/>
              </a:rPr>
              <a:t>Queue</a:t>
            </a:r>
            <a:endParaRPr sz="2400" dirty="0">
              <a:latin typeface="Cambria"/>
              <a:cs typeface="Cambria"/>
            </a:endParaRPr>
          </a:p>
          <a:p>
            <a:pPr marL="698500">
              <a:lnSpc>
                <a:spcPts val="2735"/>
              </a:lnSpc>
              <a:spcBef>
                <a:spcPts val="575"/>
              </a:spcBef>
            </a:pPr>
            <a:r>
              <a:rPr sz="2400" spc="-5" dirty="0">
                <a:latin typeface="Cambria"/>
                <a:cs typeface="Cambria"/>
              </a:rPr>
              <a:t>If</a:t>
            </a:r>
            <a:r>
              <a:rPr sz="2400" spc="-15" dirty="0">
                <a:latin typeface="Cambria"/>
                <a:cs typeface="Cambria"/>
              </a:rPr>
              <a:t> </a:t>
            </a:r>
            <a:r>
              <a:rPr sz="2400" spc="-10" dirty="0">
                <a:latin typeface="Cambria"/>
                <a:cs typeface="Cambria"/>
              </a:rPr>
              <a:t>reservation</a:t>
            </a:r>
            <a:r>
              <a:rPr sz="2400" spc="-35" dirty="0">
                <a:latin typeface="Cambria"/>
                <a:cs typeface="Cambria"/>
              </a:rPr>
              <a:t> </a:t>
            </a:r>
            <a:r>
              <a:rPr sz="2400" dirty="0">
                <a:latin typeface="Cambria"/>
                <a:cs typeface="Cambria"/>
              </a:rPr>
              <a:t>station</a:t>
            </a:r>
            <a:r>
              <a:rPr sz="2400" spc="-25" dirty="0">
                <a:latin typeface="Cambria"/>
                <a:cs typeface="Cambria"/>
              </a:rPr>
              <a:t> </a:t>
            </a:r>
            <a:r>
              <a:rPr sz="2400" spc="-10" dirty="0">
                <a:latin typeface="Cambria"/>
                <a:cs typeface="Cambria"/>
              </a:rPr>
              <a:t>free </a:t>
            </a:r>
            <a:r>
              <a:rPr sz="2400" dirty="0">
                <a:latin typeface="Cambria"/>
                <a:cs typeface="Cambria"/>
              </a:rPr>
              <a:t>(no</a:t>
            </a:r>
            <a:r>
              <a:rPr sz="2400" spc="-20" dirty="0">
                <a:latin typeface="Cambria"/>
                <a:cs typeface="Cambria"/>
              </a:rPr>
              <a:t> </a:t>
            </a:r>
            <a:r>
              <a:rPr sz="2400" spc="-5" dirty="0">
                <a:latin typeface="Cambria"/>
                <a:cs typeface="Cambria"/>
              </a:rPr>
              <a:t>structural</a:t>
            </a:r>
            <a:r>
              <a:rPr sz="2400" spc="-15" dirty="0">
                <a:latin typeface="Cambria"/>
                <a:cs typeface="Cambria"/>
              </a:rPr>
              <a:t> </a:t>
            </a:r>
            <a:r>
              <a:rPr sz="2400" spc="-5" dirty="0">
                <a:latin typeface="Cambria"/>
                <a:cs typeface="Cambria"/>
              </a:rPr>
              <a:t>hazard),</a:t>
            </a:r>
            <a:endParaRPr sz="2400" dirty="0">
              <a:latin typeface="Cambria"/>
              <a:cs typeface="Cambria"/>
            </a:endParaRPr>
          </a:p>
          <a:p>
            <a:pPr marL="698500">
              <a:lnSpc>
                <a:spcPts val="2735"/>
              </a:lnSpc>
            </a:pPr>
            <a:r>
              <a:rPr sz="2400" spc="-5" dirty="0">
                <a:latin typeface="Cambria"/>
                <a:cs typeface="Cambria"/>
              </a:rPr>
              <a:t>control</a:t>
            </a:r>
            <a:r>
              <a:rPr sz="2400" spc="-25" dirty="0">
                <a:latin typeface="Cambria"/>
                <a:cs typeface="Cambria"/>
              </a:rPr>
              <a:t> </a:t>
            </a:r>
            <a:r>
              <a:rPr sz="2400" dirty="0">
                <a:latin typeface="Cambria"/>
                <a:cs typeface="Cambria"/>
              </a:rPr>
              <a:t>issues instr</a:t>
            </a:r>
            <a:r>
              <a:rPr sz="2400" spc="-25" dirty="0">
                <a:latin typeface="Cambria"/>
                <a:cs typeface="Cambria"/>
              </a:rPr>
              <a:t> </a:t>
            </a:r>
            <a:r>
              <a:rPr sz="2400" dirty="0">
                <a:latin typeface="Cambria"/>
                <a:cs typeface="Cambria"/>
              </a:rPr>
              <a:t>&amp;</a:t>
            </a:r>
            <a:r>
              <a:rPr sz="2400" spc="-15" dirty="0">
                <a:latin typeface="Cambria"/>
                <a:cs typeface="Cambria"/>
              </a:rPr>
              <a:t> </a:t>
            </a:r>
            <a:r>
              <a:rPr sz="2400" dirty="0">
                <a:latin typeface="Cambria"/>
                <a:cs typeface="Cambria"/>
              </a:rPr>
              <a:t>sends</a:t>
            </a:r>
            <a:r>
              <a:rPr sz="2400" spc="10" dirty="0">
                <a:latin typeface="Cambria"/>
                <a:cs typeface="Cambria"/>
              </a:rPr>
              <a:t> </a:t>
            </a:r>
            <a:r>
              <a:rPr sz="2400" spc="-10" dirty="0">
                <a:latin typeface="Cambria"/>
                <a:cs typeface="Cambria"/>
              </a:rPr>
              <a:t>operands</a:t>
            </a:r>
            <a:r>
              <a:rPr sz="2400" spc="-15" dirty="0">
                <a:latin typeface="Cambria"/>
                <a:cs typeface="Cambria"/>
              </a:rPr>
              <a:t> </a:t>
            </a:r>
            <a:r>
              <a:rPr sz="2400" spc="-5" dirty="0">
                <a:latin typeface="Cambria"/>
                <a:cs typeface="Cambria"/>
              </a:rPr>
              <a:t>(renames</a:t>
            </a:r>
            <a:r>
              <a:rPr sz="2400" spc="-10" dirty="0">
                <a:latin typeface="Cambria"/>
                <a:cs typeface="Cambria"/>
              </a:rPr>
              <a:t> </a:t>
            </a:r>
            <a:r>
              <a:rPr sz="2400" spc="-5" dirty="0">
                <a:latin typeface="Cambria"/>
                <a:cs typeface="Cambria"/>
              </a:rPr>
              <a:t>registers).</a:t>
            </a:r>
            <a:endParaRPr lang="en-US" sz="2400" spc="-5" dirty="0">
              <a:latin typeface="Cambria"/>
              <a:cs typeface="Cambria"/>
            </a:endParaRPr>
          </a:p>
          <a:p>
            <a:pPr marL="698500">
              <a:lnSpc>
                <a:spcPts val="2735"/>
              </a:lnSpc>
            </a:pPr>
            <a:r>
              <a:rPr lang="en-IN" sz="2400" spc="-5" dirty="0">
                <a:latin typeface="Cambria"/>
                <a:cs typeface="Cambria"/>
              </a:rPr>
              <a:t>To make it simple for the rest of the lecture, let’s assume only issue </a:t>
            </a:r>
            <a:endParaRPr lang="en-US" sz="2400" spc="-5" dirty="0">
              <a:latin typeface="Cambria"/>
              <a:cs typeface="Cambria"/>
            </a:endParaRPr>
          </a:p>
          <a:p>
            <a:pPr marL="299720" marR="2447290" indent="-299720">
              <a:lnSpc>
                <a:spcPct val="120000"/>
              </a:lnSpc>
              <a:buAutoNum type="arabicPeriod" startAt="2"/>
              <a:tabLst>
                <a:tab pos="299720" algn="l"/>
              </a:tabLst>
            </a:pPr>
            <a:r>
              <a:rPr sz="2400" spc="-10" dirty="0">
                <a:solidFill>
                  <a:srgbClr val="0462C1"/>
                </a:solidFill>
                <a:latin typeface="Cambria"/>
                <a:cs typeface="Cambria"/>
              </a:rPr>
              <a:t>Execution</a:t>
            </a:r>
            <a:r>
              <a:rPr sz="2400" spc="-10" dirty="0">
                <a:latin typeface="Cambria"/>
                <a:cs typeface="Cambria"/>
              </a:rPr>
              <a:t>—operate</a:t>
            </a:r>
            <a:r>
              <a:rPr sz="2400" spc="85" dirty="0">
                <a:latin typeface="Cambria"/>
                <a:cs typeface="Cambria"/>
              </a:rPr>
              <a:t> </a:t>
            </a:r>
            <a:r>
              <a:rPr sz="2400" dirty="0">
                <a:latin typeface="Cambria"/>
                <a:cs typeface="Cambria"/>
              </a:rPr>
              <a:t>on</a:t>
            </a:r>
            <a:r>
              <a:rPr sz="2400" spc="95" dirty="0">
                <a:latin typeface="Cambria"/>
                <a:cs typeface="Cambria"/>
              </a:rPr>
              <a:t> </a:t>
            </a:r>
            <a:r>
              <a:rPr sz="2400" spc="-5" dirty="0">
                <a:latin typeface="Cambria"/>
                <a:cs typeface="Cambria"/>
              </a:rPr>
              <a:t>operands</a:t>
            </a:r>
            <a:r>
              <a:rPr sz="2400" spc="105" dirty="0">
                <a:latin typeface="Cambria"/>
                <a:cs typeface="Cambria"/>
              </a:rPr>
              <a:t> </a:t>
            </a:r>
            <a:r>
              <a:rPr sz="2400" dirty="0">
                <a:latin typeface="Cambria"/>
                <a:cs typeface="Cambria"/>
              </a:rPr>
              <a:t>(EX) </a:t>
            </a:r>
            <a:r>
              <a:rPr sz="2400" spc="5" dirty="0">
                <a:latin typeface="Cambria"/>
                <a:cs typeface="Cambria"/>
              </a:rPr>
              <a:t> </a:t>
            </a:r>
            <a:r>
              <a:rPr sz="2400" spc="-5" dirty="0">
                <a:latin typeface="Cambria"/>
                <a:cs typeface="Cambria"/>
              </a:rPr>
              <a:t>When both</a:t>
            </a:r>
            <a:r>
              <a:rPr sz="2400" spc="-10" dirty="0">
                <a:latin typeface="Cambria"/>
                <a:cs typeface="Cambria"/>
              </a:rPr>
              <a:t> </a:t>
            </a:r>
            <a:r>
              <a:rPr sz="2400" spc="-5" dirty="0">
                <a:latin typeface="Cambria"/>
                <a:cs typeface="Cambria"/>
              </a:rPr>
              <a:t>operands</a:t>
            </a:r>
            <a:r>
              <a:rPr sz="2400" spc="-10" dirty="0">
                <a:latin typeface="Cambria"/>
                <a:cs typeface="Cambria"/>
              </a:rPr>
              <a:t> </a:t>
            </a:r>
            <a:r>
              <a:rPr sz="2400" spc="-20" dirty="0">
                <a:latin typeface="Cambria"/>
                <a:cs typeface="Cambria"/>
              </a:rPr>
              <a:t>ready</a:t>
            </a:r>
            <a:r>
              <a:rPr sz="2400" spc="-15" dirty="0">
                <a:latin typeface="Cambria"/>
                <a:cs typeface="Cambria"/>
              </a:rPr>
              <a:t> </a:t>
            </a:r>
            <a:r>
              <a:rPr sz="2400" spc="-5" dirty="0">
                <a:latin typeface="Cambria"/>
                <a:cs typeface="Cambria"/>
              </a:rPr>
              <a:t>then</a:t>
            </a:r>
            <a:r>
              <a:rPr lang="en-US" sz="2400" spc="-5" dirty="0">
                <a:latin typeface="Cambria"/>
                <a:cs typeface="Cambria"/>
              </a:rPr>
              <a:t> </a:t>
            </a:r>
            <a:r>
              <a:rPr sz="2400" spc="-15" dirty="0" err="1">
                <a:latin typeface="Cambria"/>
                <a:cs typeface="Cambria"/>
              </a:rPr>
              <a:t>execute;</a:t>
            </a:r>
            <a:r>
              <a:rPr sz="2400" dirty="0" err="1">
                <a:latin typeface="Cambria"/>
                <a:cs typeface="Cambria"/>
              </a:rPr>
              <a:t>if</a:t>
            </a:r>
            <a:r>
              <a:rPr sz="2400" spc="-25" dirty="0">
                <a:latin typeface="Cambria"/>
                <a:cs typeface="Cambria"/>
              </a:rPr>
              <a:t> </a:t>
            </a:r>
            <a:r>
              <a:rPr sz="2400" spc="-5" dirty="0">
                <a:latin typeface="Cambria"/>
                <a:cs typeface="Cambria"/>
              </a:rPr>
              <a:t>not</a:t>
            </a:r>
            <a:r>
              <a:rPr sz="2400" spc="-15" dirty="0">
                <a:latin typeface="Cambria"/>
                <a:cs typeface="Cambria"/>
              </a:rPr>
              <a:t> </a:t>
            </a:r>
            <a:r>
              <a:rPr sz="2400" spc="-50" dirty="0">
                <a:latin typeface="Cambria"/>
                <a:cs typeface="Cambria"/>
              </a:rPr>
              <a:t>ready,</a:t>
            </a:r>
            <a:r>
              <a:rPr sz="2400" spc="-5" dirty="0">
                <a:latin typeface="Cambria"/>
                <a:cs typeface="Cambria"/>
              </a:rPr>
              <a:t> </a:t>
            </a:r>
            <a:r>
              <a:rPr sz="2400" spc="-15" dirty="0">
                <a:latin typeface="Cambria"/>
                <a:cs typeface="Cambria"/>
              </a:rPr>
              <a:t>watch</a:t>
            </a:r>
            <a:r>
              <a:rPr sz="2400" dirty="0">
                <a:latin typeface="Cambria"/>
                <a:cs typeface="Cambria"/>
              </a:rPr>
              <a:t> </a:t>
            </a:r>
            <a:r>
              <a:rPr sz="2400" spc="-5" dirty="0">
                <a:latin typeface="Cambria"/>
                <a:cs typeface="Cambria"/>
              </a:rPr>
              <a:t>Common </a:t>
            </a:r>
            <a:r>
              <a:rPr sz="2400" dirty="0">
                <a:latin typeface="Cambria"/>
                <a:cs typeface="Cambria"/>
              </a:rPr>
              <a:t>Data </a:t>
            </a:r>
            <a:r>
              <a:rPr sz="2400" spc="-5" dirty="0">
                <a:latin typeface="Cambria"/>
                <a:cs typeface="Cambria"/>
              </a:rPr>
              <a:t>Bus</a:t>
            </a:r>
            <a:r>
              <a:rPr sz="2400" dirty="0">
                <a:latin typeface="Cambria"/>
                <a:cs typeface="Cambria"/>
              </a:rPr>
              <a:t> </a:t>
            </a:r>
            <a:r>
              <a:rPr sz="2400" spc="-10" dirty="0">
                <a:latin typeface="Cambria"/>
                <a:cs typeface="Cambria"/>
              </a:rPr>
              <a:t>for</a:t>
            </a:r>
            <a:r>
              <a:rPr sz="2400" spc="-30" dirty="0">
                <a:latin typeface="Cambria"/>
                <a:cs typeface="Cambria"/>
              </a:rPr>
              <a:t> </a:t>
            </a:r>
            <a:r>
              <a:rPr sz="2400" spc="-5" dirty="0">
                <a:latin typeface="Cambria"/>
                <a:cs typeface="Cambria"/>
              </a:rPr>
              <a:t>result</a:t>
            </a:r>
            <a:endParaRPr sz="2400" dirty="0">
              <a:latin typeface="Cambria"/>
              <a:cs typeface="Cambria"/>
            </a:endParaRPr>
          </a:p>
          <a:p>
            <a:pPr marL="299085" indent="-287020">
              <a:lnSpc>
                <a:spcPct val="100000"/>
              </a:lnSpc>
              <a:spcBef>
                <a:spcPts val="580"/>
              </a:spcBef>
              <a:buAutoNum type="arabicPeriod" startAt="3"/>
              <a:tabLst>
                <a:tab pos="299720" algn="l"/>
              </a:tabLst>
            </a:pPr>
            <a:r>
              <a:rPr sz="2400" spc="-20" dirty="0">
                <a:solidFill>
                  <a:srgbClr val="0462C1"/>
                </a:solidFill>
                <a:latin typeface="Cambria"/>
                <a:cs typeface="Cambria"/>
              </a:rPr>
              <a:t>Write</a:t>
            </a:r>
            <a:r>
              <a:rPr sz="2400" spc="-15" dirty="0">
                <a:solidFill>
                  <a:srgbClr val="0462C1"/>
                </a:solidFill>
                <a:latin typeface="Cambria"/>
                <a:cs typeface="Cambria"/>
              </a:rPr>
              <a:t> </a:t>
            </a:r>
            <a:r>
              <a:rPr sz="2400" spc="-5" dirty="0">
                <a:solidFill>
                  <a:srgbClr val="0462C1"/>
                </a:solidFill>
                <a:latin typeface="Cambria"/>
                <a:cs typeface="Cambria"/>
              </a:rPr>
              <a:t>result</a:t>
            </a:r>
            <a:r>
              <a:rPr sz="2400" spc="-5" dirty="0">
                <a:latin typeface="Cambria"/>
                <a:cs typeface="Cambria"/>
              </a:rPr>
              <a:t>—finish</a:t>
            </a:r>
            <a:r>
              <a:rPr sz="2400" spc="-35" dirty="0">
                <a:latin typeface="Cambria"/>
                <a:cs typeface="Cambria"/>
              </a:rPr>
              <a:t> </a:t>
            </a:r>
            <a:r>
              <a:rPr sz="2400" spc="-10" dirty="0">
                <a:latin typeface="Cambria"/>
                <a:cs typeface="Cambria"/>
              </a:rPr>
              <a:t>execution</a:t>
            </a:r>
            <a:r>
              <a:rPr sz="2400" spc="-30" dirty="0">
                <a:latin typeface="Cambria"/>
                <a:cs typeface="Cambria"/>
              </a:rPr>
              <a:t> </a:t>
            </a:r>
            <a:r>
              <a:rPr sz="2400" spc="-5" dirty="0">
                <a:latin typeface="Cambria"/>
                <a:cs typeface="Cambria"/>
              </a:rPr>
              <a:t>(WB)</a:t>
            </a:r>
            <a:endParaRPr sz="2400" dirty="0">
              <a:latin typeface="Cambria"/>
              <a:cs typeface="Cambria"/>
            </a:endParaRPr>
          </a:p>
          <a:p>
            <a:pPr marL="698500" marR="1473835">
              <a:lnSpc>
                <a:spcPts val="2590"/>
              </a:lnSpc>
              <a:spcBef>
                <a:spcPts val="905"/>
              </a:spcBef>
            </a:pPr>
            <a:r>
              <a:rPr sz="2400" spc="-20" dirty="0">
                <a:latin typeface="Cambria"/>
                <a:cs typeface="Cambria"/>
              </a:rPr>
              <a:t>Write</a:t>
            </a:r>
            <a:r>
              <a:rPr sz="2400" spc="-10" dirty="0">
                <a:latin typeface="Cambria"/>
                <a:cs typeface="Cambria"/>
              </a:rPr>
              <a:t> </a:t>
            </a:r>
            <a:r>
              <a:rPr sz="2400" dirty="0">
                <a:latin typeface="Cambria"/>
                <a:cs typeface="Cambria"/>
              </a:rPr>
              <a:t>on</a:t>
            </a:r>
            <a:r>
              <a:rPr sz="2400" spc="-10" dirty="0">
                <a:latin typeface="Cambria"/>
                <a:cs typeface="Cambria"/>
              </a:rPr>
              <a:t> </a:t>
            </a:r>
            <a:r>
              <a:rPr sz="2400" spc="-5" dirty="0">
                <a:latin typeface="Cambria"/>
                <a:cs typeface="Cambria"/>
              </a:rPr>
              <a:t>Common</a:t>
            </a:r>
            <a:r>
              <a:rPr sz="2400" spc="10" dirty="0">
                <a:latin typeface="Cambria"/>
                <a:cs typeface="Cambria"/>
              </a:rPr>
              <a:t> </a:t>
            </a:r>
            <a:r>
              <a:rPr sz="2400" dirty="0">
                <a:latin typeface="Cambria"/>
                <a:cs typeface="Cambria"/>
              </a:rPr>
              <a:t>Data</a:t>
            </a:r>
            <a:r>
              <a:rPr sz="2400" spc="-5" dirty="0">
                <a:latin typeface="Cambria"/>
                <a:cs typeface="Cambria"/>
              </a:rPr>
              <a:t> Bus </a:t>
            </a:r>
            <a:r>
              <a:rPr sz="2400" spc="-10" dirty="0">
                <a:latin typeface="Cambria"/>
                <a:cs typeface="Cambria"/>
              </a:rPr>
              <a:t>to</a:t>
            </a:r>
            <a:r>
              <a:rPr sz="2400" dirty="0">
                <a:latin typeface="Cambria"/>
                <a:cs typeface="Cambria"/>
              </a:rPr>
              <a:t> </a:t>
            </a:r>
            <a:r>
              <a:rPr sz="2400" spc="-5" dirty="0">
                <a:latin typeface="Cambria"/>
                <a:cs typeface="Cambria"/>
              </a:rPr>
              <a:t>all </a:t>
            </a:r>
            <a:r>
              <a:rPr sz="2400" spc="-15" dirty="0">
                <a:latin typeface="Cambria"/>
                <a:cs typeface="Cambria"/>
              </a:rPr>
              <a:t>awaiting</a:t>
            </a:r>
            <a:r>
              <a:rPr sz="2400" spc="-20" dirty="0">
                <a:latin typeface="Cambria"/>
                <a:cs typeface="Cambria"/>
              </a:rPr>
              <a:t> </a:t>
            </a:r>
            <a:r>
              <a:rPr sz="2400" spc="-5" dirty="0">
                <a:latin typeface="Cambria"/>
                <a:cs typeface="Cambria"/>
              </a:rPr>
              <a:t>units; </a:t>
            </a:r>
            <a:r>
              <a:rPr sz="2400" spc="-515" dirty="0">
                <a:latin typeface="Cambria"/>
                <a:cs typeface="Cambria"/>
              </a:rPr>
              <a:t> </a:t>
            </a:r>
            <a:r>
              <a:rPr sz="2400" spc="-5" dirty="0">
                <a:latin typeface="Cambria"/>
                <a:cs typeface="Cambria"/>
              </a:rPr>
              <a:t>mark</a:t>
            </a:r>
            <a:r>
              <a:rPr sz="2400" spc="-10" dirty="0">
                <a:latin typeface="Cambria"/>
                <a:cs typeface="Cambria"/>
              </a:rPr>
              <a:t> reservation</a:t>
            </a:r>
            <a:r>
              <a:rPr sz="2400" spc="-35" dirty="0">
                <a:latin typeface="Cambria"/>
                <a:cs typeface="Cambria"/>
              </a:rPr>
              <a:t> </a:t>
            </a:r>
            <a:r>
              <a:rPr sz="2400" dirty="0">
                <a:latin typeface="Cambria"/>
                <a:cs typeface="Cambria"/>
              </a:rPr>
              <a:t>station</a:t>
            </a:r>
            <a:r>
              <a:rPr sz="2400" spc="-25" dirty="0">
                <a:latin typeface="Cambria"/>
                <a:cs typeface="Cambria"/>
              </a:rPr>
              <a:t> </a:t>
            </a:r>
            <a:r>
              <a:rPr sz="2400" spc="-15" dirty="0">
                <a:latin typeface="Cambria"/>
                <a:cs typeface="Cambria"/>
              </a:rPr>
              <a:t>available</a:t>
            </a:r>
            <a:endParaRPr sz="2400" dirty="0">
              <a:latin typeface="Cambria"/>
              <a:cs typeface="Cambria"/>
            </a:endParaRPr>
          </a:p>
          <a:p>
            <a:pPr marL="299085" indent="-287020">
              <a:lnSpc>
                <a:spcPct val="100000"/>
              </a:lnSpc>
              <a:spcBef>
                <a:spcPts val="540"/>
              </a:spcBef>
              <a:buChar char="•"/>
              <a:tabLst>
                <a:tab pos="299085" algn="l"/>
                <a:tab pos="299720" algn="l"/>
              </a:tabLst>
            </a:pPr>
            <a:r>
              <a:rPr sz="2400" spc="-5" dirty="0">
                <a:latin typeface="Cambria"/>
                <a:cs typeface="Cambria"/>
              </a:rPr>
              <a:t>Normal</a:t>
            </a:r>
            <a:r>
              <a:rPr sz="2400" spc="-15" dirty="0">
                <a:latin typeface="Cambria"/>
                <a:cs typeface="Cambria"/>
              </a:rPr>
              <a:t> </a:t>
            </a:r>
            <a:r>
              <a:rPr sz="2400" dirty="0">
                <a:latin typeface="Cambria"/>
                <a:cs typeface="Cambria"/>
              </a:rPr>
              <a:t>data </a:t>
            </a:r>
            <a:r>
              <a:rPr sz="2400" spc="-5" dirty="0">
                <a:latin typeface="Cambria"/>
                <a:cs typeface="Cambria"/>
              </a:rPr>
              <a:t>bus:</a:t>
            </a:r>
            <a:r>
              <a:rPr sz="2400" dirty="0">
                <a:latin typeface="Cambria"/>
                <a:cs typeface="Cambria"/>
              </a:rPr>
              <a:t> data</a:t>
            </a:r>
            <a:r>
              <a:rPr sz="2400" spc="-10" dirty="0">
                <a:latin typeface="Cambria"/>
                <a:cs typeface="Cambria"/>
              </a:rPr>
              <a:t> </a:t>
            </a:r>
            <a:r>
              <a:rPr sz="2400" dirty="0">
                <a:latin typeface="Cambria"/>
                <a:cs typeface="Cambria"/>
              </a:rPr>
              <a:t>+</a:t>
            </a:r>
            <a:r>
              <a:rPr sz="2400" spc="-10" dirty="0">
                <a:latin typeface="Cambria"/>
                <a:cs typeface="Cambria"/>
              </a:rPr>
              <a:t> </a:t>
            </a:r>
            <a:r>
              <a:rPr sz="2400" dirty="0">
                <a:latin typeface="Cambria"/>
                <a:cs typeface="Cambria"/>
              </a:rPr>
              <a:t>destination</a:t>
            </a:r>
            <a:r>
              <a:rPr sz="2400" spc="-30" dirty="0">
                <a:latin typeface="Cambria"/>
                <a:cs typeface="Cambria"/>
              </a:rPr>
              <a:t> </a:t>
            </a:r>
            <a:r>
              <a:rPr sz="2400" dirty="0">
                <a:latin typeface="Cambria"/>
                <a:cs typeface="Cambria"/>
              </a:rPr>
              <a:t>(“go</a:t>
            </a:r>
            <a:r>
              <a:rPr sz="2400" spc="-10" dirty="0">
                <a:latin typeface="Cambria"/>
                <a:cs typeface="Cambria"/>
              </a:rPr>
              <a:t> </a:t>
            </a:r>
            <a:r>
              <a:rPr sz="2400" spc="-35" dirty="0">
                <a:latin typeface="Cambria"/>
                <a:cs typeface="Cambria"/>
              </a:rPr>
              <a:t>to”</a:t>
            </a:r>
            <a:r>
              <a:rPr sz="2400" spc="-10" dirty="0">
                <a:latin typeface="Cambria"/>
                <a:cs typeface="Cambria"/>
              </a:rPr>
              <a:t> </a:t>
            </a:r>
            <a:r>
              <a:rPr sz="2400" spc="-5" dirty="0">
                <a:latin typeface="Cambria"/>
                <a:cs typeface="Cambria"/>
              </a:rPr>
              <a:t>bus)</a:t>
            </a:r>
            <a:endParaRPr sz="2400" dirty="0">
              <a:latin typeface="Cambria"/>
              <a:cs typeface="Cambria"/>
            </a:endParaRPr>
          </a:p>
          <a:p>
            <a:pPr marL="299085" indent="-287020">
              <a:lnSpc>
                <a:spcPct val="100000"/>
              </a:lnSpc>
              <a:spcBef>
                <a:spcPts val="580"/>
              </a:spcBef>
              <a:buChar char="•"/>
              <a:tabLst>
                <a:tab pos="299085" algn="l"/>
                <a:tab pos="299720" algn="l"/>
                <a:tab pos="4665980" algn="l"/>
              </a:tabLst>
            </a:pPr>
            <a:r>
              <a:rPr sz="2400" u="heavy" spc="-5" dirty="0">
                <a:solidFill>
                  <a:srgbClr val="0462C1"/>
                </a:solidFill>
                <a:uFill>
                  <a:solidFill>
                    <a:srgbClr val="0462C1"/>
                  </a:solidFill>
                </a:uFill>
                <a:latin typeface="Cambria"/>
                <a:cs typeface="Cambria"/>
              </a:rPr>
              <a:t>Common</a:t>
            </a:r>
            <a:r>
              <a:rPr sz="2400" u="heavy" spc="15" dirty="0">
                <a:solidFill>
                  <a:srgbClr val="0462C1"/>
                </a:solidFill>
                <a:uFill>
                  <a:solidFill>
                    <a:srgbClr val="0462C1"/>
                  </a:solidFill>
                </a:uFill>
                <a:latin typeface="Cambria"/>
                <a:cs typeface="Cambria"/>
              </a:rPr>
              <a:t> </a:t>
            </a:r>
            <a:r>
              <a:rPr sz="2400" u="heavy" dirty="0">
                <a:solidFill>
                  <a:srgbClr val="0462C1"/>
                </a:solidFill>
                <a:uFill>
                  <a:solidFill>
                    <a:srgbClr val="0462C1"/>
                  </a:solidFill>
                </a:uFill>
                <a:latin typeface="Cambria"/>
                <a:cs typeface="Cambria"/>
              </a:rPr>
              <a:t>data</a:t>
            </a:r>
            <a:r>
              <a:rPr sz="2400" u="heavy" spc="-5" dirty="0">
                <a:solidFill>
                  <a:srgbClr val="0462C1"/>
                </a:solidFill>
                <a:uFill>
                  <a:solidFill>
                    <a:srgbClr val="0462C1"/>
                  </a:solidFill>
                </a:uFill>
                <a:latin typeface="Cambria"/>
                <a:cs typeface="Cambria"/>
              </a:rPr>
              <a:t> bus</a:t>
            </a:r>
            <a:r>
              <a:rPr sz="2400" spc="-5" dirty="0">
                <a:latin typeface="Cambria"/>
                <a:cs typeface="Cambria"/>
              </a:rPr>
              <a:t>:</a:t>
            </a:r>
            <a:r>
              <a:rPr sz="2400" spc="15" dirty="0">
                <a:latin typeface="Cambria"/>
                <a:cs typeface="Cambria"/>
              </a:rPr>
              <a:t> </a:t>
            </a:r>
            <a:r>
              <a:rPr sz="2400" dirty="0">
                <a:latin typeface="Cambria"/>
                <a:cs typeface="Cambria"/>
              </a:rPr>
              <a:t>data</a:t>
            </a:r>
            <a:r>
              <a:rPr sz="2400" spc="5" dirty="0">
                <a:latin typeface="Cambria"/>
                <a:cs typeface="Cambria"/>
              </a:rPr>
              <a:t> </a:t>
            </a:r>
            <a:r>
              <a:rPr sz="2400" dirty="0">
                <a:latin typeface="Cambria"/>
                <a:cs typeface="Cambria"/>
              </a:rPr>
              <a:t>+</a:t>
            </a:r>
            <a:r>
              <a:rPr sz="2400" dirty="0">
                <a:solidFill>
                  <a:srgbClr val="0462C1"/>
                </a:solidFill>
                <a:latin typeface="Cambria"/>
                <a:cs typeface="Cambria"/>
              </a:rPr>
              <a:t> </a:t>
            </a:r>
            <a:r>
              <a:rPr sz="2400" u="heavy" spc="-10" dirty="0">
                <a:solidFill>
                  <a:srgbClr val="0462C1"/>
                </a:solidFill>
                <a:uFill>
                  <a:solidFill>
                    <a:srgbClr val="0462C1"/>
                  </a:solidFill>
                </a:uFill>
                <a:latin typeface="Cambria"/>
                <a:cs typeface="Cambria"/>
              </a:rPr>
              <a:t>source</a:t>
            </a:r>
            <a:r>
              <a:rPr sz="2400" spc="-10" dirty="0">
                <a:solidFill>
                  <a:srgbClr val="0462C1"/>
                </a:solidFill>
                <a:latin typeface="Cambria"/>
                <a:cs typeface="Cambria"/>
              </a:rPr>
              <a:t>	</a:t>
            </a:r>
            <a:r>
              <a:rPr sz="2400" spc="-5" dirty="0">
                <a:latin typeface="Cambria"/>
                <a:cs typeface="Cambria"/>
              </a:rPr>
              <a:t>(“</a:t>
            </a:r>
            <a:r>
              <a:rPr sz="2400" u="heavy" spc="-5" dirty="0">
                <a:solidFill>
                  <a:srgbClr val="0462C1"/>
                </a:solidFill>
                <a:uFill>
                  <a:solidFill>
                    <a:srgbClr val="0462C1"/>
                  </a:solidFill>
                </a:uFill>
                <a:latin typeface="Cambria"/>
                <a:cs typeface="Cambria"/>
              </a:rPr>
              <a:t>come</a:t>
            </a:r>
            <a:r>
              <a:rPr sz="2400" u="heavy" spc="-10" dirty="0">
                <a:solidFill>
                  <a:srgbClr val="0462C1"/>
                </a:solidFill>
                <a:uFill>
                  <a:solidFill>
                    <a:srgbClr val="0462C1"/>
                  </a:solidFill>
                </a:uFill>
                <a:latin typeface="Cambria"/>
                <a:cs typeface="Cambria"/>
              </a:rPr>
              <a:t> </a:t>
            </a:r>
            <a:r>
              <a:rPr sz="2400" u="heavy" spc="-25" dirty="0">
                <a:solidFill>
                  <a:srgbClr val="0462C1"/>
                </a:solidFill>
                <a:uFill>
                  <a:solidFill>
                    <a:srgbClr val="0462C1"/>
                  </a:solidFill>
                </a:uFill>
                <a:latin typeface="Cambria"/>
                <a:cs typeface="Cambria"/>
              </a:rPr>
              <a:t>from</a:t>
            </a:r>
            <a:r>
              <a:rPr sz="2400" spc="-25" dirty="0">
                <a:latin typeface="Cambria"/>
                <a:cs typeface="Cambria"/>
              </a:rPr>
              <a:t>”</a:t>
            </a:r>
            <a:r>
              <a:rPr sz="2400" spc="-30" dirty="0">
                <a:latin typeface="Cambria"/>
                <a:cs typeface="Cambria"/>
              </a:rPr>
              <a:t> </a:t>
            </a:r>
            <a:r>
              <a:rPr sz="2400" spc="-5" dirty="0">
                <a:latin typeface="Cambria"/>
                <a:cs typeface="Cambria"/>
              </a:rPr>
              <a:t>bus)</a:t>
            </a:r>
            <a:endParaRPr sz="2400" dirty="0">
              <a:latin typeface="Cambria"/>
              <a:cs typeface="Cambria"/>
            </a:endParaRPr>
          </a:p>
          <a:p>
            <a:pPr marL="698500" lvl="1" indent="-228600">
              <a:lnSpc>
                <a:spcPct val="100000"/>
              </a:lnSpc>
              <a:spcBef>
                <a:spcPts val="575"/>
              </a:spcBef>
              <a:buChar char="–"/>
              <a:tabLst>
                <a:tab pos="698500" algn="l"/>
                <a:tab pos="6093460" algn="l"/>
              </a:tabLst>
            </a:pPr>
            <a:r>
              <a:rPr sz="2400" dirty="0">
                <a:latin typeface="Cambria"/>
                <a:cs typeface="Cambria"/>
              </a:rPr>
              <a:t>64</a:t>
            </a:r>
            <a:r>
              <a:rPr sz="2400" spc="-5" dirty="0">
                <a:latin typeface="Cambria"/>
                <a:cs typeface="Cambria"/>
              </a:rPr>
              <a:t> bits</a:t>
            </a:r>
            <a:r>
              <a:rPr sz="2400" spc="-10" dirty="0">
                <a:latin typeface="Cambria"/>
                <a:cs typeface="Cambria"/>
              </a:rPr>
              <a:t> </a:t>
            </a:r>
            <a:r>
              <a:rPr sz="2400" dirty="0">
                <a:latin typeface="Cambria"/>
                <a:cs typeface="Cambria"/>
              </a:rPr>
              <a:t>of</a:t>
            </a:r>
            <a:r>
              <a:rPr sz="2400" spc="-10" dirty="0">
                <a:latin typeface="Cambria"/>
                <a:cs typeface="Cambria"/>
              </a:rPr>
              <a:t> </a:t>
            </a:r>
            <a:r>
              <a:rPr sz="2400" dirty="0">
                <a:latin typeface="Cambria"/>
                <a:cs typeface="Cambria"/>
              </a:rPr>
              <a:t>data</a:t>
            </a:r>
            <a:r>
              <a:rPr sz="2400" spc="10" dirty="0">
                <a:latin typeface="Cambria"/>
                <a:cs typeface="Cambria"/>
              </a:rPr>
              <a:t> </a:t>
            </a:r>
            <a:r>
              <a:rPr sz="2400" dirty="0">
                <a:latin typeface="Cambria"/>
                <a:cs typeface="Cambria"/>
              </a:rPr>
              <a:t>+</a:t>
            </a:r>
            <a:r>
              <a:rPr sz="2400" spc="-10" dirty="0">
                <a:latin typeface="Cambria"/>
                <a:cs typeface="Cambria"/>
              </a:rPr>
              <a:t> </a:t>
            </a:r>
            <a:r>
              <a:rPr sz="2400" dirty="0">
                <a:latin typeface="Cambria"/>
                <a:cs typeface="Cambria"/>
              </a:rPr>
              <a:t>4</a:t>
            </a:r>
            <a:r>
              <a:rPr sz="2400" spc="10" dirty="0">
                <a:latin typeface="Cambria"/>
                <a:cs typeface="Cambria"/>
              </a:rPr>
              <a:t> </a:t>
            </a:r>
            <a:r>
              <a:rPr sz="2400" spc="-5" dirty="0">
                <a:latin typeface="Cambria"/>
                <a:cs typeface="Cambria"/>
              </a:rPr>
              <a:t>bits</a:t>
            </a:r>
            <a:r>
              <a:rPr sz="2400" spc="-10" dirty="0">
                <a:latin typeface="Cambria"/>
                <a:cs typeface="Cambria"/>
              </a:rPr>
              <a:t> </a:t>
            </a:r>
            <a:r>
              <a:rPr sz="2400" dirty="0">
                <a:latin typeface="Cambria"/>
                <a:cs typeface="Cambria"/>
              </a:rPr>
              <a:t>of</a:t>
            </a:r>
            <a:r>
              <a:rPr sz="2400" spc="5" dirty="0">
                <a:latin typeface="Cambria"/>
                <a:cs typeface="Cambria"/>
              </a:rPr>
              <a:t> </a:t>
            </a:r>
            <a:r>
              <a:rPr sz="2400" spc="-10" dirty="0">
                <a:latin typeface="Cambria"/>
                <a:cs typeface="Cambria"/>
              </a:rPr>
              <a:t>Functional </a:t>
            </a:r>
            <a:r>
              <a:rPr sz="2400" dirty="0">
                <a:latin typeface="Cambria"/>
                <a:cs typeface="Cambria"/>
              </a:rPr>
              <a:t>Unit	</a:t>
            </a:r>
            <a:r>
              <a:rPr sz="2400" u="heavy" spc="-10" dirty="0">
                <a:solidFill>
                  <a:srgbClr val="0462C1"/>
                </a:solidFill>
                <a:uFill>
                  <a:solidFill>
                    <a:srgbClr val="0462C1"/>
                  </a:solidFill>
                </a:uFill>
                <a:latin typeface="Cambria"/>
                <a:cs typeface="Cambria"/>
              </a:rPr>
              <a:t>source</a:t>
            </a:r>
            <a:r>
              <a:rPr sz="2400" spc="-10" dirty="0">
                <a:solidFill>
                  <a:srgbClr val="0462C1"/>
                </a:solidFill>
                <a:latin typeface="Cambria"/>
                <a:cs typeface="Cambria"/>
              </a:rPr>
              <a:t> </a:t>
            </a:r>
            <a:r>
              <a:rPr sz="2400" spc="-10" dirty="0">
                <a:latin typeface="Cambria"/>
                <a:cs typeface="Cambria"/>
              </a:rPr>
              <a:t>address</a:t>
            </a:r>
            <a:endParaRPr sz="2400" dirty="0">
              <a:latin typeface="Cambria"/>
              <a:cs typeface="Cambria"/>
            </a:endParaRPr>
          </a:p>
          <a:p>
            <a:pPr marL="698500" lvl="1" indent="-228600">
              <a:lnSpc>
                <a:spcPct val="100000"/>
              </a:lnSpc>
              <a:spcBef>
                <a:spcPts val="580"/>
              </a:spcBef>
              <a:buChar char="–"/>
              <a:tabLst>
                <a:tab pos="698500" algn="l"/>
              </a:tabLst>
            </a:pPr>
            <a:r>
              <a:rPr sz="2400" spc="-20" dirty="0">
                <a:latin typeface="Cambria"/>
                <a:cs typeface="Cambria"/>
              </a:rPr>
              <a:t>Write</a:t>
            </a:r>
            <a:r>
              <a:rPr sz="2400" spc="-5" dirty="0">
                <a:latin typeface="Cambria"/>
                <a:cs typeface="Cambria"/>
              </a:rPr>
              <a:t> </a:t>
            </a:r>
            <a:r>
              <a:rPr sz="2400" dirty="0">
                <a:latin typeface="Cambria"/>
                <a:cs typeface="Cambria"/>
              </a:rPr>
              <a:t>if</a:t>
            </a:r>
            <a:r>
              <a:rPr sz="2400" spc="-15" dirty="0">
                <a:latin typeface="Cambria"/>
                <a:cs typeface="Cambria"/>
              </a:rPr>
              <a:t> </a:t>
            </a:r>
            <a:r>
              <a:rPr sz="2400" spc="-10" dirty="0">
                <a:latin typeface="Cambria"/>
                <a:cs typeface="Cambria"/>
              </a:rPr>
              <a:t>matches</a:t>
            </a:r>
            <a:r>
              <a:rPr sz="2400" spc="35" dirty="0">
                <a:latin typeface="Cambria"/>
                <a:cs typeface="Cambria"/>
              </a:rPr>
              <a:t> </a:t>
            </a:r>
            <a:r>
              <a:rPr sz="2400" spc="-10" dirty="0">
                <a:latin typeface="Cambria"/>
                <a:cs typeface="Cambria"/>
              </a:rPr>
              <a:t>expected</a:t>
            </a:r>
            <a:r>
              <a:rPr sz="2400" spc="5" dirty="0">
                <a:latin typeface="Cambria"/>
                <a:cs typeface="Cambria"/>
              </a:rPr>
              <a:t> </a:t>
            </a:r>
            <a:r>
              <a:rPr sz="2400" spc="-10" dirty="0">
                <a:latin typeface="Cambria"/>
                <a:cs typeface="Cambria"/>
              </a:rPr>
              <a:t>Functional</a:t>
            </a:r>
            <a:r>
              <a:rPr sz="2400" spc="-5" dirty="0">
                <a:latin typeface="Cambria"/>
                <a:cs typeface="Cambria"/>
              </a:rPr>
              <a:t> </a:t>
            </a:r>
            <a:r>
              <a:rPr sz="2400" dirty="0">
                <a:latin typeface="Cambria"/>
                <a:cs typeface="Cambria"/>
              </a:rPr>
              <a:t>Unit</a:t>
            </a:r>
            <a:r>
              <a:rPr sz="2400" spc="-10" dirty="0">
                <a:latin typeface="Cambria"/>
                <a:cs typeface="Cambria"/>
              </a:rPr>
              <a:t> (produces</a:t>
            </a:r>
            <a:r>
              <a:rPr sz="2400" spc="15" dirty="0">
                <a:latin typeface="Cambria"/>
                <a:cs typeface="Cambria"/>
              </a:rPr>
              <a:t> </a:t>
            </a:r>
            <a:r>
              <a:rPr sz="2400" spc="-5" dirty="0">
                <a:latin typeface="Cambria"/>
                <a:cs typeface="Cambria"/>
              </a:rPr>
              <a:t>result)</a:t>
            </a:r>
            <a:endParaRPr sz="2400" dirty="0">
              <a:latin typeface="Cambria"/>
              <a:cs typeface="Cambria"/>
            </a:endParaRPr>
          </a:p>
          <a:p>
            <a:pPr marL="698500" lvl="1" indent="-228600">
              <a:lnSpc>
                <a:spcPct val="100000"/>
              </a:lnSpc>
              <a:spcBef>
                <a:spcPts val="575"/>
              </a:spcBef>
              <a:buChar char="–"/>
              <a:tabLst>
                <a:tab pos="698500" algn="l"/>
              </a:tabLst>
            </a:pPr>
            <a:r>
              <a:rPr sz="2400" spc="-5" dirty="0">
                <a:latin typeface="Cambria"/>
                <a:cs typeface="Cambria"/>
              </a:rPr>
              <a:t>Does</a:t>
            </a:r>
            <a:r>
              <a:rPr sz="2400" spc="-15" dirty="0">
                <a:latin typeface="Cambria"/>
                <a:cs typeface="Cambria"/>
              </a:rPr>
              <a:t> </a:t>
            </a:r>
            <a:r>
              <a:rPr sz="2400" spc="-5" dirty="0">
                <a:latin typeface="Cambria"/>
                <a:cs typeface="Cambria"/>
              </a:rPr>
              <a:t>the</a:t>
            </a:r>
            <a:r>
              <a:rPr sz="2400" spc="-35" dirty="0">
                <a:latin typeface="Cambria"/>
                <a:cs typeface="Cambria"/>
              </a:rPr>
              <a:t> </a:t>
            </a:r>
            <a:r>
              <a:rPr sz="2400" spc="-5" dirty="0">
                <a:latin typeface="Cambria"/>
                <a:cs typeface="Cambria"/>
              </a:rPr>
              <a:t>broadcast</a:t>
            </a:r>
            <a:endParaRPr sz="2400" dirty="0">
              <a:latin typeface="Cambria"/>
              <a:cs typeface="Cambria"/>
            </a:endParaRPr>
          </a:p>
        </p:txBody>
      </p:sp>
    </p:spTree>
    <p:extLst>
      <p:ext uri="{BB962C8B-B14F-4D97-AF65-F5344CB8AC3E}">
        <p14:creationId xmlns:p14="http://schemas.microsoft.com/office/powerpoint/2010/main" val="405002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9E564-7EE5-2045-FBB8-3DE96F71B4E8}"/>
              </a:ext>
            </a:extLst>
          </p:cNvPr>
          <p:cNvSpPr>
            <a:spLocks noGrp="1"/>
          </p:cNvSpPr>
          <p:nvPr>
            <p:ph type="title"/>
          </p:nvPr>
        </p:nvSpPr>
        <p:spPr/>
        <p:txBody>
          <a:bodyPr/>
          <a:lstStyle/>
          <a:p>
            <a:r>
              <a:rPr lang="en-US" dirty="0"/>
              <a:t>Example: Ready Steady Go!</a:t>
            </a:r>
            <a:endParaRPr lang="en-IN" dirty="0"/>
          </a:p>
        </p:txBody>
      </p:sp>
      <p:sp>
        <p:nvSpPr>
          <p:cNvPr id="4" name="Footer Placeholder 3">
            <a:extLst>
              <a:ext uri="{FF2B5EF4-FFF2-40B4-BE49-F238E27FC236}">
                <a16:creationId xmlns:a16="http://schemas.microsoft.com/office/drawing/2014/main" id="{1EBF8798-A9C7-F272-C241-F987407BF165}"/>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2830CE53-01A5-5C16-53A2-AAA3872F49A9}"/>
              </a:ext>
            </a:extLst>
          </p:cNvPr>
          <p:cNvSpPr>
            <a:spLocks noGrp="1"/>
          </p:cNvSpPr>
          <p:nvPr>
            <p:ph type="sldNum" sz="quarter" idx="12"/>
          </p:nvPr>
        </p:nvSpPr>
        <p:spPr/>
        <p:txBody>
          <a:bodyPr/>
          <a:lstStyle/>
          <a:p>
            <a:fld id="{B8651ABE-1138-46C6-9A43-7FCD4EB2550C}" type="slidenum">
              <a:rPr lang="en-IN" smtClean="0"/>
              <a:pPr/>
              <a:t>21</a:t>
            </a:fld>
            <a:endParaRPr lang="en-IN" dirty="0"/>
          </a:p>
        </p:txBody>
      </p:sp>
      <p:sp>
        <p:nvSpPr>
          <p:cNvPr id="6" name="object 3">
            <a:extLst>
              <a:ext uri="{FF2B5EF4-FFF2-40B4-BE49-F238E27FC236}">
                <a16:creationId xmlns:a16="http://schemas.microsoft.com/office/drawing/2014/main" id="{CA5005FD-0101-6AE6-EF8C-61FC17CFE29C}"/>
              </a:ext>
            </a:extLst>
          </p:cNvPr>
          <p:cNvSpPr txBox="1"/>
          <p:nvPr/>
        </p:nvSpPr>
        <p:spPr>
          <a:xfrm>
            <a:off x="105231" y="1539240"/>
            <a:ext cx="1973580" cy="302895"/>
          </a:xfrm>
          <a:prstGeom prst="rect">
            <a:avLst/>
          </a:prstGeom>
        </p:spPr>
        <p:txBody>
          <a:bodyPr vert="horz" wrap="square" lIns="0" tIns="14604" rIns="0" bIns="0" rtlCol="0">
            <a:spAutoFit/>
          </a:bodyPr>
          <a:lstStyle/>
          <a:p>
            <a:pPr marL="12700">
              <a:lnSpc>
                <a:spcPct val="100000"/>
              </a:lnSpc>
              <a:spcBef>
                <a:spcPts val="114"/>
              </a:spcBef>
            </a:pPr>
            <a:r>
              <a:rPr sz="1800" i="1" spc="120" dirty="0">
                <a:solidFill>
                  <a:srgbClr val="FF0000"/>
                </a:solidFill>
                <a:latin typeface="Times New Roman"/>
                <a:cs typeface="Times New Roman"/>
              </a:rPr>
              <a:t>Instruction</a:t>
            </a:r>
            <a:r>
              <a:rPr sz="1800" i="1" spc="20" dirty="0">
                <a:solidFill>
                  <a:srgbClr val="FF0000"/>
                </a:solidFill>
                <a:latin typeface="Times New Roman"/>
                <a:cs typeface="Times New Roman"/>
              </a:rPr>
              <a:t> </a:t>
            </a:r>
            <a:r>
              <a:rPr sz="1800" i="1" spc="105" dirty="0">
                <a:solidFill>
                  <a:srgbClr val="FF0000"/>
                </a:solidFill>
                <a:latin typeface="Times New Roman"/>
                <a:cs typeface="Times New Roman"/>
              </a:rPr>
              <a:t>status:</a:t>
            </a:r>
            <a:endParaRPr sz="1800">
              <a:latin typeface="Times New Roman"/>
              <a:cs typeface="Times New Roman"/>
            </a:endParaRPr>
          </a:p>
        </p:txBody>
      </p:sp>
      <p:sp>
        <p:nvSpPr>
          <p:cNvPr id="7" name="object 4">
            <a:extLst>
              <a:ext uri="{FF2B5EF4-FFF2-40B4-BE49-F238E27FC236}">
                <a16:creationId xmlns:a16="http://schemas.microsoft.com/office/drawing/2014/main" id="{B608EC95-3368-BD80-1E5D-78EA5A9AA704}"/>
              </a:ext>
            </a:extLst>
          </p:cNvPr>
          <p:cNvSpPr txBox="1"/>
          <p:nvPr/>
        </p:nvSpPr>
        <p:spPr>
          <a:xfrm>
            <a:off x="423760" y="1833620"/>
            <a:ext cx="896619" cy="1602740"/>
          </a:xfrm>
          <a:prstGeom prst="rect">
            <a:avLst/>
          </a:prstGeom>
        </p:spPr>
        <p:txBody>
          <a:bodyPr vert="horz" wrap="square" lIns="0" tIns="12065" rIns="0" bIns="0" rtlCol="0">
            <a:spAutoFit/>
          </a:bodyPr>
          <a:lstStyle/>
          <a:p>
            <a:pPr marL="12700" marR="5080">
              <a:lnSpc>
                <a:spcPct val="112000"/>
              </a:lnSpc>
              <a:spcBef>
                <a:spcPts val="95"/>
              </a:spcBef>
            </a:pPr>
            <a:r>
              <a:rPr sz="1350" spc="95" dirty="0">
                <a:latin typeface="Times New Roman"/>
                <a:cs typeface="Times New Roman"/>
              </a:rPr>
              <a:t>In</a:t>
            </a:r>
            <a:r>
              <a:rPr sz="1350" spc="65" dirty="0">
                <a:latin typeface="Times New Roman"/>
                <a:cs typeface="Times New Roman"/>
              </a:rPr>
              <a:t>s</a:t>
            </a:r>
            <a:r>
              <a:rPr sz="1350" spc="80" dirty="0">
                <a:latin typeface="Times New Roman"/>
                <a:cs typeface="Times New Roman"/>
              </a:rPr>
              <a:t>t</a:t>
            </a:r>
            <a:r>
              <a:rPr sz="1350" spc="95" dirty="0">
                <a:latin typeface="Times New Roman"/>
                <a:cs typeface="Times New Roman"/>
              </a:rPr>
              <a:t>ruct</a:t>
            </a:r>
            <a:r>
              <a:rPr sz="1350" spc="20" dirty="0">
                <a:latin typeface="Times New Roman"/>
                <a:cs typeface="Times New Roman"/>
              </a:rPr>
              <a:t>i</a:t>
            </a:r>
            <a:r>
              <a:rPr sz="1350" spc="85" dirty="0">
                <a:latin typeface="Times New Roman"/>
                <a:cs typeface="Times New Roman"/>
              </a:rPr>
              <a:t>on  </a:t>
            </a:r>
            <a:r>
              <a:rPr sz="1350" spc="175" dirty="0">
                <a:latin typeface="Times New Roman"/>
                <a:cs typeface="Times New Roman"/>
              </a:rPr>
              <a:t>LD</a:t>
            </a:r>
            <a:endParaRPr sz="1350">
              <a:latin typeface="Times New Roman"/>
              <a:cs typeface="Times New Roman"/>
            </a:endParaRPr>
          </a:p>
          <a:p>
            <a:pPr marL="12700" marR="177165">
              <a:lnSpc>
                <a:spcPct val="108500"/>
              </a:lnSpc>
            </a:pPr>
            <a:r>
              <a:rPr sz="1350" spc="175" dirty="0">
                <a:solidFill>
                  <a:srgbClr val="FF0000"/>
                </a:solidFill>
                <a:latin typeface="Times New Roman"/>
                <a:cs typeface="Times New Roman"/>
              </a:rPr>
              <a:t>LD </a:t>
            </a:r>
            <a:r>
              <a:rPr sz="1350" spc="180" dirty="0">
                <a:solidFill>
                  <a:srgbClr val="FF0000"/>
                </a:solidFill>
                <a:latin typeface="Times New Roman"/>
                <a:cs typeface="Times New Roman"/>
              </a:rPr>
              <a:t> </a:t>
            </a:r>
            <a:r>
              <a:rPr sz="1350" spc="180" dirty="0">
                <a:solidFill>
                  <a:srgbClr val="0000FF"/>
                </a:solidFill>
                <a:latin typeface="Times New Roman"/>
                <a:cs typeface="Times New Roman"/>
              </a:rPr>
              <a:t>M</a:t>
            </a:r>
            <a:r>
              <a:rPr sz="1350" spc="75" dirty="0">
                <a:solidFill>
                  <a:srgbClr val="0000FF"/>
                </a:solidFill>
                <a:latin typeface="Times New Roman"/>
                <a:cs typeface="Times New Roman"/>
              </a:rPr>
              <a:t>U</a:t>
            </a:r>
            <a:r>
              <a:rPr sz="1350" spc="155" dirty="0">
                <a:solidFill>
                  <a:srgbClr val="0000FF"/>
                </a:solidFill>
                <a:latin typeface="Times New Roman"/>
                <a:cs typeface="Times New Roman"/>
              </a:rPr>
              <a:t>L</a:t>
            </a:r>
            <a:r>
              <a:rPr sz="1350" spc="95" dirty="0">
                <a:solidFill>
                  <a:srgbClr val="0000FF"/>
                </a:solidFill>
                <a:latin typeface="Times New Roman"/>
                <a:cs typeface="Times New Roman"/>
              </a:rPr>
              <a:t>TD  </a:t>
            </a:r>
            <a:r>
              <a:rPr sz="1350" spc="110" dirty="0">
                <a:solidFill>
                  <a:srgbClr val="FF00FF"/>
                </a:solidFill>
                <a:latin typeface="Times New Roman"/>
                <a:cs typeface="Times New Roman"/>
              </a:rPr>
              <a:t>SUBD </a:t>
            </a:r>
            <a:r>
              <a:rPr sz="1350" spc="114" dirty="0">
                <a:solidFill>
                  <a:srgbClr val="FF00FF"/>
                </a:solidFill>
                <a:latin typeface="Times New Roman"/>
                <a:cs typeface="Times New Roman"/>
              </a:rPr>
              <a:t> </a:t>
            </a:r>
            <a:r>
              <a:rPr sz="1350" spc="114" dirty="0">
                <a:solidFill>
                  <a:srgbClr val="00FF00"/>
                </a:solidFill>
                <a:latin typeface="Times New Roman"/>
                <a:cs typeface="Times New Roman"/>
              </a:rPr>
              <a:t>DIVD </a:t>
            </a:r>
            <a:r>
              <a:rPr sz="1350" spc="120" dirty="0">
                <a:solidFill>
                  <a:srgbClr val="00FF00"/>
                </a:solidFill>
                <a:latin typeface="Times New Roman"/>
                <a:cs typeface="Times New Roman"/>
              </a:rPr>
              <a:t> </a:t>
            </a:r>
            <a:r>
              <a:rPr sz="1350" spc="140" dirty="0">
                <a:latin typeface="Times New Roman"/>
                <a:cs typeface="Times New Roman"/>
              </a:rPr>
              <a:t>ADDD</a:t>
            </a:r>
            <a:endParaRPr sz="1350">
              <a:latin typeface="Times New Roman"/>
              <a:cs typeface="Times New Roman"/>
            </a:endParaRPr>
          </a:p>
        </p:txBody>
      </p:sp>
      <p:sp>
        <p:nvSpPr>
          <p:cNvPr id="8" name="object 5">
            <a:extLst>
              <a:ext uri="{FF2B5EF4-FFF2-40B4-BE49-F238E27FC236}">
                <a16:creationId xmlns:a16="http://schemas.microsoft.com/office/drawing/2014/main" id="{F7108542-9B7D-7CD1-11AA-4095534CD071}"/>
              </a:ext>
            </a:extLst>
          </p:cNvPr>
          <p:cNvSpPr txBox="1"/>
          <p:nvPr/>
        </p:nvSpPr>
        <p:spPr>
          <a:xfrm>
            <a:off x="1295583" y="1833620"/>
            <a:ext cx="1408430" cy="1602740"/>
          </a:xfrm>
          <a:prstGeom prst="rect">
            <a:avLst/>
          </a:prstGeom>
        </p:spPr>
        <p:txBody>
          <a:bodyPr vert="horz" wrap="square" lIns="0" tIns="36830" rIns="0" bIns="0" rtlCol="0">
            <a:spAutoFit/>
          </a:bodyPr>
          <a:lstStyle/>
          <a:p>
            <a:pPr marL="683260">
              <a:lnSpc>
                <a:spcPct val="100000"/>
              </a:lnSpc>
              <a:spcBef>
                <a:spcPts val="290"/>
              </a:spcBef>
              <a:tabLst>
                <a:tab pos="1210945" algn="l"/>
              </a:tabLst>
            </a:pPr>
            <a:r>
              <a:rPr sz="1350" i="1" spc="65" dirty="0">
                <a:latin typeface="Times New Roman"/>
                <a:cs typeface="Times New Roman"/>
              </a:rPr>
              <a:t>j	</a:t>
            </a:r>
            <a:r>
              <a:rPr sz="1350" i="1" spc="100" dirty="0">
                <a:latin typeface="Times New Roman"/>
                <a:cs typeface="Times New Roman"/>
              </a:rPr>
              <a:t>k</a:t>
            </a:r>
            <a:endParaRPr sz="1350" dirty="0">
              <a:latin typeface="Times New Roman"/>
              <a:cs typeface="Times New Roman"/>
            </a:endParaRPr>
          </a:p>
          <a:p>
            <a:pPr marL="62865">
              <a:lnSpc>
                <a:spcPct val="100000"/>
              </a:lnSpc>
              <a:spcBef>
                <a:spcPts val="195"/>
              </a:spcBef>
              <a:tabLst>
                <a:tab pos="565785" algn="l"/>
                <a:tab pos="1160780" algn="l"/>
              </a:tabLst>
            </a:pPr>
            <a:r>
              <a:rPr sz="1350" spc="105" dirty="0">
                <a:latin typeface="Times New Roman"/>
                <a:cs typeface="Times New Roman"/>
              </a:rPr>
              <a:t>F</a:t>
            </a:r>
            <a:r>
              <a:rPr sz="1350" spc="114" dirty="0">
                <a:latin typeface="Times New Roman"/>
                <a:cs typeface="Times New Roman"/>
              </a:rPr>
              <a:t>6</a:t>
            </a:r>
            <a:r>
              <a:rPr sz="1350" dirty="0">
                <a:latin typeface="Times New Roman"/>
                <a:cs typeface="Times New Roman"/>
              </a:rPr>
              <a:t>	</a:t>
            </a:r>
            <a:r>
              <a:rPr sz="1350" spc="110" dirty="0">
                <a:latin typeface="Times New Roman"/>
                <a:cs typeface="Times New Roman"/>
              </a:rPr>
              <a:t>34</a:t>
            </a:r>
            <a:r>
              <a:rPr sz="1350" spc="130" dirty="0">
                <a:latin typeface="Times New Roman"/>
                <a:cs typeface="Times New Roman"/>
              </a:rPr>
              <a:t>+</a:t>
            </a:r>
            <a:r>
              <a:rPr sz="1350" dirty="0">
                <a:latin typeface="Times New Roman"/>
                <a:cs typeface="Times New Roman"/>
              </a:rPr>
              <a:t>	</a:t>
            </a:r>
            <a:r>
              <a:rPr sz="1350" spc="130" dirty="0">
                <a:latin typeface="Times New Roman"/>
                <a:cs typeface="Times New Roman"/>
              </a:rPr>
              <a:t>R2</a:t>
            </a:r>
            <a:endParaRPr sz="1350" dirty="0">
              <a:latin typeface="Times New Roman"/>
              <a:cs typeface="Times New Roman"/>
            </a:endParaRPr>
          </a:p>
          <a:p>
            <a:pPr marL="62865">
              <a:lnSpc>
                <a:spcPct val="100000"/>
              </a:lnSpc>
              <a:spcBef>
                <a:spcPts val="140"/>
              </a:spcBef>
              <a:tabLst>
                <a:tab pos="565785" algn="l"/>
                <a:tab pos="1160780" algn="l"/>
              </a:tabLst>
            </a:pPr>
            <a:r>
              <a:rPr sz="1350" spc="105" dirty="0">
                <a:solidFill>
                  <a:srgbClr val="FF0000"/>
                </a:solidFill>
                <a:latin typeface="Times New Roman"/>
                <a:cs typeface="Times New Roman"/>
              </a:rPr>
              <a:t>F</a:t>
            </a:r>
            <a:r>
              <a:rPr sz="1350" spc="114" dirty="0">
                <a:solidFill>
                  <a:srgbClr val="FF0000"/>
                </a:solidFill>
                <a:latin typeface="Times New Roman"/>
                <a:cs typeface="Times New Roman"/>
              </a:rPr>
              <a:t>2</a:t>
            </a:r>
            <a:r>
              <a:rPr sz="1350" dirty="0">
                <a:solidFill>
                  <a:srgbClr val="FF0000"/>
                </a:solidFill>
                <a:latin typeface="Times New Roman"/>
                <a:cs typeface="Times New Roman"/>
              </a:rPr>
              <a:t>	</a:t>
            </a:r>
            <a:r>
              <a:rPr sz="1350" spc="110" dirty="0">
                <a:solidFill>
                  <a:srgbClr val="FF0000"/>
                </a:solidFill>
                <a:latin typeface="Times New Roman"/>
                <a:cs typeface="Times New Roman"/>
              </a:rPr>
              <a:t>45</a:t>
            </a:r>
            <a:r>
              <a:rPr sz="1350" spc="130" dirty="0">
                <a:solidFill>
                  <a:srgbClr val="FF0000"/>
                </a:solidFill>
                <a:latin typeface="Times New Roman"/>
                <a:cs typeface="Times New Roman"/>
              </a:rPr>
              <a:t>+</a:t>
            </a:r>
            <a:r>
              <a:rPr sz="1350" dirty="0">
                <a:solidFill>
                  <a:srgbClr val="FF0000"/>
                </a:solidFill>
                <a:latin typeface="Times New Roman"/>
                <a:cs typeface="Times New Roman"/>
              </a:rPr>
              <a:t>	</a:t>
            </a:r>
            <a:r>
              <a:rPr sz="1350" spc="130" dirty="0">
                <a:solidFill>
                  <a:srgbClr val="FF0000"/>
                </a:solidFill>
                <a:latin typeface="Times New Roman"/>
                <a:cs typeface="Times New Roman"/>
              </a:rPr>
              <a:t>R3</a:t>
            </a:r>
            <a:endParaRPr sz="1350" dirty="0">
              <a:latin typeface="Times New Roman"/>
              <a:cs typeface="Times New Roman"/>
            </a:endParaRPr>
          </a:p>
          <a:p>
            <a:pPr marL="62865">
              <a:lnSpc>
                <a:spcPct val="100000"/>
              </a:lnSpc>
              <a:spcBef>
                <a:spcPts val="135"/>
              </a:spcBef>
              <a:tabLst>
                <a:tab pos="624205" algn="l"/>
                <a:tab pos="1169035" algn="l"/>
              </a:tabLst>
            </a:pPr>
            <a:r>
              <a:rPr sz="1350" spc="110" dirty="0">
                <a:solidFill>
                  <a:srgbClr val="0000FF"/>
                </a:solidFill>
                <a:latin typeface="Times New Roman"/>
                <a:cs typeface="Times New Roman"/>
              </a:rPr>
              <a:t>F0	F2	</a:t>
            </a:r>
            <a:r>
              <a:rPr sz="1350" spc="95" dirty="0">
                <a:solidFill>
                  <a:srgbClr val="0000FF"/>
                </a:solidFill>
                <a:latin typeface="Times New Roman"/>
                <a:cs typeface="Times New Roman"/>
              </a:rPr>
              <a:t>F4</a:t>
            </a:r>
            <a:endParaRPr sz="1350" dirty="0">
              <a:latin typeface="Times New Roman"/>
              <a:cs typeface="Times New Roman"/>
            </a:endParaRPr>
          </a:p>
          <a:p>
            <a:pPr marL="62865">
              <a:lnSpc>
                <a:spcPct val="100000"/>
              </a:lnSpc>
              <a:spcBef>
                <a:spcPts val="140"/>
              </a:spcBef>
              <a:tabLst>
                <a:tab pos="624205" algn="l"/>
                <a:tab pos="1169035" algn="l"/>
              </a:tabLst>
            </a:pPr>
            <a:r>
              <a:rPr sz="1350" spc="110" dirty="0">
                <a:solidFill>
                  <a:srgbClr val="FF00FF"/>
                </a:solidFill>
                <a:latin typeface="Times New Roman"/>
                <a:cs typeface="Times New Roman"/>
              </a:rPr>
              <a:t>F8	F6	</a:t>
            </a:r>
            <a:r>
              <a:rPr sz="1350" spc="95" dirty="0">
                <a:solidFill>
                  <a:srgbClr val="FF00FF"/>
                </a:solidFill>
                <a:latin typeface="Times New Roman"/>
                <a:cs typeface="Times New Roman"/>
              </a:rPr>
              <a:t>F2</a:t>
            </a:r>
            <a:endParaRPr sz="1350" dirty="0">
              <a:latin typeface="Times New Roman"/>
              <a:cs typeface="Times New Roman"/>
            </a:endParaRPr>
          </a:p>
          <a:p>
            <a:pPr marL="12700">
              <a:lnSpc>
                <a:spcPct val="100000"/>
              </a:lnSpc>
              <a:spcBef>
                <a:spcPts val="140"/>
              </a:spcBef>
              <a:tabLst>
                <a:tab pos="624205" algn="l"/>
                <a:tab pos="1169035" algn="l"/>
              </a:tabLst>
            </a:pPr>
            <a:r>
              <a:rPr sz="1350" spc="110" dirty="0">
                <a:solidFill>
                  <a:srgbClr val="00FF00"/>
                </a:solidFill>
                <a:latin typeface="Times New Roman"/>
                <a:cs typeface="Times New Roman"/>
              </a:rPr>
              <a:t>F10	F0	</a:t>
            </a:r>
            <a:r>
              <a:rPr sz="1350" spc="95" dirty="0">
                <a:solidFill>
                  <a:srgbClr val="00FF00"/>
                </a:solidFill>
                <a:latin typeface="Times New Roman"/>
                <a:cs typeface="Times New Roman"/>
              </a:rPr>
              <a:t>F6</a:t>
            </a:r>
            <a:endParaRPr sz="1350" dirty="0">
              <a:latin typeface="Times New Roman"/>
              <a:cs typeface="Times New Roman"/>
            </a:endParaRPr>
          </a:p>
          <a:p>
            <a:pPr marL="62865">
              <a:lnSpc>
                <a:spcPct val="100000"/>
              </a:lnSpc>
              <a:spcBef>
                <a:spcPts val="135"/>
              </a:spcBef>
              <a:tabLst>
                <a:tab pos="624205" algn="l"/>
                <a:tab pos="1169035" algn="l"/>
              </a:tabLst>
            </a:pPr>
            <a:r>
              <a:rPr sz="1350" spc="110" dirty="0">
                <a:latin typeface="Times New Roman"/>
                <a:cs typeface="Times New Roman"/>
              </a:rPr>
              <a:t>F6	F8	</a:t>
            </a:r>
            <a:r>
              <a:rPr sz="1350" spc="95" dirty="0">
                <a:latin typeface="Times New Roman"/>
                <a:cs typeface="Times New Roman"/>
              </a:rPr>
              <a:t>F2</a:t>
            </a:r>
            <a:endParaRPr sz="1350" dirty="0">
              <a:latin typeface="Times New Roman"/>
              <a:cs typeface="Times New Roman"/>
            </a:endParaRPr>
          </a:p>
        </p:txBody>
      </p:sp>
      <p:sp>
        <p:nvSpPr>
          <p:cNvPr id="9" name="object 6">
            <a:extLst>
              <a:ext uri="{FF2B5EF4-FFF2-40B4-BE49-F238E27FC236}">
                <a16:creationId xmlns:a16="http://schemas.microsoft.com/office/drawing/2014/main" id="{D466C7D8-F1D1-4835-6C3B-9DB5EC38822D}"/>
              </a:ext>
            </a:extLst>
          </p:cNvPr>
          <p:cNvSpPr txBox="1"/>
          <p:nvPr/>
        </p:nvSpPr>
        <p:spPr>
          <a:xfrm>
            <a:off x="2896919" y="1834635"/>
            <a:ext cx="502284" cy="259079"/>
          </a:xfrm>
          <a:prstGeom prst="rect">
            <a:avLst/>
          </a:prstGeom>
        </p:spPr>
        <p:txBody>
          <a:bodyPr vert="horz" wrap="square" lIns="0" tIns="16510" rIns="0" bIns="0" rtlCol="0">
            <a:spAutoFit/>
          </a:bodyPr>
          <a:lstStyle/>
          <a:p>
            <a:pPr marL="12700">
              <a:lnSpc>
                <a:spcPct val="100000"/>
              </a:lnSpc>
              <a:spcBef>
                <a:spcPts val="130"/>
              </a:spcBef>
            </a:pPr>
            <a:r>
              <a:rPr sz="1500" i="1" spc="90" dirty="0">
                <a:latin typeface="Times New Roman"/>
                <a:cs typeface="Times New Roman"/>
              </a:rPr>
              <a:t>I</a:t>
            </a:r>
            <a:r>
              <a:rPr sz="1500" i="1" spc="135" dirty="0">
                <a:latin typeface="Times New Roman"/>
                <a:cs typeface="Times New Roman"/>
              </a:rPr>
              <a:t>ss</a:t>
            </a:r>
            <a:r>
              <a:rPr sz="1500" i="1" spc="170" dirty="0">
                <a:latin typeface="Times New Roman"/>
                <a:cs typeface="Times New Roman"/>
              </a:rPr>
              <a:t>u</a:t>
            </a:r>
            <a:r>
              <a:rPr sz="1500" i="1" spc="125" dirty="0">
                <a:latin typeface="Times New Roman"/>
                <a:cs typeface="Times New Roman"/>
              </a:rPr>
              <a:t>e</a:t>
            </a:r>
            <a:endParaRPr sz="1500">
              <a:latin typeface="Times New Roman"/>
              <a:cs typeface="Times New Roman"/>
            </a:endParaRPr>
          </a:p>
        </p:txBody>
      </p:sp>
      <p:sp>
        <p:nvSpPr>
          <p:cNvPr id="10" name="object 7">
            <a:extLst>
              <a:ext uri="{FF2B5EF4-FFF2-40B4-BE49-F238E27FC236}">
                <a16:creationId xmlns:a16="http://schemas.microsoft.com/office/drawing/2014/main" id="{09026866-1EE2-8A44-81B0-5A8762CD57B6}"/>
              </a:ext>
            </a:extLst>
          </p:cNvPr>
          <p:cNvSpPr txBox="1"/>
          <p:nvPr/>
        </p:nvSpPr>
        <p:spPr>
          <a:xfrm>
            <a:off x="3533981" y="1549561"/>
            <a:ext cx="1235710" cy="544195"/>
          </a:xfrm>
          <a:prstGeom prst="rect">
            <a:avLst/>
          </a:prstGeom>
        </p:spPr>
        <p:txBody>
          <a:bodyPr vert="horz" wrap="square" lIns="0" tIns="11430" rIns="0" bIns="0" rtlCol="0">
            <a:spAutoFit/>
          </a:bodyPr>
          <a:lstStyle/>
          <a:p>
            <a:pPr marL="12700" marR="5080">
              <a:lnSpc>
                <a:spcPct val="113500"/>
              </a:lnSpc>
              <a:spcBef>
                <a:spcPts val="90"/>
              </a:spcBef>
              <a:tabLst>
                <a:tab pos="640715" algn="l"/>
              </a:tabLst>
            </a:pPr>
            <a:r>
              <a:rPr sz="1500" i="1" spc="140" dirty="0">
                <a:latin typeface="Times New Roman"/>
                <a:cs typeface="Times New Roman"/>
              </a:rPr>
              <a:t>Exec	</a:t>
            </a:r>
            <a:r>
              <a:rPr sz="1500" i="1" spc="135" dirty="0">
                <a:latin typeface="Times New Roman"/>
                <a:cs typeface="Times New Roman"/>
              </a:rPr>
              <a:t>Write </a:t>
            </a:r>
            <a:r>
              <a:rPr sz="1500" i="1" spc="-360" dirty="0">
                <a:latin typeface="Times New Roman"/>
                <a:cs typeface="Times New Roman"/>
              </a:rPr>
              <a:t> </a:t>
            </a:r>
            <a:r>
              <a:rPr sz="1500" i="1" spc="180" dirty="0">
                <a:latin typeface="Times New Roman"/>
                <a:cs typeface="Times New Roman"/>
              </a:rPr>
              <a:t>Comp </a:t>
            </a:r>
            <a:r>
              <a:rPr sz="1500" i="1" spc="135" dirty="0">
                <a:latin typeface="Times New Roman"/>
                <a:cs typeface="Times New Roman"/>
              </a:rPr>
              <a:t>Result</a:t>
            </a:r>
            <a:endParaRPr sz="1500">
              <a:latin typeface="Times New Roman"/>
              <a:cs typeface="Times New Roman"/>
            </a:endParaRPr>
          </a:p>
        </p:txBody>
      </p:sp>
      <p:sp>
        <p:nvSpPr>
          <p:cNvPr id="11" name="object 8">
            <a:extLst>
              <a:ext uri="{FF2B5EF4-FFF2-40B4-BE49-F238E27FC236}">
                <a16:creationId xmlns:a16="http://schemas.microsoft.com/office/drawing/2014/main" id="{E2EA7196-67CA-EE42-4466-1F9B7B2BAFBC}"/>
              </a:ext>
            </a:extLst>
          </p:cNvPr>
          <p:cNvSpPr txBox="1"/>
          <p:nvPr/>
        </p:nvSpPr>
        <p:spPr>
          <a:xfrm>
            <a:off x="6049070" y="1834635"/>
            <a:ext cx="1387475" cy="259079"/>
          </a:xfrm>
          <a:prstGeom prst="rect">
            <a:avLst/>
          </a:prstGeom>
        </p:spPr>
        <p:txBody>
          <a:bodyPr vert="horz" wrap="square" lIns="0" tIns="16510" rIns="0" bIns="0" rtlCol="0">
            <a:spAutoFit/>
          </a:bodyPr>
          <a:lstStyle/>
          <a:p>
            <a:pPr marL="12700">
              <a:lnSpc>
                <a:spcPct val="100000"/>
              </a:lnSpc>
              <a:spcBef>
                <a:spcPts val="130"/>
              </a:spcBef>
              <a:tabLst>
                <a:tab pos="632460" algn="l"/>
              </a:tabLst>
            </a:pPr>
            <a:r>
              <a:rPr sz="1500" spc="185" dirty="0">
                <a:latin typeface="Times New Roman"/>
                <a:cs typeface="Times New Roman"/>
              </a:rPr>
              <a:t>B</a:t>
            </a:r>
            <a:r>
              <a:rPr sz="1500" spc="170" dirty="0">
                <a:latin typeface="Times New Roman"/>
                <a:cs typeface="Times New Roman"/>
              </a:rPr>
              <a:t>u</a:t>
            </a:r>
            <a:r>
              <a:rPr sz="1500" spc="70" dirty="0">
                <a:latin typeface="Times New Roman"/>
                <a:cs typeface="Times New Roman"/>
              </a:rPr>
              <a:t>s</a:t>
            </a:r>
            <a:r>
              <a:rPr sz="1500" spc="140" dirty="0">
                <a:latin typeface="Times New Roman"/>
                <a:cs typeface="Times New Roman"/>
              </a:rPr>
              <a:t>y</a:t>
            </a:r>
            <a:r>
              <a:rPr sz="1500" dirty="0">
                <a:latin typeface="Times New Roman"/>
                <a:cs typeface="Times New Roman"/>
              </a:rPr>
              <a:t>	</a:t>
            </a:r>
            <a:r>
              <a:rPr sz="1500" spc="165" dirty="0">
                <a:latin typeface="Times New Roman"/>
                <a:cs typeface="Times New Roman"/>
              </a:rPr>
              <a:t>A</a:t>
            </a:r>
            <a:r>
              <a:rPr sz="1500" spc="170" dirty="0">
                <a:latin typeface="Times New Roman"/>
                <a:cs typeface="Times New Roman"/>
              </a:rPr>
              <a:t>dd</a:t>
            </a:r>
            <a:r>
              <a:rPr sz="1500" spc="105" dirty="0">
                <a:latin typeface="Times New Roman"/>
                <a:cs typeface="Times New Roman"/>
              </a:rPr>
              <a:t>re</a:t>
            </a:r>
            <a:r>
              <a:rPr sz="1500" spc="70" dirty="0">
                <a:latin typeface="Times New Roman"/>
                <a:cs typeface="Times New Roman"/>
              </a:rPr>
              <a:t>s</a:t>
            </a:r>
            <a:r>
              <a:rPr sz="1500" spc="105" dirty="0">
                <a:latin typeface="Times New Roman"/>
                <a:cs typeface="Times New Roman"/>
              </a:rPr>
              <a:t>s</a:t>
            </a:r>
            <a:endParaRPr sz="1500">
              <a:latin typeface="Times New Roman"/>
              <a:cs typeface="Times New Roman"/>
            </a:endParaRPr>
          </a:p>
        </p:txBody>
      </p:sp>
      <p:sp>
        <p:nvSpPr>
          <p:cNvPr id="12" name="object 9">
            <a:extLst>
              <a:ext uri="{FF2B5EF4-FFF2-40B4-BE49-F238E27FC236}">
                <a16:creationId xmlns:a16="http://schemas.microsoft.com/office/drawing/2014/main" id="{96BAC958-71E4-64B9-06A7-954C0219B566}"/>
              </a:ext>
            </a:extLst>
          </p:cNvPr>
          <p:cNvSpPr txBox="1"/>
          <p:nvPr/>
        </p:nvSpPr>
        <p:spPr>
          <a:xfrm>
            <a:off x="5412008" y="2070934"/>
            <a:ext cx="544830" cy="695960"/>
          </a:xfrm>
          <a:prstGeom prst="rect">
            <a:avLst/>
          </a:prstGeom>
        </p:spPr>
        <p:txBody>
          <a:bodyPr vert="horz" wrap="square" lIns="0" tIns="12065" rIns="0" bIns="0" rtlCol="0">
            <a:spAutoFit/>
          </a:bodyPr>
          <a:lstStyle/>
          <a:p>
            <a:pPr marL="12700" marR="5080" algn="just">
              <a:lnSpc>
                <a:spcPct val="108600"/>
              </a:lnSpc>
              <a:spcBef>
                <a:spcPts val="95"/>
              </a:spcBef>
            </a:pPr>
            <a:r>
              <a:rPr sz="1350" spc="155" dirty="0">
                <a:latin typeface="Times New Roman"/>
                <a:cs typeface="Times New Roman"/>
              </a:rPr>
              <a:t>L</a:t>
            </a:r>
            <a:r>
              <a:rPr sz="1350" spc="114" dirty="0">
                <a:latin typeface="Times New Roman"/>
                <a:cs typeface="Times New Roman"/>
              </a:rPr>
              <a:t>oa</a:t>
            </a:r>
            <a:r>
              <a:rPr sz="1350" spc="85" dirty="0">
                <a:latin typeface="Times New Roman"/>
                <a:cs typeface="Times New Roman"/>
              </a:rPr>
              <a:t>d1  </a:t>
            </a:r>
            <a:r>
              <a:rPr sz="1350" spc="155" dirty="0">
                <a:latin typeface="Times New Roman"/>
                <a:cs typeface="Times New Roman"/>
              </a:rPr>
              <a:t>L</a:t>
            </a:r>
            <a:r>
              <a:rPr sz="1350" spc="114" dirty="0">
                <a:latin typeface="Times New Roman"/>
                <a:cs typeface="Times New Roman"/>
              </a:rPr>
              <a:t>oa</a:t>
            </a:r>
            <a:r>
              <a:rPr sz="1350" spc="85" dirty="0">
                <a:latin typeface="Times New Roman"/>
                <a:cs typeface="Times New Roman"/>
              </a:rPr>
              <a:t>d2  </a:t>
            </a:r>
            <a:r>
              <a:rPr sz="1350" spc="155" dirty="0">
                <a:latin typeface="Times New Roman"/>
                <a:cs typeface="Times New Roman"/>
              </a:rPr>
              <a:t>L</a:t>
            </a:r>
            <a:r>
              <a:rPr sz="1350" spc="114" dirty="0">
                <a:latin typeface="Times New Roman"/>
                <a:cs typeface="Times New Roman"/>
              </a:rPr>
              <a:t>oad3</a:t>
            </a:r>
            <a:endParaRPr sz="1350">
              <a:latin typeface="Times New Roman"/>
              <a:cs typeface="Times New Roman"/>
            </a:endParaRPr>
          </a:p>
        </p:txBody>
      </p:sp>
      <p:sp>
        <p:nvSpPr>
          <p:cNvPr id="13" name="object 10">
            <a:extLst>
              <a:ext uri="{FF2B5EF4-FFF2-40B4-BE49-F238E27FC236}">
                <a16:creationId xmlns:a16="http://schemas.microsoft.com/office/drawing/2014/main" id="{CC91181F-CB17-8734-F58C-32C32F9D0A72}"/>
              </a:ext>
            </a:extLst>
          </p:cNvPr>
          <p:cNvSpPr txBox="1"/>
          <p:nvPr/>
        </p:nvSpPr>
        <p:spPr>
          <a:xfrm>
            <a:off x="6024040" y="2096015"/>
            <a:ext cx="1483995" cy="669925"/>
          </a:xfrm>
          <a:prstGeom prst="rect">
            <a:avLst/>
          </a:prstGeom>
          <a:ln w="8417">
            <a:solidFill>
              <a:srgbClr val="000000"/>
            </a:solidFill>
          </a:ln>
        </p:spPr>
        <p:txBody>
          <a:bodyPr vert="horz" wrap="square" lIns="0" tIns="5080" rIns="0" bIns="0" rtlCol="0">
            <a:spAutoFit/>
          </a:bodyPr>
          <a:lstStyle/>
          <a:p>
            <a:pPr marL="187960">
              <a:lnSpc>
                <a:spcPct val="100000"/>
              </a:lnSpc>
              <a:spcBef>
                <a:spcPts val="40"/>
              </a:spcBef>
            </a:pPr>
            <a:r>
              <a:rPr sz="1350" spc="114" dirty="0">
                <a:latin typeface="Times New Roman"/>
                <a:cs typeface="Times New Roman"/>
              </a:rPr>
              <a:t>No</a:t>
            </a:r>
            <a:endParaRPr sz="1350">
              <a:latin typeface="Times New Roman"/>
              <a:cs typeface="Times New Roman"/>
            </a:endParaRPr>
          </a:p>
          <a:p>
            <a:pPr marL="187960" marR="1047115">
              <a:lnSpc>
                <a:spcPct val="108500"/>
              </a:lnSpc>
            </a:pPr>
            <a:r>
              <a:rPr sz="1350" spc="90" dirty="0">
                <a:latin typeface="Times New Roman"/>
                <a:cs typeface="Times New Roman"/>
              </a:rPr>
              <a:t>No  No</a:t>
            </a:r>
            <a:endParaRPr sz="1350">
              <a:latin typeface="Times New Roman"/>
              <a:cs typeface="Times New Roman"/>
            </a:endParaRPr>
          </a:p>
        </p:txBody>
      </p:sp>
      <p:sp>
        <p:nvSpPr>
          <p:cNvPr id="14" name="object 11">
            <a:extLst>
              <a:ext uri="{FF2B5EF4-FFF2-40B4-BE49-F238E27FC236}">
                <a16:creationId xmlns:a16="http://schemas.microsoft.com/office/drawing/2014/main" id="{4E9E562F-0C9F-58D9-156B-135CD45C5DDD}"/>
              </a:ext>
            </a:extLst>
          </p:cNvPr>
          <p:cNvSpPr txBox="1"/>
          <p:nvPr/>
        </p:nvSpPr>
        <p:spPr>
          <a:xfrm>
            <a:off x="105231" y="3505256"/>
            <a:ext cx="3202940" cy="576580"/>
          </a:xfrm>
          <a:prstGeom prst="rect">
            <a:avLst/>
          </a:prstGeom>
        </p:spPr>
        <p:txBody>
          <a:bodyPr vert="horz" wrap="square" lIns="0" tIns="36830" rIns="0" bIns="0" rtlCol="0">
            <a:spAutoFit/>
          </a:bodyPr>
          <a:lstStyle/>
          <a:p>
            <a:pPr marL="12700">
              <a:lnSpc>
                <a:spcPct val="100000"/>
              </a:lnSpc>
              <a:spcBef>
                <a:spcPts val="290"/>
              </a:spcBef>
            </a:pPr>
            <a:r>
              <a:rPr sz="1800" i="1" spc="125" dirty="0">
                <a:solidFill>
                  <a:srgbClr val="FF0000"/>
                </a:solidFill>
                <a:latin typeface="Times New Roman"/>
                <a:cs typeface="Times New Roman"/>
              </a:rPr>
              <a:t>Reservation</a:t>
            </a:r>
            <a:r>
              <a:rPr sz="1800" i="1" spc="50" dirty="0">
                <a:solidFill>
                  <a:srgbClr val="FF0000"/>
                </a:solidFill>
                <a:latin typeface="Times New Roman"/>
                <a:cs typeface="Times New Roman"/>
              </a:rPr>
              <a:t> </a:t>
            </a:r>
            <a:r>
              <a:rPr sz="1800" i="1" spc="120" dirty="0">
                <a:solidFill>
                  <a:srgbClr val="FF0000"/>
                </a:solidFill>
                <a:latin typeface="Times New Roman"/>
                <a:cs typeface="Times New Roman"/>
              </a:rPr>
              <a:t>Stations:</a:t>
            </a:r>
            <a:endParaRPr sz="1800">
              <a:latin typeface="Times New Roman"/>
              <a:cs typeface="Times New Roman"/>
            </a:endParaRPr>
          </a:p>
          <a:p>
            <a:pPr marL="1118870">
              <a:lnSpc>
                <a:spcPct val="100000"/>
              </a:lnSpc>
              <a:spcBef>
                <a:spcPts val="180"/>
              </a:spcBef>
              <a:tabLst>
                <a:tab pos="1647189" algn="l"/>
                <a:tab pos="2904490" algn="l"/>
              </a:tabLst>
            </a:pPr>
            <a:r>
              <a:rPr sz="1350" i="1" spc="105" dirty="0">
                <a:latin typeface="Times New Roman"/>
                <a:cs typeface="Times New Roman"/>
              </a:rPr>
              <a:t>T</a:t>
            </a:r>
            <a:r>
              <a:rPr sz="1350" i="1" spc="80" dirty="0">
                <a:latin typeface="Times New Roman"/>
                <a:cs typeface="Times New Roman"/>
              </a:rPr>
              <a:t>i</a:t>
            </a:r>
            <a:r>
              <a:rPr sz="1350" i="1" spc="140" dirty="0">
                <a:latin typeface="Times New Roman"/>
                <a:cs typeface="Times New Roman"/>
              </a:rPr>
              <a:t>m</a:t>
            </a:r>
            <a:r>
              <a:rPr sz="1350" i="1" spc="100" dirty="0">
                <a:latin typeface="Times New Roman"/>
                <a:cs typeface="Times New Roman"/>
              </a:rPr>
              <a:t>e</a:t>
            </a:r>
            <a:r>
              <a:rPr sz="1350" i="1" dirty="0">
                <a:latin typeface="Times New Roman"/>
                <a:cs typeface="Times New Roman"/>
              </a:rPr>
              <a:t>	</a:t>
            </a:r>
            <a:r>
              <a:rPr sz="1350" i="1" spc="135" dirty="0">
                <a:latin typeface="Times New Roman"/>
                <a:cs typeface="Times New Roman"/>
              </a:rPr>
              <a:t>Nam</a:t>
            </a:r>
            <a:r>
              <a:rPr sz="1350" i="1" spc="100" dirty="0">
                <a:latin typeface="Times New Roman"/>
                <a:cs typeface="Times New Roman"/>
              </a:rPr>
              <a:t>e</a:t>
            </a:r>
            <a:r>
              <a:rPr sz="1350" i="1" dirty="0">
                <a:latin typeface="Times New Roman"/>
                <a:cs typeface="Times New Roman"/>
              </a:rPr>
              <a:t>  </a:t>
            </a:r>
            <a:r>
              <a:rPr sz="1350" i="1" spc="-130" dirty="0">
                <a:latin typeface="Times New Roman"/>
                <a:cs typeface="Times New Roman"/>
              </a:rPr>
              <a:t> </a:t>
            </a:r>
            <a:r>
              <a:rPr sz="1500" i="1" spc="170" dirty="0">
                <a:latin typeface="Times New Roman"/>
                <a:cs typeface="Times New Roman"/>
              </a:rPr>
              <a:t>Bus</a:t>
            </a:r>
            <a:r>
              <a:rPr sz="1500" i="1" spc="125" dirty="0">
                <a:latin typeface="Times New Roman"/>
                <a:cs typeface="Times New Roman"/>
              </a:rPr>
              <a:t>y</a:t>
            </a:r>
            <a:r>
              <a:rPr sz="1500" i="1" dirty="0">
                <a:latin typeface="Times New Roman"/>
                <a:cs typeface="Times New Roman"/>
              </a:rPr>
              <a:t>	</a:t>
            </a:r>
            <a:r>
              <a:rPr sz="1500" i="1" spc="200" dirty="0">
                <a:latin typeface="Times New Roman"/>
                <a:cs typeface="Times New Roman"/>
              </a:rPr>
              <a:t>Op</a:t>
            </a:r>
            <a:endParaRPr sz="1500">
              <a:latin typeface="Times New Roman"/>
              <a:cs typeface="Times New Roman"/>
            </a:endParaRPr>
          </a:p>
        </p:txBody>
      </p:sp>
      <p:sp>
        <p:nvSpPr>
          <p:cNvPr id="15" name="object 12">
            <a:extLst>
              <a:ext uri="{FF2B5EF4-FFF2-40B4-BE49-F238E27FC236}">
                <a16:creationId xmlns:a16="http://schemas.microsoft.com/office/drawing/2014/main" id="{B3521DB7-19EB-C210-9105-6814E284A081}"/>
              </a:ext>
            </a:extLst>
          </p:cNvPr>
          <p:cNvSpPr txBox="1"/>
          <p:nvPr/>
        </p:nvSpPr>
        <p:spPr>
          <a:xfrm>
            <a:off x="3676695" y="3537489"/>
            <a:ext cx="260350" cy="544195"/>
          </a:xfrm>
          <a:prstGeom prst="rect">
            <a:avLst/>
          </a:prstGeom>
        </p:spPr>
        <p:txBody>
          <a:bodyPr vert="horz" wrap="square" lIns="0" tIns="42545" rIns="0" bIns="0" rtlCol="0">
            <a:spAutoFit/>
          </a:bodyPr>
          <a:lstStyle/>
          <a:p>
            <a:pPr marL="12700">
              <a:lnSpc>
                <a:spcPct val="100000"/>
              </a:lnSpc>
              <a:spcBef>
                <a:spcPts val="335"/>
              </a:spcBef>
            </a:pPr>
            <a:r>
              <a:rPr sz="1500" i="1" spc="170" dirty="0">
                <a:latin typeface="Times New Roman"/>
                <a:cs typeface="Times New Roman"/>
              </a:rPr>
              <a:t>S1</a:t>
            </a:r>
            <a:endParaRPr sz="1500">
              <a:latin typeface="Times New Roman"/>
              <a:cs typeface="Times New Roman"/>
            </a:endParaRPr>
          </a:p>
          <a:p>
            <a:pPr marL="37465">
              <a:lnSpc>
                <a:spcPct val="100000"/>
              </a:lnSpc>
              <a:spcBef>
                <a:spcPts val="240"/>
              </a:spcBef>
            </a:pPr>
            <a:r>
              <a:rPr sz="1500" i="1" spc="90" dirty="0">
                <a:latin typeface="Times New Roman"/>
                <a:cs typeface="Times New Roman"/>
              </a:rPr>
              <a:t>Vj</a:t>
            </a:r>
            <a:endParaRPr sz="1500">
              <a:latin typeface="Times New Roman"/>
              <a:cs typeface="Times New Roman"/>
            </a:endParaRPr>
          </a:p>
        </p:txBody>
      </p:sp>
      <p:sp>
        <p:nvSpPr>
          <p:cNvPr id="16" name="object 13">
            <a:extLst>
              <a:ext uri="{FF2B5EF4-FFF2-40B4-BE49-F238E27FC236}">
                <a16:creationId xmlns:a16="http://schemas.microsoft.com/office/drawing/2014/main" id="{B83A4A77-D158-4FB4-8C0B-B318BE0C080C}"/>
              </a:ext>
            </a:extLst>
          </p:cNvPr>
          <p:cNvSpPr txBox="1"/>
          <p:nvPr/>
        </p:nvSpPr>
        <p:spPr>
          <a:xfrm>
            <a:off x="4305355" y="3537489"/>
            <a:ext cx="1538605" cy="544195"/>
          </a:xfrm>
          <a:prstGeom prst="rect">
            <a:avLst/>
          </a:prstGeom>
        </p:spPr>
        <p:txBody>
          <a:bodyPr vert="horz" wrap="square" lIns="0" tIns="42545" rIns="0" bIns="0" rtlCol="0">
            <a:spAutoFit/>
          </a:bodyPr>
          <a:lstStyle/>
          <a:p>
            <a:pPr marL="12700">
              <a:lnSpc>
                <a:spcPct val="100000"/>
              </a:lnSpc>
              <a:spcBef>
                <a:spcPts val="335"/>
              </a:spcBef>
              <a:tabLst>
                <a:tab pos="632460" algn="l"/>
                <a:tab pos="1261110" algn="l"/>
              </a:tabLst>
            </a:pPr>
            <a:r>
              <a:rPr sz="1500" i="1" spc="155" dirty="0">
                <a:latin typeface="Times New Roman"/>
                <a:cs typeface="Times New Roman"/>
              </a:rPr>
              <a:t>S2	</a:t>
            </a:r>
            <a:r>
              <a:rPr sz="1500" i="1" spc="170" dirty="0">
                <a:latin typeface="Times New Roman"/>
                <a:cs typeface="Times New Roman"/>
              </a:rPr>
              <a:t>RS	</a:t>
            </a:r>
            <a:r>
              <a:rPr sz="1500" i="1" spc="185" dirty="0">
                <a:latin typeface="Times New Roman"/>
                <a:cs typeface="Times New Roman"/>
              </a:rPr>
              <a:t>RS</a:t>
            </a:r>
            <a:endParaRPr sz="1500">
              <a:latin typeface="Times New Roman"/>
              <a:cs typeface="Times New Roman"/>
            </a:endParaRPr>
          </a:p>
          <a:p>
            <a:pPr marL="12700">
              <a:lnSpc>
                <a:spcPct val="100000"/>
              </a:lnSpc>
              <a:spcBef>
                <a:spcPts val="240"/>
              </a:spcBef>
              <a:tabLst>
                <a:tab pos="649605" algn="l"/>
                <a:tab pos="1252855" algn="l"/>
              </a:tabLst>
            </a:pPr>
            <a:r>
              <a:rPr sz="1500" i="1" spc="135" dirty="0">
                <a:latin typeface="Times New Roman"/>
                <a:cs typeface="Times New Roman"/>
              </a:rPr>
              <a:t>V</a:t>
            </a:r>
            <a:r>
              <a:rPr sz="1500" i="1" spc="125" dirty="0">
                <a:latin typeface="Times New Roman"/>
                <a:cs typeface="Times New Roman"/>
              </a:rPr>
              <a:t>k</a:t>
            </a:r>
            <a:r>
              <a:rPr sz="1500" i="1" dirty="0">
                <a:latin typeface="Times New Roman"/>
                <a:cs typeface="Times New Roman"/>
              </a:rPr>
              <a:t>	</a:t>
            </a:r>
            <a:r>
              <a:rPr sz="1500" i="1" spc="229" dirty="0">
                <a:latin typeface="Times New Roman"/>
                <a:cs typeface="Times New Roman"/>
              </a:rPr>
              <a:t>Q</a:t>
            </a:r>
            <a:r>
              <a:rPr sz="1500" i="1" spc="75" dirty="0">
                <a:latin typeface="Times New Roman"/>
                <a:cs typeface="Times New Roman"/>
              </a:rPr>
              <a:t>j</a:t>
            </a:r>
            <a:r>
              <a:rPr sz="1500" i="1" dirty="0">
                <a:latin typeface="Times New Roman"/>
                <a:cs typeface="Times New Roman"/>
              </a:rPr>
              <a:t>	</a:t>
            </a:r>
            <a:r>
              <a:rPr sz="1500" i="1" spc="190" dirty="0">
                <a:latin typeface="Times New Roman"/>
                <a:cs typeface="Times New Roman"/>
              </a:rPr>
              <a:t>Qk</a:t>
            </a:r>
            <a:endParaRPr sz="1500">
              <a:latin typeface="Times New Roman"/>
              <a:cs typeface="Times New Roman"/>
            </a:endParaRPr>
          </a:p>
        </p:txBody>
      </p:sp>
      <p:sp>
        <p:nvSpPr>
          <p:cNvPr id="17" name="object 14">
            <a:extLst>
              <a:ext uri="{FF2B5EF4-FFF2-40B4-BE49-F238E27FC236}">
                <a16:creationId xmlns:a16="http://schemas.microsoft.com/office/drawing/2014/main" id="{68F2B6D8-4007-12BE-A365-B33057961AD2}"/>
              </a:ext>
            </a:extLst>
          </p:cNvPr>
          <p:cNvSpPr txBox="1"/>
          <p:nvPr/>
        </p:nvSpPr>
        <p:spPr>
          <a:xfrm>
            <a:off x="1740081" y="4059054"/>
            <a:ext cx="511809" cy="1142365"/>
          </a:xfrm>
          <a:prstGeom prst="rect">
            <a:avLst/>
          </a:prstGeom>
        </p:spPr>
        <p:txBody>
          <a:bodyPr vert="horz" wrap="square" lIns="0" tIns="12065" rIns="0" bIns="0" rtlCol="0">
            <a:spAutoFit/>
          </a:bodyPr>
          <a:lstStyle/>
          <a:p>
            <a:pPr marL="12700" marR="5080" algn="just">
              <a:lnSpc>
                <a:spcPct val="108500"/>
              </a:lnSpc>
              <a:spcBef>
                <a:spcPts val="95"/>
              </a:spcBef>
            </a:pPr>
            <a:r>
              <a:rPr sz="1350" spc="120" dirty="0">
                <a:latin typeface="Times New Roman"/>
                <a:cs typeface="Times New Roman"/>
              </a:rPr>
              <a:t>Add1 </a:t>
            </a:r>
            <a:r>
              <a:rPr sz="1350" spc="-330" dirty="0">
                <a:latin typeface="Times New Roman"/>
                <a:cs typeface="Times New Roman"/>
              </a:rPr>
              <a:t> </a:t>
            </a:r>
            <a:r>
              <a:rPr sz="1350" spc="120" dirty="0">
                <a:latin typeface="Times New Roman"/>
                <a:cs typeface="Times New Roman"/>
              </a:rPr>
              <a:t>Add2 </a:t>
            </a:r>
            <a:r>
              <a:rPr sz="1350" spc="-330" dirty="0">
                <a:latin typeface="Times New Roman"/>
                <a:cs typeface="Times New Roman"/>
              </a:rPr>
              <a:t> </a:t>
            </a:r>
            <a:r>
              <a:rPr sz="1350" spc="120" dirty="0">
                <a:latin typeface="Times New Roman"/>
                <a:cs typeface="Times New Roman"/>
              </a:rPr>
              <a:t>Add3 </a:t>
            </a:r>
            <a:r>
              <a:rPr sz="1350" spc="-330" dirty="0">
                <a:latin typeface="Times New Roman"/>
                <a:cs typeface="Times New Roman"/>
              </a:rPr>
              <a:t> </a:t>
            </a:r>
            <a:r>
              <a:rPr sz="1350" spc="180" dirty="0">
                <a:latin typeface="Times New Roman"/>
                <a:cs typeface="Times New Roman"/>
              </a:rPr>
              <a:t>M</a:t>
            </a:r>
            <a:r>
              <a:rPr sz="1350" spc="114" dirty="0">
                <a:latin typeface="Times New Roman"/>
                <a:cs typeface="Times New Roman"/>
              </a:rPr>
              <a:t>u</a:t>
            </a:r>
            <a:r>
              <a:rPr sz="1350" spc="15" dirty="0">
                <a:latin typeface="Times New Roman"/>
                <a:cs typeface="Times New Roman"/>
              </a:rPr>
              <a:t>l</a:t>
            </a:r>
            <a:r>
              <a:rPr sz="1350" spc="80" dirty="0">
                <a:latin typeface="Times New Roman"/>
                <a:cs typeface="Times New Roman"/>
              </a:rPr>
              <a:t>t</a:t>
            </a:r>
            <a:r>
              <a:rPr sz="1350" spc="75" dirty="0">
                <a:latin typeface="Times New Roman"/>
                <a:cs typeface="Times New Roman"/>
              </a:rPr>
              <a:t>1  </a:t>
            </a:r>
            <a:r>
              <a:rPr sz="1350" spc="180" dirty="0">
                <a:latin typeface="Times New Roman"/>
                <a:cs typeface="Times New Roman"/>
              </a:rPr>
              <a:t>M</a:t>
            </a:r>
            <a:r>
              <a:rPr sz="1350" spc="114" dirty="0">
                <a:latin typeface="Times New Roman"/>
                <a:cs typeface="Times New Roman"/>
              </a:rPr>
              <a:t>u</a:t>
            </a:r>
            <a:r>
              <a:rPr sz="1350" spc="15" dirty="0">
                <a:latin typeface="Times New Roman"/>
                <a:cs typeface="Times New Roman"/>
              </a:rPr>
              <a:t>l</a:t>
            </a:r>
            <a:r>
              <a:rPr sz="1350" spc="80" dirty="0">
                <a:latin typeface="Times New Roman"/>
                <a:cs typeface="Times New Roman"/>
              </a:rPr>
              <a:t>t</a:t>
            </a:r>
            <a:r>
              <a:rPr sz="1350" spc="114" dirty="0">
                <a:latin typeface="Times New Roman"/>
                <a:cs typeface="Times New Roman"/>
              </a:rPr>
              <a:t>2</a:t>
            </a:r>
            <a:endParaRPr sz="1350">
              <a:latin typeface="Times New Roman"/>
              <a:cs typeface="Times New Roman"/>
            </a:endParaRPr>
          </a:p>
        </p:txBody>
      </p:sp>
      <p:sp>
        <p:nvSpPr>
          <p:cNvPr id="18" name="object 15">
            <a:extLst>
              <a:ext uri="{FF2B5EF4-FFF2-40B4-BE49-F238E27FC236}">
                <a16:creationId xmlns:a16="http://schemas.microsoft.com/office/drawing/2014/main" id="{50154EF6-3A72-F098-3365-5319A018634C}"/>
              </a:ext>
            </a:extLst>
          </p:cNvPr>
          <p:cNvSpPr txBox="1"/>
          <p:nvPr/>
        </p:nvSpPr>
        <p:spPr>
          <a:xfrm>
            <a:off x="2318619" y="4083986"/>
            <a:ext cx="3705860" cy="1116965"/>
          </a:xfrm>
          <a:prstGeom prst="rect">
            <a:avLst/>
          </a:prstGeom>
          <a:ln w="8417">
            <a:solidFill>
              <a:srgbClr val="000000"/>
            </a:solidFill>
          </a:ln>
        </p:spPr>
        <p:txBody>
          <a:bodyPr vert="horz" wrap="square" lIns="0" tIns="5080" rIns="0" bIns="0" rtlCol="0">
            <a:spAutoFit/>
          </a:bodyPr>
          <a:lstStyle/>
          <a:p>
            <a:pPr marL="129539">
              <a:lnSpc>
                <a:spcPct val="100000"/>
              </a:lnSpc>
              <a:spcBef>
                <a:spcPts val="40"/>
              </a:spcBef>
            </a:pPr>
            <a:r>
              <a:rPr sz="1350" spc="114" dirty="0">
                <a:latin typeface="Times New Roman"/>
                <a:cs typeface="Times New Roman"/>
              </a:rPr>
              <a:t>No</a:t>
            </a:r>
            <a:endParaRPr sz="1350">
              <a:latin typeface="Times New Roman"/>
              <a:cs typeface="Times New Roman"/>
            </a:endParaRPr>
          </a:p>
          <a:p>
            <a:pPr marL="129539" marR="3327400" algn="just">
              <a:lnSpc>
                <a:spcPct val="108500"/>
              </a:lnSpc>
            </a:pPr>
            <a:r>
              <a:rPr sz="1350" spc="80" dirty="0">
                <a:latin typeface="Times New Roman"/>
                <a:cs typeface="Times New Roman"/>
              </a:rPr>
              <a:t>No  No  No  No</a:t>
            </a:r>
            <a:endParaRPr sz="1350">
              <a:latin typeface="Times New Roman"/>
              <a:cs typeface="Times New Roman"/>
            </a:endParaRPr>
          </a:p>
        </p:txBody>
      </p:sp>
      <p:sp>
        <p:nvSpPr>
          <p:cNvPr id="19" name="object 16">
            <a:extLst>
              <a:ext uri="{FF2B5EF4-FFF2-40B4-BE49-F238E27FC236}">
                <a16:creationId xmlns:a16="http://schemas.microsoft.com/office/drawing/2014/main" id="{4BB0A5BB-1560-63C4-8EE0-E08E4543BD52}"/>
              </a:ext>
            </a:extLst>
          </p:cNvPr>
          <p:cNvSpPr txBox="1"/>
          <p:nvPr/>
        </p:nvSpPr>
        <p:spPr>
          <a:xfrm>
            <a:off x="105231" y="5273521"/>
            <a:ext cx="2358390" cy="616585"/>
          </a:xfrm>
          <a:prstGeom prst="rect">
            <a:avLst/>
          </a:prstGeom>
        </p:spPr>
        <p:txBody>
          <a:bodyPr vert="horz" wrap="square" lIns="0" tIns="33020" rIns="0" bIns="0" rtlCol="0">
            <a:spAutoFit/>
          </a:bodyPr>
          <a:lstStyle/>
          <a:p>
            <a:pPr marL="12700">
              <a:lnSpc>
                <a:spcPct val="100000"/>
              </a:lnSpc>
              <a:spcBef>
                <a:spcPts val="260"/>
              </a:spcBef>
            </a:pPr>
            <a:r>
              <a:rPr sz="1800" i="1" spc="125" dirty="0">
                <a:solidFill>
                  <a:srgbClr val="FF0000"/>
                </a:solidFill>
                <a:latin typeface="Times New Roman"/>
                <a:cs typeface="Times New Roman"/>
              </a:rPr>
              <a:t>Register</a:t>
            </a:r>
            <a:r>
              <a:rPr sz="1800" i="1" spc="20" dirty="0">
                <a:solidFill>
                  <a:srgbClr val="FF0000"/>
                </a:solidFill>
                <a:latin typeface="Times New Roman"/>
                <a:cs typeface="Times New Roman"/>
              </a:rPr>
              <a:t> </a:t>
            </a:r>
            <a:r>
              <a:rPr sz="1800" i="1" spc="105" dirty="0">
                <a:solidFill>
                  <a:srgbClr val="FF0000"/>
                </a:solidFill>
                <a:latin typeface="Times New Roman"/>
                <a:cs typeface="Times New Roman"/>
              </a:rPr>
              <a:t>result</a:t>
            </a:r>
            <a:r>
              <a:rPr sz="1800" i="1" spc="60" dirty="0">
                <a:solidFill>
                  <a:srgbClr val="FF0000"/>
                </a:solidFill>
                <a:latin typeface="Times New Roman"/>
                <a:cs typeface="Times New Roman"/>
              </a:rPr>
              <a:t> </a:t>
            </a:r>
            <a:r>
              <a:rPr sz="1800" i="1" spc="105" dirty="0">
                <a:solidFill>
                  <a:srgbClr val="FF0000"/>
                </a:solidFill>
                <a:latin typeface="Times New Roman"/>
                <a:cs typeface="Times New Roman"/>
              </a:rPr>
              <a:t>status:</a:t>
            </a:r>
            <a:endParaRPr sz="1800">
              <a:latin typeface="Times New Roman"/>
              <a:cs typeface="Times New Roman"/>
            </a:endParaRPr>
          </a:p>
          <a:p>
            <a:pPr marL="339090">
              <a:lnSpc>
                <a:spcPct val="100000"/>
              </a:lnSpc>
              <a:spcBef>
                <a:spcPts val="165"/>
              </a:spcBef>
            </a:pPr>
            <a:r>
              <a:rPr sz="1800" spc="140" dirty="0">
                <a:latin typeface="Times New Roman"/>
                <a:cs typeface="Times New Roman"/>
              </a:rPr>
              <a:t>Clock</a:t>
            </a:r>
            <a:endParaRPr sz="1800">
              <a:latin typeface="Times New Roman"/>
              <a:cs typeface="Times New Roman"/>
            </a:endParaRPr>
          </a:p>
        </p:txBody>
      </p:sp>
      <p:sp>
        <p:nvSpPr>
          <p:cNvPr id="20" name="object 17">
            <a:extLst>
              <a:ext uri="{FF2B5EF4-FFF2-40B4-BE49-F238E27FC236}">
                <a16:creationId xmlns:a16="http://schemas.microsoft.com/office/drawing/2014/main" id="{7D0AC678-6B39-7E79-39FC-43FD87034643}"/>
              </a:ext>
            </a:extLst>
          </p:cNvPr>
          <p:cNvSpPr txBox="1"/>
          <p:nvPr/>
        </p:nvSpPr>
        <p:spPr>
          <a:xfrm>
            <a:off x="2989000" y="5587273"/>
            <a:ext cx="2854960" cy="302895"/>
          </a:xfrm>
          <a:prstGeom prst="rect">
            <a:avLst/>
          </a:prstGeom>
        </p:spPr>
        <p:txBody>
          <a:bodyPr vert="horz" wrap="square" lIns="0" tIns="14604" rIns="0" bIns="0" rtlCol="0">
            <a:spAutoFit/>
          </a:bodyPr>
          <a:lstStyle/>
          <a:p>
            <a:pPr marL="12700">
              <a:lnSpc>
                <a:spcPct val="100000"/>
              </a:lnSpc>
              <a:spcBef>
                <a:spcPts val="114"/>
              </a:spcBef>
              <a:tabLst>
                <a:tab pos="666115" algn="l"/>
                <a:tab pos="1295400" algn="l"/>
                <a:tab pos="1924050" algn="l"/>
                <a:tab pos="2552700" algn="l"/>
              </a:tabLst>
            </a:pPr>
            <a:r>
              <a:rPr sz="1800" i="1" spc="150" dirty="0">
                <a:latin typeface="Times New Roman"/>
                <a:cs typeface="Times New Roman"/>
              </a:rPr>
              <a:t>F</a:t>
            </a:r>
            <a:r>
              <a:rPr sz="1800" i="1" spc="155" dirty="0">
                <a:latin typeface="Times New Roman"/>
                <a:cs typeface="Times New Roman"/>
              </a:rPr>
              <a:t>0</a:t>
            </a:r>
            <a:r>
              <a:rPr sz="1800" i="1" dirty="0">
                <a:latin typeface="Times New Roman"/>
                <a:cs typeface="Times New Roman"/>
              </a:rPr>
              <a:t>	</a:t>
            </a:r>
            <a:r>
              <a:rPr sz="1800" i="1" spc="150" dirty="0">
                <a:latin typeface="Times New Roman"/>
                <a:cs typeface="Times New Roman"/>
              </a:rPr>
              <a:t>F</a:t>
            </a:r>
            <a:r>
              <a:rPr sz="1800" i="1" spc="155" dirty="0">
                <a:latin typeface="Times New Roman"/>
                <a:cs typeface="Times New Roman"/>
              </a:rPr>
              <a:t>2</a:t>
            </a:r>
            <a:r>
              <a:rPr sz="1800" i="1" dirty="0">
                <a:latin typeface="Times New Roman"/>
                <a:cs typeface="Times New Roman"/>
              </a:rPr>
              <a:t>	</a:t>
            </a:r>
            <a:r>
              <a:rPr sz="1800" i="1" spc="150" dirty="0">
                <a:latin typeface="Times New Roman"/>
                <a:cs typeface="Times New Roman"/>
              </a:rPr>
              <a:t>F</a:t>
            </a:r>
            <a:r>
              <a:rPr sz="1800" i="1" spc="155" dirty="0">
                <a:latin typeface="Times New Roman"/>
                <a:cs typeface="Times New Roman"/>
              </a:rPr>
              <a:t>4</a:t>
            </a:r>
            <a:r>
              <a:rPr sz="1800" i="1" dirty="0">
                <a:latin typeface="Times New Roman"/>
                <a:cs typeface="Times New Roman"/>
              </a:rPr>
              <a:t>	</a:t>
            </a:r>
            <a:r>
              <a:rPr sz="1800" i="1" spc="150" dirty="0">
                <a:latin typeface="Times New Roman"/>
                <a:cs typeface="Times New Roman"/>
              </a:rPr>
              <a:t>F</a:t>
            </a:r>
            <a:r>
              <a:rPr sz="1800" i="1" spc="155" dirty="0">
                <a:latin typeface="Times New Roman"/>
                <a:cs typeface="Times New Roman"/>
              </a:rPr>
              <a:t>6</a:t>
            </a:r>
            <a:r>
              <a:rPr sz="1800" i="1" dirty="0">
                <a:latin typeface="Times New Roman"/>
                <a:cs typeface="Times New Roman"/>
              </a:rPr>
              <a:t>	</a:t>
            </a:r>
            <a:r>
              <a:rPr sz="1800" i="1" spc="130" dirty="0">
                <a:latin typeface="Times New Roman"/>
                <a:cs typeface="Times New Roman"/>
              </a:rPr>
              <a:t>F8</a:t>
            </a:r>
            <a:endParaRPr sz="1800">
              <a:latin typeface="Times New Roman"/>
              <a:cs typeface="Times New Roman"/>
            </a:endParaRPr>
          </a:p>
        </p:txBody>
      </p:sp>
      <p:sp>
        <p:nvSpPr>
          <p:cNvPr id="21" name="object 18">
            <a:extLst>
              <a:ext uri="{FF2B5EF4-FFF2-40B4-BE49-F238E27FC236}">
                <a16:creationId xmlns:a16="http://schemas.microsoft.com/office/drawing/2014/main" id="{0E50DE06-98E2-7128-CA24-D65CC0BBBFC5}"/>
              </a:ext>
            </a:extLst>
          </p:cNvPr>
          <p:cNvSpPr txBox="1"/>
          <p:nvPr/>
        </p:nvSpPr>
        <p:spPr>
          <a:xfrm>
            <a:off x="6090965" y="5587273"/>
            <a:ext cx="2431415" cy="302895"/>
          </a:xfrm>
          <a:prstGeom prst="rect">
            <a:avLst/>
          </a:prstGeom>
        </p:spPr>
        <p:txBody>
          <a:bodyPr vert="horz" wrap="square" lIns="0" tIns="14604" rIns="0" bIns="0" rtlCol="0">
            <a:spAutoFit/>
          </a:bodyPr>
          <a:lstStyle/>
          <a:p>
            <a:pPr marL="12700">
              <a:lnSpc>
                <a:spcPct val="100000"/>
              </a:lnSpc>
              <a:spcBef>
                <a:spcPts val="114"/>
              </a:spcBef>
              <a:tabLst>
                <a:tab pos="749935" algn="l"/>
                <a:tab pos="1554480" algn="l"/>
                <a:tab pos="1990725" algn="l"/>
              </a:tabLst>
            </a:pPr>
            <a:r>
              <a:rPr sz="1800" i="1" spc="150" dirty="0">
                <a:latin typeface="Times New Roman"/>
                <a:cs typeface="Times New Roman"/>
              </a:rPr>
              <a:t>F</a:t>
            </a:r>
            <a:r>
              <a:rPr sz="1800" i="1" spc="155" dirty="0">
                <a:latin typeface="Times New Roman"/>
                <a:cs typeface="Times New Roman"/>
              </a:rPr>
              <a:t>10</a:t>
            </a:r>
            <a:r>
              <a:rPr sz="1800" i="1" dirty="0">
                <a:latin typeface="Times New Roman"/>
                <a:cs typeface="Times New Roman"/>
              </a:rPr>
              <a:t>	</a:t>
            </a:r>
            <a:r>
              <a:rPr sz="1800" i="1" spc="150" dirty="0">
                <a:latin typeface="Times New Roman"/>
                <a:cs typeface="Times New Roman"/>
              </a:rPr>
              <a:t>F</a:t>
            </a:r>
            <a:r>
              <a:rPr sz="1800" i="1" spc="155" dirty="0">
                <a:latin typeface="Times New Roman"/>
                <a:cs typeface="Times New Roman"/>
              </a:rPr>
              <a:t>12</a:t>
            </a:r>
            <a:r>
              <a:rPr sz="1800" i="1" dirty="0">
                <a:latin typeface="Times New Roman"/>
                <a:cs typeface="Times New Roman"/>
              </a:rPr>
              <a:t>	</a:t>
            </a:r>
            <a:r>
              <a:rPr sz="1800" i="1" spc="70" dirty="0">
                <a:latin typeface="Times New Roman"/>
                <a:cs typeface="Times New Roman"/>
              </a:rPr>
              <a:t>..</a:t>
            </a:r>
            <a:r>
              <a:rPr sz="1800" i="1" spc="75" dirty="0">
                <a:latin typeface="Times New Roman"/>
                <a:cs typeface="Times New Roman"/>
              </a:rPr>
              <a:t>.</a:t>
            </a:r>
            <a:r>
              <a:rPr sz="1800" i="1" dirty="0">
                <a:latin typeface="Times New Roman"/>
                <a:cs typeface="Times New Roman"/>
              </a:rPr>
              <a:t>	</a:t>
            </a:r>
            <a:r>
              <a:rPr sz="1800" i="1" spc="150" dirty="0">
                <a:latin typeface="Times New Roman"/>
                <a:cs typeface="Times New Roman"/>
              </a:rPr>
              <a:t>F</a:t>
            </a:r>
            <a:r>
              <a:rPr sz="1800" i="1" spc="155" dirty="0">
                <a:latin typeface="Times New Roman"/>
                <a:cs typeface="Times New Roman"/>
              </a:rPr>
              <a:t>30</a:t>
            </a:r>
            <a:endParaRPr sz="1800">
              <a:latin typeface="Times New Roman"/>
              <a:cs typeface="Times New Roman"/>
            </a:endParaRPr>
          </a:p>
        </p:txBody>
      </p:sp>
      <p:sp>
        <p:nvSpPr>
          <p:cNvPr id="22" name="object 19">
            <a:extLst>
              <a:ext uri="{FF2B5EF4-FFF2-40B4-BE49-F238E27FC236}">
                <a16:creationId xmlns:a16="http://schemas.microsoft.com/office/drawing/2014/main" id="{72B1F15E-A836-474E-516E-D31C2F70D6D3}"/>
              </a:ext>
            </a:extLst>
          </p:cNvPr>
          <p:cNvSpPr txBox="1"/>
          <p:nvPr/>
        </p:nvSpPr>
        <p:spPr>
          <a:xfrm>
            <a:off x="742302" y="5882484"/>
            <a:ext cx="126364" cy="233679"/>
          </a:xfrm>
          <a:prstGeom prst="rect">
            <a:avLst/>
          </a:prstGeom>
        </p:spPr>
        <p:txBody>
          <a:bodyPr vert="horz" wrap="square" lIns="0" tIns="13970" rIns="0" bIns="0" rtlCol="0">
            <a:spAutoFit/>
          </a:bodyPr>
          <a:lstStyle/>
          <a:p>
            <a:pPr marL="12700">
              <a:lnSpc>
                <a:spcPct val="100000"/>
              </a:lnSpc>
              <a:spcBef>
                <a:spcPts val="110"/>
              </a:spcBef>
            </a:pPr>
            <a:r>
              <a:rPr sz="1350" b="1" spc="114" dirty="0">
                <a:latin typeface="Times New Roman"/>
                <a:cs typeface="Times New Roman"/>
              </a:rPr>
              <a:t>0</a:t>
            </a:r>
            <a:endParaRPr sz="1350">
              <a:latin typeface="Times New Roman"/>
              <a:cs typeface="Times New Roman"/>
            </a:endParaRPr>
          </a:p>
        </p:txBody>
      </p:sp>
      <p:sp>
        <p:nvSpPr>
          <p:cNvPr id="23" name="object 20">
            <a:extLst>
              <a:ext uri="{FF2B5EF4-FFF2-40B4-BE49-F238E27FC236}">
                <a16:creationId xmlns:a16="http://schemas.microsoft.com/office/drawing/2014/main" id="{FD0F96BB-7D4A-DD88-E436-BC6141984655}"/>
              </a:ext>
            </a:extLst>
          </p:cNvPr>
          <p:cNvSpPr txBox="1"/>
          <p:nvPr/>
        </p:nvSpPr>
        <p:spPr>
          <a:xfrm>
            <a:off x="2410637" y="5882484"/>
            <a:ext cx="299085" cy="233679"/>
          </a:xfrm>
          <a:prstGeom prst="rect">
            <a:avLst/>
          </a:prstGeom>
        </p:spPr>
        <p:txBody>
          <a:bodyPr vert="horz" wrap="square" lIns="0" tIns="13970" rIns="0" bIns="0" rtlCol="0">
            <a:spAutoFit/>
          </a:bodyPr>
          <a:lstStyle/>
          <a:p>
            <a:pPr marL="12700">
              <a:lnSpc>
                <a:spcPct val="100000"/>
              </a:lnSpc>
              <a:spcBef>
                <a:spcPts val="110"/>
              </a:spcBef>
            </a:pPr>
            <a:r>
              <a:rPr sz="1350" i="1" spc="175" dirty="0">
                <a:latin typeface="Times New Roman"/>
                <a:cs typeface="Times New Roman"/>
              </a:rPr>
              <a:t>FU</a:t>
            </a:r>
            <a:endParaRPr sz="1350">
              <a:latin typeface="Times New Roman"/>
              <a:cs typeface="Times New Roman"/>
            </a:endParaRPr>
          </a:p>
        </p:txBody>
      </p:sp>
      <p:grpSp>
        <p:nvGrpSpPr>
          <p:cNvPr id="24" name="object 21">
            <a:extLst>
              <a:ext uri="{FF2B5EF4-FFF2-40B4-BE49-F238E27FC236}">
                <a16:creationId xmlns:a16="http://schemas.microsoft.com/office/drawing/2014/main" id="{5F9EB6C7-18D9-6BDC-C59D-EA078E461EF3}"/>
              </a:ext>
            </a:extLst>
          </p:cNvPr>
          <p:cNvGrpSpPr/>
          <p:nvPr/>
        </p:nvGrpSpPr>
        <p:grpSpPr>
          <a:xfrm>
            <a:off x="2817495" y="2092367"/>
            <a:ext cx="1953260" cy="1347470"/>
            <a:chOff x="2741439" y="1470837"/>
            <a:chExt cx="1953260" cy="1347470"/>
          </a:xfrm>
        </p:grpSpPr>
        <p:sp>
          <p:nvSpPr>
            <p:cNvPr id="25" name="object 22">
              <a:extLst>
                <a:ext uri="{FF2B5EF4-FFF2-40B4-BE49-F238E27FC236}">
                  <a16:creationId xmlns:a16="http://schemas.microsoft.com/office/drawing/2014/main" id="{49BD9EBB-2AB8-9A36-199E-008369C4E992}"/>
                </a:ext>
              </a:extLst>
            </p:cNvPr>
            <p:cNvSpPr/>
            <p:nvPr/>
          </p:nvSpPr>
          <p:spPr>
            <a:xfrm>
              <a:off x="2754028" y="1474498"/>
              <a:ext cx="1936750" cy="0"/>
            </a:xfrm>
            <a:custGeom>
              <a:avLst/>
              <a:gdLst/>
              <a:ahLst/>
              <a:cxnLst/>
              <a:rect l="l" t="t" r="r" b="b"/>
              <a:pathLst>
                <a:path w="1936750">
                  <a:moveTo>
                    <a:pt x="0" y="0"/>
                  </a:moveTo>
                  <a:lnTo>
                    <a:pt x="1936277" y="0"/>
                  </a:lnTo>
                </a:path>
              </a:pathLst>
            </a:custGeom>
            <a:ln w="7203">
              <a:solidFill>
                <a:srgbClr val="000000"/>
              </a:solidFill>
            </a:ln>
          </p:spPr>
          <p:txBody>
            <a:bodyPr wrap="square" lIns="0" tIns="0" rIns="0" bIns="0" rtlCol="0"/>
            <a:lstStyle/>
            <a:p>
              <a:endParaRPr/>
            </a:p>
          </p:txBody>
        </p:sp>
        <p:sp>
          <p:nvSpPr>
            <p:cNvPr id="26" name="object 23">
              <a:extLst>
                <a:ext uri="{FF2B5EF4-FFF2-40B4-BE49-F238E27FC236}">
                  <a16:creationId xmlns:a16="http://schemas.microsoft.com/office/drawing/2014/main" id="{3D8BA14E-B975-5C5F-FFED-6D3A38FD8991}"/>
                </a:ext>
              </a:extLst>
            </p:cNvPr>
            <p:cNvSpPr/>
            <p:nvPr/>
          </p:nvSpPr>
          <p:spPr>
            <a:xfrm>
              <a:off x="2749772" y="1470871"/>
              <a:ext cx="1945005" cy="7620"/>
            </a:xfrm>
            <a:custGeom>
              <a:avLst/>
              <a:gdLst/>
              <a:ahLst/>
              <a:cxnLst/>
              <a:rect l="l" t="t" r="r" b="b"/>
              <a:pathLst>
                <a:path w="1945004" h="7619">
                  <a:moveTo>
                    <a:pt x="1944679" y="0"/>
                  </a:moveTo>
                  <a:lnTo>
                    <a:pt x="0" y="0"/>
                  </a:lnTo>
                  <a:lnTo>
                    <a:pt x="0" y="7192"/>
                  </a:lnTo>
                  <a:lnTo>
                    <a:pt x="1944679" y="7192"/>
                  </a:lnTo>
                  <a:lnTo>
                    <a:pt x="1944679" y="0"/>
                  </a:lnTo>
                  <a:close/>
                </a:path>
              </a:pathLst>
            </a:custGeom>
            <a:solidFill>
              <a:srgbClr val="000000"/>
            </a:solidFill>
          </p:spPr>
          <p:txBody>
            <a:bodyPr wrap="square" lIns="0" tIns="0" rIns="0" bIns="0" rtlCol="0"/>
            <a:lstStyle/>
            <a:p>
              <a:endParaRPr/>
            </a:p>
          </p:txBody>
        </p:sp>
        <p:sp>
          <p:nvSpPr>
            <p:cNvPr id="27" name="object 24">
              <a:extLst>
                <a:ext uri="{FF2B5EF4-FFF2-40B4-BE49-F238E27FC236}">
                  <a16:creationId xmlns:a16="http://schemas.microsoft.com/office/drawing/2014/main" id="{6A08D1C6-F196-ADA9-4F6D-5266C2A353CE}"/>
                </a:ext>
              </a:extLst>
            </p:cNvPr>
            <p:cNvSpPr/>
            <p:nvPr/>
          </p:nvSpPr>
          <p:spPr>
            <a:xfrm>
              <a:off x="2745627" y="1474498"/>
              <a:ext cx="0" cy="1339850"/>
            </a:xfrm>
            <a:custGeom>
              <a:avLst/>
              <a:gdLst/>
              <a:ahLst/>
              <a:cxnLst/>
              <a:rect l="l" t="t" r="r" b="b"/>
              <a:pathLst>
                <a:path h="1339850">
                  <a:moveTo>
                    <a:pt x="0" y="0"/>
                  </a:moveTo>
                  <a:lnTo>
                    <a:pt x="0" y="1339673"/>
                  </a:lnTo>
                </a:path>
              </a:pathLst>
            </a:custGeom>
            <a:ln w="8375">
              <a:solidFill>
                <a:srgbClr val="000000"/>
              </a:solidFill>
            </a:ln>
          </p:spPr>
          <p:txBody>
            <a:bodyPr wrap="square" lIns="0" tIns="0" rIns="0" bIns="0" rtlCol="0"/>
            <a:lstStyle/>
            <a:p>
              <a:endParaRPr/>
            </a:p>
          </p:txBody>
        </p:sp>
        <p:sp>
          <p:nvSpPr>
            <p:cNvPr id="28" name="object 25">
              <a:extLst>
                <a:ext uri="{FF2B5EF4-FFF2-40B4-BE49-F238E27FC236}">
                  <a16:creationId xmlns:a16="http://schemas.microsoft.com/office/drawing/2014/main" id="{9C8561F1-5B2A-865B-F0A2-697EA70CCE62}"/>
                </a:ext>
              </a:extLst>
            </p:cNvPr>
            <p:cNvSpPr/>
            <p:nvPr/>
          </p:nvSpPr>
          <p:spPr>
            <a:xfrm>
              <a:off x="2741482" y="1470837"/>
              <a:ext cx="8890" cy="1347470"/>
            </a:xfrm>
            <a:custGeom>
              <a:avLst/>
              <a:gdLst/>
              <a:ahLst/>
              <a:cxnLst/>
              <a:rect l="l" t="t" r="r" b="b"/>
              <a:pathLst>
                <a:path w="8889" h="1347470">
                  <a:moveTo>
                    <a:pt x="8375" y="0"/>
                  </a:moveTo>
                  <a:lnTo>
                    <a:pt x="0" y="0"/>
                  </a:lnTo>
                  <a:lnTo>
                    <a:pt x="0" y="1346900"/>
                  </a:lnTo>
                  <a:lnTo>
                    <a:pt x="8375" y="1346900"/>
                  </a:lnTo>
                  <a:lnTo>
                    <a:pt x="8375" y="0"/>
                  </a:lnTo>
                  <a:close/>
                </a:path>
              </a:pathLst>
            </a:custGeom>
            <a:solidFill>
              <a:srgbClr val="000000"/>
            </a:solidFill>
          </p:spPr>
          <p:txBody>
            <a:bodyPr wrap="square" lIns="0" tIns="0" rIns="0" bIns="0" rtlCol="0"/>
            <a:lstStyle/>
            <a:p>
              <a:endParaRPr/>
            </a:p>
          </p:txBody>
        </p:sp>
        <p:sp>
          <p:nvSpPr>
            <p:cNvPr id="29" name="object 26">
              <a:extLst>
                <a:ext uri="{FF2B5EF4-FFF2-40B4-BE49-F238E27FC236}">
                  <a16:creationId xmlns:a16="http://schemas.microsoft.com/office/drawing/2014/main" id="{62BA20DE-4268-6E89-365A-AD2C287C11A9}"/>
                </a:ext>
              </a:extLst>
            </p:cNvPr>
            <p:cNvSpPr/>
            <p:nvPr/>
          </p:nvSpPr>
          <p:spPr>
            <a:xfrm>
              <a:off x="4690306" y="1481724"/>
              <a:ext cx="0" cy="1332865"/>
            </a:xfrm>
            <a:custGeom>
              <a:avLst/>
              <a:gdLst/>
              <a:ahLst/>
              <a:cxnLst/>
              <a:rect l="l" t="t" r="r" b="b"/>
              <a:pathLst>
                <a:path h="1332864">
                  <a:moveTo>
                    <a:pt x="0" y="0"/>
                  </a:moveTo>
                  <a:lnTo>
                    <a:pt x="0" y="1332447"/>
                  </a:lnTo>
                </a:path>
              </a:pathLst>
            </a:custGeom>
            <a:ln w="8375">
              <a:solidFill>
                <a:srgbClr val="000000"/>
              </a:solidFill>
            </a:ln>
          </p:spPr>
          <p:txBody>
            <a:bodyPr wrap="square" lIns="0" tIns="0" rIns="0" bIns="0" rtlCol="0"/>
            <a:lstStyle/>
            <a:p>
              <a:endParaRPr/>
            </a:p>
          </p:txBody>
        </p:sp>
        <p:sp>
          <p:nvSpPr>
            <p:cNvPr id="30" name="object 27">
              <a:extLst>
                <a:ext uri="{FF2B5EF4-FFF2-40B4-BE49-F238E27FC236}">
                  <a16:creationId xmlns:a16="http://schemas.microsoft.com/office/drawing/2014/main" id="{379A80DC-C20E-4EF4-A8E7-2A295D477801}"/>
                </a:ext>
              </a:extLst>
            </p:cNvPr>
            <p:cNvSpPr/>
            <p:nvPr/>
          </p:nvSpPr>
          <p:spPr>
            <a:xfrm>
              <a:off x="4686162" y="1478063"/>
              <a:ext cx="8890" cy="1339850"/>
            </a:xfrm>
            <a:custGeom>
              <a:avLst/>
              <a:gdLst/>
              <a:ahLst/>
              <a:cxnLst/>
              <a:rect l="l" t="t" r="r" b="b"/>
              <a:pathLst>
                <a:path w="8889" h="1339850">
                  <a:moveTo>
                    <a:pt x="8375" y="0"/>
                  </a:moveTo>
                  <a:lnTo>
                    <a:pt x="0" y="0"/>
                  </a:lnTo>
                  <a:lnTo>
                    <a:pt x="0" y="1339673"/>
                  </a:lnTo>
                  <a:lnTo>
                    <a:pt x="8375" y="1339673"/>
                  </a:lnTo>
                  <a:lnTo>
                    <a:pt x="8375" y="0"/>
                  </a:lnTo>
                  <a:close/>
                </a:path>
              </a:pathLst>
            </a:custGeom>
            <a:solidFill>
              <a:srgbClr val="000000"/>
            </a:solidFill>
          </p:spPr>
          <p:txBody>
            <a:bodyPr wrap="square" lIns="0" tIns="0" rIns="0" bIns="0" rtlCol="0"/>
            <a:lstStyle/>
            <a:p>
              <a:endParaRPr/>
            </a:p>
          </p:txBody>
        </p:sp>
        <p:sp>
          <p:nvSpPr>
            <p:cNvPr id="31" name="object 28">
              <a:extLst>
                <a:ext uri="{FF2B5EF4-FFF2-40B4-BE49-F238E27FC236}">
                  <a16:creationId xmlns:a16="http://schemas.microsoft.com/office/drawing/2014/main" id="{2592E3BC-21B5-5D6C-3845-AAF623ADA925}"/>
                </a:ext>
              </a:extLst>
            </p:cNvPr>
            <p:cNvSpPr/>
            <p:nvPr/>
          </p:nvSpPr>
          <p:spPr>
            <a:xfrm>
              <a:off x="2754028" y="2814172"/>
              <a:ext cx="1936750" cy="0"/>
            </a:xfrm>
            <a:custGeom>
              <a:avLst/>
              <a:gdLst/>
              <a:ahLst/>
              <a:cxnLst/>
              <a:rect l="l" t="t" r="r" b="b"/>
              <a:pathLst>
                <a:path w="1936750">
                  <a:moveTo>
                    <a:pt x="0" y="0"/>
                  </a:moveTo>
                  <a:lnTo>
                    <a:pt x="1936277" y="0"/>
                  </a:lnTo>
                </a:path>
              </a:pathLst>
            </a:custGeom>
            <a:ln w="7203">
              <a:solidFill>
                <a:srgbClr val="000000"/>
              </a:solidFill>
            </a:ln>
          </p:spPr>
          <p:txBody>
            <a:bodyPr wrap="square" lIns="0" tIns="0" rIns="0" bIns="0" rtlCol="0"/>
            <a:lstStyle/>
            <a:p>
              <a:endParaRPr/>
            </a:p>
          </p:txBody>
        </p:sp>
        <p:sp>
          <p:nvSpPr>
            <p:cNvPr id="32" name="object 29">
              <a:extLst>
                <a:ext uri="{FF2B5EF4-FFF2-40B4-BE49-F238E27FC236}">
                  <a16:creationId xmlns:a16="http://schemas.microsoft.com/office/drawing/2014/main" id="{B9CF9872-7436-E4D4-28D2-6DB06696A5BD}"/>
                </a:ext>
              </a:extLst>
            </p:cNvPr>
            <p:cNvSpPr/>
            <p:nvPr/>
          </p:nvSpPr>
          <p:spPr>
            <a:xfrm>
              <a:off x="2749772" y="2810545"/>
              <a:ext cx="1945005" cy="7620"/>
            </a:xfrm>
            <a:custGeom>
              <a:avLst/>
              <a:gdLst/>
              <a:ahLst/>
              <a:cxnLst/>
              <a:rect l="l" t="t" r="r" b="b"/>
              <a:pathLst>
                <a:path w="1945004" h="7619">
                  <a:moveTo>
                    <a:pt x="1944679" y="0"/>
                  </a:moveTo>
                  <a:lnTo>
                    <a:pt x="0" y="0"/>
                  </a:lnTo>
                  <a:lnTo>
                    <a:pt x="0" y="7192"/>
                  </a:lnTo>
                  <a:lnTo>
                    <a:pt x="1944679" y="7192"/>
                  </a:lnTo>
                  <a:lnTo>
                    <a:pt x="1944679" y="0"/>
                  </a:lnTo>
                  <a:close/>
                </a:path>
              </a:pathLst>
            </a:custGeom>
            <a:solidFill>
              <a:srgbClr val="000000"/>
            </a:solidFill>
          </p:spPr>
          <p:txBody>
            <a:bodyPr wrap="square" lIns="0" tIns="0" rIns="0" bIns="0" rtlCol="0"/>
            <a:lstStyle/>
            <a:p>
              <a:endParaRPr/>
            </a:p>
          </p:txBody>
        </p:sp>
      </p:grpSp>
      <p:grpSp>
        <p:nvGrpSpPr>
          <p:cNvPr id="33" name="object 30">
            <a:extLst>
              <a:ext uri="{FF2B5EF4-FFF2-40B4-BE49-F238E27FC236}">
                <a16:creationId xmlns:a16="http://schemas.microsoft.com/office/drawing/2014/main" id="{49A10368-C95A-7271-C515-14E0319FEA15}"/>
              </a:ext>
            </a:extLst>
          </p:cNvPr>
          <p:cNvGrpSpPr/>
          <p:nvPr/>
        </p:nvGrpSpPr>
        <p:grpSpPr>
          <a:xfrm>
            <a:off x="2817495" y="5888258"/>
            <a:ext cx="5793105" cy="231140"/>
            <a:chOff x="2741439" y="5266728"/>
            <a:chExt cx="5793105" cy="231140"/>
          </a:xfrm>
        </p:grpSpPr>
        <p:sp>
          <p:nvSpPr>
            <p:cNvPr id="34" name="object 31">
              <a:extLst>
                <a:ext uri="{FF2B5EF4-FFF2-40B4-BE49-F238E27FC236}">
                  <a16:creationId xmlns:a16="http://schemas.microsoft.com/office/drawing/2014/main" id="{FFADD98A-A27D-B9B1-F03F-8AFB25CF6A63}"/>
                </a:ext>
              </a:extLst>
            </p:cNvPr>
            <p:cNvSpPr/>
            <p:nvPr/>
          </p:nvSpPr>
          <p:spPr>
            <a:xfrm>
              <a:off x="2745627" y="5270330"/>
              <a:ext cx="0" cy="223520"/>
            </a:xfrm>
            <a:custGeom>
              <a:avLst/>
              <a:gdLst/>
              <a:ahLst/>
              <a:cxnLst/>
              <a:rect l="l" t="t" r="r" b="b"/>
              <a:pathLst>
                <a:path h="223520">
                  <a:moveTo>
                    <a:pt x="0" y="0"/>
                  </a:moveTo>
                  <a:lnTo>
                    <a:pt x="0" y="223439"/>
                  </a:lnTo>
                </a:path>
              </a:pathLst>
            </a:custGeom>
            <a:ln w="8375">
              <a:solidFill>
                <a:srgbClr val="000000"/>
              </a:solidFill>
            </a:ln>
          </p:spPr>
          <p:txBody>
            <a:bodyPr wrap="square" lIns="0" tIns="0" rIns="0" bIns="0" rtlCol="0"/>
            <a:lstStyle/>
            <a:p>
              <a:endParaRPr/>
            </a:p>
          </p:txBody>
        </p:sp>
        <p:sp>
          <p:nvSpPr>
            <p:cNvPr id="35" name="object 32">
              <a:extLst>
                <a:ext uri="{FF2B5EF4-FFF2-40B4-BE49-F238E27FC236}">
                  <a16:creationId xmlns:a16="http://schemas.microsoft.com/office/drawing/2014/main" id="{7CD7BFE9-2489-8FD5-5A34-3ABCDBB48B37}"/>
                </a:ext>
              </a:extLst>
            </p:cNvPr>
            <p:cNvSpPr/>
            <p:nvPr/>
          </p:nvSpPr>
          <p:spPr>
            <a:xfrm>
              <a:off x="2741482" y="5266736"/>
              <a:ext cx="8890" cy="231140"/>
            </a:xfrm>
            <a:custGeom>
              <a:avLst/>
              <a:gdLst/>
              <a:ahLst/>
              <a:cxnLst/>
              <a:rect l="l" t="t" r="r" b="b"/>
              <a:pathLst>
                <a:path w="8889" h="231139">
                  <a:moveTo>
                    <a:pt x="8375" y="0"/>
                  </a:moveTo>
                  <a:lnTo>
                    <a:pt x="0" y="0"/>
                  </a:lnTo>
                  <a:lnTo>
                    <a:pt x="0" y="230627"/>
                  </a:lnTo>
                  <a:lnTo>
                    <a:pt x="8375" y="230627"/>
                  </a:lnTo>
                  <a:lnTo>
                    <a:pt x="8375" y="0"/>
                  </a:lnTo>
                  <a:close/>
                </a:path>
              </a:pathLst>
            </a:custGeom>
            <a:solidFill>
              <a:srgbClr val="000000"/>
            </a:solidFill>
          </p:spPr>
          <p:txBody>
            <a:bodyPr wrap="square" lIns="0" tIns="0" rIns="0" bIns="0" rtlCol="0"/>
            <a:lstStyle/>
            <a:p>
              <a:endParaRPr/>
            </a:p>
          </p:txBody>
        </p:sp>
        <p:sp>
          <p:nvSpPr>
            <p:cNvPr id="36" name="object 33">
              <a:extLst>
                <a:ext uri="{FF2B5EF4-FFF2-40B4-BE49-F238E27FC236}">
                  <a16:creationId xmlns:a16="http://schemas.microsoft.com/office/drawing/2014/main" id="{C96088A7-1023-C458-AA9A-7618F4A50D69}"/>
                </a:ext>
              </a:extLst>
            </p:cNvPr>
            <p:cNvSpPr/>
            <p:nvPr/>
          </p:nvSpPr>
          <p:spPr>
            <a:xfrm>
              <a:off x="8530040" y="5277528"/>
              <a:ext cx="0" cy="216535"/>
            </a:xfrm>
            <a:custGeom>
              <a:avLst/>
              <a:gdLst/>
              <a:ahLst/>
              <a:cxnLst/>
              <a:rect l="l" t="t" r="r" b="b"/>
              <a:pathLst>
                <a:path h="216535">
                  <a:moveTo>
                    <a:pt x="0" y="0"/>
                  </a:moveTo>
                  <a:lnTo>
                    <a:pt x="0" y="216242"/>
                  </a:lnTo>
                </a:path>
              </a:pathLst>
            </a:custGeom>
            <a:ln w="8375">
              <a:solidFill>
                <a:srgbClr val="000000"/>
              </a:solidFill>
            </a:ln>
          </p:spPr>
          <p:txBody>
            <a:bodyPr wrap="square" lIns="0" tIns="0" rIns="0" bIns="0" rtlCol="0"/>
            <a:lstStyle/>
            <a:p>
              <a:endParaRPr/>
            </a:p>
          </p:txBody>
        </p:sp>
        <p:sp>
          <p:nvSpPr>
            <p:cNvPr id="37" name="object 34">
              <a:extLst>
                <a:ext uri="{FF2B5EF4-FFF2-40B4-BE49-F238E27FC236}">
                  <a16:creationId xmlns:a16="http://schemas.microsoft.com/office/drawing/2014/main" id="{6A4CF3D3-C2FE-E3EB-C4E9-86B7E7AC946C}"/>
                </a:ext>
              </a:extLst>
            </p:cNvPr>
            <p:cNvSpPr/>
            <p:nvPr/>
          </p:nvSpPr>
          <p:spPr>
            <a:xfrm>
              <a:off x="8525895" y="5273924"/>
              <a:ext cx="8890" cy="223520"/>
            </a:xfrm>
            <a:custGeom>
              <a:avLst/>
              <a:gdLst/>
              <a:ahLst/>
              <a:cxnLst/>
              <a:rect l="l" t="t" r="r" b="b"/>
              <a:pathLst>
                <a:path w="8890" h="223520">
                  <a:moveTo>
                    <a:pt x="8375" y="0"/>
                  </a:moveTo>
                  <a:lnTo>
                    <a:pt x="0" y="0"/>
                  </a:lnTo>
                  <a:lnTo>
                    <a:pt x="0" y="223439"/>
                  </a:lnTo>
                  <a:lnTo>
                    <a:pt x="8375" y="223439"/>
                  </a:lnTo>
                  <a:lnTo>
                    <a:pt x="8375" y="0"/>
                  </a:lnTo>
                  <a:close/>
                </a:path>
              </a:pathLst>
            </a:custGeom>
            <a:solidFill>
              <a:srgbClr val="000000"/>
            </a:solidFill>
          </p:spPr>
          <p:txBody>
            <a:bodyPr wrap="square" lIns="0" tIns="0" rIns="0" bIns="0" rtlCol="0"/>
            <a:lstStyle/>
            <a:p>
              <a:endParaRPr/>
            </a:p>
          </p:txBody>
        </p:sp>
        <p:sp>
          <p:nvSpPr>
            <p:cNvPr id="38" name="object 35">
              <a:extLst>
                <a:ext uri="{FF2B5EF4-FFF2-40B4-BE49-F238E27FC236}">
                  <a16:creationId xmlns:a16="http://schemas.microsoft.com/office/drawing/2014/main" id="{765A6D48-A223-8C85-E385-C58AD164263C}"/>
                </a:ext>
              </a:extLst>
            </p:cNvPr>
            <p:cNvSpPr/>
            <p:nvPr/>
          </p:nvSpPr>
          <p:spPr>
            <a:xfrm>
              <a:off x="2754028" y="5270330"/>
              <a:ext cx="5776595" cy="0"/>
            </a:xfrm>
            <a:custGeom>
              <a:avLst/>
              <a:gdLst/>
              <a:ahLst/>
              <a:cxnLst/>
              <a:rect l="l" t="t" r="r" b="b"/>
              <a:pathLst>
                <a:path w="5776595">
                  <a:moveTo>
                    <a:pt x="0" y="0"/>
                  </a:moveTo>
                  <a:lnTo>
                    <a:pt x="5776011" y="0"/>
                  </a:lnTo>
                </a:path>
              </a:pathLst>
            </a:custGeom>
            <a:ln w="7203">
              <a:solidFill>
                <a:srgbClr val="000000"/>
              </a:solidFill>
            </a:ln>
          </p:spPr>
          <p:txBody>
            <a:bodyPr wrap="square" lIns="0" tIns="0" rIns="0" bIns="0" rtlCol="0"/>
            <a:lstStyle/>
            <a:p>
              <a:endParaRPr/>
            </a:p>
          </p:txBody>
        </p:sp>
        <p:sp>
          <p:nvSpPr>
            <p:cNvPr id="39" name="object 36">
              <a:extLst>
                <a:ext uri="{FF2B5EF4-FFF2-40B4-BE49-F238E27FC236}">
                  <a16:creationId xmlns:a16="http://schemas.microsoft.com/office/drawing/2014/main" id="{17DBB78D-1D77-3919-0722-FCDAB5F6EC6C}"/>
                </a:ext>
              </a:extLst>
            </p:cNvPr>
            <p:cNvSpPr/>
            <p:nvPr/>
          </p:nvSpPr>
          <p:spPr>
            <a:xfrm>
              <a:off x="2749772" y="5266742"/>
              <a:ext cx="5784850" cy="7620"/>
            </a:xfrm>
            <a:custGeom>
              <a:avLst/>
              <a:gdLst/>
              <a:ahLst/>
              <a:cxnLst/>
              <a:rect l="l" t="t" r="r" b="b"/>
              <a:pathLst>
                <a:path w="5784850" h="7620">
                  <a:moveTo>
                    <a:pt x="5784413" y="0"/>
                  </a:moveTo>
                  <a:lnTo>
                    <a:pt x="0" y="0"/>
                  </a:lnTo>
                  <a:lnTo>
                    <a:pt x="0" y="7192"/>
                  </a:lnTo>
                  <a:lnTo>
                    <a:pt x="5784413" y="7192"/>
                  </a:lnTo>
                  <a:lnTo>
                    <a:pt x="5784413" y="0"/>
                  </a:lnTo>
                  <a:close/>
                </a:path>
              </a:pathLst>
            </a:custGeom>
            <a:solidFill>
              <a:srgbClr val="000000"/>
            </a:solidFill>
          </p:spPr>
          <p:txBody>
            <a:bodyPr wrap="square" lIns="0" tIns="0" rIns="0" bIns="0" rtlCol="0"/>
            <a:lstStyle/>
            <a:p>
              <a:endParaRPr/>
            </a:p>
          </p:txBody>
        </p:sp>
        <p:sp>
          <p:nvSpPr>
            <p:cNvPr id="40" name="object 37">
              <a:extLst>
                <a:ext uri="{FF2B5EF4-FFF2-40B4-BE49-F238E27FC236}">
                  <a16:creationId xmlns:a16="http://schemas.microsoft.com/office/drawing/2014/main" id="{D6D7900A-C7BC-9D91-9785-11F49D2B2135}"/>
                </a:ext>
              </a:extLst>
            </p:cNvPr>
            <p:cNvSpPr/>
            <p:nvPr/>
          </p:nvSpPr>
          <p:spPr>
            <a:xfrm>
              <a:off x="2754028" y="5493770"/>
              <a:ext cx="5776595" cy="0"/>
            </a:xfrm>
            <a:custGeom>
              <a:avLst/>
              <a:gdLst/>
              <a:ahLst/>
              <a:cxnLst/>
              <a:rect l="l" t="t" r="r" b="b"/>
              <a:pathLst>
                <a:path w="5776595">
                  <a:moveTo>
                    <a:pt x="0" y="0"/>
                  </a:moveTo>
                  <a:lnTo>
                    <a:pt x="5776011" y="0"/>
                  </a:lnTo>
                </a:path>
              </a:pathLst>
            </a:custGeom>
            <a:ln w="7203">
              <a:solidFill>
                <a:srgbClr val="000000"/>
              </a:solidFill>
            </a:ln>
          </p:spPr>
          <p:txBody>
            <a:bodyPr wrap="square" lIns="0" tIns="0" rIns="0" bIns="0" rtlCol="0"/>
            <a:lstStyle/>
            <a:p>
              <a:endParaRPr/>
            </a:p>
          </p:txBody>
        </p:sp>
        <p:sp>
          <p:nvSpPr>
            <p:cNvPr id="41" name="object 38">
              <a:extLst>
                <a:ext uri="{FF2B5EF4-FFF2-40B4-BE49-F238E27FC236}">
                  <a16:creationId xmlns:a16="http://schemas.microsoft.com/office/drawing/2014/main" id="{C9717E5C-C5F4-B059-291C-6023F41672CF}"/>
                </a:ext>
              </a:extLst>
            </p:cNvPr>
            <p:cNvSpPr/>
            <p:nvPr/>
          </p:nvSpPr>
          <p:spPr>
            <a:xfrm>
              <a:off x="2749772" y="5490171"/>
              <a:ext cx="5784850" cy="7620"/>
            </a:xfrm>
            <a:custGeom>
              <a:avLst/>
              <a:gdLst/>
              <a:ahLst/>
              <a:cxnLst/>
              <a:rect l="l" t="t" r="r" b="b"/>
              <a:pathLst>
                <a:path w="5784850" h="7620">
                  <a:moveTo>
                    <a:pt x="5784413" y="0"/>
                  </a:moveTo>
                  <a:lnTo>
                    <a:pt x="0" y="0"/>
                  </a:lnTo>
                  <a:lnTo>
                    <a:pt x="0" y="7192"/>
                  </a:lnTo>
                  <a:lnTo>
                    <a:pt x="5784413" y="7192"/>
                  </a:lnTo>
                  <a:lnTo>
                    <a:pt x="5784413" y="0"/>
                  </a:lnTo>
                  <a:close/>
                </a:path>
              </a:pathLst>
            </a:custGeom>
            <a:solidFill>
              <a:srgbClr val="000000"/>
            </a:solidFill>
          </p:spPr>
          <p:txBody>
            <a:bodyPr wrap="square" lIns="0" tIns="0" rIns="0" bIns="0" rtlCol="0"/>
            <a:lstStyle/>
            <a:p>
              <a:endParaRPr/>
            </a:p>
          </p:txBody>
        </p:sp>
      </p:grpSp>
      <p:sp>
        <p:nvSpPr>
          <p:cNvPr id="3" name="object 35">
            <a:extLst>
              <a:ext uri="{FF2B5EF4-FFF2-40B4-BE49-F238E27FC236}">
                <a16:creationId xmlns:a16="http://schemas.microsoft.com/office/drawing/2014/main" id="{849966B6-6AAF-1ED1-7E21-C1B05E01B942}"/>
              </a:ext>
            </a:extLst>
          </p:cNvPr>
          <p:cNvSpPr txBox="1"/>
          <p:nvPr/>
        </p:nvSpPr>
        <p:spPr>
          <a:xfrm>
            <a:off x="9181416" y="1581778"/>
            <a:ext cx="2851150" cy="1489075"/>
          </a:xfrm>
          <a:prstGeom prst="rect">
            <a:avLst/>
          </a:prstGeom>
        </p:spPr>
        <p:txBody>
          <a:bodyPr vert="horz" wrap="square" lIns="0" tIns="12700" rIns="0" bIns="0" rtlCol="0">
            <a:spAutoFit/>
          </a:bodyPr>
          <a:lstStyle/>
          <a:p>
            <a:pPr marL="12700" marR="777240">
              <a:lnSpc>
                <a:spcPct val="100000"/>
              </a:lnSpc>
              <a:spcBef>
                <a:spcPts val="100"/>
              </a:spcBef>
            </a:pPr>
            <a:r>
              <a:rPr sz="2400" spc="-5" dirty="0">
                <a:latin typeface="Cambria"/>
                <a:cs typeface="Cambria"/>
              </a:rPr>
              <a:t>Load:</a:t>
            </a:r>
            <a:r>
              <a:rPr sz="2400" spc="515" dirty="0">
                <a:latin typeface="Cambria"/>
                <a:cs typeface="Cambria"/>
              </a:rPr>
              <a:t> </a:t>
            </a:r>
            <a:r>
              <a:rPr sz="2400" dirty="0">
                <a:latin typeface="Cambria"/>
                <a:cs typeface="Cambria"/>
              </a:rPr>
              <a:t>2 </a:t>
            </a:r>
            <a:r>
              <a:rPr sz="2400" spc="-10" dirty="0">
                <a:latin typeface="Cambria"/>
                <a:cs typeface="Cambria"/>
              </a:rPr>
              <a:t>cycle </a:t>
            </a:r>
            <a:r>
              <a:rPr sz="2400" spc="-5" dirty="0">
                <a:latin typeface="Cambria"/>
                <a:cs typeface="Cambria"/>
              </a:rPr>
              <a:t> </a:t>
            </a:r>
            <a:r>
              <a:rPr sz="2400" dirty="0">
                <a:latin typeface="Cambria"/>
                <a:cs typeface="Cambria"/>
              </a:rPr>
              <a:t>FP</a:t>
            </a:r>
            <a:r>
              <a:rPr sz="2400" spc="-25" dirty="0">
                <a:latin typeface="Cambria"/>
                <a:cs typeface="Cambria"/>
              </a:rPr>
              <a:t> </a:t>
            </a:r>
            <a:r>
              <a:rPr sz="2400" spc="-5" dirty="0">
                <a:latin typeface="Cambria"/>
                <a:cs typeface="Cambria"/>
              </a:rPr>
              <a:t>add:</a:t>
            </a:r>
            <a:r>
              <a:rPr sz="2400" spc="-30" dirty="0">
                <a:latin typeface="Cambria"/>
                <a:cs typeface="Cambria"/>
              </a:rPr>
              <a:t> </a:t>
            </a:r>
            <a:r>
              <a:rPr sz="2400" dirty="0">
                <a:latin typeface="Cambria"/>
                <a:cs typeface="Cambria"/>
              </a:rPr>
              <a:t>2</a:t>
            </a:r>
            <a:r>
              <a:rPr sz="2400" spc="-40" dirty="0">
                <a:latin typeface="Cambria"/>
                <a:cs typeface="Cambria"/>
              </a:rPr>
              <a:t> </a:t>
            </a:r>
            <a:r>
              <a:rPr sz="2400" spc="-10" dirty="0">
                <a:latin typeface="Cambria"/>
                <a:cs typeface="Cambria"/>
              </a:rPr>
              <a:t>cycles</a:t>
            </a:r>
            <a:endParaRPr sz="2400" dirty="0">
              <a:latin typeface="Cambria"/>
              <a:cs typeface="Cambria"/>
            </a:endParaRPr>
          </a:p>
          <a:p>
            <a:pPr marL="12700" marR="5080">
              <a:lnSpc>
                <a:spcPct val="100000"/>
              </a:lnSpc>
            </a:pPr>
            <a:r>
              <a:rPr sz="2400" dirty="0">
                <a:latin typeface="Cambria"/>
                <a:cs typeface="Cambria"/>
              </a:rPr>
              <a:t>FP</a:t>
            </a:r>
            <a:r>
              <a:rPr sz="2400" spc="-30" dirty="0">
                <a:latin typeface="Cambria"/>
                <a:cs typeface="Cambria"/>
              </a:rPr>
              <a:t> </a:t>
            </a:r>
            <a:r>
              <a:rPr sz="2400" spc="-10" dirty="0">
                <a:latin typeface="Cambria"/>
                <a:cs typeface="Cambria"/>
              </a:rPr>
              <a:t>multiply:</a:t>
            </a:r>
            <a:r>
              <a:rPr sz="2400" spc="-30" dirty="0">
                <a:latin typeface="Cambria"/>
                <a:cs typeface="Cambria"/>
              </a:rPr>
              <a:t> </a:t>
            </a:r>
            <a:r>
              <a:rPr sz="2400" dirty="0">
                <a:latin typeface="Cambria"/>
                <a:cs typeface="Cambria"/>
              </a:rPr>
              <a:t>10</a:t>
            </a:r>
            <a:r>
              <a:rPr sz="2400" spc="-35" dirty="0">
                <a:latin typeface="Cambria"/>
                <a:cs typeface="Cambria"/>
              </a:rPr>
              <a:t> </a:t>
            </a:r>
            <a:r>
              <a:rPr sz="2400" spc="-10" dirty="0">
                <a:latin typeface="Cambria"/>
                <a:cs typeface="Cambria"/>
              </a:rPr>
              <a:t>cycles </a:t>
            </a:r>
            <a:r>
              <a:rPr sz="2400" spc="-515" dirty="0">
                <a:latin typeface="Cambria"/>
                <a:cs typeface="Cambria"/>
              </a:rPr>
              <a:t> </a:t>
            </a:r>
            <a:r>
              <a:rPr sz="2400" dirty="0">
                <a:latin typeface="Cambria"/>
                <a:cs typeface="Cambria"/>
              </a:rPr>
              <a:t>FP</a:t>
            </a:r>
            <a:r>
              <a:rPr sz="2400" spc="-10" dirty="0">
                <a:latin typeface="Cambria"/>
                <a:cs typeface="Cambria"/>
              </a:rPr>
              <a:t> divide:</a:t>
            </a:r>
            <a:r>
              <a:rPr sz="2400" spc="-20" dirty="0">
                <a:latin typeface="Cambria"/>
                <a:cs typeface="Cambria"/>
              </a:rPr>
              <a:t> </a:t>
            </a:r>
            <a:r>
              <a:rPr sz="2400" dirty="0">
                <a:latin typeface="Cambria"/>
                <a:cs typeface="Cambria"/>
              </a:rPr>
              <a:t>40</a:t>
            </a:r>
            <a:r>
              <a:rPr sz="2400" spc="-25" dirty="0">
                <a:latin typeface="Cambria"/>
                <a:cs typeface="Cambria"/>
              </a:rPr>
              <a:t> </a:t>
            </a:r>
            <a:r>
              <a:rPr sz="2400" spc="-10" dirty="0">
                <a:latin typeface="Cambria"/>
                <a:cs typeface="Cambria"/>
              </a:rPr>
              <a:t>cycles</a:t>
            </a:r>
            <a:endParaRPr sz="2400" dirty="0">
              <a:latin typeface="Cambria"/>
              <a:cs typeface="Cambria"/>
            </a:endParaRPr>
          </a:p>
        </p:txBody>
      </p:sp>
    </p:spTree>
    <p:extLst>
      <p:ext uri="{BB962C8B-B14F-4D97-AF65-F5344CB8AC3E}">
        <p14:creationId xmlns:p14="http://schemas.microsoft.com/office/powerpoint/2010/main" val="18203933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4CC69-F028-544E-4C6F-B6AB4442EC99}"/>
              </a:ext>
            </a:extLst>
          </p:cNvPr>
          <p:cNvSpPr>
            <a:spLocks noGrp="1"/>
          </p:cNvSpPr>
          <p:nvPr>
            <p:ph type="title"/>
          </p:nvPr>
        </p:nvSpPr>
        <p:spPr/>
        <p:txBody>
          <a:bodyPr/>
          <a:lstStyle/>
          <a:p>
            <a:r>
              <a:rPr lang="en-US" dirty="0"/>
              <a:t>Cycle-1</a:t>
            </a:r>
            <a:endParaRPr lang="en-IN" dirty="0"/>
          </a:p>
        </p:txBody>
      </p:sp>
      <p:sp>
        <p:nvSpPr>
          <p:cNvPr id="4" name="Footer Placeholder 3">
            <a:extLst>
              <a:ext uri="{FF2B5EF4-FFF2-40B4-BE49-F238E27FC236}">
                <a16:creationId xmlns:a16="http://schemas.microsoft.com/office/drawing/2014/main" id="{2369648F-E71C-7C01-D301-FE7940CEFABD}"/>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FEE0A9A6-15CC-74CD-DBBA-C61EC7A01F99}"/>
              </a:ext>
            </a:extLst>
          </p:cNvPr>
          <p:cNvSpPr>
            <a:spLocks noGrp="1"/>
          </p:cNvSpPr>
          <p:nvPr>
            <p:ph type="sldNum" sz="quarter" idx="12"/>
          </p:nvPr>
        </p:nvSpPr>
        <p:spPr/>
        <p:txBody>
          <a:bodyPr/>
          <a:lstStyle/>
          <a:p>
            <a:fld id="{B8651ABE-1138-46C6-9A43-7FCD4EB2550C}" type="slidenum">
              <a:rPr lang="en-IN" smtClean="0"/>
              <a:pPr/>
              <a:t>22</a:t>
            </a:fld>
            <a:endParaRPr lang="en-IN" dirty="0"/>
          </a:p>
        </p:txBody>
      </p:sp>
      <p:sp>
        <p:nvSpPr>
          <p:cNvPr id="6" name="object 3">
            <a:extLst>
              <a:ext uri="{FF2B5EF4-FFF2-40B4-BE49-F238E27FC236}">
                <a16:creationId xmlns:a16="http://schemas.microsoft.com/office/drawing/2014/main" id="{CE9C3A83-19B6-B14A-51E3-0DFE76495952}"/>
              </a:ext>
            </a:extLst>
          </p:cNvPr>
          <p:cNvSpPr txBox="1"/>
          <p:nvPr/>
        </p:nvSpPr>
        <p:spPr>
          <a:xfrm>
            <a:off x="50622" y="1541145"/>
            <a:ext cx="2028189" cy="300990"/>
          </a:xfrm>
          <a:prstGeom prst="rect">
            <a:avLst/>
          </a:prstGeom>
        </p:spPr>
        <p:txBody>
          <a:bodyPr vert="horz" wrap="square" lIns="0" tIns="13335" rIns="0" bIns="0" rtlCol="0">
            <a:spAutoFit/>
          </a:bodyPr>
          <a:lstStyle/>
          <a:p>
            <a:pPr marL="12700">
              <a:lnSpc>
                <a:spcPct val="100000"/>
              </a:lnSpc>
              <a:spcBef>
                <a:spcPts val="105"/>
              </a:spcBef>
            </a:pPr>
            <a:r>
              <a:rPr sz="1800" i="1" spc="140" dirty="0">
                <a:solidFill>
                  <a:srgbClr val="FF0000"/>
                </a:solidFill>
                <a:latin typeface="Times New Roman"/>
                <a:cs typeface="Times New Roman"/>
              </a:rPr>
              <a:t>Instruction</a:t>
            </a:r>
            <a:r>
              <a:rPr sz="1800" i="1" spc="5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sp>
        <p:nvSpPr>
          <p:cNvPr id="7" name="object 4">
            <a:extLst>
              <a:ext uri="{FF2B5EF4-FFF2-40B4-BE49-F238E27FC236}">
                <a16:creationId xmlns:a16="http://schemas.microsoft.com/office/drawing/2014/main" id="{3985513D-D2E1-004B-D4A9-6D51B8CB6495}"/>
              </a:ext>
            </a:extLst>
          </p:cNvPr>
          <p:cNvSpPr txBox="1"/>
          <p:nvPr/>
        </p:nvSpPr>
        <p:spPr>
          <a:xfrm>
            <a:off x="3575549" y="1576986"/>
            <a:ext cx="481965" cy="258445"/>
          </a:xfrm>
          <a:prstGeom prst="rect">
            <a:avLst/>
          </a:prstGeom>
        </p:spPr>
        <p:txBody>
          <a:bodyPr vert="horz" wrap="square" lIns="0" tIns="15875" rIns="0" bIns="0" rtlCol="0">
            <a:spAutoFit/>
          </a:bodyPr>
          <a:lstStyle/>
          <a:p>
            <a:pPr marL="12700">
              <a:lnSpc>
                <a:spcPct val="100000"/>
              </a:lnSpc>
              <a:spcBef>
                <a:spcPts val="125"/>
              </a:spcBef>
            </a:pPr>
            <a:r>
              <a:rPr sz="1500" i="1" spc="229" dirty="0">
                <a:latin typeface="Times New Roman"/>
                <a:cs typeface="Times New Roman"/>
              </a:rPr>
              <a:t>E</a:t>
            </a:r>
            <a:r>
              <a:rPr sz="1500" i="1" spc="145" dirty="0">
                <a:latin typeface="Times New Roman"/>
                <a:cs typeface="Times New Roman"/>
              </a:rPr>
              <a:t>xec</a:t>
            </a:r>
            <a:endParaRPr sz="1500">
              <a:latin typeface="Times New Roman"/>
              <a:cs typeface="Times New Roman"/>
            </a:endParaRPr>
          </a:p>
        </p:txBody>
      </p:sp>
      <p:sp>
        <p:nvSpPr>
          <p:cNvPr id="8" name="object 5">
            <a:extLst>
              <a:ext uri="{FF2B5EF4-FFF2-40B4-BE49-F238E27FC236}">
                <a16:creationId xmlns:a16="http://schemas.microsoft.com/office/drawing/2014/main" id="{411DB98D-5C15-6847-4B05-A8AA047EFB4E}"/>
              </a:ext>
            </a:extLst>
          </p:cNvPr>
          <p:cNvSpPr txBox="1"/>
          <p:nvPr/>
        </p:nvSpPr>
        <p:spPr>
          <a:xfrm>
            <a:off x="4221844" y="1576986"/>
            <a:ext cx="550545" cy="258445"/>
          </a:xfrm>
          <a:prstGeom prst="rect">
            <a:avLst/>
          </a:prstGeom>
        </p:spPr>
        <p:txBody>
          <a:bodyPr vert="horz" wrap="square" lIns="0" tIns="15875" rIns="0" bIns="0" rtlCol="0">
            <a:spAutoFit/>
          </a:bodyPr>
          <a:lstStyle/>
          <a:p>
            <a:pPr marL="12700">
              <a:lnSpc>
                <a:spcPct val="100000"/>
              </a:lnSpc>
              <a:spcBef>
                <a:spcPts val="125"/>
              </a:spcBef>
            </a:pPr>
            <a:r>
              <a:rPr sz="1500" i="1" spc="170" dirty="0">
                <a:latin typeface="Times New Roman"/>
                <a:cs typeface="Times New Roman"/>
              </a:rPr>
              <a:t>W</a:t>
            </a:r>
            <a:r>
              <a:rPr sz="1500" i="1" spc="155" dirty="0">
                <a:latin typeface="Times New Roman"/>
                <a:cs typeface="Times New Roman"/>
              </a:rPr>
              <a:t>r</a:t>
            </a:r>
            <a:r>
              <a:rPr sz="1500" i="1" spc="185" dirty="0">
                <a:latin typeface="Times New Roman"/>
                <a:cs typeface="Times New Roman"/>
              </a:rPr>
              <a:t>i</a:t>
            </a:r>
            <a:r>
              <a:rPr sz="1500" i="1" spc="120" dirty="0">
                <a:latin typeface="Times New Roman"/>
                <a:cs typeface="Times New Roman"/>
              </a:rPr>
              <a:t>t</a:t>
            </a:r>
            <a:r>
              <a:rPr sz="1500" i="1" spc="145" dirty="0">
                <a:latin typeface="Times New Roman"/>
                <a:cs typeface="Times New Roman"/>
              </a:rPr>
              <a:t>e</a:t>
            </a:r>
            <a:endParaRPr sz="1500">
              <a:latin typeface="Times New Roman"/>
              <a:cs typeface="Times New Roman"/>
            </a:endParaRPr>
          </a:p>
        </p:txBody>
      </p:sp>
      <p:graphicFrame>
        <p:nvGraphicFramePr>
          <p:cNvPr id="9" name="object 6">
            <a:extLst>
              <a:ext uri="{FF2B5EF4-FFF2-40B4-BE49-F238E27FC236}">
                <a16:creationId xmlns:a16="http://schemas.microsoft.com/office/drawing/2014/main" id="{AE38BDE7-7B10-1C84-1DDF-4F34D5B6E3BA}"/>
              </a:ext>
            </a:extLst>
          </p:cNvPr>
          <p:cNvGraphicFramePr>
            <a:graphicFrameLocks noGrp="1"/>
          </p:cNvGraphicFramePr>
          <p:nvPr/>
        </p:nvGraphicFramePr>
        <p:xfrm>
          <a:off x="359035" y="1868900"/>
          <a:ext cx="7377428" cy="1559500"/>
        </p:xfrm>
        <a:graphic>
          <a:graphicData uri="http://schemas.openxmlformats.org/drawingml/2006/table">
            <a:tbl>
              <a:tblPr firstRow="1" bandRow="1">
                <a:tableStyleId>{2D5ABB26-0587-4C30-8999-92F81FD0307C}</a:tableStyleId>
              </a:tblPr>
              <a:tblGrid>
                <a:gridCol w="927735">
                  <a:extLst>
                    <a:ext uri="{9D8B030D-6E8A-4147-A177-3AD203B41FA5}">
                      <a16:colId xmlns:a16="http://schemas.microsoft.com/office/drawing/2014/main" val="20000"/>
                    </a:ext>
                  </a:extLst>
                </a:gridCol>
                <a:gridCol w="1037590">
                  <a:extLst>
                    <a:ext uri="{9D8B030D-6E8A-4147-A177-3AD203B41FA5}">
                      <a16:colId xmlns:a16="http://schemas.microsoft.com/office/drawing/2014/main" val="20001"/>
                    </a:ext>
                  </a:extLst>
                </a:gridCol>
                <a:gridCol w="520064">
                  <a:extLst>
                    <a:ext uri="{9D8B030D-6E8A-4147-A177-3AD203B41FA5}">
                      <a16:colId xmlns:a16="http://schemas.microsoft.com/office/drawing/2014/main" val="20002"/>
                    </a:ext>
                  </a:extLst>
                </a:gridCol>
                <a:gridCol w="663575">
                  <a:extLst>
                    <a:ext uri="{9D8B030D-6E8A-4147-A177-3AD203B41FA5}">
                      <a16:colId xmlns:a16="http://schemas.microsoft.com/office/drawing/2014/main" val="20003"/>
                    </a:ext>
                  </a:extLst>
                </a:gridCol>
                <a:gridCol w="1336675">
                  <a:extLst>
                    <a:ext uri="{9D8B030D-6E8A-4147-A177-3AD203B41FA5}">
                      <a16:colId xmlns:a16="http://schemas.microsoft.com/office/drawing/2014/main" val="20004"/>
                    </a:ext>
                  </a:extLst>
                </a:gridCol>
                <a:gridCol w="1213485">
                  <a:extLst>
                    <a:ext uri="{9D8B030D-6E8A-4147-A177-3AD203B41FA5}">
                      <a16:colId xmlns:a16="http://schemas.microsoft.com/office/drawing/2014/main" val="20005"/>
                    </a:ext>
                  </a:extLst>
                </a:gridCol>
                <a:gridCol w="48260">
                  <a:extLst>
                    <a:ext uri="{9D8B030D-6E8A-4147-A177-3AD203B41FA5}">
                      <a16:colId xmlns:a16="http://schemas.microsoft.com/office/drawing/2014/main" val="20006"/>
                    </a:ext>
                  </a:extLst>
                </a:gridCol>
                <a:gridCol w="32385">
                  <a:extLst>
                    <a:ext uri="{9D8B030D-6E8A-4147-A177-3AD203B41FA5}">
                      <a16:colId xmlns:a16="http://schemas.microsoft.com/office/drawing/2014/main" val="20007"/>
                    </a:ext>
                  </a:extLst>
                </a:gridCol>
                <a:gridCol w="596900">
                  <a:extLst>
                    <a:ext uri="{9D8B030D-6E8A-4147-A177-3AD203B41FA5}">
                      <a16:colId xmlns:a16="http://schemas.microsoft.com/office/drawing/2014/main" val="20008"/>
                    </a:ext>
                  </a:extLst>
                </a:gridCol>
                <a:gridCol w="965834">
                  <a:extLst>
                    <a:ext uri="{9D8B030D-6E8A-4147-A177-3AD203B41FA5}">
                      <a16:colId xmlns:a16="http://schemas.microsoft.com/office/drawing/2014/main" val="20009"/>
                    </a:ext>
                  </a:extLst>
                </a:gridCol>
                <a:gridCol w="34925">
                  <a:extLst>
                    <a:ext uri="{9D8B030D-6E8A-4147-A177-3AD203B41FA5}">
                      <a16:colId xmlns:a16="http://schemas.microsoft.com/office/drawing/2014/main" val="20010"/>
                    </a:ext>
                  </a:extLst>
                </a:gridCol>
              </a:tblGrid>
              <a:tr h="226366">
                <a:tc>
                  <a:txBody>
                    <a:bodyPr/>
                    <a:lstStyle/>
                    <a:p>
                      <a:pPr marL="31750">
                        <a:lnSpc>
                          <a:spcPct val="100000"/>
                        </a:lnSpc>
                        <a:spcBef>
                          <a:spcPts val="10"/>
                        </a:spcBef>
                      </a:pPr>
                      <a:r>
                        <a:rPr sz="1350" dirty="0">
                          <a:latin typeface="Times New Roman"/>
                          <a:cs typeface="Times New Roman"/>
                        </a:rPr>
                        <a:t>In</a:t>
                      </a:r>
                      <a:r>
                        <a:rPr sz="1350" spc="-25" dirty="0">
                          <a:latin typeface="Times New Roman"/>
                          <a:cs typeface="Times New Roman"/>
                        </a:rPr>
                        <a:t>s</a:t>
                      </a:r>
                      <a:r>
                        <a:rPr sz="1350" spc="15" dirty="0">
                          <a:latin typeface="Times New Roman"/>
                          <a:cs typeface="Times New Roman"/>
                        </a:rPr>
                        <a:t>t</a:t>
                      </a:r>
                      <a:r>
                        <a:rPr sz="1350" dirty="0">
                          <a:latin typeface="Times New Roman"/>
                          <a:cs typeface="Times New Roman"/>
                        </a:rPr>
                        <a:t>ru</a:t>
                      </a:r>
                      <a:r>
                        <a:rPr sz="1350" spc="15" dirty="0">
                          <a:latin typeface="Times New Roman"/>
                          <a:cs typeface="Times New Roman"/>
                        </a:rPr>
                        <a:t>ct</a:t>
                      </a:r>
                      <a:r>
                        <a:rPr sz="1350" spc="-50" dirty="0">
                          <a:latin typeface="Times New Roman"/>
                          <a:cs typeface="Times New Roman"/>
                        </a:rPr>
                        <a:t>i</a:t>
                      </a:r>
                      <a:r>
                        <a:rPr sz="1350" dirty="0">
                          <a:latin typeface="Times New Roman"/>
                          <a:cs typeface="Times New Roman"/>
                        </a:rPr>
                        <a:t>on</a:t>
                      </a:r>
                      <a:endParaRPr sz="1350">
                        <a:latin typeface="Times New Roman"/>
                        <a:cs typeface="Times New Roman"/>
                      </a:endParaRPr>
                    </a:p>
                  </a:txBody>
                  <a:tcPr marL="0" marR="0" marT="1270" marB="0"/>
                </a:tc>
                <a:tc>
                  <a:txBody>
                    <a:bodyPr/>
                    <a:lstStyle/>
                    <a:p>
                      <a:pPr marL="690245">
                        <a:lnSpc>
                          <a:spcPct val="100000"/>
                        </a:lnSpc>
                        <a:spcBef>
                          <a:spcPts val="10"/>
                        </a:spcBef>
                      </a:pPr>
                      <a:r>
                        <a:rPr sz="1350" i="1" dirty="0">
                          <a:latin typeface="Times New Roman"/>
                          <a:cs typeface="Times New Roman"/>
                        </a:rPr>
                        <a:t>j</a:t>
                      </a:r>
                      <a:endParaRPr sz="1350">
                        <a:latin typeface="Times New Roman"/>
                        <a:cs typeface="Times New Roman"/>
                      </a:endParaRPr>
                    </a:p>
                  </a:txBody>
                  <a:tcPr marL="0" marR="0" marT="1270" marB="0"/>
                </a:tc>
                <a:tc>
                  <a:txBody>
                    <a:bodyPr/>
                    <a:lstStyle/>
                    <a:p>
                      <a:pPr marR="27940" algn="ctr">
                        <a:lnSpc>
                          <a:spcPct val="100000"/>
                        </a:lnSpc>
                        <a:spcBef>
                          <a:spcPts val="10"/>
                        </a:spcBef>
                      </a:pPr>
                      <a:r>
                        <a:rPr sz="1350" i="1" dirty="0">
                          <a:latin typeface="Times New Roman"/>
                          <a:cs typeface="Times New Roman"/>
                        </a:rPr>
                        <a:t>k</a:t>
                      </a:r>
                      <a:endParaRPr sz="1350">
                        <a:latin typeface="Times New Roman"/>
                        <a:cs typeface="Times New Roman"/>
                      </a:endParaRPr>
                    </a:p>
                  </a:txBody>
                  <a:tcPr marL="0" marR="0" marT="1270" marB="0"/>
                </a:tc>
                <a:tc>
                  <a:txBody>
                    <a:bodyPr/>
                    <a:lstStyle/>
                    <a:p>
                      <a:pPr marL="7620" algn="ctr">
                        <a:lnSpc>
                          <a:spcPts val="1660"/>
                        </a:lnSpc>
                      </a:pPr>
                      <a:r>
                        <a:rPr sz="1500" i="1" spc="150" dirty="0">
                          <a:latin typeface="Times New Roman"/>
                          <a:cs typeface="Times New Roman"/>
                        </a:rPr>
                        <a:t>Issue</a:t>
                      </a:r>
                      <a:endParaRPr sz="1500">
                        <a:latin typeface="Times New Roman"/>
                        <a:cs typeface="Times New Roman"/>
                      </a:endParaRPr>
                    </a:p>
                  </a:txBody>
                  <a:tcPr marL="0" marR="0" marT="0" marB="0">
                    <a:lnB w="9525">
                      <a:solidFill>
                        <a:srgbClr val="000000"/>
                      </a:solidFill>
                      <a:prstDash val="solid"/>
                    </a:lnB>
                  </a:tcPr>
                </a:tc>
                <a:tc>
                  <a:txBody>
                    <a:bodyPr/>
                    <a:lstStyle/>
                    <a:p>
                      <a:pPr marL="81915">
                        <a:lnSpc>
                          <a:spcPts val="1660"/>
                        </a:lnSpc>
                      </a:pPr>
                      <a:r>
                        <a:rPr sz="1500" i="1" spc="210" dirty="0">
                          <a:latin typeface="Times New Roman"/>
                          <a:cs typeface="Times New Roman"/>
                        </a:rPr>
                        <a:t>Comp </a:t>
                      </a:r>
                      <a:r>
                        <a:rPr sz="1500" i="1" spc="155" dirty="0">
                          <a:latin typeface="Times New Roman"/>
                          <a:cs typeface="Times New Roman"/>
                        </a:rPr>
                        <a:t>Result</a:t>
                      </a:r>
                      <a:endParaRPr sz="15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marL="38735">
                        <a:lnSpc>
                          <a:spcPts val="1660"/>
                        </a:lnSpc>
                      </a:pPr>
                      <a:r>
                        <a:rPr sz="1500" spc="165" dirty="0">
                          <a:latin typeface="Times New Roman"/>
                          <a:cs typeface="Times New Roman"/>
                        </a:rPr>
                        <a:t>Busy</a:t>
                      </a:r>
                      <a:endParaRPr sz="1500">
                        <a:latin typeface="Times New Roman"/>
                        <a:cs typeface="Times New Roman"/>
                      </a:endParaRPr>
                    </a:p>
                  </a:txBody>
                  <a:tcPr marL="0" marR="0" marT="0" marB="0">
                    <a:lnB w="9525">
                      <a:solidFill>
                        <a:srgbClr val="000000"/>
                      </a:solidFill>
                      <a:prstDash val="solid"/>
                    </a:lnB>
                  </a:tcPr>
                </a:tc>
                <a:tc>
                  <a:txBody>
                    <a:bodyPr/>
                    <a:lstStyle/>
                    <a:p>
                      <a:pPr marR="36195" algn="ctr">
                        <a:lnSpc>
                          <a:spcPts val="1660"/>
                        </a:lnSpc>
                      </a:pPr>
                      <a:r>
                        <a:rPr sz="1500" spc="150" dirty="0">
                          <a:latin typeface="Times New Roman"/>
                          <a:cs typeface="Times New Roman"/>
                        </a:rPr>
                        <a:t>Address</a:t>
                      </a:r>
                      <a:endParaRPr sz="15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tc>
                <a:extLst>
                  <a:ext uri="{0D108BD9-81ED-4DB2-BD59-A6C34878D82A}">
                    <a16:rowId xmlns:a16="http://schemas.microsoft.com/office/drawing/2014/main" val="10000"/>
                  </a:ext>
                </a:extLst>
              </a:tr>
              <a:tr h="228618">
                <a:tc>
                  <a:txBody>
                    <a:bodyPr/>
                    <a:lstStyle/>
                    <a:p>
                      <a:pPr marL="31750">
                        <a:lnSpc>
                          <a:spcPct val="100000"/>
                        </a:lnSpc>
                        <a:spcBef>
                          <a:spcPts val="30"/>
                        </a:spcBef>
                      </a:pPr>
                      <a:r>
                        <a:rPr sz="1350" spc="204" dirty="0">
                          <a:latin typeface="Times New Roman"/>
                          <a:cs typeface="Times New Roman"/>
                        </a:rPr>
                        <a:t>LD</a:t>
                      </a:r>
                      <a:endParaRPr sz="1350">
                        <a:latin typeface="Times New Roman"/>
                        <a:cs typeface="Times New Roman"/>
                      </a:endParaRPr>
                    </a:p>
                  </a:txBody>
                  <a:tcPr marL="0" marR="0" marT="3810" marB="0"/>
                </a:tc>
                <a:tc>
                  <a:txBody>
                    <a:bodyPr/>
                    <a:lstStyle/>
                    <a:p>
                      <a:pPr marR="136525" algn="r">
                        <a:lnSpc>
                          <a:spcPct val="100000"/>
                        </a:lnSpc>
                        <a:spcBef>
                          <a:spcPts val="30"/>
                        </a:spcBef>
                        <a:tabLst>
                          <a:tab pos="516890" algn="l"/>
                        </a:tabLst>
                      </a:pPr>
                      <a:r>
                        <a:rPr sz="1350" spc="130" dirty="0">
                          <a:latin typeface="Times New Roman"/>
                          <a:cs typeface="Times New Roman"/>
                        </a:rPr>
                        <a:t>F6	</a:t>
                      </a:r>
                      <a:r>
                        <a:rPr sz="1350" spc="140" dirty="0">
                          <a:latin typeface="Times New Roman"/>
                          <a:cs typeface="Times New Roman"/>
                        </a:rPr>
                        <a:t>34+</a:t>
                      </a:r>
                      <a:endParaRPr sz="1350">
                        <a:latin typeface="Times New Roman"/>
                        <a:cs typeface="Times New Roman"/>
                      </a:endParaRPr>
                    </a:p>
                  </a:txBody>
                  <a:tcPr marL="0" marR="0" marT="3810" marB="0"/>
                </a:tc>
                <a:tc>
                  <a:txBody>
                    <a:bodyPr/>
                    <a:lstStyle/>
                    <a:p>
                      <a:pPr marL="10160" algn="ctr">
                        <a:lnSpc>
                          <a:spcPct val="100000"/>
                        </a:lnSpc>
                        <a:spcBef>
                          <a:spcPts val="30"/>
                        </a:spcBef>
                      </a:pPr>
                      <a:r>
                        <a:rPr sz="1350" spc="155" dirty="0">
                          <a:latin typeface="Times New Roman"/>
                          <a:cs typeface="Times New Roman"/>
                        </a:rPr>
                        <a:t>R2</a:t>
                      </a:r>
                      <a:endParaRPr sz="1350">
                        <a:latin typeface="Times New Roman"/>
                        <a:cs typeface="Times New Roman"/>
                      </a:endParaRPr>
                    </a:p>
                  </a:txBody>
                  <a:tcPr marL="0" marR="0" marT="3810" marB="0">
                    <a:lnR w="9525">
                      <a:solidFill>
                        <a:srgbClr val="000000"/>
                      </a:solidFill>
                      <a:prstDash val="solid"/>
                    </a:lnR>
                  </a:tcPr>
                </a:tc>
                <a:tc>
                  <a:txBody>
                    <a:bodyPr/>
                    <a:lstStyle/>
                    <a:p>
                      <a:pPr marL="52069" algn="ctr">
                        <a:lnSpc>
                          <a:spcPct val="100000"/>
                        </a:lnSpc>
                        <a:spcBef>
                          <a:spcPts val="30"/>
                        </a:spcBef>
                      </a:pPr>
                      <a:r>
                        <a:rPr sz="1350" dirty="0">
                          <a:latin typeface="Times New Roman"/>
                          <a:cs typeface="Times New Roman"/>
                        </a:rPr>
                        <a:t>1</a:t>
                      </a:r>
                      <a:endParaRPr sz="1350">
                        <a:latin typeface="Times New Roman"/>
                        <a:cs typeface="Times New Roman"/>
                      </a:endParaRPr>
                    </a:p>
                  </a:txBody>
                  <a:tcPr marL="0" marR="0" marT="3810" marB="0">
                    <a:lnL w="9525">
                      <a:solidFill>
                        <a:srgbClr val="000000"/>
                      </a:solidFill>
                      <a:prstDash val="solid"/>
                    </a:lnL>
                    <a:lnT w="9525">
                      <a:solidFill>
                        <a:srgbClr val="000000"/>
                      </a:solidFill>
                      <a:prstDash val="solid"/>
                    </a:lnT>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lnT w="9525">
                      <a:solidFill>
                        <a:srgbClr val="000000"/>
                      </a:solidFill>
                      <a:prstDash val="solid"/>
                    </a:lnT>
                  </a:tcPr>
                </a:tc>
                <a:tc>
                  <a:txBody>
                    <a:bodyPr/>
                    <a:lstStyle/>
                    <a:p>
                      <a:pPr algn="r">
                        <a:lnSpc>
                          <a:spcPct val="100000"/>
                        </a:lnSpc>
                        <a:spcBef>
                          <a:spcPts val="30"/>
                        </a:spcBef>
                      </a:pPr>
                      <a:r>
                        <a:rPr sz="1350" spc="145" dirty="0">
                          <a:latin typeface="Times New Roman"/>
                          <a:cs typeface="Times New Roman"/>
                        </a:rPr>
                        <a:t>Load1</a:t>
                      </a:r>
                      <a:endParaRPr sz="1350">
                        <a:latin typeface="Times New Roman"/>
                        <a:cs typeface="Times New Roman"/>
                      </a:endParaRPr>
                    </a:p>
                  </a:txBody>
                  <a:tcPr marL="0" marR="0" marT="381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marL="158750">
                        <a:lnSpc>
                          <a:spcPct val="100000"/>
                        </a:lnSpc>
                        <a:spcBef>
                          <a:spcPts val="30"/>
                        </a:spcBef>
                      </a:pPr>
                      <a:r>
                        <a:rPr sz="1350" spc="140" dirty="0">
                          <a:latin typeface="Times New Roman"/>
                          <a:cs typeface="Times New Roman"/>
                        </a:rPr>
                        <a:t>Yes</a:t>
                      </a:r>
                      <a:endParaRPr sz="1350">
                        <a:latin typeface="Times New Roman"/>
                        <a:cs typeface="Times New Roman"/>
                      </a:endParaRPr>
                    </a:p>
                  </a:txBody>
                  <a:tcPr marL="0" marR="0" marT="3810" marB="0">
                    <a:lnT w="9525">
                      <a:solidFill>
                        <a:srgbClr val="000000"/>
                      </a:solidFill>
                      <a:prstDash val="solid"/>
                    </a:lnT>
                  </a:tcPr>
                </a:tc>
                <a:tc>
                  <a:txBody>
                    <a:bodyPr/>
                    <a:lstStyle/>
                    <a:p>
                      <a:pPr marL="3175" algn="ctr">
                        <a:lnSpc>
                          <a:spcPct val="100000"/>
                        </a:lnSpc>
                        <a:spcBef>
                          <a:spcPts val="30"/>
                        </a:spcBef>
                      </a:pPr>
                      <a:r>
                        <a:rPr sz="1350" spc="155" dirty="0">
                          <a:latin typeface="Times New Roman"/>
                          <a:cs typeface="Times New Roman"/>
                        </a:rPr>
                        <a:t>34+R2</a:t>
                      </a:r>
                      <a:endParaRPr sz="1350">
                        <a:latin typeface="Times New Roman"/>
                        <a:cs typeface="Times New Roman"/>
                      </a:endParaRPr>
                    </a:p>
                  </a:txBody>
                  <a:tcPr marL="0" marR="0" marT="3810" marB="0">
                    <a:lnT w="9525">
                      <a:solidFill>
                        <a:srgbClr val="000000"/>
                      </a:solidFill>
                      <a:prstDash val="solid"/>
                    </a:lnT>
                  </a:tcPr>
                </a:tc>
                <a:tc>
                  <a:txBody>
                    <a:bodyPr/>
                    <a:lstStyle/>
                    <a:p>
                      <a:pPr>
                        <a:lnSpc>
                          <a:spcPct val="100000"/>
                        </a:lnSpc>
                      </a:pPr>
                      <a:endParaRPr sz="1300">
                        <a:latin typeface="Times New Roman"/>
                        <a:cs typeface="Times New Roman"/>
                      </a:endParaRPr>
                    </a:p>
                  </a:txBody>
                  <a:tcPr marL="0" marR="0" marT="0" marB="0"/>
                </a:tc>
                <a:extLst>
                  <a:ext uri="{0D108BD9-81ED-4DB2-BD59-A6C34878D82A}">
                    <a16:rowId xmlns:a16="http://schemas.microsoft.com/office/drawing/2014/main" val="10001"/>
                  </a:ext>
                </a:extLst>
              </a:tr>
              <a:tr h="222253">
                <a:tc>
                  <a:txBody>
                    <a:bodyPr/>
                    <a:lstStyle/>
                    <a:p>
                      <a:pPr marL="31750">
                        <a:lnSpc>
                          <a:spcPts val="1605"/>
                        </a:lnSpc>
                      </a:pPr>
                      <a:r>
                        <a:rPr sz="1350" spc="204" dirty="0">
                          <a:solidFill>
                            <a:srgbClr val="FF0000"/>
                          </a:solidFill>
                          <a:latin typeface="Times New Roman"/>
                          <a:cs typeface="Times New Roman"/>
                        </a:rPr>
                        <a:t>LD</a:t>
                      </a:r>
                      <a:endParaRPr sz="1350">
                        <a:latin typeface="Times New Roman"/>
                        <a:cs typeface="Times New Roman"/>
                      </a:endParaRPr>
                    </a:p>
                  </a:txBody>
                  <a:tcPr marL="0" marR="0" marT="0" marB="0"/>
                </a:tc>
                <a:tc>
                  <a:txBody>
                    <a:bodyPr/>
                    <a:lstStyle/>
                    <a:p>
                      <a:pPr marR="136525" algn="r">
                        <a:lnSpc>
                          <a:spcPts val="1605"/>
                        </a:lnSpc>
                        <a:tabLst>
                          <a:tab pos="516890" algn="l"/>
                        </a:tabLst>
                      </a:pPr>
                      <a:r>
                        <a:rPr sz="1350" spc="130" dirty="0">
                          <a:solidFill>
                            <a:srgbClr val="FF0000"/>
                          </a:solidFill>
                          <a:latin typeface="Times New Roman"/>
                          <a:cs typeface="Times New Roman"/>
                        </a:rPr>
                        <a:t>F2	</a:t>
                      </a:r>
                      <a:r>
                        <a:rPr sz="1350" spc="140" dirty="0">
                          <a:solidFill>
                            <a:srgbClr val="FF0000"/>
                          </a:solidFill>
                          <a:latin typeface="Times New Roman"/>
                          <a:cs typeface="Times New Roman"/>
                        </a:rPr>
                        <a:t>45+</a:t>
                      </a:r>
                      <a:endParaRPr sz="1350">
                        <a:latin typeface="Times New Roman"/>
                        <a:cs typeface="Times New Roman"/>
                      </a:endParaRPr>
                    </a:p>
                  </a:txBody>
                  <a:tcPr marL="0" marR="0" marT="0" marB="0"/>
                </a:tc>
                <a:tc>
                  <a:txBody>
                    <a:bodyPr/>
                    <a:lstStyle/>
                    <a:p>
                      <a:pPr marL="10160" algn="ctr">
                        <a:lnSpc>
                          <a:spcPts val="1605"/>
                        </a:lnSpc>
                      </a:pPr>
                      <a:r>
                        <a:rPr sz="1350" spc="155" dirty="0">
                          <a:solidFill>
                            <a:srgbClr val="FF0000"/>
                          </a:solidFill>
                          <a:latin typeface="Times New Roman"/>
                          <a:cs typeface="Times New Roman"/>
                        </a:rPr>
                        <a:t>R3</a:t>
                      </a:r>
                      <a:endParaRPr sz="1350">
                        <a:latin typeface="Times New Roman"/>
                        <a:cs typeface="Times New Roman"/>
                      </a:endParaRPr>
                    </a:p>
                  </a:txBody>
                  <a:tcPr marL="0" marR="0" marT="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tcPr>
                </a:tc>
                <a:tc>
                  <a:txBody>
                    <a:bodyPr/>
                    <a:lstStyle/>
                    <a:p>
                      <a:pPr algn="r">
                        <a:lnSpc>
                          <a:spcPts val="1605"/>
                        </a:lnSpc>
                      </a:pPr>
                      <a:r>
                        <a:rPr sz="1350" spc="145" dirty="0">
                          <a:latin typeface="Times New Roman"/>
                          <a:cs typeface="Times New Roman"/>
                        </a:rPr>
                        <a:t>Load2</a:t>
                      </a:r>
                      <a:endParaRPr sz="135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marL="193675">
                        <a:lnSpc>
                          <a:spcPts val="1605"/>
                        </a:lnSpc>
                      </a:pPr>
                      <a:r>
                        <a:rPr sz="1350" spc="145" dirty="0">
                          <a:latin typeface="Times New Roman"/>
                          <a:cs typeface="Times New Roman"/>
                        </a:rPr>
                        <a:t>No</a:t>
                      </a:r>
                      <a:endParaRPr sz="135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extLst>
                  <a:ext uri="{0D108BD9-81ED-4DB2-BD59-A6C34878D82A}">
                    <a16:rowId xmlns:a16="http://schemas.microsoft.com/office/drawing/2014/main" val="10002"/>
                  </a:ext>
                </a:extLst>
              </a:tr>
              <a:tr h="215696">
                <a:tc>
                  <a:txBody>
                    <a:bodyPr/>
                    <a:lstStyle/>
                    <a:p>
                      <a:pPr marL="31750">
                        <a:lnSpc>
                          <a:spcPts val="1600"/>
                        </a:lnSpc>
                      </a:pPr>
                      <a:r>
                        <a:rPr sz="1350" spc="165" dirty="0">
                          <a:solidFill>
                            <a:srgbClr val="0000FF"/>
                          </a:solidFill>
                          <a:latin typeface="Times New Roman"/>
                          <a:cs typeface="Times New Roman"/>
                        </a:rPr>
                        <a:t>MULTD</a:t>
                      </a:r>
                      <a:endParaRPr sz="1350">
                        <a:latin typeface="Times New Roman"/>
                        <a:cs typeface="Times New Roman"/>
                      </a:endParaRPr>
                    </a:p>
                  </a:txBody>
                  <a:tcPr marL="0" marR="0" marT="0" marB="0"/>
                </a:tc>
                <a:tc>
                  <a:txBody>
                    <a:bodyPr/>
                    <a:lstStyle/>
                    <a:p>
                      <a:pPr marL="52069">
                        <a:lnSpc>
                          <a:spcPts val="1600"/>
                        </a:lnSpc>
                        <a:tabLst>
                          <a:tab pos="629285" algn="l"/>
                        </a:tabLst>
                      </a:pPr>
                      <a:r>
                        <a:rPr sz="1350" spc="130" dirty="0">
                          <a:solidFill>
                            <a:srgbClr val="0000FF"/>
                          </a:solidFill>
                          <a:latin typeface="Times New Roman"/>
                          <a:cs typeface="Times New Roman"/>
                        </a:rPr>
                        <a:t>F0	</a:t>
                      </a:r>
                      <a:r>
                        <a:rPr sz="1350" spc="120" dirty="0">
                          <a:solidFill>
                            <a:srgbClr val="0000FF"/>
                          </a:solidFill>
                          <a:latin typeface="Times New Roman"/>
                          <a:cs typeface="Times New Roman"/>
                        </a:rPr>
                        <a:t>F2</a:t>
                      </a:r>
                      <a:endParaRPr sz="1350">
                        <a:latin typeface="Times New Roman"/>
                        <a:cs typeface="Times New Roman"/>
                      </a:endParaRPr>
                    </a:p>
                  </a:txBody>
                  <a:tcPr marL="0" marR="0" marT="0" marB="0"/>
                </a:tc>
                <a:tc>
                  <a:txBody>
                    <a:bodyPr/>
                    <a:lstStyle/>
                    <a:p>
                      <a:pPr algn="ctr">
                        <a:lnSpc>
                          <a:spcPts val="1600"/>
                        </a:lnSpc>
                      </a:pPr>
                      <a:r>
                        <a:rPr sz="1350" spc="120" dirty="0">
                          <a:solidFill>
                            <a:srgbClr val="0000FF"/>
                          </a:solidFill>
                          <a:latin typeface="Times New Roman"/>
                          <a:cs typeface="Times New Roman"/>
                        </a:rPr>
                        <a:t>F4</a:t>
                      </a:r>
                      <a:endParaRPr sz="1350">
                        <a:latin typeface="Times New Roman"/>
                        <a:cs typeface="Times New Roman"/>
                      </a:endParaRPr>
                    </a:p>
                  </a:txBody>
                  <a:tcPr marL="0" marR="0" marT="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tcPr>
                </a:tc>
                <a:tc>
                  <a:txBody>
                    <a:bodyPr/>
                    <a:lstStyle/>
                    <a:p>
                      <a:pPr algn="r">
                        <a:lnSpc>
                          <a:spcPts val="1600"/>
                        </a:lnSpc>
                      </a:pPr>
                      <a:r>
                        <a:rPr sz="1350" spc="145" dirty="0">
                          <a:latin typeface="Times New Roman"/>
                          <a:cs typeface="Times New Roman"/>
                        </a:rPr>
                        <a:t>Load3</a:t>
                      </a:r>
                      <a:endParaRPr sz="135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marL="193675">
                        <a:lnSpc>
                          <a:spcPts val="1600"/>
                        </a:lnSpc>
                      </a:pPr>
                      <a:r>
                        <a:rPr sz="1350" spc="145" dirty="0">
                          <a:latin typeface="Times New Roman"/>
                          <a:cs typeface="Times New Roman"/>
                        </a:rPr>
                        <a:t>No</a:t>
                      </a:r>
                      <a:endParaRPr sz="135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tc>
                <a:extLst>
                  <a:ext uri="{0D108BD9-81ED-4DB2-BD59-A6C34878D82A}">
                    <a16:rowId xmlns:a16="http://schemas.microsoft.com/office/drawing/2014/main" val="10003"/>
                  </a:ext>
                </a:extLst>
              </a:tr>
              <a:tr h="228618">
                <a:tc>
                  <a:txBody>
                    <a:bodyPr/>
                    <a:lstStyle/>
                    <a:p>
                      <a:pPr marL="31750">
                        <a:lnSpc>
                          <a:spcPct val="100000"/>
                        </a:lnSpc>
                        <a:spcBef>
                          <a:spcPts val="30"/>
                        </a:spcBef>
                      </a:pPr>
                      <a:r>
                        <a:rPr sz="1350" spc="135" dirty="0">
                          <a:solidFill>
                            <a:srgbClr val="FF00FF"/>
                          </a:solidFill>
                          <a:latin typeface="Times New Roman"/>
                          <a:cs typeface="Times New Roman"/>
                        </a:rPr>
                        <a:t>SUBD</a:t>
                      </a:r>
                      <a:endParaRPr sz="1350">
                        <a:latin typeface="Times New Roman"/>
                        <a:cs typeface="Times New Roman"/>
                      </a:endParaRPr>
                    </a:p>
                  </a:txBody>
                  <a:tcPr marL="0" marR="0" marT="3810" marB="0"/>
                </a:tc>
                <a:tc>
                  <a:txBody>
                    <a:bodyPr/>
                    <a:lstStyle/>
                    <a:p>
                      <a:pPr marL="52069">
                        <a:lnSpc>
                          <a:spcPct val="100000"/>
                        </a:lnSpc>
                        <a:spcBef>
                          <a:spcPts val="30"/>
                        </a:spcBef>
                        <a:tabLst>
                          <a:tab pos="629285" algn="l"/>
                        </a:tabLst>
                      </a:pPr>
                      <a:r>
                        <a:rPr sz="1350" spc="130" dirty="0">
                          <a:solidFill>
                            <a:srgbClr val="FF00FF"/>
                          </a:solidFill>
                          <a:latin typeface="Times New Roman"/>
                          <a:cs typeface="Times New Roman"/>
                        </a:rPr>
                        <a:t>F8	</a:t>
                      </a:r>
                      <a:r>
                        <a:rPr sz="1350" spc="120" dirty="0">
                          <a:solidFill>
                            <a:srgbClr val="FF00FF"/>
                          </a:solidFill>
                          <a:latin typeface="Times New Roman"/>
                          <a:cs typeface="Times New Roman"/>
                        </a:rPr>
                        <a:t>F6</a:t>
                      </a:r>
                      <a:endParaRPr sz="1350">
                        <a:latin typeface="Times New Roman"/>
                        <a:cs typeface="Times New Roman"/>
                      </a:endParaRPr>
                    </a:p>
                  </a:txBody>
                  <a:tcPr marL="0" marR="0" marT="3810" marB="0"/>
                </a:tc>
                <a:tc>
                  <a:txBody>
                    <a:bodyPr/>
                    <a:lstStyle/>
                    <a:p>
                      <a:pPr algn="ctr">
                        <a:lnSpc>
                          <a:spcPct val="100000"/>
                        </a:lnSpc>
                        <a:spcBef>
                          <a:spcPts val="30"/>
                        </a:spcBef>
                      </a:pPr>
                      <a:r>
                        <a:rPr sz="1350" spc="120" dirty="0">
                          <a:solidFill>
                            <a:srgbClr val="FF00FF"/>
                          </a:solidFill>
                          <a:latin typeface="Times New Roman"/>
                          <a:cs typeface="Times New Roman"/>
                        </a:rPr>
                        <a:t>F2</a:t>
                      </a:r>
                      <a:endParaRPr sz="1350">
                        <a:latin typeface="Times New Roman"/>
                        <a:cs typeface="Times New Roman"/>
                      </a:endParaRPr>
                    </a:p>
                  </a:txBody>
                  <a:tcPr marL="0" marR="0" marT="381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1300">
                        <a:latin typeface="Times New Roman"/>
                        <a:cs typeface="Times New Roman"/>
                      </a:endParaRPr>
                    </a:p>
                  </a:txBody>
                  <a:tcPr marL="0" marR="0" marT="0" marB="0"/>
                </a:tc>
                <a:extLst>
                  <a:ext uri="{0D108BD9-81ED-4DB2-BD59-A6C34878D82A}">
                    <a16:rowId xmlns:a16="http://schemas.microsoft.com/office/drawing/2014/main" val="10004"/>
                  </a:ext>
                </a:extLst>
              </a:tr>
              <a:tr h="222253">
                <a:tc>
                  <a:txBody>
                    <a:bodyPr/>
                    <a:lstStyle/>
                    <a:p>
                      <a:pPr marL="31750">
                        <a:lnSpc>
                          <a:spcPts val="1605"/>
                        </a:lnSpc>
                      </a:pPr>
                      <a:r>
                        <a:rPr sz="1350" spc="140" dirty="0">
                          <a:solidFill>
                            <a:srgbClr val="00FF00"/>
                          </a:solidFill>
                          <a:latin typeface="Times New Roman"/>
                          <a:cs typeface="Times New Roman"/>
                        </a:rPr>
                        <a:t>DIVD</a:t>
                      </a:r>
                      <a:endParaRPr sz="1350">
                        <a:latin typeface="Times New Roman"/>
                        <a:cs typeface="Times New Roman"/>
                      </a:endParaRPr>
                    </a:p>
                  </a:txBody>
                  <a:tcPr marL="0" marR="0" marT="0" marB="0"/>
                </a:tc>
                <a:tc>
                  <a:txBody>
                    <a:bodyPr/>
                    <a:lstStyle/>
                    <a:p>
                      <a:pPr>
                        <a:lnSpc>
                          <a:spcPts val="1605"/>
                        </a:lnSpc>
                        <a:tabLst>
                          <a:tab pos="629285" algn="l"/>
                        </a:tabLst>
                      </a:pPr>
                      <a:r>
                        <a:rPr sz="1350" spc="135" dirty="0">
                          <a:solidFill>
                            <a:srgbClr val="00FF00"/>
                          </a:solidFill>
                          <a:latin typeface="Times New Roman"/>
                          <a:cs typeface="Times New Roman"/>
                        </a:rPr>
                        <a:t>F10	</a:t>
                      </a:r>
                      <a:r>
                        <a:rPr sz="1350" spc="120" dirty="0">
                          <a:solidFill>
                            <a:srgbClr val="00FF00"/>
                          </a:solidFill>
                          <a:latin typeface="Times New Roman"/>
                          <a:cs typeface="Times New Roman"/>
                        </a:rPr>
                        <a:t>F0</a:t>
                      </a:r>
                      <a:endParaRPr sz="1350">
                        <a:latin typeface="Times New Roman"/>
                        <a:cs typeface="Times New Roman"/>
                      </a:endParaRPr>
                    </a:p>
                  </a:txBody>
                  <a:tcPr marL="0" marR="0" marT="0" marB="0"/>
                </a:tc>
                <a:tc>
                  <a:txBody>
                    <a:bodyPr/>
                    <a:lstStyle/>
                    <a:p>
                      <a:pPr algn="ctr">
                        <a:lnSpc>
                          <a:spcPts val="1605"/>
                        </a:lnSpc>
                      </a:pPr>
                      <a:r>
                        <a:rPr sz="1350" spc="120" dirty="0">
                          <a:solidFill>
                            <a:srgbClr val="00FF00"/>
                          </a:solidFill>
                          <a:latin typeface="Times New Roman"/>
                          <a:cs typeface="Times New Roman"/>
                        </a:rPr>
                        <a:t>F6</a:t>
                      </a:r>
                      <a:endParaRPr sz="1350">
                        <a:latin typeface="Times New Roman"/>
                        <a:cs typeface="Times New Roman"/>
                      </a:endParaRPr>
                    </a:p>
                  </a:txBody>
                  <a:tcPr marL="0" marR="0" marT="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extLst>
                  <a:ext uri="{0D108BD9-81ED-4DB2-BD59-A6C34878D82A}">
                    <a16:rowId xmlns:a16="http://schemas.microsoft.com/office/drawing/2014/main" val="10005"/>
                  </a:ext>
                </a:extLst>
              </a:tr>
              <a:tr h="215696">
                <a:tc>
                  <a:txBody>
                    <a:bodyPr/>
                    <a:lstStyle/>
                    <a:p>
                      <a:pPr marL="31750">
                        <a:lnSpc>
                          <a:spcPts val="1600"/>
                        </a:lnSpc>
                      </a:pPr>
                      <a:r>
                        <a:rPr sz="1350" spc="175" dirty="0">
                          <a:latin typeface="Times New Roman"/>
                          <a:cs typeface="Times New Roman"/>
                        </a:rPr>
                        <a:t>ADDD</a:t>
                      </a:r>
                      <a:endParaRPr sz="1350">
                        <a:latin typeface="Times New Roman"/>
                        <a:cs typeface="Times New Roman"/>
                      </a:endParaRPr>
                    </a:p>
                  </a:txBody>
                  <a:tcPr marL="0" marR="0" marT="0" marB="0"/>
                </a:tc>
                <a:tc>
                  <a:txBody>
                    <a:bodyPr/>
                    <a:lstStyle/>
                    <a:p>
                      <a:pPr marL="52069">
                        <a:lnSpc>
                          <a:spcPts val="1600"/>
                        </a:lnSpc>
                        <a:tabLst>
                          <a:tab pos="629285" algn="l"/>
                        </a:tabLst>
                      </a:pPr>
                      <a:r>
                        <a:rPr sz="1350" spc="130" dirty="0">
                          <a:latin typeface="Times New Roman"/>
                          <a:cs typeface="Times New Roman"/>
                        </a:rPr>
                        <a:t>F6	</a:t>
                      </a:r>
                      <a:r>
                        <a:rPr sz="1350" spc="120" dirty="0">
                          <a:latin typeface="Times New Roman"/>
                          <a:cs typeface="Times New Roman"/>
                        </a:rPr>
                        <a:t>F8</a:t>
                      </a:r>
                      <a:endParaRPr sz="1350">
                        <a:latin typeface="Times New Roman"/>
                        <a:cs typeface="Times New Roman"/>
                      </a:endParaRPr>
                    </a:p>
                  </a:txBody>
                  <a:tcPr marL="0" marR="0" marT="0" marB="0"/>
                </a:tc>
                <a:tc>
                  <a:txBody>
                    <a:bodyPr/>
                    <a:lstStyle/>
                    <a:p>
                      <a:pPr algn="ctr">
                        <a:lnSpc>
                          <a:spcPts val="1600"/>
                        </a:lnSpc>
                      </a:pPr>
                      <a:r>
                        <a:rPr sz="1350" spc="120" dirty="0">
                          <a:latin typeface="Times New Roman"/>
                          <a:cs typeface="Times New Roman"/>
                        </a:rPr>
                        <a:t>F2</a:t>
                      </a:r>
                      <a:endParaRPr sz="1350">
                        <a:latin typeface="Times New Roman"/>
                        <a:cs typeface="Times New Roman"/>
                      </a:endParaRPr>
                    </a:p>
                  </a:txBody>
                  <a:tcPr marL="0" marR="0" marT="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extLst>
                  <a:ext uri="{0D108BD9-81ED-4DB2-BD59-A6C34878D82A}">
                    <a16:rowId xmlns:a16="http://schemas.microsoft.com/office/drawing/2014/main" val="10006"/>
                  </a:ext>
                </a:extLst>
              </a:tr>
            </a:tbl>
          </a:graphicData>
        </a:graphic>
      </p:graphicFrame>
      <p:sp>
        <p:nvSpPr>
          <p:cNvPr id="10" name="object 7">
            <a:extLst>
              <a:ext uri="{FF2B5EF4-FFF2-40B4-BE49-F238E27FC236}">
                <a16:creationId xmlns:a16="http://schemas.microsoft.com/office/drawing/2014/main" id="{2EFE9345-AE3B-8EAA-F3A5-779C354B9DD0}"/>
              </a:ext>
            </a:extLst>
          </p:cNvPr>
          <p:cNvSpPr txBox="1"/>
          <p:nvPr/>
        </p:nvSpPr>
        <p:spPr>
          <a:xfrm>
            <a:off x="50622" y="3497570"/>
            <a:ext cx="3292475" cy="574040"/>
          </a:xfrm>
          <a:prstGeom prst="rect">
            <a:avLst/>
          </a:prstGeom>
        </p:spPr>
        <p:txBody>
          <a:bodyPr vert="horz" wrap="square" lIns="0" tIns="35560" rIns="0" bIns="0" rtlCol="0">
            <a:spAutoFit/>
          </a:bodyPr>
          <a:lstStyle/>
          <a:p>
            <a:pPr marL="12700">
              <a:lnSpc>
                <a:spcPct val="100000"/>
              </a:lnSpc>
              <a:spcBef>
                <a:spcPts val="280"/>
              </a:spcBef>
            </a:pPr>
            <a:r>
              <a:rPr sz="1800" i="1" spc="150" dirty="0">
                <a:solidFill>
                  <a:srgbClr val="FF0000"/>
                </a:solidFill>
                <a:latin typeface="Times New Roman"/>
                <a:cs typeface="Times New Roman"/>
              </a:rPr>
              <a:t>Reservation</a:t>
            </a:r>
            <a:r>
              <a:rPr sz="1800" i="1" spc="75" dirty="0">
                <a:solidFill>
                  <a:srgbClr val="FF0000"/>
                </a:solidFill>
                <a:latin typeface="Times New Roman"/>
                <a:cs typeface="Times New Roman"/>
              </a:rPr>
              <a:t> </a:t>
            </a:r>
            <a:r>
              <a:rPr sz="1800" i="1" spc="140" dirty="0">
                <a:solidFill>
                  <a:srgbClr val="FF0000"/>
                </a:solidFill>
                <a:latin typeface="Times New Roman"/>
                <a:cs typeface="Times New Roman"/>
              </a:rPr>
              <a:t>Stations:</a:t>
            </a:r>
            <a:endParaRPr sz="1800">
              <a:latin typeface="Times New Roman"/>
              <a:cs typeface="Times New Roman"/>
            </a:endParaRPr>
          </a:p>
          <a:p>
            <a:pPr marL="1149985">
              <a:lnSpc>
                <a:spcPct val="100000"/>
              </a:lnSpc>
              <a:spcBef>
                <a:spcPts val="170"/>
              </a:spcBef>
              <a:tabLst>
                <a:tab pos="1692910" algn="l"/>
                <a:tab pos="2985770" algn="l"/>
              </a:tabLst>
            </a:pPr>
            <a:r>
              <a:rPr sz="1350" i="1" spc="130" dirty="0">
                <a:latin typeface="Times New Roman"/>
                <a:cs typeface="Times New Roman"/>
              </a:rPr>
              <a:t>T</a:t>
            </a:r>
            <a:r>
              <a:rPr sz="1350" i="1" spc="90" dirty="0">
                <a:latin typeface="Times New Roman"/>
                <a:cs typeface="Times New Roman"/>
              </a:rPr>
              <a:t>i</a:t>
            </a:r>
            <a:r>
              <a:rPr sz="1350" i="1" spc="175"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60" dirty="0">
                <a:latin typeface="Times New Roman"/>
                <a:cs typeface="Times New Roman"/>
              </a:rPr>
              <a:t>Na</a:t>
            </a:r>
            <a:r>
              <a:rPr sz="1350" i="1" spc="170"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05" dirty="0">
                <a:latin typeface="Times New Roman"/>
                <a:cs typeface="Times New Roman"/>
              </a:rPr>
              <a:t> </a:t>
            </a:r>
            <a:r>
              <a:rPr sz="1500" i="1" spc="195" dirty="0">
                <a:latin typeface="Times New Roman"/>
                <a:cs typeface="Times New Roman"/>
              </a:rPr>
              <a:t>Bus</a:t>
            </a:r>
            <a:r>
              <a:rPr sz="1500" i="1" spc="145" dirty="0">
                <a:latin typeface="Times New Roman"/>
                <a:cs typeface="Times New Roman"/>
              </a:rPr>
              <a:t>y</a:t>
            </a:r>
            <a:r>
              <a:rPr sz="1500" i="1" dirty="0">
                <a:latin typeface="Times New Roman"/>
                <a:cs typeface="Times New Roman"/>
              </a:rPr>
              <a:t>	</a:t>
            </a:r>
            <a:r>
              <a:rPr sz="1500" i="1" spc="229" dirty="0">
                <a:latin typeface="Times New Roman"/>
                <a:cs typeface="Times New Roman"/>
              </a:rPr>
              <a:t>Op</a:t>
            </a:r>
            <a:endParaRPr sz="1500">
              <a:latin typeface="Times New Roman"/>
              <a:cs typeface="Times New Roman"/>
            </a:endParaRPr>
          </a:p>
        </p:txBody>
      </p:sp>
      <p:sp>
        <p:nvSpPr>
          <p:cNvPr id="11" name="object 8">
            <a:extLst>
              <a:ext uri="{FF2B5EF4-FFF2-40B4-BE49-F238E27FC236}">
                <a16:creationId xmlns:a16="http://schemas.microsoft.com/office/drawing/2014/main" id="{7FDE7649-0212-6FD3-428F-075E9D2DB15A}"/>
              </a:ext>
            </a:extLst>
          </p:cNvPr>
          <p:cNvSpPr txBox="1"/>
          <p:nvPr/>
        </p:nvSpPr>
        <p:spPr>
          <a:xfrm>
            <a:off x="3722267" y="3529646"/>
            <a:ext cx="266700" cy="541655"/>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S1</a:t>
            </a:r>
            <a:endParaRPr sz="1500">
              <a:latin typeface="Times New Roman"/>
              <a:cs typeface="Times New Roman"/>
            </a:endParaRPr>
          </a:p>
          <a:p>
            <a:pPr marL="38100">
              <a:lnSpc>
                <a:spcPct val="100000"/>
              </a:lnSpc>
              <a:spcBef>
                <a:spcPts val="234"/>
              </a:spcBef>
            </a:pPr>
            <a:r>
              <a:rPr sz="1500" i="1" spc="110" dirty="0">
                <a:latin typeface="Times New Roman"/>
                <a:cs typeface="Times New Roman"/>
              </a:rPr>
              <a:t>Vj</a:t>
            </a:r>
            <a:endParaRPr sz="1500">
              <a:latin typeface="Times New Roman"/>
              <a:cs typeface="Times New Roman"/>
            </a:endParaRPr>
          </a:p>
        </p:txBody>
      </p:sp>
      <p:sp>
        <p:nvSpPr>
          <p:cNvPr id="12" name="object 9">
            <a:extLst>
              <a:ext uri="{FF2B5EF4-FFF2-40B4-BE49-F238E27FC236}">
                <a16:creationId xmlns:a16="http://schemas.microsoft.com/office/drawing/2014/main" id="{96C7D53C-3DA4-3C5A-FC91-A20CE97D0B86}"/>
              </a:ext>
            </a:extLst>
          </p:cNvPr>
          <p:cNvSpPr txBox="1"/>
          <p:nvPr/>
        </p:nvSpPr>
        <p:spPr>
          <a:xfrm>
            <a:off x="4368561" y="3529646"/>
            <a:ext cx="266700" cy="541655"/>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S2</a:t>
            </a:r>
            <a:endParaRPr sz="1500">
              <a:latin typeface="Times New Roman"/>
              <a:cs typeface="Times New Roman"/>
            </a:endParaRPr>
          </a:p>
          <a:p>
            <a:pPr marL="12700">
              <a:lnSpc>
                <a:spcPct val="100000"/>
              </a:lnSpc>
              <a:spcBef>
                <a:spcPts val="234"/>
              </a:spcBef>
            </a:pPr>
            <a:r>
              <a:rPr sz="1500" i="1" spc="140" dirty="0">
                <a:latin typeface="Times New Roman"/>
                <a:cs typeface="Times New Roman"/>
              </a:rPr>
              <a:t>Vk</a:t>
            </a:r>
            <a:endParaRPr sz="1500">
              <a:latin typeface="Times New Roman"/>
              <a:cs typeface="Times New Roman"/>
            </a:endParaRPr>
          </a:p>
        </p:txBody>
      </p:sp>
      <p:sp>
        <p:nvSpPr>
          <p:cNvPr id="13" name="object 10">
            <a:extLst>
              <a:ext uri="{FF2B5EF4-FFF2-40B4-BE49-F238E27FC236}">
                <a16:creationId xmlns:a16="http://schemas.microsoft.com/office/drawing/2014/main" id="{DE0BEED9-6B1E-EC1D-998F-CB82CDEFEB56}"/>
              </a:ext>
            </a:extLst>
          </p:cNvPr>
          <p:cNvSpPr txBox="1"/>
          <p:nvPr/>
        </p:nvSpPr>
        <p:spPr>
          <a:xfrm>
            <a:off x="5006218" y="3529646"/>
            <a:ext cx="943610" cy="541655"/>
          </a:xfrm>
          <a:prstGeom prst="rect">
            <a:avLst/>
          </a:prstGeom>
        </p:spPr>
        <p:txBody>
          <a:bodyPr vert="horz" wrap="square" lIns="0" tIns="41275" rIns="0" bIns="0" rtlCol="0">
            <a:spAutoFit/>
          </a:bodyPr>
          <a:lstStyle/>
          <a:p>
            <a:pPr marL="12700">
              <a:lnSpc>
                <a:spcPct val="100000"/>
              </a:lnSpc>
              <a:spcBef>
                <a:spcPts val="325"/>
              </a:spcBef>
              <a:tabLst>
                <a:tab pos="658495" algn="l"/>
              </a:tabLst>
            </a:pPr>
            <a:r>
              <a:rPr sz="1500" i="1" spc="195" dirty="0">
                <a:latin typeface="Times New Roman"/>
                <a:cs typeface="Times New Roman"/>
              </a:rPr>
              <a:t>RS	</a:t>
            </a:r>
            <a:r>
              <a:rPr sz="1500" i="1" spc="210" dirty="0">
                <a:latin typeface="Times New Roman"/>
                <a:cs typeface="Times New Roman"/>
              </a:rPr>
              <a:t>RS</a:t>
            </a:r>
            <a:endParaRPr sz="1500">
              <a:latin typeface="Times New Roman"/>
              <a:cs typeface="Times New Roman"/>
            </a:endParaRPr>
          </a:p>
          <a:p>
            <a:pPr marL="29845">
              <a:lnSpc>
                <a:spcPct val="100000"/>
              </a:lnSpc>
              <a:spcBef>
                <a:spcPts val="234"/>
              </a:spcBef>
              <a:tabLst>
                <a:tab pos="650240" algn="l"/>
              </a:tabLst>
            </a:pPr>
            <a:r>
              <a:rPr sz="1500" i="1" spc="270" dirty="0">
                <a:latin typeface="Times New Roman"/>
                <a:cs typeface="Times New Roman"/>
              </a:rPr>
              <a:t>Q</a:t>
            </a:r>
            <a:r>
              <a:rPr sz="1500" i="1" spc="90" dirty="0">
                <a:latin typeface="Times New Roman"/>
                <a:cs typeface="Times New Roman"/>
              </a:rPr>
              <a:t>j</a:t>
            </a:r>
            <a:r>
              <a:rPr sz="1500" i="1" dirty="0">
                <a:latin typeface="Times New Roman"/>
                <a:cs typeface="Times New Roman"/>
              </a:rPr>
              <a:t>	</a:t>
            </a:r>
            <a:r>
              <a:rPr sz="1500" i="1" spc="220" dirty="0">
                <a:latin typeface="Times New Roman"/>
                <a:cs typeface="Times New Roman"/>
              </a:rPr>
              <a:t>Qk</a:t>
            </a:r>
            <a:endParaRPr sz="1500">
              <a:latin typeface="Times New Roman"/>
              <a:cs typeface="Times New Roman"/>
            </a:endParaRPr>
          </a:p>
        </p:txBody>
      </p:sp>
      <p:sp>
        <p:nvSpPr>
          <p:cNvPr id="14" name="object 11">
            <a:extLst>
              <a:ext uri="{FF2B5EF4-FFF2-40B4-BE49-F238E27FC236}">
                <a16:creationId xmlns:a16="http://schemas.microsoft.com/office/drawing/2014/main" id="{61994304-143E-4599-AF0A-500CA88B1F48}"/>
              </a:ext>
            </a:extLst>
          </p:cNvPr>
          <p:cNvSpPr txBox="1"/>
          <p:nvPr/>
        </p:nvSpPr>
        <p:spPr>
          <a:xfrm>
            <a:off x="1731330" y="4048666"/>
            <a:ext cx="525145" cy="1136650"/>
          </a:xfrm>
          <a:prstGeom prst="rect">
            <a:avLst/>
          </a:prstGeom>
        </p:spPr>
        <p:txBody>
          <a:bodyPr vert="horz" wrap="square" lIns="0" tIns="12700" rIns="0" bIns="0" rtlCol="0">
            <a:spAutoFit/>
          </a:bodyPr>
          <a:lstStyle/>
          <a:p>
            <a:pPr marL="12700" marR="5080" algn="just">
              <a:lnSpc>
                <a:spcPct val="108000"/>
              </a:lnSpc>
              <a:spcBef>
                <a:spcPts val="100"/>
              </a:spcBef>
            </a:pPr>
            <a:r>
              <a:rPr sz="1350" spc="145" dirty="0">
                <a:latin typeface="Times New Roman"/>
                <a:cs typeface="Times New Roman"/>
              </a:rPr>
              <a:t>Add1 </a:t>
            </a:r>
            <a:r>
              <a:rPr sz="1350" spc="-330" dirty="0">
                <a:latin typeface="Times New Roman"/>
                <a:cs typeface="Times New Roman"/>
              </a:rPr>
              <a:t> </a:t>
            </a:r>
            <a:r>
              <a:rPr sz="1350" spc="145" dirty="0">
                <a:latin typeface="Times New Roman"/>
                <a:cs typeface="Times New Roman"/>
              </a:rPr>
              <a:t>Add2 </a:t>
            </a:r>
            <a:r>
              <a:rPr sz="1350" spc="-330" dirty="0">
                <a:latin typeface="Times New Roman"/>
                <a:cs typeface="Times New Roman"/>
              </a:rPr>
              <a:t> </a:t>
            </a:r>
            <a:r>
              <a:rPr sz="1350" spc="145" dirty="0">
                <a:latin typeface="Times New Roman"/>
                <a:cs typeface="Times New Roman"/>
              </a:rPr>
              <a:t>Add3 </a:t>
            </a:r>
            <a:r>
              <a:rPr sz="1350" spc="-330" dirty="0">
                <a:latin typeface="Times New Roman"/>
                <a:cs typeface="Times New Roman"/>
              </a:rPr>
              <a:t> </a:t>
            </a:r>
            <a:r>
              <a:rPr sz="1350" spc="220" dirty="0">
                <a:latin typeface="Times New Roman"/>
                <a:cs typeface="Times New Roman"/>
              </a:rPr>
              <a:t>M</a:t>
            </a:r>
            <a:r>
              <a:rPr sz="1350" spc="135" dirty="0">
                <a:latin typeface="Times New Roman"/>
                <a:cs typeface="Times New Roman"/>
              </a:rPr>
              <a:t>u</a:t>
            </a:r>
            <a:r>
              <a:rPr sz="1350" spc="25" dirty="0">
                <a:latin typeface="Times New Roman"/>
                <a:cs typeface="Times New Roman"/>
              </a:rPr>
              <a:t>l</a:t>
            </a:r>
            <a:r>
              <a:rPr sz="1350" spc="90" dirty="0">
                <a:latin typeface="Times New Roman"/>
                <a:cs typeface="Times New Roman"/>
              </a:rPr>
              <a:t>t1  </a:t>
            </a:r>
            <a:r>
              <a:rPr sz="1350" spc="220" dirty="0">
                <a:latin typeface="Times New Roman"/>
                <a:cs typeface="Times New Roman"/>
              </a:rPr>
              <a:t>M</a:t>
            </a:r>
            <a:r>
              <a:rPr sz="1350" spc="135" dirty="0">
                <a:latin typeface="Times New Roman"/>
                <a:cs typeface="Times New Roman"/>
              </a:rPr>
              <a:t>u</a:t>
            </a:r>
            <a:r>
              <a:rPr sz="1350" spc="25" dirty="0">
                <a:latin typeface="Times New Roman"/>
                <a:cs typeface="Times New Roman"/>
              </a:rPr>
              <a:t>l</a:t>
            </a:r>
            <a:r>
              <a:rPr sz="1350" spc="90" dirty="0">
                <a:latin typeface="Times New Roman"/>
                <a:cs typeface="Times New Roman"/>
              </a:rPr>
              <a:t>t</a:t>
            </a:r>
            <a:r>
              <a:rPr sz="1350" spc="135" dirty="0">
                <a:latin typeface="Times New Roman"/>
                <a:cs typeface="Times New Roman"/>
              </a:rPr>
              <a:t>2</a:t>
            </a:r>
            <a:endParaRPr sz="1350">
              <a:latin typeface="Times New Roman"/>
              <a:cs typeface="Times New Roman"/>
            </a:endParaRPr>
          </a:p>
        </p:txBody>
      </p:sp>
      <p:sp>
        <p:nvSpPr>
          <p:cNvPr id="15" name="object 12">
            <a:extLst>
              <a:ext uri="{FF2B5EF4-FFF2-40B4-BE49-F238E27FC236}">
                <a16:creationId xmlns:a16="http://schemas.microsoft.com/office/drawing/2014/main" id="{BB778F5B-2EA9-F8D7-C899-3BA3DEC8C76A}"/>
              </a:ext>
            </a:extLst>
          </p:cNvPr>
          <p:cNvSpPr txBox="1"/>
          <p:nvPr/>
        </p:nvSpPr>
        <p:spPr>
          <a:xfrm>
            <a:off x="2325740" y="4073539"/>
            <a:ext cx="3809365" cy="1111250"/>
          </a:xfrm>
          <a:prstGeom prst="rect">
            <a:avLst/>
          </a:prstGeom>
          <a:ln w="8653">
            <a:solidFill>
              <a:srgbClr val="000000"/>
            </a:solidFill>
          </a:ln>
        </p:spPr>
        <p:txBody>
          <a:bodyPr vert="horz" wrap="square" lIns="0" tIns="3810" rIns="0" bIns="0" rtlCol="0">
            <a:spAutoFit/>
          </a:bodyPr>
          <a:lstStyle/>
          <a:p>
            <a:pPr marL="133350">
              <a:lnSpc>
                <a:spcPct val="100000"/>
              </a:lnSpc>
              <a:spcBef>
                <a:spcPts val="30"/>
              </a:spcBef>
            </a:pPr>
            <a:r>
              <a:rPr sz="1350" spc="145" dirty="0">
                <a:latin typeface="Times New Roman"/>
                <a:cs typeface="Times New Roman"/>
              </a:rPr>
              <a:t>No</a:t>
            </a:r>
            <a:endParaRPr sz="1350">
              <a:latin typeface="Times New Roman"/>
              <a:cs typeface="Times New Roman"/>
            </a:endParaRPr>
          </a:p>
          <a:p>
            <a:pPr marL="133350" marR="3421379" algn="just">
              <a:lnSpc>
                <a:spcPct val="108000"/>
              </a:lnSpc>
            </a:pPr>
            <a:r>
              <a:rPr sz="1350" spc="100" dirty="0">
                <a:latin typeface="Times New Roman"/>
                <a:cs typeface="Times New Roman"/>
              </a:rPr>
              <a:t>No  No  No  No</a:t>
            </a:r>
            <a:endParaRPr sz="1350">
              <a:latin typeface="Times New Roman"/>
              <a:cs typeface="Times New Roman"/>
            </a:endParaRPr>
          </a:p>
        </p:txBody>
      </p:sp>
      <p:sp>
        <p:nvSpPr>
          <p:cNvPr id="16" name="object 13">
            <a:extLst>
              <a:ext uri="{FF2B5EF4-FFF2-40B4-BE49-F238E27FC236}">
                <a16:creationId xmlns:a16="http://schemas.microsoft.com/office/drawing/2014/main" id="{663ECD5E-6610-8904-719A-344D4EE4784B}"/>
              </a:ext>
            </a:extLst>
          </p:cNvPr>
          <p:cNvSpPr txBox="1"/>
          <p:nvPr/>
        </p:nvSpPr>
        <p:spPr>
          <a:xfrm>
            <a:off x="50622" y="5257208"/>
            <a:ext cx="2423795" cy="613410"/>
          </a:xfrm>
          <a:prstGeom prst="rect">
            <a:avLst/>
          </a:prstGeom>
        </p:spPr>
        <p:txBody>
          <a:bodyPr vert="horz" wrap="square" lIns="0" tIns="31750" rIns="0" bIns="0" rtlCol="0">
            <a:spAutoFit/>
          </a:bodyPr>
          <a:lstStyle/>
          <a:p>
            <a:pPr marL="12700">
              <a:lnSpc>
                <a:spcPct val="100000"/>
              </a:lnSpc>
              <a:spcBef>
                <a:spcPts val="250"/>
              </a:spcBef>
            </a:pPr>
            <a:r>
              <a:rPr sz="1800" i="1" spc="150" dirty="0">
                <a:solidFill>
                  <a:srgbClr val="FF0000"/>
                </a:solidFill>
                <a:latin typeface="Times New Roman"/>
                <a:cs typeface="Times New Roman"/>
              </a:rPr>
              <a:t>Register</a:t>
            </a:r>
            <a:r>
              <a:rPr sz="1800" i="1" spc="30" dirty="0">
                <a:solidFill>
                  <a:srgbClr val="FF0000"/>
                </a:solidFill>
                <a:latin typeface="Times New Roman"/>
                <a:cs typeface="Times New Roman"/>
              </a:rPr>
              <a:t> </a:t>
            </a:r>
            <a:r>
              <a:rPr sz="1800" i="1" spc="125" dirty="0">
                <a:solidFill>
                  <a:srgbClr val="FF0000"/>
                </a:solidFill>
                <a:latin typeface="Times New Roman"/>
                <a:cs typeface="Times New Roman"/>
              </a:rPr>
              <a:t>result</a:t>
            </a:r>
            <a:r>
              <a:rPr sz="1800" i="1" spc="7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a:p>
            <a:pPr marL="348615">
              <a:lnSpc>
                <a:spcPct val="100000"/>
              </a:lnSpc>
              <a:spcBef>
                <a:spcPts val="155"/>
              </a:spcBef>
            </a:pPr>
            <a:r>
              <a:rPr sz="1800" spc="165" dirty="0">
                <a:latin typeface="Times New Roman"/>
                <a:cs typeface="Times New Roman"/>
              </a:rPr>
              <a:t>Clock</a:t>
            </a:r>
            <a:endParaRPr sz="1800">
              <a:latin typeface="Times New Roman"/>
              <a:cs typeface="Times New Roman"/>
            </a:endParaRPr>
          </a:p>
        </p:txBody>
      </p:sp>
      <p:sp>
        <p:nvSpPr>
          <p:cNvPr id="17" name="object 14">
            <a:extLst>
              <a:ext uri="{FF2B5EF4-FFF2-40B4-BE49-F238E27FC236}">
                <a16:creationId xmlns:a16="http://schemas.microsoft.com/office/drawing/2014/main" id="{7A3F88A2-6814-B841-52AE-43A6A0D17FDC}"/>
              </a:ext>
            </a:extLst>
          </p:cNvPr>
          <p:cNvSpPr txBox="1"/>
          <p:nvPr/>
        </p:nvSpPr>
        <p:spPr>
          <a:xfrm>
            <a:off x="6204258" y="5569430"/>
            <a:ext cx="2499360" cy="300990"/>
          </a:xfrm>
          <a:prstGeom prst="rect">
            <a:avLst/>
          </a:prstGeom>
        </p:spPr>
        <p:txBody>
          <a:bodyPr vert="horz" wrap="square" lIns="0" tIns="13335" rIns="0" bIns="0" rtlCol="0">
            <a:spAutoFit/>
          </a:bodyPr>
          <a:lstStyle/>
          <a:p>
            <a:pPr marL="12700">
              <a:lnSpc>
                <a:spcPct val="100000"/>
              </a:lnSpc>
              <a:spcBef>
                <a:spcPts val="105"/>
              </a:spcBef>
              <a:tabLst>
                <a:tab pos="770890" algn="l"/>
                <a:tab pos="1598295" algn="l"/>
                <a:tab pos="2045970" algn="l"/>
              </a:tabLst>
            </a:pPr>
            <a:r>
              <a:rPr sz="1800" i="1" spc="185" dirty="0">
                <a:latin typeface="Times New Roman"/>
                <a:cs typeface="Times New Roman"/>
              </a:rPr>
              <a:t>F10</a:t>
            </a:r>
            <a:r>
              <a:rPr sz="1800" i="1" dirty="0">
                <a:latin typeface="Times New Roman"/>
                <a:cs typeface="Times New Roman"/>
              </a:rPr>
              <a:t>	</a:t>
            </a:r>
            <a:r>
              <a:rPr sz="1800" i="1" spc="185" dirty="0">
                <a:latin typeface="Times New Roman"/>
                <a:cs typeface="Times New Roman"/>
              </a:rPr>
              <a:t>F12</a:t>
            </a:r>
            <a:r>
              <a:rPr sz="1800" i="1" dirty="0">
                <a:latin typeface="Times New Roman"/>
                <a:cs typeface="Times New Roman"/>
              </a:rPr>
              <a:t>	</a:t>
            </a:r>
            <a:r>
              <a:rPr sz="1800" i="1" spc="85" dirty="0">
                <a:latin typeface="Times New Roman"/>
                <a:cs typeface="Times New Roman"/>
              </a:rPr>
              <a:t>..</a:t>
            </a:r>
            <a:r>
              <a:rPr sz="1800" i="1" spc="90" dirty="0">
                <a:latin typeface="Times New Roman"/>
                <a:cs typeface="Times New Roman"/>
              </a:rPr>
              <a:t>.</a:t>
            </a:r>
            <a:r>
              <a:rPr sz="1800" i="1" dirty="0">
                <a:latin typeface="Times New Roman"/>
                <a:cs typeface="Times New Roman"/>
              </a:rPr>
              <a:t>	</a:t>
            </a:r>
            <a:r>
              <a:rPr sz="1800" i="1" spc="185" dirty="0">
                <a:latin typeface="Times New Roman"/>
                <a:cs typeface="Times New Roman"/>
              </a:rPr>
              <a:t>F30</a:t>
            </a:r>
            <a:endParaRPr sz="1800">
              <a:latin typeface="Times New Roman"/>
              <a:cs typeface="Times New Roman"/>
            </a:endParaRPr>
          </a:p>
        </p:txBody>
      </p:sp>
      <p:sp>
        <p:nvSpPr>
          <p:cNvPr id="18" name="object 15">
            <a:extLst>
              <a:ext uri="{FF2B5EF4-FFF2-40B4-BE49-F238E27FC236}">
                <a16:creationId xmlns:a16="http://schemas.microsoft.com/office/drawing/2014/main" id="{F202A9BB-EFD7-9C03-9695-FE21EBF9BE14}"/>
              </a:ext>
            </a:extLst>
          </p:cNvPr>
          <p:cNvSpPr txBox="1"/>
          <p:nvPr/>
        </p:nvSpPr>
        <p:spPr>
          <a:xfrm>
            <a:off x="3015282" y="5545145"/>
            <a:ext cx="2934335" cy="550545"/>
          </a:xfrm>
          <a:prstGeom prst="rect">
            <a:avLst/>
          </a:prstGeom>
        </p:spPr>
        <p:txBody>
          <a:bodyPr vert="horz" wrap="square" lIns="0" tIns="38100" rIns="0" bIns="0" rtlCol="0">
            <a:spAutoFit/>
          </a:bodyPr>
          <a:lstStyle/>
          <a:p>
            <a:pPr marL="12700">
              <a:lnSpc>
                <a:spcPct val="100000"/>
              </a:lnSpc>
              <a:spcBef>
                <a:spcPts val="300"/>
              </a:spcBef>
              <a:tabLst>
                <a:tab pos="684530" algn="l"/>
                <a:tab pos="1330960" algn="l"/>
                <a:tab pos="1977389" algn="l"/>
                <a:tab pos="2623820" algn="l"/>
              </a:tabLst>
            </a:pPr>
            <a:r>
              <a:rPr sz="1800" i="1" spc="185" dirty="0">
                <a:latin typeface="Times New Roman"/>
                <a:cs typeface="Times New Roman"/>
              </a:rPr>
              <a:t>F0</a:t>
            </a:r>
            <a:r>
              <a:rPr sz="1800" i="1" dirty="0">
                <a:latin typeface="Times New Roman"/>
                <a:cs typeface="Times New Roman"/>
              </a:rPr>
              <a:t>	</a:t>
            </a:r>
            <a:r>
              <a:rPr sz="1800" i="1" spc="185" dirty="0">
                <a:latin typeface="Times New Roman"/>
                <a:cs typeface="Times New Roman"/>
              </a:rPr>
              <a:t>F2</a:t>
            </a:r>
            <a:r>
              <a:rPr sz="1800" i="1" dirty="0">
                <a:latin typeface="Times New Roman"/>
                <a:cs typeface="Times New Roman"/>
              </a:rPr>
              <a:t>	</a:t>
            </a:r>
            <a:r>
              <a:rPr sz="1800" i="1" spc="185" dirty="0">
                <a:latin typeface="Times New Roman"/>
                <a:cs typeface="Times New Roman"/>
              </a:rPr>
              <a:t>F4</a:t>
            </a:r>
            <a:r>
              <a:rPr sz="1800" i="1" dirty="0">
                <a:latin typeface="Times New Roman"/>
                <a:cs typeface="Times New Roman"/>
              </a:rPr>
              <a:t>	</a:t>
            </a:r>
            <a:r>
              <a:rPr sz="1800" i="1" spc="185" dirty="0">
                <a:latin typeface="Times New Roman"/>
                <a:cs typeface="Times New Roman"/>
              </a:rPr>
              <a:t>F6</a:t>
            </a:r>
            <a:r>
              <a:rPr sz="1800" i="1" dirty="0">
                <a:latin typeface="Times New Roman"/>
                <a:cs typeface="Times New Roman"/>
              </a:rPr>
              <a:t>	</a:t>
            </a:r>
            <a:r>
              <a:rPr sz="1800" i="1" spc="165" dirty="0">
                <a:latin typeface="Times New Roman"/>
                <a:cs typeface="Times New Roman"/>
              </a:rPr>
              <a:t>F8</a:t>
            </a:r>
            <a:endParaRPr sz="1800">
              <a:latin typeface="Times New Roman"/>
              <a:cs typeface="Times New Roman"/>
            </a:endParaRPr>
          </a:p>
          <a:p>
            <a:pPr marL="1882775">
              <a:lnSpc>
                <a:spcPct val="100000"/>
              </a:lnSpc>
              <a:spcBef>
                <a:spcPts val="150"/>
              </a:spcBef>
            </a:pPr>
            <a:r>
              <a:rPr sz="1350" spc="145" dirty="0">
                <a:latin typeface="Times New Roman"/>
                <a:cs typeface="Times New Roman"/>
              </a:rPr>
              <a:t>Load1</a:t>
            </a:r>
            <a:endParaRPr sz="1350">
              <a:latin typeface="Times New Roman"/>
              <a:cs typeface="Times New Roman"/>
            </a:endParaRPr>
          </a:p>
        </p:txBody>
      </p:sp>
      <p:sp>
        <p:nvSpPr>
          <p:cNvPr id="19" name="object 16">
            <a:extLst>
              <a:ext uri="{FF2B5EF4-FFF2-40B4-BE49-F238E27FC236}">
                <a16:creationId xmlns:a16="http://schemas.microsoft.com/office/drawing/2014/main" id="{39E75F52-422B-1930-B6F6-08D255959A27}"/>
              </a:ext>
            </a:extLst>
          </p:cNvPr>
          <p:cNvSpPr txBox="1"/>
          <p:nvPr/>
        </p:nvSpPr>
        <p:spPr>
          <a:xfrm>
            <a:off x="705562" y="5863201"/>
            <a:ext cx="128905" cy="232410"/>
          </a:xfrm>
          <a:prstGeom prst="rect">
            <a:avLst/>
          </a:prstGeom>
        </p:spPr>
        <p:txBody>
          <a:bodyPr vert="horz" wrap="square" lIns="0" tIns="13335" rIns="0" bIns="0" rtlCol="0">
            <a:spAutoFit/>
          </a:bodyPr>
          <a:lstStyle/>
          <a:p>
            <a:pPr marL="12700">
              <a:lnSpc>
                <a:spcPct val="100000"/>
              </a:lnSpc>
              <a:spcBef>
                <a:spcPts val="105"/>
              </a:spcBef>
            </a:pPr>
            <a:r>
              <a:rPr sz="1350" b="1" spc="135" dirty="0">
                <a:latin typeface="Times New Roman"/>
                <a:cs typeface="Times New Roman"/>
              </a:rPr>
              <a:t>1</a:t>
            </a:r>
            <a:endParaRPr sz="1350">
              <a:latin typeface="Times New Roman"/>
              <a:cs typeface="Times New Roman"/>
            </a:endParaRPr>
          </a:p>
        </p:txBody>
      </p:sp>
      <p:sp>
        <p:nvSpPr>
          <p:cNvPr id="20" name="object 17">
            <a:extLst>
              <a:ext uri="{FF2B5EF4-FFF2-40B4-BE49-F238E27FC236}">
                <a16:creationId xmlns:a16="http://schemas.microsoft.com/office/drawing/2014/main" id="{79DF7A4A-E536-9C5D-966B-D10AA49FD2F1}"/>
              </a:ext>
            </a:extLst>
          </p:cNvPr>
          <p:cNvSpPr txBox="1"/>
          <p:nvPr/>
        </p:nvSpPr>
        <p:spPr>
          <a:xfrm>
            <a:off x="2420695" y="5863201"/>
            <a:ext cx="306705" cy="232410"/>
          </a:xfrm>
          <a:prstGeom prst="rect">
            <a:avLst/>
          </a:prstGeom>
        </p:spPr>
        <p:txBody>
          <a:bodyPr vert="horz" wrap="square" lIns="0" tIns="13335" rIns="0" bIns="0" rtlCol="0">
            <a:spAutoFit/>
          </a:bodyPr>
          <a:lstStyle/>
          <a:p>
            <a:pPr marL="12700">
              <a:lnSpc>
                <a:spcPct val="100000"/>
              </a:lnSpc>
              <a:spcBef>
                <a:spcPts val="105"/>
              </a:spcBef>
            </a:pPr>
            <a:r>
              <a:rPr sz="1350" i="1" spc="204" dirty="0">
                <a:latin typeface="Times New Roman"/>
                <a:cs typeface="Times New Roman"/>
              </a:rPr>
              <a:t>FU</a:t>
            </a:r>
            <a:endParaRPr sz="1350">
              <a:latin typeface="Times New Roman"/>
              <a:cs typeface="Times New Roman"/>
            </a:endParaRPr>
          </a:p>
        </p:txBody>
      </p:sp>
      <p:grpSp>
        <p:nvGrpSpPr>
          <p:cNvPr id="21" name="object 18">
            <a:extLst>
              <a:ext uri="{FF2B5EF4-FFF2-40B4-BE49-F238E27FC236}">
                <a16:creationId xmlns:a16="http://schemas.microsoft.com/office/drawing/2014/main" id="{EEC80A3F-713C-00B1-058D-4A3A3A712C9D}"/>
              </a:ext>
            </a:extLst>
          </p:cNvPr>
          <p:cNvGrpSpPr/>
          <p:nvPr/>
        </p:nvGrpSpPr>
        <p:grpSpPr>
          <a:xfrm>
            <a:off x="2838610" y="5747125"/>
            <a:ext cx="5955665" cy="515620"/>
            <a:chOff x="2818338" y="5114544"/>
            <a:chExt cx="5955665" cy="515620"/>
          </a:xfrm>
        </p:grpSpPr>
        <p:sp>
          <p:nvSpPr>
            <p:cNvPr id="22" name="object 19">
              <a:extLst>
                <a:ext uri="{FF2B5EF4-FFF2-40B4-BE49-F238E27FC236}">
                  <a16:creationId xmlns:a16="http://schemas.microsoft.com/office/drawing/2014/main" id="{00BF0F6E-6BCD-66A1-B655-F066C98CB016}"/>
                </a:ext>
              </a:extLst>
            </p:cNvPr>
            <p:cNvSpPr/>
            <p:nvPr/>
          </p:nvSpPr>
          <p:spPr>
            <a:xfrm>
              <a:off x="2822643" y="5240012"/>
              <a:ext cx="0" cy="222885"/>
            </a:xfrm>
            <a:custGeom>
              <a:avLst/>
              <a:gdLst/>
              <a:ahLst/>
              <a:cxnLst/>
              <a:rect l="l" t="t" r="r" b="b"/>
              <a:pathLst>
                <a:path h="222885">
                  <a:moveTo>
                    <a:pt x="0" y="0"/>
                  </a:moveTo>
                  <a:lnTo>
                    <a:pt x="0" y="222349"/>
                  </a:lnTo>
                </a:path>
              </a:pathLst>
            </a:custGeom>
            <a:ln w="8610">
              <a:solidFill>
                <a:srgbClr val="000000"/>
              </a:solidFill>
            </a:ln>
          </p:spPr>
          <p:txBody>
            <a:bodyPr wrap="square" lIns="0" tIns="0" rIns="0" bIns="0" rtlCol="0"/>
            <a:lstStyle/>
            <a:p>
              <a:endParaRPr/>
            </a:p>
          </p:txBody>
        </p:sp>
        <p:sp>
          <p:nvSpPr>
            <p:cNvPr id="23" name="object 20">
              <a:extLst>
                <a:ext uri="{FF2B5EF4-FFF2-40B4-BE49-F238E27FC236}">
                  <a16:creationId xmlns:a16="http://schemas.microsoft.com/office/drawing/2014/main" id="{108504DE-B2F0-9814-B2D3-27622799D8F5}"/>
                </a:ext>
              </a:extLst>
            </p:cNvPr>
            <p:cNvSpPr/>
            <p:nvPr/>
          </p:nvSpPr>
          <p:spPr>
            <a:xfrm>
              <a:off x="2818382" y="5236436"/>
              <a:ext cx="8890" cy="229870"/>
            </a:xfrm>
            <a:custGeom>
              <a:avLst/>
              <a:gdLst/>
              <a:ahLst/>
              <a:cxnLst/>
              <a:rect l="l" t="t" r="r" b="b"/>
              <a:pathLst>
                <a:path w="8889" h="229870">
                  <a:moveTo>
                    <a:pt x="8609" y="0"/>
                  </a:moveTo>
                  <a:lnTo>
                    <a:pt x="0" y="0"/>
                  </a:lnTo>
                  <a:lnTo>
                    <a:pt x="0" y="229502"/>
                  </a:lnTo>
                  <a:lnTo>
                    <a:pt x="8609" y="229502"/>
                  </a:lnTo>
                  <a:lnTo>
                    <a:pt x="8609" y="0"/>
                  </a:lnTo>
                  <a:close/>
                </a:path>
              </a:pathLst>
            </a:custGeom>
            <a:solidFill>
              <a:srgbClr val="000000"/>
            </a:solidFill>
          </p:spPr>
          <p:txBody>
            <a:bodyPr wrap="square" lIns="0" tIns="0" rIns="0" bIns="0" rtlCol="0"/>
            <a:lstStyle/>
            <a:p>
              <a:endParaRPr/>
            </a:p>
          </p:txBody>
        </p:sp>
        <p:sp>
          <p:nvSpPr>
            <p:cNvPr id="24" name="object 21">
              <a:extLst>
                <a:ext uri="{FF2B5EF4-FFF2-40B4-BE49-F238E27FC236}">
                  <a16:creationId xmlns:a16="http://schemas.microsoft.com/office/drawing/2014/main" id="{D407C60E-85E3-FA19-1F20-44E6A003CFC8}"/>
                </a:ext>
              </a:extLst>
            </p:cNvPr>
            <p:cNvSpPr/>
            <p:nvPr/>
          </p:nvSpPr>
          <p:spPr>
            <a:xfrm>
              <a:off x="8769311" y="5247175"/>
              <a:ext cx="0" cy="215265"/>
            </a:xfrm>
            <a:custGeom>
              <a:avLst/>
              <a:gdLst/>
              <a:ahLst/>
              <a:cxnLst/>
              <a:rect l="l" t="t" r="r" b="b"/>
              <a:pathLst>
                <a:path h="215264">
                  <a:moveTo>
                    <a:pt x="0" y="0"/>
                  </a:moveTo>
                  <a:lnTo>
                    <a:pt x="0" y="215187"/>
                  </a:lnTo>
                </a:path>
              </a:pathLst>
            </a:custGeom>
            <a:ln w="8610">
              <a:solidFill>
                <a:srgbClr val="000000"/>
              </a:solidFill>
            </a:ln>
          </p:spPr>
          <p:txBody>
            <a:bodyPr wrap="square" lIns="0" tIns="0" rIns="0" bIns="0" rtlCol="0"/>
            <a:lstStyle/>
            <a:p>
              <a:endParaRPr/>
            </a:p>
          </p:txBody>
        </p:sp>
        <p:sp>
          <p:nvSpPr>
            <p:cNvPr id="25" name="object 22">
              <a:extLst>
                <a:ext uri="{FF2B5EF4-FFF2-40B4-BE49-F238E27FC236}">
                  <a16:creationId xmlns:a16="http://schemas.microsoft.com/office/drawing/2014/main" id="{893B8E30-912A-1761-8073-34D03179F159}"/>
                </a:ext>
              </a:extLst>
            </p:cNvPr>
            <p:cNvSpPr/>
            <p:nvPr/>
          </p:nvSpPr>
          <p:spPr>
            <a:xfrm>
              <a:off x="8765050" y="5243589"/>
              <a:ext cx="8890" cy="222885"/>
            </a:xfrm>
            <a:custGeom>
              <a:avLst/>
              <a:gdLst/>
              <a:ahLst/>
              <a:cxnLst/>
              <a:rect l="l" t="t" r="r" b="b"/>
              <a:pathLst>
                <a:path w="8890" h="222885">
                  <a:moveTo>
                    <a:pt x="8610" y="0"/>
                  </a:moveTo>
                  <a:lnTo>
                    <a:pt x="0" y="0"/>
                  </a:lnTo>
                  <a:lnTo>
                    <a:pt x="0" y="222349"/>
                  </a:lnTo>
                  <a:lnTo>
                    <a:pt x="8610" y="222349"/>
                  </a:lnTo>
                  <a:lnTo>
                    <a:pt x="8610" y="0"/>
                  </a:lnTo>
                  <a:close/>
                </a:path>
              </a:pathLst>
            </a:custGeom>
            <a:solidFill>
              <a:srgbClr val="000000"/>
            </a:solidFill>
          </p:spPr>
          <p:txBody>
            <a:bodyPr wrap="square" lIns="0" tIns="0" rIns="0" bIns="0" rtlCol="0"/>
            <a:lstStyle/>
            <a:p>
              <a:endParaRPr/>
            </a:p>
          </p:txBody>
        </p:sp>
        <p:sp>
          <p:nvSpPr>
            <p:cNvPr id="26" name="object 23">
              <a:extLst>
                <a:ext uri="{FF2B5EF4-FFF2-40B4-BE49-F238E27FC236}">
                  <a16:creationId xmlns:a16="http://schemas.microsoft.com/office/drawing/2014/main" id="{4F7628AE-E1D3-F629-F1E1-CC382E6C4B48}"/>
                </a:ext>
              </a:extLst>
            </p:cNvPr>
            <p:cNvSpPr/>
            <p:nvPr/>
          </p:nvSpPr>
          <p:spPr>
            <a:xfrm>
              <a:off x="2831280" y="5240012"/>
              <a:ext cx="5938520" cy="0"/>
            </a:xfrm>
            <a:custGeom>
              <a:avLst/>
              <a:gdLst/>
              <a:ahLst/>
              <a:cxnLst/>
              <a:rect l="l" t="t" r="r" b="b"/>
              <a:pathLst>
                <a:path w="5938520">
                  <a:moveTo>
                    <a:pt x="0" y="0"/>
                  </a:moveTo>
                  <a:lnTo>
                    <a:pt x="5938030" y="0"/>
                  </a:lnTo>
                </a:path>
              </a:pathLst>
            </a:custGeom>
            <a:ln w="7168">
              <a:solidFill>
                <a:srgbClr val="000000"/>
              </a:solidFill>
            </a:ln>
          </p:spPr>
          <p:txBody>
            <a:bodyPr wrap="square" lIns="0" tIns="0" rIns="0" bIns="0" rtlCol="0"/>
            <a:lstStyle/>
            <a:p>
              <a:endParaRPr/>
            </a:p>
          </p:txBody>
        </p:sp>
        <p:sp>
          <p:nvSpPr>
            <p:cNvPr id="27" name="object 24">
              <a:extLst>
                <a:ext uri="{FF2B5EF4-FFF2-40B4-BE49-F238E27FC236}">
                  <a16:creationId xmlns:a16="http://schemas.microsoft.com/office/drawing/2014/main" id="{3DD2F8C6-04EF-745F-DCC4-B02B634F9340}"/>
                </a:ext>
              </a:extLst>
            </p:cNvPr>
            <p:cNvSpPr/>
            <p:nvPr/>
          </p:nvSpPr>
          <p:spPr>
            <a:xfrm>
              <a:off x="2826904" y="5236441"/>
              <a:ext cx="5946775" cy="7620"/>
            </a:xfrm>
            <a:custGeom>
              <a:avLst/>
              <a:gdLst/>
              <a:ahLst/>
              <a:cxnLst/>
              <a:rect l="l" t="t" r="r" b="b"/>
              <a:pathLst>
                <a:path w="5946775" h="7620">
                  <a:moveTo>
                    <a:pt x="5946667" y="0"/>
                  </a:moveTo>
                  <a:lnTo>
                    <a:pt x="0" y="0"/>
                  </a:lnTo>
                  <a:lnTo>
                    <a:pt x="0" y="7157"/>
                  </a:lnTo>
                  <a:lnTo>
                    <a:pt x="5946667" y="7157"/>
                  </a:lnTo>
                  <a:lnTo>
                    <a:pt x="5946667" y="0"/>
                  </a:lnTo>
                  <a:close/>
                </a:path>
              </a:pathLst>
            </a:custGeom>
            <a:solidFill>
              <a:srgbClr val="000000"/>
            </a:solidFill>
          </p:spPr>
          <p:txBody>
            <a:bodyPr wrap="square" lIns="0" tIns="0" rIns="0" bIns="0" rtlCol="0"/>
            <a:lstStyle/>
            <a:p>
              <a:endParaRPr/>
            </a:p>
          </p:txBody>
        </p:sp>
        <p:sp>
          <p:nvSpPr>
            <p:cNvPr id="28" name="object 25">
              <a:extLst>
                <a:ext uri="{FF2B5EF4-FFF2-40B4-BE49-F238E27FC236}">
                  <a16:creationId xmlns:a16="http://schemas.microsoft.com/office/drawing/2014/main" id="{3FA54CB8-AD0F-1FC3-FD7A-7A45FCFCC7D8}"/>
                </a:ext>
              </a:extLst>
            </p:cNvPr>
            <p:cNvSpPr/>
            <p:nvPr/>
          </p:nvSpPr>
          <p:spPr>
            <a:xfrm>
              <a:off x="2831280" y="5462362"/>
              <a:ext cx="5938520" cy="0"/>
            </a:xfrm>
            <a:custGeom>
              <a:avLst/>
              <a:gdLst/>
              <a:ahLst/>
              <a:cxnLst/>
              <a:rect l="l" t="t" r="r" b="b"/>
              <a:pathLst>
                <a:path w="5938520">
                  <a:moveTo>
                    <a:pt x="0" y="0"/>
                  </a:moveTo>
                  <a:lnTo>
                    <a:pt x="5938030" y="0"/>
                  </a:lnTo>
                </a:path>
              </a:pathLst>
            </a:custGeom>
            <a:ln w="7168">
              <a:solidFill>
                <a:srgbClr val="000000"/>
              </a:solidFill>
            </a:ln>
          </p:spPr>
          <p:txBody>
            <a:bodyPr wrap="square" lIns="0" tIns="0" rIns="0" bIns="0" rtlCol="0"/>
            <a:lstStyle/>
            <a:p>
              <a:endParaRPr/>
            </a:p>
          </p:txBody>
        </p:sp>
        <p:sp>
          <p:nvSpPr>
            <p:cNvPr id="29" name="object 26">
              <a:extLst>
                <a:ext uri="{FF2B5EF4-FFF2-40B4-BE49-F238E27FC236}">
                  <a16:creationId xmlns:a16="http://schemas.microsoft.com/office/drawing/2014/main" id="{93C42520-83DD-CD62-4BD3-C696FB61A8EF}"/>
                </a:ext>
              </a:extLst>
            </p:cNvPr>
            <p:cNvSpPr/>
            <p:nvPr/>
          </p:nvSpPr>
          <p:spPr>
            <a:xfrm>
              <a:off x="2826904" y="5458781"/>
              <a:ext cx="5946775" cy="7620"/>
            </a:xfrm>
            <a:custGeom>
              <a:avLst/>
              <a:gdLst/>
              <a:ahLst/>
              <a:cxnLst/>
              <a:rect l="l" t="t" r="r" b="b"/>
              <a:pathLst>
                <a:path w="5946775" h="7620">
                  <a:moveTo>
                    <a:pt x="5946667" y="0"/>
                  </a:moveTo>
                  <a:lnTo>
                    <a:pt x="0" y="0"/>
                  </a:lnTo>
                  <a:lnTo>
                    <a:pt x="0" y="7157"/>
                  </a:lnTo>
                  <a:lnTo>
                    <a:pt x="5946667" y="7157"/>
                  </a:lnTo>
                  <a:lnTo>
                    <a:pt x="5946667" y="0"/>
                  </a:lnTo>
                  <a:close/>
                </a:path>
              </a:pathLst>
            </a:custGeom>
            <a:solidFill>
              <a:srgbClr val="000000"/>
            </a:solidFill>
          </p:spPr>
          <p:txBody>
            <a:bodyPr wrap="square" lIns="0" tIns="0" rIns="0" bIns="0" rtlCol="0"/>
            <a:lstStyle/>
            <a:p>
              <a:endParaRPr/>
            </a:p>
          </p:txBody>
        </p:sp>
        <p:sp>
          <p:nvSpPr>
            <p:cNvPr id="30" name="object 27">
              <a:extLst>
                <a:ext uri="{FF2B5EF4-FFF2-40B4-BE49-F238E27FC236}">
                  <a16:creationId xmlns:a16="http://schemas.microsoft.com/office/drawing/2014/main" id="{7D263B78-3E15-9A6E-FBB6-C27F8578EB4F}"/>
                </a:ext>
              </a:extLst>
            </p:cNvPr>
            <p:cNvSpPr/>
            <p:nvPr/>
          </p:nvSpPr>
          <p:spPr>
            <a:xfrm>
              <a:off x="4663439" y="5143500"/>
              <a:ext cx="762000" cy="457200"/>
            </a:xfrm>
            <a:custGeom>
              <a:avLst/>
              <a:gdLst/>
              <a:ahLst/>
              <a:cxnLst/>
              <a:rect l="l" t="t" r="r" b="b"/>
              <a:pathLst>
                <a:path w="762000" h="457200">
                  <a:moveTo>
                    <a:pt x="0" y="76200"/>
                  </a:moveTo>
                  <a:lnTo>
                    <a:pt x="5994" y="46559"/>
                  </a:lnTo>
                  <a:lnTo>
                    <a:pt x="22336" y="22336"/>
                  </a:lnTo>
                  <a:lnTo>
                    <a:pt x="46559" y="5994"/>
                  </a:lnTo>
                  <a:lnTo>
                    <a:pt x="76200" y="0"/>
                  </a:lnTo>
                  <a:lnTo>
                    <a:pt x="685800" y="0"/>
                  </a:lnTo>
                  <a:lnTo>
                    <a:pt x="715440" y="5994"/>
                  </a:lnTo>
                  <a:lnTo>
                    <a:pt x="739663" y="22336"/>
                  </a:lnTo>
                  <a:lnTo>
                    <a:pt x="756005" y="46559"/>
                  </a:lnTo>
                  <a:lnTo>
                    <a:pt x="762000" y="76200"/>
                  </a:lnTo>
                  <a:lnTo>
                    <a:pt x="762000" y="381000"/>
                  </a:lnTo>
                  <a:lnTo>
                    <a:pt x="756005" y="410640"/>
                  </a:lnTo>
                  <a:lnTo>
                    <a:pt x="739663" y="434863"/>
                  </a:lnTo>
                  <a:lnTo>
                    <a:pt x="715440" y="451205"/>
                  </a:lnTo>
                  <a:lnTo>
                    <a:pt x="685800" y="457200"/>
                  </a:lnTo>
                  <a:lnTo>
                    <a:pt x="76200" y="457200"/>
                  </a:lnTo>
                  <a:lnTo>
                    <a:pt x="46559" y="451205"/>
                  </a:lnTo>
                  <a:lnTo>
                    <a:pt x="22336" y="434863"/>
                  </a:lnTo>
                  <a:lnTo>
                    <a:pt x="5994" y="410640"/>
                  </a:lnTo>
                  <a:lnTo>
                    <a:pt x="0" y="381000"/>
                  </a:lnTo>
                  <a:lnTo>
                    <a:pt x="0" y="76200"/>
                  </a:lnTo>
                  <a:close/>
                </a:path>
              </a:pathLst>
            </a:custGeom>
            <a:ln w="57912">
              <a:solidFill>
                <a:srgbClr val="0462C1"/>
              </a:solidFill>
            </a:ln>
          </p:spPr>
          <p:txBody>
            <a:bodyPr wrap="square" lIns="0" tIns="0" rIns="0" bIns="0" rtlCol="0"/>
            <a:lstStyle/>
            <a:p>
              <a:endParaRPr/>
            </a:p>
          </p:txBody>
        </p:sp>
      </p:grpSp>
      <p:sp>
        <p:nvSpPr>
          <p:cNvPr id="31" name="object 28">
            <a:extLst>
              <a:ext uri="{FF2B5EF4-FFF2-40B4-BE49-F238E27FC236}">
                <a16:creationId xmlns:a16="http://schemas.microsoft.com/office/drawing/2014/main" id="{18D6EB0B-7A0E-E51B-AAA3-D337B954B3C7}"/>
              </a:ext>
            </a:extLst>
          </p:cNvPr>
          <p:cNvSpPr/>
          <p:nvPr/>
        </p:nvSpPr>
        <p:spPr>
          <a:xfrm>
            <a:off x="2931111" y="1966081"/>
            <a:ext cx="533400" cy="457200"/>
          </a:xfrm>
          <a:custGeom>
            <a:avLst/>
            <a:gdLst/>
            <a:ahLst/>
            <a:cxnLst/>
            <a:rect l="l" t="t" r="r" b="b"/>
            <a:pathLst>
              <a:path w="533400" h="457200">
                <a:moveTo>
                  <a:pt x="0" y="76200"/>
                </a:moveTo>
                <a:lnTo>
                  <a:pt x="5994" y="46559"/>
                </a:lnTo>
                <a:lnTo>
                  <a:pt x="22336" y="22336"/>
                </a:lnTo>
                <a:lnTo>
                  <a:pt x="46559" y="5994"/>
                </a:lnTo>
                <a:lnTo>
                  <a:pt x="76200" y="0"/>
                </a:lnTo>
                <a:lnTo>
                  <a:pt x="457200" y="0"/>
                </a:lnTo>
                <a:lnTo>
                  <a:pt x="486840" y="5994"/>
                </a:lnTo>
                <a:lnTo>
                  <a:pt x="511063" y="22336"/>
                </a:lnTo>
                <a:lnTo>
                  <a:pt x="527405" y="46559"/>
                </a:lnTo>
                <a:lnTo>
                  <a:pt x="533400" y="76200"/>
                </a:lnTo>
                <a:lnTo>
                  <a:pt x="533400" y="381000"/>
                </a:lnTo>
                <a:lnTo>
                  <a:pt x="527405" y="410640"/>
                </a:lnTo>
                <a:lnTo>
                  <a:pt x="511063" y="434863"/>
                </a:lnTo>
                <a:lnTo>
                  <a:pt x="486840" y="451205"/>
                </a:lnTo>
                <a:lnTo>
                  <a:pt x="457200" y="457200"/>
                </a:lnTo>
                <a:lnTo>
                  <a:pt x="76200" y="457200"/>
                </a:lnTo>
                <a:lnTo>
                  <a:pt x="46559" y="451205"/>
                </a:lnTo>
                <a:lnTo>
                  <a:pt x="22336" y="434863"/>
                </a:lnTo>
                <a:lnTo>
                  <a:pt x="5994" y="410640"/>
                </a:lnTo>
                <a:lnTo>
                  <a:pt x="0" y="381000"/>
                </a:lnTo>
                <a:lnTo>
                  <a:pt x="0" y="76200"/>
                </a:lnTo>
                <a:close/>
              </a:path>
            </a:pathLst>
          </a:custGeom>
          <a:ln w="57912">
            <a:solidFill>
              <a:srgbClr val="0462C1"/>
            </a:solidFill>
          </a:ln>
        </p:spPr>
        <p:txBody>
          <a:bodyPr wrap="square" lIns="0" tIns="0" rIns="0" bIns="0" rtlCol="0"/>
          <a:lstStyle/>
          <a:p>
            <a:endParaRPr/>
          </a:p>
        </p:txBody>
      </p:sp>
      <p:grpSp>
        <p:nvGrpSpPr>
          <p:cNvPr id="32" name="object 29">
            <a:extLst>
              <a:ext uri="{FF2B5EF4-FFF2-40B4-BE49-F238E27FC236}">
                <a16:creationId xmlns:a16="http://schemas.microsoft.com/office/drawing/2014/main" id="{0E07DAA6-E1D1-E71C-82A6-32ED9829F7A6}"/>
              </a:ext>
            </a:extLst>
          </p:cNvPr>
          <p:cNvGrpSpPr/>
          <p:nvPr/>
        </p:nvGrpSpPr>
        <p:grpSpPr>
          <a:xfrm>
            <a:off x="6026356" y="1937125"/>
            <a:ext cx="1734820" cy="828675"/>
            <a:chOff x="6006084" y="1304544"/>
            <a:chExt cx="1734820" cy="828675"/>
          </a:xfrm>
        </p:grpSpPr>
        <p:sp>
          <p:nvSpPr>
            <p:cNvPr id="33" name="object 30">
              <a:extLst>
                <a:ext uri="{FF2B5EF4-FFF2-40B4-BE49-F238E27FC236}">
                  <a16:creationId xmlns:a16="http://schemas.microsoft.com/office/drawing/2014/main" id="{B9582FAF-411D-6F6E-AD63-A3D616EED1F9}"/>
                </a:ext>
              </a:extLst>
            </p:cNvPr>
            <p:cNvSpPr/>
            <p:nvPr/>
          </p:nvSpPr>
          <p:spPr>
            <a:xfrm>
              <a:off x="6114805" y="1462698"/>
              <a:ext cx="0" cy="666750"/>
            </a:xfrm>
            <a:custGeom>
              <a:avLst/>
              <a:gdLst/>
              <a:ahLst/>
              <a:cxnLst/>
              <a:rect l="l" t="t" r="r" b="b"/>
              <a:pathLst>
                <a:path h="666750">
                  <a:moveTo>
                    <a:pt x="0" y="0"/>
                  </a:moveTo>
                  <a:lnTo>
                    <a:pt x="0" y="666569"/>
                  </a:lnTo>
                </a:path>
              </a:pathLst>
            </a:custGeom>
            <a:ln w="8610">
              <a:solidFill>
                <a:srgbClr val="000000"/>
              </a:solidFill>
            </a:ln>
          </p:spPr>
          <p:txBody>
            <a:bodyPr wrap="square" lIns="0" tIns="0" rIns="0" bIns="0" rtlCol="0"/>
            <a:lstStyle/>
            <a:p>
              <a:endParaRPr/>
            </a:p>
          </p:txBody>
        </p:sp>
        <p:sp>
          <p:nvSpPr>
            <p:cNvPr id="34" name="object 31">
              <a:extLst>
                <a:ext uri="{FF2B5EF4-FFF2-40B4-BE49-F238E27FC236}">
                  <a16:creationId xmlns:a16="http://schemas.microsoft.com/office/drawing/2014/main" id="{E9F8E8A4-6DEC-C48C-4A18-5311766A94CF}"/>
                </a:ext>
              </a:extLst>
            </p:cNvPr>
            <p:cNvSpPr/>
            <p:nvPr/>
          </p:nvSpPr>
          <p:spPr>
            <a:xfrm>
              <a:off x="6110544" y="1459093"/>
              <a:ext cx="8890" cy="673735"/>
            </a:xfrm>
            <a:custGeom>
              <a:avLst/>
              <a:gdLst/>
              <a:ahLst/>
              <a:cxnLst/>
              <a:rect l="l" t="t" r="r" b="b"/>
              <a:pathLst>
                <a:path w="8889" h="673735">
                  <a:moveTo>
                    <a:pt x="8609" y="0"/>
                  </a:moveTo>
                  <a:lnTo>
                    <a:pt x="0" y="0"/>
                  </a:lnTo>
                  <a:lnTo>
                    <a:pt x="0" y="673721"/>
                  </a:lnTo>
                  <a:lnTo>
                    <a:pt x="8609" y="673721"/>
                  </a:lnTo>
                  <a:lnTo>
                    <a:pt x="8609" y="0"/>
                  </a:lnTo>
                  <a:close/>
                </a:path>
              </a:pathLst>
            </a:custGeom>
            <a:solidFill>
              <a:srgbClr val="000000"/>
            </a:solidFill>
          </p:spPr>
          <p:txBody>
            <a:bodyPr wrap="square" lIns="0" tIns="0" rIns="0" bIns="0" rtlCol="0"/>
            <a:lstStyle/>
            <a:p>
              <a:endParaRPr/>
            </a:p>
          </p:txBody>
        </p:sp>
        <p:sp>
          <p:nvSpPr>
            <p:cNvPr id="35" name="object 32">
              <a:extLst>
                <a:ext uri="{FF2B5EF4-FFF2-40B4-BE49-F238E27FC236}">
                  <a16:creationId xmlns:a16="http://schemas.microsoft.com/office/drawing/2014/main" id="{835BF33D-DAD3-EF7A-B42F-99372075E96F}"/>
                </a:ext>
              </a:extLst>
            </p:cNvPr>
            <p:cNvSpPr/>
            <p:nvPr/>
          </p:nvSpPr>
          <p:spPr>
            <a:xfrm>
              <a:off x="7640253" y="1469889"/>
              <a:ext cx="0" cy="659765"/>
            </a:xfrm>
            <a:custGeom>
              <a:avLst/>
              <a:gdLst/>
              <a:ahLst/>
              <a:cxnLst/>
              <a:rect l="l" t="t" r="r" b="b"/>
              <a:pathLst>
                <a:path h="659764">
                  <a:moveTo>
                    <a:pt x="0" y="0"/>
                  </a:moveTo>
                  <a:lnTo>
                    <a:pt x="0" y="659377"/>
                  </a:lnTo>
                </a:path>
              </a:pathLst>
            </a:custGeom>
            <a:ln w="8610">
              <a:solidFill>
                <a:srgbClr val="000000"/>
              </a:solidFill>
            </a:ln>
          </p:spPr>
          <p:txBody>
            <a:bodyPr wrap="square" lIns="0" tIns="0" rIns="0" bIns="0" rtlCol="0"/>
            <a:lstStyle/>
            <a:p>
              <a:endParaRPr/>
            </a:p>
          </p:txBody>
        </p:sp>
        <p:sp>
          <p:nvSpPr>
            <p:cNvPr id="36" name="object 33">
              <a:extLst>
                <a:ext uri="{FF2B5EF4-FFF2-40B4-BE49-F238E27FC236}">
                  <a16:creationId xmlns:a16="http://schemas.microsoft.com/office/drawing/2014/main" id="{FAD4799F-937C-B4AB-9127-459F078111FA}"/>
                </a:ext>
              </a:extLst>
            </p:cNvPr>
            <p:cNvSpPr/>
            <p:nvPr/>
          </p:nvSpPr>
          <p:spPr>
            <a:xfrm>
              <a:off x="7635993" y="1466246"/>
              <a:ext cx="8890" cy="666750"/>
            </a:xfrm>
            <a:custGeom>
              <a:avLst/>
              <a:gdLst/>
              <a:ahLst/>
              <a:cxnLst/>
              <a:rect l="l" t="t" r="r" b="b"/>
              <a:pathLst>
                <a:path w="8890" h="666750">
                  <a:moveTo>
                    <a:pt x="8609" y="0"/>
                  </a:moveTo>
                  <a:lnTo>
                    <a:pt x="0" y="0"/>
                  </a:lnTo>
                  <a:lnTo>
                    <a:pt x="0" y="666569"/>
                  </a:lnTo>
                  <a:lnTo>
                    <a:pt x="8609" y="666569"/>
                  </a:lnTo>
                  <a:lnTo>
                    <a:pt x="8609" y="0"/>
                  </a:lnTo>
                  <a:close/>
                </a:path>
              </a:pathLst>
            </a:custGeom>
            <a:solidFill>
              <a:srgbClr val="000000"/>
            </a:solidFill>
          </p:spPr>
          <p:txBody>
            <a:bodyPr wrap="square" lIns="0" tIns="0" rIns="0" bIns="0" rtlCol="0"/>
            <a:lstStyle/>
            <a:p>
              <a:endParaRPr/>
            </a:p>
          </p:txBody>
        </p:sp>
        <p:sp>
          <p:nvSpPr>
            <p:cNvPr id="37" name="object 34">
              <a:extLst>
                <a:ext uri="{FF2B5EF4-FFF2-40B4-BE49-F238E27FC236}">
                  <a16:creationId xmlns:a16="http://schemas.microsoft.com/office/drawing/2014/main" id="{44893B72-0B55-9441-A631-A47B2925752C}"/>
                </a:ext>
              </a:extLst>
            </p:cNvPr>
            <p:cNvSpPr/>
            <p:nvPr/>
          </p:nvSpPr>
          <p:spPr>
            <a:xfrm>
              <a:off x="6035040" y="1333500"/>
              <a:ext cx="1676400" cy="457200"/>
            </a:xfrm>
            <a:custGeom>
              <a:avLst/>
              <a:gdLst/>
              <a:ahLst/>
              <a:cxnLst/>
              <a:rect l="l" t="t" r="r" b="b"/>
              <a:pathLst>
                <a:path w="1676400" h="457200">
                  <a:moveTo>
                    <a:pt x="0" y="76200"/>
                  </a:moveTo>
                  <a:lnTo>
                    <a:pt x="5994" y="46559"/>
                  </a:lnTo>
                  <a:lnTo>
                    <a:pt x="22336" y="22336"/>
                  </a:lnTo>
                  <a:lnTo>
                    <a:pt x="46559" y="5994"/>
                  </a:lnTo>
                  <a:lnTo>
                    <a:pt x="76200" y="0"/>
                  </a:lnTo>
                  <a:lnTo>
                    <a:pt x="1600200" y="0"/>
                  </a:lnTo>
                  <a:lnTo>
                    <a:pt x="1629840" y="5994"/>
                  </a:lnTo>
                  <a:lnTo>
                    <a:pt x="1654063" y="22336"/>
                  </a:lnTo>
                  <a:lnTo>
                    <a:pt x="1670405" y="46559"/>
                  </a:lnTo>
                  <a:lnTo>
                    <a:pt x="1676400" y="76200"/>
                  </a:lnTo>
                  <a:lnTo>
                    <a:pt x="1676400" y="381000"/>
                  </a:lnTo>
                  <a:lnTo>
                    <a:pt x="1670405" y="410640"/>
                  </a:lnTo>
                  <a:lnTo>
                    <a:pt x="1654063" y="434863"/>
                  </a:lnTo>
                  <a:lnTo>
                    <a:pt x="1629840" y="451205"/>
                  </a:lnTo>
                  <a:lnTo>
                    <a:pt x="1600200" y="457200"/>
                  </a:lnTo>
                  <a:lnTo>
                    <a:pt x="76200" y="457200"/>
                  </a:lnTo>
                  <a:lnTo>
                    <a:pt x="46559" y="451205"/>
                  </a:lnTo>
                  <a:lnTo>
                    <a:pt x="22336" y="434863"/>
                  </a:lnTo>
                  <a:lnTo>
                    <a:pt x="5994" y="410640"/>
                  </a:lnTo>
                  <a:lnTo>
                    <a:pt x="0" y="381000"/>
                  </a:lnTo>
                  <a:lnTo>
                    <a:pt x="0" y="76200"/>
                  </a:lnTo>
                  <a:close/>
                </a:path>
              </a:pathLst>
            </a:custGeom>
            <a:ln w="57912">
              <a:solidFill>
                <a:srgbClr val="0462C1"/>
              </a:solidFill>
            </a:ln>
          </p:spPr>
          <p:txBody>
            <a:bodyPr wrap="square" lIns="0" tIns="0" rIns="0" bIns="0" rtlCol="0"/>
            <a:lstStyle/>
            <a:p>
              <a:endParaRPr/>
            </a:p>
          </p:txBody>
        </p:sp>
      </p:grpSp>
      <p:sp>
        <p:nvSpPr>
          <p:cNvPr id="38" name="object 35">
            <a:extLst>
              <a:ext uri="{FF2B5EF4-FFF2-40B4-BE49-F238E27FC236}">
                <a16:creationId xmlns:a16="http://schemas.microsoft.com/office/drawing/2014/main" id="{864FE029-D777-1CAB-ECE9-034957BE60DE}"/>
              </a:ext>
            </a:extLst>
          </p:cNvPr>
          <p:cNvSpPr txBox="1"/>
          <p:nvPr/>
        </p:nvSpPr>
        <p:spPr>
          <a:xfrm>
            <a:off x="9181416" y="1581778"/>
            <a:ext cx="2851150" cy="1489075"/>
          </a:xfrm>
          <a:prstGeom prst="rect">
            <a:avLst/>
          </a:prstGeom>
        </p:spPr>
        <p:txBody>
          <a:bodyPr vert="horz" wrap="square" lIns="0" tIns="12700" rIns="0" bIns="0" rtlCol="0">
            <a:spAutoFit/>
          </a:bodyPr>
          <a:lstStyle/>
          <a:p>
            <a:pPr marL="12700" marR="777240">
              <a:lnSpc>
                <a:spcPct val="100000"/>
              </a:lnSpc>
              <a:spcBef>
                <a:spcPts val="100"/>
              </a:spcBef>
            </a:pPr>
            <a:r>
              <a:rPr sz="2400" spc="-5" dirty="0">
                <a:latin typeface="Cambria"/>
                <a:cs typeface="Cambria"/>
              </a:rPr>
              <a:t>Load:</a:t>
            </a:r>
            <a:r>
              <a:rPr sz="2400" spc="515" dirty="0">
                <a:latin typeface="Cambria"/>
                <a:cs typeface="Cambria"/>
              </a:rPr>
              <a:t> </a:t>
            </a:r>
            <a:r>
              <a:rPr sz="2400" dirty="0">
                <a:latin typeface="Cambria"/>
                <a:cs typeface="Cambria"/>
              </a:rPr>
              <a:t>2 </a:t>
            </a:r>
            <a:r>
              <a:rPr sz="2400" spc="-10" dirty="0">
                <a:latin typeface="Cambria"/>
                <a:cs typeface="Cambria"/>
              </a:rPr>
              <a:t>cycle </a:t>
            </a:r>
            <a:r>
              <a:rPr sz="2400" spc="-5" dirty="0">
                <a:latin typeface="Cambria"/>
                <a:cs typeface="Cambria"/>
              </a:rPr>
              <a:t> </a:t>
            </a:r>
            <a:r>
              <a:rPr sz="2400" dirty="0">
                <a:latin typeface="Cambria"/>
                <a:cs typeface="Cambria"/>
              </a:rPr>
              <a:t>FP</a:t>
            </a:r>
            <a:r>
              <a:rPr sz="2400" spc="-25" dirty="0">
                <a:latin typeface="Cambria"/>
                <a:cs typeface="Cambria"/>
              </a:rPr>
              <a:t> </a:t>
            </a:r>
            <a:r>
              <a:rPr sz="2400" spc="-5" dirty="0">
                <a:latin typeface="Cambria"/>
                <a:cs typeface="Cambria"/>
              </a:rPr>
              <a:t>add:</a:t>
            </a:r>
            <a:r>
              <a:rPr sz="2400" spc="-30" dirty="0">
                <a:latin typeface="Cambria"/>
                <a:cs typeface="Cambria"/>
              </a:rPr>
              <a:t> </a:t>
            </a:r>
            <a:r>
              <a:rPr sz="2400" dirty="0">
                <a:latin typeface="Cambria"/>
                <a:cs typeface="Cambria"/>
              </a:rPr>
              <a:t>2</a:t>
            </a:r>
            <a:r>
              <a:rPr sz="2400" spc="-40" dirty="0">
                <a:latin typeface="Cambria"/>
                <a:cs typeface="Cambria"/>
              </a:rPr>
              <a:t> </a:t>
            </a:r>
            <a:r>
              <a:rPr sz="2400" spc="-10" dirty="0">
                <a:latin typeface="Cambria"/>
                <a:cs typeface="Cambria"/>
              </a:rPr>
              <a:t>cycles</a:t>
            </a:r>
            <a:endParaRPr sz="2400" dirty="0">
              <a:latin typeface="Cambria"/>
              <a:cs typeface="Cambria"/>
            </a:endParaRPr>
          </a:p>
          <a:p>
            <a:pPr marL="12700" marR="5080">
              <a:lnSpc>
                <a:spcPct val="100000"/>
              </a:lnSpc>
            </a:pPr>
            <a:r>
              <a:rPr sz="2400" dirty="0">
                <a:latin typeface="Cambria"/>
                <a:cs typeface="Cambria"/>
              </a:rPr>
              <a:t>FP</a:t>
            </a:r>
            <a:r>
              <a:rPr sz="2400" spc="-30" dirty="0">
                <a:latin typeface="Cambria"/>
                <a:cs typeface="Cambria"/>
              </a:rPr>
              <a:t> </a:t>
            </a:r>
            <a:r>
              <a:rPr sz="2400" spc="-10" dirty="0">
                <a:latin typeface="Cambria"/>
                <a:cs typeface="Cambria"/>
              </a:rPr>
              <a:t>multiply:</a:t>
            </a:r>
            <a:r>
              <a:rPr sz="2400" spc="-30" dirty="0">
                <a:latin typeface="Cambria"/>
                <a:cs typeface="Cambria"/>
              </a:rPr>
              <a:t> </a:t>
            </a:r>
            <a:r>
              <a:rPr sz="2400" dirty="0">
                <a:latin typeface="Cambria"/>
                <a:cs typeface="Cambria"/>
              </a:rPr>
              <a:t>10</a:t>
            </a:r>
            <a:r>
              <a:rPr sz="2400" spc="-35" dirty="0">
                <a:latin typeface="Cambria"/>
                <a:cs typeface="Cambria"/>
              </a:rPr>
              <a:t> </a:t>
            </a:r>
            <a:r>
              <a:rPr sz="2400" spc="-10" dirty="0">
                <a:latin typeface="Cambria"/>
                <a:cs typeface="Cambria"/>
              </a:rPr>
              <a:t>cycles </a:t>
            </a:r>
            <a:r>
              <a:rPr sz="2400" spc="-515" dirty="0">
                <a:latin typeface="Cambria"/>
                <a:cs typeface="Cambria"/>
              </a:rPr>
              <a:t> </a:t>
            </a:r>
            <a:r>
              <a:rPr sz="2400" dirty="0">
                <a:latin typeface="Cambria"/>
                <a:cs typeface="Cambria"/>
              </a:rPr>
              <a:t>FP</a:t>
            </a:r>
            <a:r>
              <a:rPr sz="2400" spc="-10" dirty="0">
                <a:latin typeface="Cambria"/>
                <a:cs typeface="Cambria"/>
              </a:rPr>
              <a:t> divide:</a:t>
            </a:r>
            <a:r>
              <a:rPr sz="2400" spc="-20" dirty="0">
                <a:latin typeface="Cambria"/>
                <a:cs typeface="Cambria"/>
              </a:rPr>
              <a:t> </a:t>
            </a:r>
            <a:r>
              <a:rPr sz="2400" dirty="0">
                <a:latin typeface="Cambria"/>
                <a:cs typeface="Cambria"/>
              </a:rPr>
              <a:t>40</a:t>
            </a:r>
            <a:r>
              <a:rPr sz="2400" spc="-25" dirty="0">
                <a:latin typeface="Cambria"/>
                <a:cs typeface="Cambria"/>
              </a:rPr>
              <a:t> </a:t>
            </a:r>
            <a:r>
              <a:rPr sz="2400" spc="-10" dirty="0">
                <a:latin typeface="Cambria"/>
                <a:cs typeface="Cambria"/>
              </a:rPr>
              <a:t>cycles</a:t>
            </a:r>
            <a:endParaRPr sz="2400" dirty="0">
              <a:latin typeface="Cambria"/>
              <a:cs typeface="Cambria"/>
            </a:endParaRPr>
          </a:p>
        </p:txBody>
      </p:sp>
    </p:spTree>
    <p:extLst>
      <p:ext uri="{BB962C8B-B14F-4D97-AF65-F5344CB8AC3E}">
        <p14:creationId xmlns:p14="http://schemas.microsoft.com/office/powerpoint/2010/main" val="3633519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E9B19-BED2-A0D4-0D05-F6029483C32B}"/>
              </a:ext>
            </a:extLst>
          </p:cNvPr>
          <p:cNvSpPr>
            <a:spLocks noGrp="1"/>
          </p:cNvSpPr>
          <p:nvPr>
            <p:ph type="title"/>
          </p:nvPr>
        </p:nvSpPr>
        <p:spPr/>
        <p:txBody>
          <a:bodyPr/>
          <a:lstStyle/>
          <a:p>
            <a:r>
              <a:rPr lang="en-US" dirty="0"/>
              <a:t>Cycle-2</a:t>
            </a:r>
            <a:endParaRPr lang="en-IN" dirty="0"/>
          </a:p>
        </p:txBody>
      </p:sp>
      <p:sp>
        <p:nvSpPr>
          <p:cNvPr id="4" name="Footer Placeholder 3">
            <a:extLst>
              <a:ext uri="{FF2B5EF4-FFF2-40B4-BE49-F238E27FC236}">
                <a16:creationId xmlns:a16="http://schemas.microsoft.com/office/drawing/2014/main" id="{A2A9719C-B380-BEF4-864F-78013310B81C}"/>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8371A1B0-9E67-C3FB-FF2F-0C81AA56862D}"/>
              </a:ext>
            </a:extLst>
          </p:cNvPr>
          <p:cNvSpPr>
            <a:spLocks noGrp="1"/>
          </p:cNvSpPr>
          <p:nvPr>
            <p:ph type="sldNum" sz="quarter" idx="12"/>
          </p:nvPr>
        </p:nvSpPr>
        <p:spPr/>
        <p:txBody>
          <a:bodyPr/>
          <a:lstStyle/>
          <a:p>
            <a:fld id="{B8651ABE-1138-46C6-9A43-7FCD4EB2550C}" type="slidenum">
              <a:rPr lang="en-IN" smtClean="0"/>
              <a:pPr/>
              <a:t>23</a:t>
            </a:fld>
            <a:endParaRPr lang="en-IN" dirty="0"/>
          </a:p>
        </p:txBody>
      </p:sp>
      <p:sp>
        <p:nvSpPr>
          <p:cNvPr id="6" name="object 3">
            <a:extLst>
              <a:ext uri="{FF2B5EF4-FFF2-40B4-BE49-F238E27FC236}">
                <a16:creationId xmlns:a16="http://schemas.microsoft.com/office/drawing/2014/main" id="{7561FF46-76AD-F16A-6F1F-97BE7A95961A}"/>
              </a:ext>
            </a:extLst>
          </p:cNvPr>
          <p:cNvSpPr txBox="1"/>
          <p:nvPr/>
        </p:nvSpPr>
        <p:spPr>
          <a:xfrm>
            <a:off x="43209" y="1534441"/>
            <a:ext cx="2028189" cy="300990"/>
          </a:xfrm>
          <a:prstGeom prst="rect">
            <a:avLst/>
          </a:prstGeom>
        </p:spPr>
        <p:txBody>
          <a:bodyPr vert="horz" wrap="square" lIns="0" tIns="13335" rIns="0" bIns="0" rtlCol="0">
            <a:spAutoFit/>
          </a:bodyPr>
          <a:lstStyle/>
          <a:p>
            <a:pPr marL="12700">
              <a:lnSpc>
                <a:spcPct val="100000"/>
              </a:lnSpc>
              <a:spcBef>
                <a:spcPts val="105"/>
              </a:spcBef>
            </a:pPr>
            <a:r>
              <a:rPr sz="1800" i="1" spc="140" dirty="0">
                <a:solidFill>
                  <a:srgbClr val="FF0000"/>
                </a:solidFill>
                <a:latin typeface="Times New Roman"/>
                <a:cs typeface="Times New Roman"/>
              </a:rPr>
              <a:t>Instruction</a:t>
            </a:r>
            <a:r>
              <a:rPr sz="1800" i="1" spc="5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sp>
        <p:nvSpPr>
          <p:cNvPr id="7" name="object 4">
            <a:extLst>
              <a:ext uri="{FF2B5EF4-FFF2-40B4-BE49-F238E27FC236}">
                <a16:creationId xmlns:a16="http://schemas.microsoft.com/office/drawing/2014/main" id="{54DA9C30-A91B-5783-6D5D-53996D36F864}"/>
              </a:ext>
            </a:extLst>
          </p:cNvPr>
          <p:cNvSpPr txBox="1"/>
          <p:nvPr/>
        </p:nvSpPr>
        <p:spPr>
          <a:xfrm>
            <a:off x="3568136" y="1570282"/>
            <a:ext cx="481965" cy="258445"/>
          </a:xfrm>
          <a:prstGeom prst="rect">
            <a:avLst/>
          </a:prstGeom>
        </p:spPr>
        <p:txBody>
          <a:bodyPr vert="horz" wrap="square" lIns="0" tIns="15875" rIns="0" bIns="0" rtlCol="0">
            <a:spAutoFit/>
          </a:bodyPr>
          <a:lstStyle/>
          <a:p>
            <a:pPr marL="12700">
              <a:lnSpc>
                <a:spcPct val="100000"/>
              </a:lnSpc>
              <a:spcBef>
                <a:spcPts val="125"/>
              </a:spcBef>
            </a:pPr>
            <a:r>
              <a:rPr sz="1500" i="1" spc="229" dirty="0">
                <a:latin typeface="Times New Roman"/>
                <a:cs typeface="Times New Roman"/>
              </a:rPr>
              <a:t>E</a:t>
            </a:r>
            <a:r>
              <a:rPr sz="1500" i="1" spc="145" dirty="0">
                <a:latin typeface="Times New Roman"/>
                <a:cs typeface="Times New Roman"/>
              </a:rPr>
              <a:t>xec</a:t>
            </a:r>
            <a:endParaRPr sz="1500">
              <a:latin typeface="Times New Roman"/>
              <a:cs typeface="Times New Roman"/>
            </a:endParaRPr>
          </a:p>
        </p:txBody>
      </p:sp>
      <p:sp>
        <p:nvSpPr>
          <p:cNvPr id="8" name="object 5">
            <a:extLst>
              <a:ext uri="{FF2B5EF4-FFF2-40B4-BE49-F238E27FC236}">
                <a16:creationId xmlns:a16="http://schemas.microsoft.com/office/drawing/2014/main" id="{2FF4C4B6-C281-8611-0528-6E98A0E81169}"/>
              </a:ext>
            </a:extLst>
          </p:cNvPr>
          <p:cNvSpPr txBox="1"/>
          <p:nvPr/>
        </p:nvSpPr>
        <p:spPr>
          <a:xfrm>
            <a:off x="4214431" y="1570282"/>
            <a:ext cx="550545" cy="258445"/>
          </a:xfrm>
          <a:prstGeom prst="rect">
            <a:avLst/>
          </a:prstGeom>
        </p:spPr>
        <p:txBody>
          <a:bodyPr vert="horz" wrap="square" lIns="0" tIns="15875" rIns="0" bIns="0" rtlCol="0">
            <a:spAutoFit/>
          </a:bodyPr>
          <a:lstStyle/>
          <a:p>
            <a:pPr marL="12700">
              <a:lnSpc>
                <a:spcPct val="100000"/>
              </a:lnSpc>
              <a:spcBef>
                <a:spcPts val="125"/>
              </a:spcBef>
            </a:pPr>
            <a:r>
              <a:rPr sz="1500" i="1" spc="170" dirty="0">
                <a:latin typeface="Times New Roman"/>
                <a:cs typeface="Times New Roman"/>
              </a:rPr>
              <a:t>W</a:t>
            </a:r>
            <a:r>
              <a:rPr sz="1500" i="1" spc="155" dirty="0">
                <a:latin typeface="Times New Roman"/>
                <a:cs typeface="Times New Roman"/>
              </a:rPr>
              <a:t>r</a:t>
            </a:r>
            <a:r>
              <a:rPr sz="1500" i="1" spc="185" dirty="0">
                <a:latin typeface="Times New Roman"/>
                <a:cs typeface="Times New Roman"/>
              </a:rPr>
              <a:t>i</a:t>
            </a:r>
            <a:r>
              <a:rPr sz="1500" i="1" spc="120" dirty="0">
                <a:latin typeface="Times New Roman"/>
                <a:cs typeface="Times New Roman"/>
              </a:rPr>
              <a:t>t</a:t>
            </a:r>
            <a:r>
              <a:rPr sz="1500" i="1" spc="145" dirty="0">
                <a:latin typeface="Times New Roman"/>
                <a:cs typeface="Times New Roman"/>
              </a:rPr>
              <a:t>e</a:t>
            </a:r>
            <a:endParaRPr sz="1500">
              <a:latin typeface="Times New Roman"/>
              <a:cs typeface="Times New Roman"/>
            </a:endParaRPr>
          </a:p>
        </p:txBody>
      </p:sp>
      <p:graphicFrame>
        <p:nvGraphicFramePr>
          <p:cNvPr id="9" name="object 6">
            <a:extLst>
              <a:ext uri="{FF2B5EF4-FFF2-40B4-BE49-F238E27FC236}">
                <a16:creationId xmlns:a16="http://schemas.microsoft.com/office/drawing/2014/main" id="{D2083341-3337-E519-C246-6C512BAEC035}"/>
              </a:ext>
            </a:extLst>
          </p:cNvPr>
          <p:cNvGraphicFramePr>
            <a:graphicFrameLocks noGrp="1"/>
          </p:cNvGraphicFramePr>
          <p:nvPr/>
        </p:nvGraphicFramePr>
        <p:xfrm>
          <a:off x="351622" y="1862196"/>
          <a:ext cx="7376794" cy="1559500"/>
        </p:xfrm>
        <a:graphic>
          <a:graphicData uri="http://schemas.openxmlformats.org/drawingml/2006/table">
            <a:tbl>
              <a:tblPr firstRow="1" bandRow="1">
                <a:tableStyleId>{2D5ABB26-0587-4C30-8999-92F81FD0307C}</a:tableStyleId>
              </a:tblPr>
              <a:tblGrid>
                <a:gridCol w="927735">
                  <a:extLst>
                    <a:ext uri="{9D8B030D-6E8A-4147-A177-3AD203B41FA5}">
                      <a16:colId xmlns:a16="http://schemas.microsoft.com/office/drawing/2014/main" val="20000"/>
                    </a:ext>
                  </a:extLst>
                </a:gridCol>
                <a:gridCol w="1037590">
                  <a:extLst>
                    <a:ext uri="{9D8B030D-6E8A-4147-A177-3AD203B41FA5}">
                      <a16:colId xmlns:a16="http://schemas.microsoft.com/office/drawing/2014/main" val="20001"/>
                    </a:ext>
                  </a:extLst>
                </a:gridCol>
                <a:gridCol w="520064">
                  <a:extLst>
                    <a:ext uri="{9D8B030D-6E8A-4147-A177-3AD203B41FA5}">
                      <a16:colId xmlns:a16="http://schemas.microsoft.com/office/drawing/2014/main" val="20002"/>
                    </a:ext>
                  </a:extLst>
                </a:gridCol>
                <a:gridCol w="663575">
                  <a:extLst>
                    <a:ext uri="{9D8B030D-6E8A-4147-A177-3AD203B41FA5}">
                      <a16:colId xmlns:a16="http://schemas.microsoft.com/office/drawing/2014/main" val="20003"/>
                    </a:ext>
                  </a:extLst>
                </a:gridCol>
                <a:gridCol w="1336675">
                  <a:extLst>
                    <a:ext uri="{9D8B030D-6E8A-4147-A177-3AD203B41FA5}">
                      <a16:colId xmlns:a16="http://schemas.microsoft.com/office/drawing/2014/main" val="20004"/>
                    </a:ext>
                  </a:extLst>
                </a:gridCol>
                <a:gridCol w="1213485">
                  <a:extLst>
                    <a:ext uri="{9D8B030D-6E8A-4147-A177-3AD203B41FA5}">
                      <a16:colId xmlns:a16="http://schemas.microsoft.com/office/drawing/2014/main" val="20005"/>
                    </a:ext>
                  </a:extLst>
                </a:gridCol>
                <a:gridCol w="34925">
                  <a:extLst>
                    <a:ext uri="{9D8B030D-6E8A-4147-A177-3AD203B41FA5}">
                      <a16:colId xmlns:a16="http://schemas.microsoft.com/office/drawing/2014/main" val="20006"/>
                    </a:ext>
                  </a:extLst>
                </a:gridCol>
                <a:gridCol w="45720">
                  <a:extLst>
                    <a:ext uri="{9D8B030D-6E8A-4147-A177-3AD203B41FA5}">
                      <a16:colId xmlns:a16="http://schemas.microsoft.com/office/drawing/2014/main" val="20007"/>
                    </a:ext>
                  </a:extLst>
                </a:gridCol>
                <a:gridCol w="596900">
                  <a:extLst>
                    <a:ext uri="{9D8B030D-6E8A-4147-A177-3AD203B41FA5}">
                      <a16:colId xmlns:a16="http://schemas.microsoft.com/office/drawing/2014/main" val="20008"/>
                    </a:ext>
                  </a:extLst>
                </a:gridCol>
                <a:gridCol w="1000125">
                  <a:extLst>
                    <a:ext uri="{9D8B030D-6E8A-4147-A177-3AD203B41FA5}">
                      <a16:colId xmlns:a16="http://schemas.microsoft.com/office/drawing/2014/main" val="20009"/>
                    </a:ext>
                  </a:extLst>
                </a:gridCol>
              </a:tblGrid>
              <a:tr h="226366">
                <a:tc>
                  <a:txBody>
                    <a:bodyPr/>
                    <a:lstStyle/>
                    <a:p>
                      <a:pPr marL="31750">
                        <a:lnSpc>
                          <a:spcPct val="100000"/>
                        </a:lnSpc>
                        <a:spcBef>
                          <a:spcPts val="10"/>
                        </a:spcBef>
                      </a:pPr>
                      <a:r>
                        <a:rPr sz="1350" dirty="0">
                          <a:latin typeface="Times New Roman"/>
                          <a:cs typeface="Times New Roman"/>
                        </a:rPr>
                        <a:t>In</a:t>
                      </a:r>
                      <a:r>
                        <a:rPr sz="1350" spc="-25" dirty="0">
                          <a:latin typeface="Times New Roman"/>
                          <a:cs typeface="Times New Roman"/>
                        </a:rPr>
                        <a:t>s</a:t>
                      </a:r>
                      <a:r>
                        <a:rPr sz="1350" spc="15" dirty="0">
                          <a:latin typeface="Times New Roman"/>
                          <a:cs typeface="Times New Roman"/>
                        </a:rPr>
                        <a:t>t</a:t>
                      </a:r>
                      <a:r>
                        <a:rPr sz="1350" dirty="0">
                          <a:latin typeface="Times New Roman"/>
                          <a:cs typeface="Times New Roman"/>
                        </a:rPr>
                        <a:t>ru</a:t>
                      </a:r>
                      <a:r>
                        <a:rPr sz="1350" spc="15" dirty="0">
                          <a:latin typeface="Times New Roman"/>
                          <a:cs typeface="Times New Roman"/>
                        </a:rPr>
                        <a:t>ct</a:t>
                      </a:r>
                      <a:r>
                        <a:rPr sz="1350" spc="-50" dirty="0">
                          <a:latin typeface="Times New Roman"/>
                          <a:cs typeface="Times New Roman"/>
                        </a:rPr>
                        <a:t>i</a:t>
                      </a:r>
                      <a:r>
                        <a:rPr sz="1350" dirty="0">
                          <a:latin typeface="Times New Roman"/>
                          <a:cs typeface="Times New Roman"/>
                        </a:rPr>
                        <a:t>on</a:t>
                      </a:r>
                      <a:endParaRPr sz="1350">
                        <a:latin typeface="Times New Roman"/>
                        <a:cs typeface="Times New Roman"/>
                      </a:endParaRPr>
                    </a:p>
                  </a:txBody>
                  <a:tcPr marL="0" marR="0" marT="1270" marB="0"/>
                </a:tc>
                <a:tc>
                  <a:txBody>
                    <a:bodyPr/>
                    <a:lstStyle/>
                    <a:p>
                      <a:pPr marL="690245">
                        <a:lnSpc>
                          <a:spcPct val="100000"/>
                        </a:lnSpc>
                        <a:spcBef>
                          <a:spcPts val="10"/>
                        </a:spcBef>
                      </a:pPr>
                      <a:r>
                        <a:rPr sz="1350" i="1" dirty="0">
                          <a:latin typeface="Times New Roman"/>
                          <a:cs typeface="Times New Roman"/>
                        </a:rPr>
                        <a:t>j</a:t>
                      </a:r>
                      <a:endParaRPr sz="1350">
                        <a:latin typeface="Times New Roman"/>
                        <a:cs typeface="Times New Roman"/>
                      </a:endParaRPr>
                    </a:p>
                  </a:txBody>
                  <a:tcPr marL="0" marR="0" marT="1270" marB="0"/>
                </a:tc>
                <a:tc>
                  <a:txBody>
                    <a:bodyPr/>
                    <a:lstStyle/>
                    <a:p>
                      <a:pPr marR="27940" algn="ctr">
                        <a:lnSpc>
                          <a:spcPct val="100000"/>
                        </a:lnSpc>
                        <a:spcBef>
                          <a:spcPts val="10"/>
                        </a:spcBef>
                      </a:pPr>
                      <a:r>
                        <a:rPr sz="1350" i="1" dirty="0">
                          <a:latin typeface="Times New Roman"/>
                          <a:cs typeface="Times New Roman"/>
                        </a:rPr>
                        <a:t>k</a:t>
                      </a:r>
                      <a:endParaRPr sz="1350">
                        <a:latin typeface="Times New Roman"/>
                        <a:cs typeface="Times New Roman"/>
                      </a:endParaRPr>
                    </a:p>
                  </a:txBody>
                  <a:tcPr marL="0" marR="0" marT="1270" marB="0"/>
                </a:tc>
                <a:tc>
                  <a:txBody>
                    <a:bodyPr/>
                    <a:lstStyle/>
                    <a:p>
                      <a:pPr marL="7620" algn="ctr">
                        <a:lnSpc>
                          <a:spcPts val="1660"/>
                        </a:lnSpc>
                      </a:pPr>
                      <a:r>
                        <a:rPr sz="1500" i="1" spc="150" dirty="0">
                          <a:latin typeface="Times New Roman"/>
                          <a:cs typeface="Times New Roman"/>
                        </a:rPr>
                        <a:t>Issue</a:t>
                      </a:r>
                      <a:endParaRPr sz="1500">
                        <a:latin typeface="Times New Roman"/>
                        <a:cs typeface="Times New Roman"/>
                      </a:endParaRPr>
                    </a:p>
                  </a:txBody>
                  <a:tcPr marL="0" marR="0" marT="0" marB="0">
                    <a:lnB w="9525">
                      <a:solidFill>
                        <a:srgbClr val="000000"/>
                      </a:solidFill>
                      <a:prstDash val="solid"/>
                    </a:lnB>
                  </a:tcPr>
                </a:tc>
                <a:tc>
                  <a:txBody>
                    <a:bodyPr/>
                    <a:lstStyle/>
                    <a:p>
                      <a:pPr marL="81915">
                        <a:lnSpc>
                          <a:spcPts val="1660"/>
                        </a:lnSpc>
                      </a:pPr>
                      <a:r>
                        <a:rPr sz="1500" i="1" spc="210" dirty="0">
                          <a:latin typeface="Times New Roman"/>
                          <a:cs typeface="Times New Roman"/>
                        </a:rPr>
                        <a:t>Comp </a:t>
                      </a:r>
                      <a:r>
                        <a:rPr sz="1500" i="1" spc="155" dirty="0">
                          <a:latin typeface="Times New Roman"/>
                          <a:cs typeface="Times New Roman"/>
                        </a:rPr>
                        <a:t>Result</a:t>
                      </a:r>
                      <a:endParaRPr sz="15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marL="38735">
                        <a:lnSpc>
                          <a:spcPts val="1660"/>
                        </a:lnSpc>
                      </a:pPr>
                      <a:r>
                        <a:rPr sz="1500" spc="165" dirty="0">
                          <a:latin typeface="Times New Roman"/>
                          <a:cs typeface="Times New Roman"/>
                        </a:rPr>
                        <a:t>Busy</a:t>
                      </a:r>
                      <a:endParaRPr sz="1500">
                        <a:latin typeface="Times New Roman"/>
                        <a:cs typeface="Times New Roman"/>
                      </a:endParaRPr>
                    </a:p>
                  </a:txBody>
                  <a:tcPr marL="0" marR="0" marT="0" marB="0">
                    <a:lnB w="9525">
                      <a:solidFill>
                        <a:srgbClr val="000000"/>
                      </a:solidFill>
                      <a:prstDash val="solid"/>
                    </a:lnB>
                  </a:tcPr>
                </a:tc>
                <a:tc>
                  <a:txBody>
                    <a:bodyPr/>
                    <a:lstStyle/>
                    <a:p>
                      <a:pPr marR="70485" algn="ctr">
                        <a:lnSpc>
                          <a:spcPts val="1660"/>
                        </a:lnSpc>
                      </a:pPr>
                      <a:r>
                        <a:rPr sz="1500" spc="150" dirty="0">
                          <a:latin typeface="Times New Roman"/>
                          <a:cs typeface="Times New Roman"/>
                        </a:rPr>
                        <a:t>Address</a:t>
                      </a:r>
                      <a:endParaRPr sz="15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228618">
                <a:tc>
                  <a:txBody>
                    <a:bodyPr/>
                    <a:lstStyle/>
                    <a:p>
                      <a:pPr marL="31750">
                        <a:lnSpc>
                          <a:spcPct val="100000"/>
                        </a:lnSpc>
                        <a:spcBef>
                          <a:spcPts val="30"/>
                        </a:spcBef>
                      </a:pPr>
                      <a:r>
                        <a:rPr sz="1350" spc="204" dirty="0">
                          <a:latin typeface="Times New Roman"/>
                          <a:cs typeface="Times New Roman"/>
                        </a:rPr>
                        <a:t>LD</a:t>
                      </a:r>
                      <a:endParaRPr sz="1350">
                        <a:latin typeface="Times New Roman"/>
                        <a:cs typeface="Times New Roman"/>
                      </a:endParaRPr>
                    </a:p>
                  </a:txBody>
                  <a:tcPr marL="0" marR="0" marT="3810" marB="0"/>
                </a:tc>
                <a:tc>
                  <a:txBody>
                    <a:bodyPr/>
                    <a:lstStyle/>
                    <a:p>
                      <a:pPr marR="136525" algn="r">
                        <a:lnSpc>
                          <a:spcPct val="100000"/>
                        </a:lnSpc>
                        <a:spcBef>
                          <a:spcPts val="30"/>
                        </a:spcBef>
                        <a:tabLst>
                          <a:tab pos="516890" algn="l"/>
                        </a:tabLst>
                      </a:pPr>
                      <a:r>
                        <a:rPr sz="1350" spc="130" dirty="0">
                          <a:latin typeface="Times New Roman"/>
                          <a:cs typeface="Times New Roman"/>
                        </a:rPr>
                        <a:t>F6	</a:t>
                      </a:r>
                      <a:r>
                        <a:rPr sz="1350" spc="140" dirty="0">
                          <a:latin typeface="Times New Roman"/>
                          <a:cs typeface="Times New Roman"/>
                        </a:rPr>
                        <a:t>34+</a:t>
                      </a:r>
                      <a:endParaRPr sz="1350">
                        <a:latin typeface="Times New Roman"/>
                        <a:cs typeface="Times New Roman"/>
                      </a:endParaRPr>
                    </a:p>
                  </a:txBody>
                  <a:tcPr marL="0" marR="0" marT="3810" marB="0"/>
                </a:tc>
                <a:tc>
                  <a:txBody>
                    <a:bodyPr/>
                    <a:lstStyle/>
                    <a:p>
                      <a:pPr marL="10160" algn="ctr">
                        <a:lnSpc>
                          <a:spcPct val="100000"/>
                        </a:lnSpc>
                        <a:spcBef>
                          <a:spcPts val="30"/>
                        </a:spcBef>
                      </a:pPr>
                      <a:r>
                        <a:rPr sz="1350" spc="155" dirty="0">
                          <a:latin typeface="Times New Roman"/>
                          <a:cs typeface="Times New Roman"/>
                        </a:rPr>
                        <a:t>R2</a:t>
                      </a:r>
                      <a:endParaRPr sz="1350">
                        <a:latin typeface="Times New Roman"/>
                        <a:cs typeface="Times New Roman"/>
                      </a:endParaRPr>
                    </a:p>
                  </a:txBody>
                  <a:tcPr marL="0" marR="0" marT="3810" marB="0">
                    <a:lnR w="9525">
                      <a:solidFill>
                        <a:srgbClr val="000000"/>
                      </a:solidFill>
                      <a:prstDash val="solid"/>
                    </a:lnR>
                  </a:tcPr>
                </a:tc>
                <a:tc>
                  <a:txBody>
                    <a:bodyPr/>
                    <a:lstStyle/>
                    <a:p>
                      <a:pPr marL="52069" algn="ctr">
                        <a:lnSpc>
                          <a:spcPct val="100000"/>
                        </a:lnSpc>
                        <a:spcBef>
                          <a:spcPts val="30"/>
                        </a:spcBef>
                      </a:pPr>
                      <a:r>
                        <a:rPr sz="1350" dirty="0">
                          <a:latin typeface="Times New Roman"/>
                          <a:cs typeface="Times New Roman"/>
                        </a:rPr>
                        <a:t>1</a:t>
                      </a:r>
                      <a:endParaRPr sz="1350">
                        <a:latin typeface="Times New Roman"/>
                        <a:cs typeface="Times New Roman"/>
                      </a:endParaRPr>
                    </a:p>
                  </a:txBody>
                  <a:tcPr marL="0" marR="0" marT="3810" marB="0">
                    <a:lnL w="9525">
                      <a:solidFill>
                        <a:srgbClr val="000000"/>
                      </a:solidFill>
                      <a:prstDash val="solid"/>
                    </a:lnL>
                    <a:lnT w="9525">
                      <a:solidFill>
                        <a:srgbClr val="000000"/>
                      </a:solidFill>
                      <a:prstDash val="solid"/>
                    </a:lnT>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lnT w="9525">
                      <a:solidFill>
                        <a:srgbClr val="000000"/>
                      </a:solidFill>
                      <a:prstDash val="solid"/>
                    </a:lnT>
                  </a:tcPr>
                </a:tc>
                <a:tc>
                  <a:txBody>
                    <a:bodyPr/>
                    <a:lstStyle/>
                    <a:p>
                      <a:pPr algn="r">
                        <a:lnSpc>
                          <a:spcPct val="100000"/>
                        </a:lnSpc>
                        <a:spcBef>
                          <a:spcPts val="30"/>
                        </a:spcBef>
                      </a:pPr>
                      <a:r>
                        <a:rPr sz="1350" spc="145" dirty="0">
                          <a:latin typeface="Times New Roman"/>
                          <a:cs typeface="Times New Roman"/>
                        </a:rPr>
                        <a:t>Load1</a:t>
                      </a:r>
                      <a:endParaRPr sz="1350">
                        <a:latin typeface="Times New Roman"/>
                        <a:cs typeface="Times New Roman"/>
                      </a:endParaRPr>
                    </a:p>
                  </a:txBody>
                  <a:tcPr marL="0" marR="0" marT="381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marL="158750">
                        <a:lnSpc>
                          <a:spcPct val="100000"/>
                        </a:lnSpc>
                        <a:spcBef>
                          <a:spcPts val="30"/>
                        </a:spcBef>
                      </a:pPr>
                      <a:r>
                        <a:rPr sz="1350" spc="140" dirty="0">
                          <a:latin typeface="Times New Roman"/>
                          <a:cs typeface="Times New Roman"/>
                        </a:rPr>
                        <a:t>Yes</a:t>
                      </a:r>
                      <a:endParaRPr sz="1350">
                        <a:latin typeface="Times New Roman"/>
                        <a:cs typeface="Times New Roman"/>
                      </a:endParaRPr>
                    </a:p>
                  </a:txBody>
                  <a:tcPr marL="0" marR="0" marT="3810" marB="0">
                    <a:lnT w="9525">
                      <a:solidFill>
                        <a:srgbClr val="000000"/>
                      </a:solidFill>
                      <a:prstDash val="solid"/>
                    </a:lnT>
                  </a:tcPr>
                </a:tc>
                <a:tc>
                  <a:txBody>
                    <a:bodyPr/>
                    <a:lstStyle/>
                    <a:p>
                      <a:pPr marR="22860" algn="ctr">
                        <a:lnSpc>
                          <a:spcPct val="100000"/>
                        </a:lnSpc>
                        <a:spcBef>
                          <a:spcPts val="30"/>
                        </a:spcBef>
                      </a:pPr>
                      <a:r>
                        <a:rPr sz="1350" spc="155" dirty="0">
                          <a:latin typeface="Times New Roman"/>
                          <a:cs typeface="Times New Roman"/>
                        </a:rPr>
                        <a:t>34+R2</a:t>
                      </a:r>
                      <a:endParaRPr sz="1350">
                        <a:latin typeface="Times New Roman"/>
                        <a:cs typeface="Times New Roman"/>
                      </a:endParaRPr>
                    </a:p>
                  </a:txBody>
                  <a:tcPr marL="0" marR="0" marT="3810" marB="0">
                    <a:lnT w="9525">
                      <a:solidFill>
                        <a:srgbClr val="000000"/>
                      </a:solidFill>
                      <a:prstDash val="solid"/>
                    </a:lnT>
                  </a:tcPr>
                </a:tc>
                <a:extLst>
                  <a:ext uri="{0D108BD9-81ED-4DB2-BD59-A6C34878D82A}">
                    <a16:rowId xmlns:a16="http://schemas.microsoft.com/office/drawing/2014/main" val="10001"/>
                  </a:ext>
                </a:extLst>
              </a:tr>
              <a:tr h="222253">
                <a:tc>
                  <a:txBody>
                    <a:bodyPr/>
                    <a:lstStyle/>
                    <a:p>
                      <a:pPr marL="31750">
                        <a:lnSpc>
                          <a:spcPts val="1605"/>
                        </a:lnSpc>
                      </a:pPr>
                      <a:r>
                        <a:rPr sz="1350" spc="204" dirty="0">
                          <a:solidFill>
                            <a:srgbClr val="FF0000"/>
                          </a:solidFill>
                          <a:latin typeface="Times New Roman"/>
                          <a:cs typeface="Times New Roman"/>
                        </a:rPr>
                        <a:t>LD</a:t>
                      </a:r>
                      <a:endParaRPr sz="1350">
                        <a:latin typeface="Times New Roman"/>
                        <a:cs typeface="Times New Roman"/>
                      </a:endParaRPr>
                    </a:p>
                  </a:txBody>
                  <a:tcPr marL="0" marR="0" marT="0" marB="0"/>
                </a:tc>
                <a:tc>
                  <a:txBody>
                    <a:bodyPr/>
                    <a:lstStyle/>
                    <a:p>
                      <a:pPr marR="136525" algn="r">
                        <a:lnSpc>
                          <a:spcPts val="1605"/>
                        </a:lnSpc>
                        <a:tabLst>
                          <a:tab pos="516890" algn="l"/>
                        </a:tabLst>
                      </a:pPr>
                      <a:r>
                        <a:rPr sz="1350" spc="130" dirty="0">
                          <a:solidFill>
                            <a:srgbClr val="FF0000"/>
                          </a:solidFill>
                          <a:latin typeface="Times New Roman"/>
                          <a:cs typeface="Times New Roman"/>
                        </a:rPr>
                        <a:t>F2	</a:t>
                      </a:r>
                      <a:r>
                        <a:rPr sz="1350" spc="140" dirty="0">
                          <a:solidFill>
                            <a:srgbClr val="FF0000"/>
                          </a:solidFill>
                          <a:latin typeface="Times New Roman"/>
                          <a:cs typeface="Times New Roman"/>
                        </a:rPr>
                        <a:t>45+</a:t>
                      </a:r>
                      <a:endParaRPr sz="1350">
                        <a:latin typeface="Times New Roman"/>
                        <a:cs typeface="Times New Roman"/>
                      </a:endParaRPr>
                    </a:p>
                  </a:txBody>
                  <a:tcPr marL="0" marR="0" marT="0" marB="0"/>
                </a:tc>
                <a:tc>
                  <a:txBody>
                    <a:bodyPr/>
                    <a:lstStyle/>
                    <a:p>
                      <a:pPr marL="10160" algn="ctr">
                        <a:lnSpc>
                          <a:spcPts val="1605"/>
                        </a:lnSpc>
                      </a:pPr>
                      <a:r>
                        <a:rPr sz="1350" spc="155" dirty="0">
                          <a:solidFill>
                            <a:srgbClr val="FF0000"/>
                          </a:solidFill>
                          <a:latin typeface="Times New Roman"/>
                          <a:cs typeface="Times New Roman"/>
                        </a:rPr>
                        <a:t>R3</a:t>
                      </a:r>
                      <a:endParaRPr sz="1350">
                        <a:latin typeface="Times New Roman"/>
                        <a:cs typeface="Times New Roman"/>
                      </a:endParaRPr>
                    </a:p>
                  </a:txBody>
                  <a:tcPr marL="0" marR="0" marT="0" marB="0">
                    <a:lnR w="9525">
                      <a:solidFill>
                        <a:srgbClr val="000000"/>
                      </a:solidFill>
                      <a:prstDash val="solid"/>
                    </a:lnR>
                  </a:tcPr>
                </a:tc>
                <a:tc>
                  <a:txBody>
                    <a:bodyPr/>
                    <a:lstStyle/>
                    <a:p>
                      <a:pPr marL="52069" algn="ctr">
                        <a:lnSpc>
                          <a:spcPts val="1605"/>
                        </a:lnSpc>
                      </a:pPr>
                      <a:r>
                        <a:rPr sz="1350" dirty="0">
                          <a:latin typeface="Times New Roman"/>
                          <a:cs typeface="Times New Roman"/>
                        </a:rPr>
                        <a:t>2</a:t>
                      </a:r>
                      <a:endParaRPr sz="135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tcPr>
                </a:tc>
                <a:tc>
                  <a:txBody>
                    <a:bodyPr/>
                    <a:lstStyle/>
                    <a:p>
                      <a:pPr algn="r">
                        <a:lnSpc>
                          <a:spcPts val="1605"/>
                        </a:lnSpc>
                      </a:pPr>
                      <a:r>
                        <a:rPr sz="1350" spc="145" dirty="0">
                          <a:latin typeface="Times New Roman"/>
                          <a:cs typeface="Times New Roman"/>
                        </a:rPr>
                        <a:t>Load2</a:t>
                      </a:r>
                      <a:endParaRPr sz="135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marL="158750">
                        <a:lnSpc>
                          <a:spcPts val="1605"/>
                        </a:lnSpc>
                      </a:pPr>
                      <a:r>
                        <a:rPr sz="1350" spc="140" dirty="0">
                          <a:latin typeface="Times New Roman"/>
                          <a:cs typeface="Times New Roman"/>
                        </a:rPr>
                        <a:t>Yes</a:t>
                      </a:r>
                      <a:endParaRPr sz="1350">
                        <a:latin typeface="Times New Roman"/>
                        <a:cs typeface="Times New Roman"/>
                      </a:endParaRPr>
                    </a:p>
                  </a:txBody>
                  <a:tcPr marL="0" marR="0" marT="0" marB="0"/>
                </a:tc>
                <a:tc>
                  <a:txBody>
                    <a:bodyPr/>
                    <a:lstStyle/>
                    <a:p>
                      <a:pPr marR="22860" algn="ctr">
                        <a:lnSpc>
                          <a:spcPts val="1605"/>
                        </a:lnSpc>
                      </a:pPr>
                      <a:r>
                        <a:rPr sz="1350" spc="155" dirty="0">
                          <a:solidFill>
                            <a:srgbClr val="FF0000"/>
                          </a:solidFill>
                          <a:latin typeface="Times New Roman"/>
                          <a:cs typeface="Times New Roman"/>
                        </a:rPr>
                        <a:t>45+R3</a:t>
                      </a:r>
                      <a:endParaRPr sz="1350">
                        <a:latin typeface="Times New Roman"/>
                        <a:cs typeface="Times New Roman"/>
                      </a:endParaRPr>
                    </a:p>
                  </a:txBody>
                  <a:tcPr marL="0" marR="0" marT="0" marB="0"/>
                </a:tc>
                <a:extLst>
                  <a:ext uri="{0D108BD9-81ED-4DB2-BD59-A6C34878D82A}">
                    <a16:rowId xmlns:a16="http://schemas.microsoft.com/office/drawing/2014/main" val="10002"/>
                  </a:ext>
                </a:extLst>
              </a:tr>
              <a:tr h="215696">
                <a:tc>
                  <a:txBody>
                    <a:bodyPr/>
                    <a:lstStyle/>
                    <a:p>
                      <a:pPr marL="31750">
                        <a:lnSpc>
                          <a:spcPts val="1600"/>
                        </a:lnSpc>
                      </a:pPr>
                      <a:r>
                        <a:rPr sz="1350" spc="165" dirty="0">
                          <a:solidFill>
                            <a:srgbClr val="0000FF"/>
                          </a:solidFill>
                          <a:latin typeface="Times New Roman"/>
                          <a:cs typeface="Times New Roman"/>
                        </a:rPr>
                        <a:t>MULTD</a:t>
                      </a:r>
                      <a:endParaRPr sz="1350">
                        <a:latin typeface="Times New Roman"/>
                        <a:cs typeface="Times New Roman"/>
                      </a:endParaRPr>
                    </a:p>
                  </a:txBody>
                  <a:tcPr marL="0" marR="0" marT="0" marB="0"/>
                </a:tc>
                <a:tc>
                  <a:txBody>
                    <a:bodyPr/>
                    <a:lstStyle/>
                    <a:p>
                      <a:pPr marL="52069">
                        <a:lnSpc>
                          <a:spcPts val="1600"/>
                        </a:lnSpc>
                        <a:tabLst>
                          <a:tab pos="629285" algn="l"/>
                        </a:tabLst>
                      </a:pPr>
                      <a:r>
                        <a:rPr sz="1350" spc="130" dirty="0">
                          <a:solidFill>
                            <a:srgbClr val="0000FF"/>
                          </a:solidFill>
                          <a:latin typeface="Times New Roman"/>
                          <a:cs typeface="Times New Roman"/>
                        </a:rPr>
                        <a:t>F0	</a:t>
                      </a:r>
                      <a:r>
                        <a:rPr sz="1350" spc="120" dirty="0">
                          <a:solidFill>
                            <a:srgbClr val="0000FF"/>
                          </a:solidFill>
                          <a:latin typeface="Times New Roman"/>
                          <a:cs typeface="Times New Roman"/>
                        </a:rPr>
                        <a:t>F2</a:t>
                      </a:r>
                      <a:endParaRPr sz="1350">
                        <a:latin typeface="Times New Roman"/>
                        <a:cs typeface="Times New Roman"/>
                      </a:endParaRPr>
                    </a:p>
                  </a:txBody>
                  <a:tcPr marL="0" marR="0" marT="0" marB="0"/>
                </a:tc>
                <a:tc>
                  <a:txBody>
                    <a:bodyPr/>
                    <a:lstStyle/>
                    <a:p>
                      <a:pPr algn="ctr">
                        <a:lnSpc>
                          <a:spcPts val="1600"/>
                        </a:lnSpc>
                      </a:pPr>
                      <a:r>
                        <a:rPr sz="1350" spc="120" dirty="0">
                          <a:solidFill>
                            <a:srgbClr val="0000FF"/>
                          </a:solidFill>
                          <a:latin typeface="Times New Roman"/>
                          <a:cs typeface="Times New Roman"/>
                        </a:rPr>
                        <a:t>F4</a:t>
                      </a:r>
                      <a:endParaRPr sz="1350">
                        <a:latin typeface="Times New Roman"/>
                        <a:cs typeface="Times New Roman"/>
                      </a:endParaRPr>
                    </a:p>
                  </a:txBody>
                  <a:tcPr marL="0" marR="0" marT="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tcPr>
                </a:tc>
                <a:tc>
                  <a:txBody>
                    <a:bodyPr/>
                    <a:lstStyle/>
                    <a:p>
                      <a:pPr algn="r">
                        <a:lnSpc>
                          <a:spcPts val="1600"/>
                        </a:lnSpc>
                      </a:pPr>
                      <a:r>
                        <a:rPr sz="1350" spc="145" dirty="0">
                          <a:latin typeface="Times New Roman"/>
                          <a:cs typeface="Times New Roman"/>
                        </a:rPr>
                        <a:t>Load3</a:t>
                      </a:r>
                      <a:endParaRPr sz="135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marL="193675">
                        <a:lnSpc>
                          <a:spcPts val="1600"/>
                        </a:lnSpc>
                      </a:pPr>
                      <a:r>
                        <a:rPr sz="1350" spc="145" dirty="0">
                          <a:latin typeface="Times New Roman"/>
                          <a:cs typeface="Times New Roman"/>
                        </a:rPr>
                        <a:t>No</a:t>
                      </a:r>
                      <a:endParaRPr sz="135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3"/>
                  </a:ext>
                </a:extLst>
              </a:tr>
              <a:tr h="228618">
                <a:tc>
                  <a:txBody>
                    <a:bodyPr/>
                    <a:lstStyle/>
                    <a:p>
                      <a:pPr marL="31750">
                        <a:lnSpc>
                          <a:spcPct val="100000"/>
                        </a:lnSpc>
                        <a:spcBef>
                          <a:spcPts val="30"/>
                        </a:spcBef>
                      </a:pPr>
                      <a:r>
                        <a:rPr sz="1350" spc="135" dirty="0">
                          <a:solidFill>
                            <a:srgbClr val="FF00FF"/>
                          </a:solidFill>
                          <a:latin typeface="Times New Roman"/>
                          <a:cs typeface="Times New Roman"/>
                        </a:rPr>
                        <a:t>SUBD</a:t>
                      </a:r>
                      <a:endParaRPr sz="1350">
                        <a:latin typeface="Times New Roman"/>
                        <a:cs typeface="Times New Roman"/>
                      </a:endParaRPr>
                    </a:p>
                  </a:txBody>
                  <a:tcPr marL="0" marR="0" marT="3810" marB="0"/>
                </a:tc>
                <a:tc>
                  <a:txBody>
                    <a:bodyPr/>
                    <a:lstStyle/>
                    <a:p>
                      <a:pPr marL="52069">
                        <a:lnSpc>
                          <a:spcPct val="100000"/>
                        </a:lnSpc>
                        <a:spcBef>
                          <a:spcPts val="30"/>
                        </a:spcBef>
                        <a:tabLst>
                          <a:tab pos="629285" algn="l"/>
                        </a:tabLst>
                      </a:pPr>
                      <a:r>
                        <a:rPr sz="1350" spc="130" dirty="0">
                          <a:solidFill>
                            <a:srgbClr val="FF00FF"/>
                          </a:solidFill>
                          <a:latin typeface="Times New Roman"/>
                          <a:cs typeface="Times New Roman"/>
                        </a:rPr>
                        <a:t>F8	</a:t>
                      </a:r>
                      <a:r>
                        <a:rPr sz="1350" spc="120" dirty="0">
                          <a:solidFill>
                            <a:srgbClr val="FF00FF"/>
                          </a:solidFill>
                          <a:latin typeface="Times New Roman"/>
                          <a:cs typeface="Times New Roman"/>
                        </a:rPr>
                        <a:t>F6</a:t>
                      </a:r>
                      <a:endParaRPr sz="1350">
                        <a:latin typeface="Times New Roman"/>
                        <a:cs typeface="Times New Roman"/>
                      </a:endParaRPr>
                    </a:p>
                  </a:txBody>
                  <a:tcPr marL="0" marR="0" marT="3810" marB="0"/>
                </a:tc>
                <a:tc>
                  <a:txBody>
                    <a:bodyPr/>
                    <a:lstStyle/>
                    <a:p>
                      <a:pPr algn="ctr">
                        <a:lnSpc>
                          <a:spcPct val="100000"/>
                        </a:lnSpc>
                        <a:spcBef>
                          <a:spcPts val="30"/>
                        </a:spcBef>
                      </a:pPr>
                      <a:r>
                        <a:rPr sz="1350" spc="120" dirty="0">
                          <a:solidFill>
                            <a:srgbClr val="FF00FF"/>
                          </a:solidFill>
                          <a:latin typeface="Times New Roman"/>
                          <a:cs typeface="Times New Roman"/>
                        </a:rPr>
                        <a:t>F2</a:t>
                      </a:r>
                      <a:endParaRPr sz="1350">
                        <a:latin typeface="Times New Roman"/>
                        <a:cs typeface="Times New Roman"/>
                      </a:endParaRPr>
                    </a:p>
                  </a:txBody>
                  <a:tcPr marL="0" marR="0" marT="381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tcPr>
                </a:tc>
                <a:tc rowSpan="3" gridSpan="5">
                  <a:txBody>
                    <a:bodyPr/>
                    <a:lstStyle/>
                    <a:p>
                      <a:pPr>
                        <a:lnSpc>
                          <a:spcPct val="100000"/>
                        </a:lnSpc>
                      </a:pPr>
                      <a:endParaRPr sz="1800">
                        <a:latin typeface="Times New Roman"/>
                        <a:cs typeface="Times New Roman"/>
                      </a:endParaRPr>
                    </a:p>
                  </a:txBody>
                  <a:tcPr marL="0" marR="0" marT="0" marB="0">
                    <a:lnL w="9525">
                      <a:solidFill>
                        <a:srgbClr val="000000"/>
                      </a:solidFill>
                      <a:prstDash val="solid"/>
                    </a:lnL>
                  </a:tcPr>
                </a:tc>
                <a:tc rowSpan="3" hMerge="1">
                  <a:txBody>
                    <a:bodyPr/>
                    <a:lstStyle/>
                    <a:p>
                      <a:endParaRPr/>
                    </a:p>
                  </a:txBody>
                  <a:tcPr marL="0" marR="0" marT="0" marB="0"/>
                </a:tc>
                <a:tc rowSpan="3" hMerge="1">
                  <a:txBody>
                    <a:bodyPr/>
                    <a:lstStyle/>
                    <a:p>
                      <a:endParaRPr/>
                    </a:p>
                  </a:txBody>
                  <a:tcPr marL="0" marR="0" marT="0" marB="0"/>
                </a:tc>
                <a:tc rowSpan="3" hMerge="1">
                  <a:txBody>
                    <a:bodyPr/>
                    <a:lstStyle/>
                    <a:p>
                      <a:endParaRPr/>
                    </a:p>
                  </a:txBody>
                  <a:tcPr marL="0" marR="0" marT="0" marB="0"/>
                </a:tc>
                <a:tc rowSpan="3" hMerge="1">
                  <a:txBody>
                    <a:bodyPr/>
                    <a:lstStyle/>
                    <a:p>
                      <a:endParaRPr/>
                    </a:p>
                  </a:txBody>
                  <a:tcPr marL="0" marR="0" marT="0" marB="0"/>
                </a:tc>
                <a:extLst>
                  <a:ext uri="{0D108BD9-81ED-4DB2-BD59-A6C34878D82A}">
                    <a16:rowId xmlns:a16="http://schemas.microsoft.com/office/drawing/2014/main" val="10004"/>
                  </a:ext>
                </a:extLst>
              </a:tr>
              <a:tr h="222253">
                <a:tc>
                  <a:txBody>
                    <a:bodyPr/>
                    <a:lstStyle/>
                    <a:p>
                      <a:pPr marL="31750">
                        <a:lnSpc>
                          <a:spcPts val="1605"/>
                        </a:lnSpc>
                      </a:pPr>
                      <a:r>
                        <a:rPr sz="1350" spc="140" dirty="0">
                          <a:solidFill>
                            <a:srgbClr val="00FF00"/>
                          </a:solidFill>
                          <a:latin typeface="Times New Roman"/>
                          <a:cs typeface="Times New Roman"/>
                        </a:rPr>
                        <a:t>DIVD</a:t>
                      </a:r>
                      <a:endParaRPr sz="1350">
                        <a:latin typeface="Times New Roman"/>
                        <a:cs typeface="Times New Roman"/>
                      </a:endParaRPr>
                    </a:p>
                  </a:txBody>
                  <a:tcPr marL="0" marR="0" marT="0" marB="0"/>
                </a:tc>
                <a:tc>
                  <a:txBody>
                    <a:bodyPr/>
                    <a:lstStyle/>
                    <a:p>
                      <a:pPr>
                        <a:lnSpc>
                          <a:spcPts val="1605"/>
                        </a:lnSpc>
                        <a:tabLst>
                          <a:tab pos="629285" algn="l"/>
                        </a:tabLst>
                      </a:pPr>
                      <a:r>
                        <a:rPr sz="1350" spc="135" dirty="0">
                          <a:solidFill>
                            <a:srgbClr val="00FF00"/>
                          </a:solidFill>
                          <a:latin typeface="Times New Roman"/>
                          <a:cs typeface="Times New Roman"/>
                        </a:rPr>
                        <a:t>F10	</a:t>
                      </a:r>
                      <a:r>
                        <a:rPr sz="1350" spc="120" dirty="0">
                          <a:solidFill>
                            <a:srgbClr val="00FF00"/>
                          </a:solidFill>
                          <a:latin typeface="Times New Roman"/>
                          <a:cs typeface="Times New Roman"/>
                        </a:rPr>
                        <a:t>F0</a:t>
                      </a:r>
                      <a:endParaRPr sz="1350">
                        <a:latin typeface="Times New Roman"/>
                        <a:cs typeface="Times New Roman"/>
                      </a:endParaRPr>
                    </a:p>
                  </a:txBody>
                  <a:tcPr marL="0" marR="0" marT="0" marB="0"/>
                </a:tc>
                <a:tc>
                  <a:txBody>
                    <a:bodyPr/>
                    <a:lstStyle/>
                    <a:p>
                      <a:pPr algn="ctr">
                        <a:lnSpc>
                          <a:spcPts val="1605"/>
                        </a:lnSpc>
                      </a:pPr>
                      <a:r>
                        <a:rPr sz="1350" spc="120" dirty="0">
                          <a:solidFill>
                            <a:srgbClr val="00FF00"/>
                          </a:solidFill>
                          <a:latin typeface="Times New Roman"/>
                          <a:cs typeface="Times New Roman"/>
                        </a:rPr>
                        <a:t>F6</a:t>
                      </a:r>
                      <a:endParaRPr sz="1350">
                        <a:latin typeface="Times New Roman"/>
                        <a:cs typeface="Times New Roman"/>
                      </a:endParaRPr>
                    </a:p>
                  </a:txBody>
                  <a:tcPr marL="0" marR="0" marT="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tcPr>
                </a:tc>
                <a:tc gridSpan="5" vMerge="1">
                  <a:txBody>
                    <a:bodyPr/>
                    <a:lstStyle/>
                    <a:p>
                      <a:endParaRPr/>
                    </a:p>
                  </a:txBody>
                  <a:tcPr marL="0" marR="0" marT="0" marB="0">
                    <a:lnL w="9525">
                      <a:solidFill>
                        <a:srgbClr val="000000"/>
                      </a:solidFill>
                      <a:prstDash val="solid"/>
                    </a:lnL>
                  </a:tcPr>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extLst>
                  <a:ext uri="{0D108BD9-81ED-4DB2-BD59-A6C34878D82A}">
                    <a16:rowId xmlns:a16="http://schemas.microsoft.com/office/drawing/2014/main" val="10005"/>
                  </a:ext>
                </a:extLst>
              </a:tr>
              <a:tr h="215696">
                <a:tc>
                  <a:txBody>
                    <a:bodyPr/>
                    <a:lstStyle/>
                    <a:p>
                      <a:pPr marL="31750">
                        <a:lnSpc>
                          <a:spcPts val="1600"/>
                        </a:lnSpc>
                      </a:pPr>
                      <a:r>
                        <a:rPr sz="1350" spc="175" dirty="0">
                          <a:latin typeface="Times New Roman"/>
                          <a:cs typeface="Times New Roman"/>
                        </a:rPr>
                        <a:t>ADDD</a:t>
                      </a:r>
                      <a:endParaRPr sz="1350">
                        <a:latin typeface="Times New Roman"/>
                        <a:cs typeface="Times New Roman"/>
                      </a:endParaRPr>
                    </a:p>
                  </a:txBody>
                  <a:tcPr marL="0" marR="0" marT="0" marB="0"/>
                </a:tc>
                <a:tc>
                  <a:txBody>
                    <a:bodyPr/>
                    <a:lstStyle/>
                    <a:p>
                      <a:pPr marL="52069">
                        <a:lnSpc>
                          <a:spcPts val="1600"/>
                        </a:lnSpc>
                        <a:tabLst>
                          <a:tab pos="629285" algn="l"/>
                        </a:tabLst>
                      </a:pPr>
                      <a:r>
                        <a:rPr sz="1350" spc="130" dirty="0">
                          <a:latin typeface="Times New Roman"/>
                          <a:cs typeface="Times New Roman"/>
                        </a:rPr>
                        <a:t>F6	</a:t>
                      </a:r>
                      <a:r>
                        <a:rPr sz="1350" spc="120" dirty="0">
                          <a:latin typeface="Times New Roman"/>
                          <a:cs typeface="Times New Roman"/>
                        </a:rPr>
                        <a:t>F8</a:t>
                      </a:r>
                      <a:endParaRPr sz="1350">
                        <a:latin typeface="Times New Roman"/>
                        <a:cs typeface="Times New Roman"/>
                      </a:endParaRPr>
                    </a:p>
                  </a:txBody>
                  <a:tcPr marL="0" marR="0" marT="0" marB="0"/>
                </a:tc>
                <a:tc>
                  <a:txBody>
                    <a:bodyPr/>
                    <a:lstStyle/>
                    <a:p>
                      <a:pPr algn="ctr">
                        <a:lnSpc>
                          <a:spcPts val="1600"/>
                        </a:lnSpc>
                      </a:pPr>
                      <a:r>
                        <a:rPr sz="1350" spc="120" dirty="0">
                          <a:latin typeface="Times New Roman"/>
                          <a:cs typeface="Times New Roman"/>
                        </a:rPr>
                        <a:t>F2</a:t>
                      </a:r>
                      <a:endParaRPr sz="1350">
                        <a:latin typeface="Times New Roman"/>
                        <a:cs typeface="Times New Roman"/>
                      </a:endParaRPr>
                    </a:p>
                  </a:txBody>
                  <a:tcPr marL="0" marR="0" marT="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lnB w="9525">
                      <a:solidFill>
                        <a:srgbClr val="000000"/>
                      </a:solidFill>
                      <a:prstDash val="solid"/>
                    </a:lnB>
                  </a:tcPr>
                </a:tc>
                <a:tc gridSpan="5" vMerge="1">
                  <a:txBody>
                    <a:bodyPr/>
                    <a:lstStyle/>
                    <a:p>
                      <a:endParaRPr/>
                    </a:p>
                  </a:txBody>
                  <a:tcPr marL="0" marR="0" marT="0" marB="0">
                    <a:lnL w="9525">
                      <a:solidFill>
                        <a:srgbClr val="000000"/>
                      </a:solidFill>
                      <a:prstDash val="solid"/>
                    </a:lnL>
                  </a:tcPr>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extLst>
                  <a:ext uri="{0D108BD9-81ED-4DB2-BD59-A6C34878D82A}">
                    <a16:rowId xmlns:a16="http://schemas.microsoft.com/office/drawing/2014/main" val="10006"/>
                  </a:ext>
                </a:extLst>
              </a:tr>
            </a:tbl>
          </a:graphicData>
        </a:graphic>
      </p:graphicFrame>
      <p:sp>
        <p:nvSpPr>
          <p:cNvPr id="10" name="object 7">
            <a:extLst>
              <a:ext uri="{FF2B5EF4-FFF2-40B4-BE49-F238E27FC236}">
                <a16:creationId xmlns:a16="http://schemas.microsoft.com/office/drawing/2014/main" id="{D3FD869F-B011-887E-9908-77EB433BE78A}"/>
              </a:ext>
            </a:extLst>
          </p:cNvPr>
          <p:cNvSpPr txBox="1"/>
          <p:nvPr/>
        </p:nvSpPr>
        <p:spPr>
          <a:xfrm>
            <a:off x="43209" y="3490865"/>
            <a:ext cx="3292475" cy="574040"/>
          </a:xfrm>
          <a:prstGeom prst="rect">
            <a:avLst/>
          </a:prstGeom>
        </p:spPr>
        <p:txBody>
          <a:bodyPr vert="horz" wrap="square" lIns="0" tIns="35560" rIns="0" bIns="0" rtlCol="0">
            <a:spAutoFit/>
          </a:bodyPr>
          <a:lstStyle/>
          <a:p>
            <a:pPr marL="12700">
              <a:lnSpc>
                <a:spcPct val="100000"/>
              </a:lnSpc>
              <a:spcBef>
                <a:spcPts val="280"/>
              </a:spcBef>
            </a:pPr>
            <a:r>
              <a:rPr sz="1800" i="1" spc="150" dirty="0">
                <a:solidFill>
                  <a:srgbClr val="FF0000"/>
                </a:solidFill>
                <a:latin typeface="Times New Roman"/>
                <a:cs typeface="Times New Roman"/>
              </a:rPr>
              <a:t>Reservation</a:t>
            </a:r>
            <a:r>
              <a:rPr sz="1800" i="1" spc="75" dirty="0">
                <a:solidFill>
                  <a:srgbClr val="FF0000"/>
                </a:solidFill>
                <a:latin typeface="Times New Roman"/>
                <a:cs typeface="Times New Roman"/>
              </a:rPr>
              <a:t> </a:t>
            </a:r>
            <a:r>
              <a:rPr sz="1800" i="1" spc="140" dirty="0">
                <a:solidFill>
                  <a:srgbClr val="FF0000"/>
                </a:solidFill>
                <a:latin typeface="Times New Roman"/>
                <a:cs typeface="Times New Roman"/>
              </a:rPr>
              <a:t>Stations:</a:t>
            </a:r>
            <a:endParaRPr sz="1800">
              <a:latin typeface="Times New Roman"/>
              <a:cs typeface="Times New Roman"/>
            </a:endParaRPr>
          </a:p>
          <a:p>
            <a:pPr marL="1149985">
              <a:lnSpc>
                <a:spcPct val="100000"/>
              </a:lnSpc>
              <a:spcBef>
                <a:spcPts val="170"/>
              </a:spcBef>
              <a:tabLst>
                <a:tab pos="1692910" algn="l"/>
                <a:tab pos="2985770" algn="l"/>
              </a:tabLst>
            </a:pPr>
            <a:r>
              <a:rPr sz="1350" i="1" spc="130" dirty="0">
                <a:latin typeface="Times New Roman"/>
                <a:cs typeface="Times New Roman"/>
              </a:rPr>
              <a:t>T</a:t>
            </a:r>
            <a:r>
              <a:rPr sz="1350" i="1" spc="90" dirty="0">
                <a:latin typeface="Times New Roman"/>
                <a:cs typeface="Times New Roman"/>
              </a:rPr>
              <a:t>i</a:t>
            </a:r>
            <a:r>
              <a:rPr sz="1350" i="1" spc="175"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60" dirty="0">
                <a:latin typeface="Times New Roman"/>
                <a:cs typeface="Times New Roman"/>
              </a:rPr>
              <a:t>Na</a:t>
            </a:r>
            <a:r>
              <a:rPr sz="1350" i="1" spc="170"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05" dirty="0">
                <a:latin typeface="Times New Roman"/>
                <a:cs typeface="Times New Roman"/>
              </a:rPr>
              <a:t> </a:t>
            </a:r>
            <a:r>
              <a:rPr sz="1500" i="1" spc="195" dirty="0">
                <a:latin typeface="Times New Roman"/>
                <a:cs typeface="Times New Roman"/>
              </a:rPr>
              <a:t>Bus</a:t>
            </a:r>
            <a:r>
              <a:rPr sz="1500" i="1" spc="145" dirty="0">
                <a:latin typeface="Times New Roman"/>
                <a:cs typeface="Times New Roman"/>
              </a:rPr>
              <a:t>y</a:t>
            </a:r>
            <a:r>
              <a:rPr sz="1500" i="1" dirty="0">
                <a:latin typeface="Times New Roman"/>
                <a:cs typeface="Times New Roman"/>
              </a:rPr>
              <a:t>	</a:t>
            </a:r>
            <a:r>
              <a:rPr sz="1500" i="1" spc="229" dirty="0">
                <a:latin typeface="Times New Roman"/>
                <a:cs typeface="Times New Roman"/>
              </a:rPr>
              <a:t>Op</a:t>
            </a:r>
            <a:endParaRPr sz="1500">
              <a:latin typeface="Times New Roman"/>
              <a:cs typeface="Times New Roman"/>
            </a:endParaRPr>
          </a:p>
        </p:txBody>
      </p:sp>
      <p:sp>
        <p:nvSpPr>
          <p:cNvPr id="11" name="object 8">
            <a:extLst>
              <a:ext uri="{FF2B5EF4-FFF2-40B4-BE49-F238E27FC236}">
                <a16:creationId xmlns:a16="http://schemas.microsoft.com/office/drawing/2014/main" id="{79916D77-8BD2-FA9B-691F-ED3AD2C6B873}"/>
              </a:ext>
            </a:extLst>
          </p:cNvPr>
          <p:cNvSpPr txBox="1"/>
          <p:nvPr/>
        </p:nvSpPr>
        <p:spPr>
          <a:xfrm>
            <a:off x="3714854" y="3522941"/>
            <a:ext cx="266700" cy="541655"/>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S1</a:t>
            </a:r>
            <a:endParaRPr sz="1500">
              <a:latin typeface="Times New Roman"/>
              <a:cs typeface="Times New Roman"/>
            </a:endParaRPr>
          </a:p>
          <a:p>
            <a:pPr marL="38100">
              <a:lnSpc>
                <a:spcPct val="100000"/>
              </a:lnSpc>
              <a:spcBef>
                <a:spcPts val="234"/>
              </a:spcBef>
            </a:pPr>
            <a:r>
              <a:rPr sz="1500" i="1" spc="110" dirty="0">
                <a:latin typeface="Times New Roman"/>
                <a:cs typeface="Times New Roman"/>
              </a:rPr>
              <a:t>Vj</a:t>
            </a:r>
            <a:endParaRPr sz="1500">
              <a:latin typeface="Times New Roman"/>
              <a:cs typeface="Times New Roman"/>
            </a:endParaRPr>
          </a:p>
        </p:txBody>
      </p:sp>
      <p:sp>
        <p:nvSpPr>
          <p:cNvPr id="12" name="object 9">
            <a:extLst>
              <a:ext uri="{FF2B5EF4-FFF2-40B4-BE49-F238E27FC236}">
                <a16:creationId xmlns:a16="http://schemas.microsoft.com/office/drawing/2014/main" id="{45C794BF-AC59-3FF0-BB59-4A57C2B03FB9}"/>
              </a:ext>
            </a:extLst>
          </p:cNvPr>
          <p:cNvSpPr txBox="1"/>
          <p:nvPr/>
        </p:nvSpPr>
        <p:spPr>
          <a:xfrm>
            <a:off x="4361148" y="3522941"/>
            <a:ext cx="266700" cy="541655"/>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S2</a:t>
            </a:r>
            <a:endParaRPr sz="1500">
              <a:latin typeface="Times New Roman"/>
              <a:cs typeface="Times New Roman"/>
            </a:endParaRPr>
          </a:p>
          <a:p>
            <a:pPr marL="12700">
              <a:lnSpc>
                <a:spcPct val="100000"/>
              </a:lnSpc>
              <a:spcBef>
                <a:spcPts val="234"/>
              </a:spcBef>
            </a:pPr>
            <a:r>
              <a:rPr sz="1500" i="1" spc="140" dirty="0">
                <a:latin typeface="Times New Roman"/>
                <a:cs typeface="Times New Roman"/>
              </a:rPr>
              <a:t>Vk</a:t>
            </a:r>
            <a:endParaRPr sz="1500">
              <a:latin typeface="Times New Roman"/>
              <a:cs typeface="Times New Roman"/>
            </a:endParaRPr>
          </a:p>
        </p:txBody>
      </p:sp>
      <p:sp>
        <p:nvSpPr>
          <p:cNvPr id="13" name="object 10">
            <a:extLst>
              <a:ext uri="{FF2B5EF4-FFF2-40B4-BE49-F238E27FC236}">
                <a16:creationId xmlns:a16="http://schemas.microsoft.com/office/drawing/2014/main" id="{B9639569-D9FB-551F-0F3C-84287B9C2C53}"/>
              </a:ext>
            </a:extLst>
          </p:cNvPr>
          <p:cNvSpPr txBox="1"/>
          <p:nvPr/>
        </p:nvSpPr>
        <p:spPr>
          <a:xfrm>
            <a:off x="4998805" y="3522941"/>
            <a:ext cx="943610" cy="541655"/>
          </a:xfrm>
          <a:prstGeom prst="rect">
            <a:avLst/>
          </a:prstGeom>
        </p:spPr>
        <p:txBody>
          <a:bodyPr vert="horz" wrap="square" lIns="0" tIns="41275" rIns="0" bIns="0" rtlCol="0">
            <a:spAutoFit/>
          </a:bodyPr>
          <a:lstStyle/>
          <a:p>
            <a:pPr marL="12700">
              <a:lnSpc>
                <a:spcPct val="100000"/>
              </a:lnSpc>
              <a:spcBef>
                <a:spcPts val="325"/>
              </a:spcBef>
              <a:tabLst>
                <a:tab pos="658495" algn="l"/>
              </a:tabLst>
            </a:pPr>
            <a:r>
              <a:rPr sz="1500" i="1" spc="195" dirty="0">
                <a:latin typeface="Times New Roman"/>
                <a:cs typeface="Times New Roman"/>
              </a:rPr>
              <a:t>RS	</a:t>
            </a:r>
            <a:r>
              <a:rPr sz="1500" i="1" spc="210" dirty="0">
                <a:latin typeface="Times New Roman"/>
                <a:cs typeface="Times New Roman"/>
              </a:rPr>
              <a:t>RS</a:t>
            </a:r>
            <a:endParaRPr sz="1500">
              <a:latin typeface="Times New Roman"/>
              <a:cs typeface="Times New Roman"/>
            </a:endParaRPr>
          </a:p>
          <a:p>
            <a:pPr marL="29845">
              <a:lnSpc>
                <a:spcPct val="100000"/>
              </a:lnSpc>
              <a:spcBef>
                <a:spcPts val="234"/>
              </a:spcBef>
              <a:tabLst>
                <a:tab pos="650240" algn="l"/>
              </a:tabLst>
            </a:pPr>
            <a:r>
              <a:rPr sz="1500" i="1" spc="270" dirty="0">
                <a:latin typeface="Times New Roman"/>
                <a:cs typeface="Times New Roman"/>
              </a:rPr>
              <a:t>Q</a:t>
            </a:r>
            <a:r>
              <a:rPr sz="1500" i="1" spc="90" dirty="0">
                <a:latin typeface="Times New Roman"/>
                <a:cs typeface="Times New Roman"/>
              </a:rPr>
              <a:t>j</a:t>
            </a:r>
            <a:r>
              <a:rPr sz="1500" i="1" dirty="0">
                <a:latin typeface="Times New Roman"/>
                <a:cs typeface="Times New Roman"/>
              </a:rPr>
              <a:t>	</a:t>
            </a:r>
            <a:r>
              <a:rPr sz="1500" i="1" spc="220" dirty="0">
                <a:latin typeface="Times New Roman"/>
                <a:cs typeface="Times New Roman"/>
              </a:rPr>
              <a:t>Qk</a:t>
            </a:r>
            <a:endParaRPr sz="1500">
              <a:latin typeface="Times New Roman"/>
              <a:cs typeface="Times New Roman"/>
            </a:endParaRPr>
          </a:p>
        </p:txBody>
      </p:sp>
      <p:sp>
        <p:nvSpPr>
          <p:cNvPr id="14" name="object 11">
            <a:extLst>
              <a:ext uri="{FF2B5EF4-FFF2-40B4-BE49-F238E27FC236}">
                <a16:creationId xmlns:a16="http://schemas.microsoft.com/office/drawing/2014/main" id="{94087444-30EB-9035-60DC-9475740CE6F9}"/>
              </a:ext>
            </a:extLst>
          </p:cNvPr>
          <p:cNvSpPr txBox="1"/>
          <p:nvPr/>
        </p:nvSpPr>
        <p:spPr>
          <a:xfrm>
            <a:off x="1723917" y="4041962"/>
            <a:ext cx="525145" cy="1136650"/>
          </a:xfrm>
          <a:prstGeom prst="rect">
            <a:avLst/>
          </a:prstGeom>
        </p:spPr>
        <p:txBody>
          <a:bodyPr vert="horz" wrap="square" lIns="0" tIns="12700" rIns="0" bIns="0" rtlCol="0">
            <a:spAutoFit/>
          </a:bodyPr>
          <a:lstStyle/>
          <a:p>
            <a:pPr marL="12700" marR="5080" algn="just">
              <a:lnSpc>
                <a:spcPct val="108000"/>
              </a:lnSpc>
              <a:spcBef>
                <a:spcPts val="100"/>
              </a:spcBef>
            </a:pPr>
            <a:r>
              <a:rPr sz="1350" spc="145" dirty="0">
                <a:latin typeface="Times New Roman"/>
                <a:cs typeface="Times New Roman"/>
              </a:rPr>
              <a:t>Add1 </a:t>
            </a:r>
            <a:r>
              <a:rPr sz="1350" spc="-330" dirty="0">
                <a:latin typeface="Times New Roman"/>
                <a:cs typeface="Times New Roman"/>
              </a:rPr>
              <a:t> </a:t>
            </a:r>
            <a:r>
              <a:rPr sz="1350" spc="145" dirty="0">
                <a:latin typeface="Times New Roman"/>
                <a:cs typeface="Times New Roman"/>
              </a:rPr>
              <a:t>Add2 </a:t>
            </a:r>
            <a:r>
              <a:rPr sz="1350" spc="-330" dirty="0">
                <a:latin typeface="Times New Roman"/>
                <a:cs typeface="Times New Roman"/>
              </a:rPr>
              <a:t> </a:t>
            </a:r>
            <a:r>
              <a:rPr sz="1350" spc="145" dirty="0">
                <a:latin typeface="Times New Roman"/>
                <a:cs typeface="Times New Roman"/>
              </a:rPr>
              <a:t>Add3 </a:t>
            </a:r>
            <a:r>
              <a:rPr sz="1350" spc="-330" dirty="0">
                <a:latin typeface="Times New Roman"/>
                <a:cs typeface="Times New Roman"/>
              </a:rPr>
              <a:t> </a:t>
            </a:r>
            <a:r>
              <a:rPr sz="1350" spc="220" dirty="0">
                <a:latin typeface="Times New Roman"/>
                <a:cs typeface="Times New Roman"/>
              </a:rPr>
              <a:t>M</a:t>
            </a:r>
            <a:r>
              <a:rPr sz="1350" spc="135" dirty="0">
                <a:latin typeface="Times New Roman"/>
                <a:cs typeface="Times New Roman"/>
              </a:rPr>
              <a:t>u</a:t>
            </a:r>
            <a:r>
              <a:rPr sz="1350" spc="25" dirty="0">
                <a:latin typeface="Times New Roman"/>
                <a:cs typeface="Times New Roman"/>
              </a:rPr>
              <a:t>l</a:t>
            </a:r>
            <a:r>
              <a:rPr sz="1350" spc="90" dirty="0">
                <a:latin typeface="Times New Roman"/>
                <a:cs typeface="Times New Roman"/>
              </a:rPr>
              <a:t>t1  </a:t>
            </a:r>
            <a:r>
              <a:rPr sz="1350" spc="220" dirty="0">
                <a:latin typeface="Times New Roman"/>
                <a:cs typeface="Times New Roman"/>
              </a:rPr>
              <a:t>M</a:t>
            </a:r>
            <a:r>
              <a:rPr sz="1350" spc="135" dirty="0">
                <a:latin typeface="Times New Roman"/>
                <a:cs typeface="Times New Roman"/>
              </a:rPr>
              <a:t>u</a:t>
            </a:r>
            <a:r>
              <a:rPr sz="1350" spc="25" dirty="0">
                <a:latin typeface="Times New Roman"/>
                <a:cs typeface="Times New Roman"/>
              </a:rPr>
              <a:t>l</a:t>
            </a:r>
            <a:r>
              <a:rPr sz="1350" spc="90" dirty="0">
                <a:latin typeface="Times New Roman"/>
                <a:cs typeface="Times New Roman"/>
              </a:rPr>
              <a:t>t</a:t>
            </a:r>
            <a:r>
              <a:rPr sz="1350" spc="135" dirty="0">
                <a:latin typeface="Times New Roman"/>
                <a:cs typeface="Times New Roman"/>
              </a:rPr>
              <a:t>2</a:t>
            </a:r>
            <a:endParaRPr sz="1350">
              <a:latin typeface="Times New Roman"/>
              <a:cs typeface="Times New Roman"/>
            </a:endParaRPr>
          </a:p>
        </p:txBody>
      </p:sp>
      <p:sp>
        <p:nvSpPr>
          <p:cNvPr id="15" name="object 12">
            <a:extLst>
              <a:ext uri="{FF2B5EF4-FFF2-40B4-BE49-F238E27FC236}">
                <a16:creationId xmlns:a16="http://schemas.microsoft.com/office/drawing/2014/main" id="{91C3BC24-C799-B656-A643-A3BC524DA7BA}"/>
              </a:ext>
            </a:extLst>
          </p:cNvPr>
          <p:cNvSpPr txBox="1"/>
          <p:nvPr/>
        </p:nvSpPr>
        <p:spPr>
          <a:xfrm>
            <a:off x="2318327" y="4066834"/>
            <a:ext cx="3809365" cy="1111250"/>
          </a:xfrm>
          <a:prstGeom prst="rect">
            <a:avLst/>
          </a:prstGeom>
          <a:ln w="8653">
            <a:solidFill>
              <a:srgbClr val="000000"/>
            </a:solidFill>
          </a:ln>
        </p:spPr>
        <p:txBody>
          <a:bodyPr vert="horz" wrap="square" lIns="0" tIns="3810" rIns="0" bIns="0" rtlCol="0">
            <a:spAutoFit/>
          </a:bodyPr>
          <a:lstStyle/>
          <a:p>
            <a:pPr marL="133350">
              <a:lnSpc>
                <a:spcPct val="100000"/>
              </a:lnSpc>
              <a:spcBef>
                <a:spcPts val="30"/>
              </a:spcBef>
            </a:pPr>
            <a:r>
              <a:rPr sz="1350" spc="145" dirty="0">
                <a:latin typeface="Times New Roman"/>
                <a:cs typeface="Times New Roman"/>
              </a:rPr>
              <a:t>No</a:t>
            </a:r>
            <a:endParaRPr sz="1350">
              <a:latin typeface="Times New Roman"/>
              <a:cs typeface="Times New Roman"/>
            </a:endParaRPr>
          </a:p>
          <a:p>
            <a:pPr marL="133350" marR="3421379" algn="just">
              <a:lnSpc>
                <a:spcPct val="108000"/>
              </a:lnSpc>
            </a:pPr>
            <a:r>
              <a:rPr sz="1350" spc="100" dirty="0">
                <a:latin typeface="Times New Roman"/>
                <a:cs typeface="Times New Roman"/>
              </a:rPr>
              <a:t>No  No  No  No</a:t>
            </a:r>
            <a:endParaRPr sz="1350">
              <a:latin typeface="Times New Roman"/>
              <a:cs typeface="Times New Roman"/>
            </a:endParaRPr>
          </a:p>
        </p:txBody>
      </p:sp>
      <p:sp>
        <p:nvSpPr>
          <p:cNvPr id="16" name="object 13">
            <a:extLst>
              <a:ext uri="{FF2B5EF4-FFF2-40B4-BE49-F238E27FC236}">
                <a16:creationId xmlns:a16="http://schemas.microsoft.com/office/drawing/2014/main" id="{02050605-727B-5DDF-8554-6D7DFD64DE17}"/>
              </a:ext>
            </a:extLst>
          </p:cNvPr>
          <p:cNvSpPr txBox="1"/>
          <p:nvPr/>
        </p:nvSpPr>
        <p:spPr>
          <a:xfrm>
            <a:off x="43209" y="5268839"/>
            <a:ext cx="2423795" cy="300990"/>
          </a:xfrm>
          <a:prstGeom prst="rect">
            <a:avLst/>
          </a:prstGeom>
        </p:spPr>
        <p:txBody>
          <a:bodyPr vert="horz" wrap="square" lIns="0" tIns="13335" rIns="0" bIns="0" rtlCol="0">
            <a:spAutoFit/>
          </a:bodyPr>
          <a:lstStyle/>
          <a:p>
            <a:pPr marL="12700">
              <a:lnSpc>
                <a:spcPct val="100000"/>
              </a:lnSpc>
              <a:spcBef>
                <a:spcPts val="105"/>
              </a:spcBef>
            </a:pPr>
            <a:r>
              <a:rPr sz="1800" i="1" spc="150" dirty="0">
                <a:solidFill>
                  <a:srgbClr val="FF0000"/>
                </a:solidFill>
                <a:latin typeface="Times New Roman"/>
                <a:cs typeface="Times New Roman"/>
              </a:rPr>
              <a:t>Register</a:t>
            </a:r>
            <a:r>
              <a:rPr sz="1800" i="1" spc="30" dirty="0">
                <a:solidFill>
                  <a:srgbClr val="FF0000"/>
                </a:solidFill>
                <a:latin typeface="Times New Roman"/>
                <a:cs typeface="Times New Roman"/>
              </a:rPr>
              <a:t> </a:t>
            </a:r>
            <a:r>
              <a:rPr sz="1800" i="1" spc="125" dirty="0">
                <a:solidFill>
                  <a:srgbClr val="FF0000"/>
                </a:solidFill>
                <a:latin typeface="Times New Roman"/>
                <a:cs typeface="Times New Roman"/>
              </a:rPr>
              <a:t>result</a:t>
            </a:r>
            <a:r>
              <a:rPr sz="1800" i="1" spc="7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graphicFrame>
        <p:nvGraphicFramePr>
          <p:cNvPr id="17" name="object 14">
            <a:extLst>
              <a:ext uri="{FF2B5EF4-FFF2-40B4-BE49-F238E27FC236}">
                <a16:creationId xmlns:a16="http://schemas.microsoft.com/office/drawing/2014/main" id="{44C56BFE-AF98-E4DE-3205-13B2F8656562}"/>
              </a:ext>
            </a:extLst>
          </p:cNvPr>
          <p:cNvGraphicFramePr>
            <a:graphicFrameLocks noGrp="1"/>
          </p:cNvGraphicFramePr>
          <p:nvPr/>
        </p:nvGraphicFramePr>
        <p:xfrm>
          <a:off x="360236" y="5600429"/>
          <a:ext cx="8422001" cy="487809"/>
        </p:xfrm>
        <a:graphic>
          <a:graphicData uri="http://schemas.openxmlformats.org/drawingml/2006/table">
            <a:tbl>
              <a:tblPr firstRow="1" bandRow="1">
                <a:tableStyleId>{2D5ABB26-0587-4C30-8999-92F81FD0307C}</a:tableStyleId>
              </a:tblPr>
              <a:tblGrid>
                <a:gridCol w="1376045">
                  <a:extLst>
                    <a:ext uri="{9D8B030D-6E8A-4147-A177-3AD203B41FA5}">
                      <a16:colId xmlns:a16="http://schemas.microsoft.com/office/drawing/2014/main" val="20000"/>
                    </a:ext>
                  </a:extLst>
                </a:gridCol>
                <a:gridCol w="1099184">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777875">
                  <a:extLst>
                    <a:ext uri="{9D8B030D-6E8A-4147-A177-3AD203B41FA5}">
                      <a16:colId xmlns:a16="http://schemas.microsoft.com/office/drawing/2014/main" val="20003"/>
                    </a:ext>
                  </a:extLst>
                </a:gridCol>
                <a:gridCol w="528320">
                  <a:extLst>
                    <a:ext uri="{9D8B030D-6E8A-4147-A177-3AD203B41FA5}">
                      <a16:colId xmlns:a16="http://schemas.microsoft.com/office/drawing/2014/main" val="20004"/>
                    </a:ext>
                  </a:extLst>
                </a:gridCol>
                <a:gridCol w="764539">
                  <a:extLst>
                    <a:ext uri="{9D8B030D-6E8A-4147-A177-3AD203B41FA5}">
                      <a16:colId xmlns:a16="http://schemas.microsoft.com/office/drawing/2014/main" val="20005"/>
                    </a:ext>
                  </a:extLst>
                </a:gridCol>
                <a:gridCol w="541020">
                  <a:extLst>
                    <a:ext uri="{9D8B030D-6E8A-4147-A177-3AD203B41FA5}">
                      <a16:colId xmlns:a16="http://schemas.microsoft.com/office/drawing/2014/main" val="20006"/>
                    </a:ext>
                  </a:extLst>
                </a:gridCol>
                <a:gridCol w="739139">
                  <a:extLst>
                    <a:ext uri="{9D8B030D-6E8A-4147-A177-3AD203B41FA5}">
                      <a16:colId xmlns:a16="http://schemas.microsoft.com/office/drawing/2014/main" val="20007"/>
                    </a:ext>
                  </a:extLst>
                </a:gridCol>
                <a:gridCol w="1973579">
                  <a:extLst>
                    <a:ext uri="{9D8B030D-6E8A-4147-A177-3AD203B41FA5}">
                      <a16:colId xmlns:a16="http://schemas.microsoft.com/office/drawing/2014/main" val="20008"/>
                    </a:ext>
                  </a:extLst>
                </a:gridCol>
              </a:tblGrid>
              <a:tr h="265461">
                <a:tc>
                  <a:txBody>
                    <a:bodyPr/>
                    <a:lstStyle/>
                    <a:p>
                      <a:pPr marL="31750">
                        <a:lnSpc>
                          <a:spcPts val="1970"/>
                        </a:lnSpc>
                      </a:pPr>
                      <a:r>
                        <a:rPr sz="1800" spc="165" dirty="0">
                          <a:latin typeface="Times New Roman"/>
                          <a:cs typeface="Times New Roman"/>
                        </a:rPr>
                        <a:t>Clock</a:t>
                      </a:r>
                      <a:endParaRPr sz="1800">
                        <a:latin typeface="Times New Roman"/>
                        <a:cs typeface="Times New Roman"/>
                      </a:endParaRPr>
                    </a:p>
                  </a:txBody>
                  <a:tcPr marL="0" marR="0" marT="0" marB="0"/>
                </a:tc>
                <a:tc>
                  <a:txBody>
                    <a:bodyPr/>
                    <a:lstStyle/>
                    <a:p>
                      <a:pPr>
                        <a:lnSpc>
                          <a:spcPct val="100000"/>
                        </a:lnSpc>
                      </a:pPr>
                      <a:endParaRPr sz="1600">
                        <a:latin typeface="Times New Roman"/>
                        <a:cs typeface="Times New Roman"/>
                      </a:endParaRPr>
                    </a:p>
                  </a:txBody>
                  <a:tcPr marL="0" marR="0" marT="0" marB="0"/>
                </a:tc>
                <a:tc>
                  <a:txBody>
                    <a:bodyPr/>
                    <a:lstStyle/>
                    <a:p>
                      <a:pPr marL="184785">
                        <a:lnSpc>
                          <a:spcPts val="1970"/>
                        </a:lnSpc>
                      </a:pPr>
                      <a:r>
                        <a:rPr sz="1800" i="1" spc="165" dirty="0">
                          <a:latin typeface="Times New Roman"/>
                          <a:cs typeface="Times New Roman"/>
                        </a:rPr>
                        <a:t>F0</a:t>
                      </a:r>
                      <a:endParaRPr sz="1800">
                        <a:latin typeface="Times New Roman"/>
                        <a:cs typeface="Times New Roman"/>
                      </a:endParaRPr>
                    </a:p>
                  </a:txBody>
                  <a:tcPr marL="0" marR="0" marT="0" marB="0">
                    <a:lnB w="9525">
                      <a:solidFill>
                        <a:srgbClr val="000000"/>
                      </a:solidFill>
                      <a:prstDash val="solid"/>
                    </a:lnB>
                  </a:tcPr>
                </a:tc>
                <a:tc>
                  <a:txBody>
                    <a:bodyPr/>
                    <a:lstStyle/>
                    <a:p>
                      <a:pPr marR="3810" algn="ctr">
                        <a:lnSpc>
                          <a:spcPts val="1970"/>
                        </a:lnSpc>
                      </a:pPr>
                      <a:r>
                        <a:rPr sz="1800" i="1" spc="165" dirty="0">
                          <a:latin typeface="Times New Roman"/>
                          <a:cs typeface="Times New Roman"/>
                        </a:rPr>
                        <a:t>F2</a:t>
                      </a:r>
                      <a:endParaRPr sz="1800">
                        <a:latin typeface="Times New Roman"/>
                        <a:cs typeface="Times New Roman"/>
                      </a:endParaRPr>
                    </a:p>
                  </a:txBody>
                  <a:tcPr marL="0" marR="0" marT="0" marB="0">
                    <a:lnB w="9525">
                      <a:solidFill>
                        <a:srgbClr val="000000"/>
                      </a:solidFill>
                      <a:prstDash val="solid"/>
                    </a:lnB>
                  </a:tcPr>
                </a:tc>
                <a:tc>
                  <a:txBody>
                    <a:bodyPr/>
                    <a:lstStyle/>
                    <a:p>
                      <a:pPr marL="103505">
                        <a:lnSpc>
                          <a:spcPts val="1970"/>
                        </a:lnSpc>
                      </a:pPr>
                      <a:r>
                        <a:rPr sz="1800" i="1" spc="165" dirty="0">
                          <a:latin typeface="Times New Roman"/>
                          <a:cs typeface="Times New Roman"/>
                        </a:rPr>
                        <a:t>F4</a:t>
                      </a:r>
                      <a:endParaRPr sz="1800">
                        <a:latin typeface="Times New Roman"/>
                        <a:cs typeface="Times New Roman"/>
                      </a:endParaRPr>
                    </a:p>
                  </a:txBody>
                  <a:tcPr marL="0" marR="0" marT="0" marB="0">
                    <a:lnB w="9525">
                      <a:solidFill>
                        <a:srgbClr val="000000"/>
                      </a:solidFill>
                      <a:prstDash val="solid"/>
                    </a:lnB>
                  </a:tcPr>
                </a:tc>
                <a:tc>
                  <a:txBody>
                    <a:bodyPr/>
                    <a:lstStyle/>
                    <a:p>
                      <a:pPr marR="15875" algn="ctr">
                        <a:lnSpc>
                          <a:spcPts val="1970"/>
                        </a:lnSpc>
                      </a:pPr>
                      <a:r>
                        <a:rPr sz="1800" i="1" spc="165" dirty="0">
                          <a:latin typeface="Times New Roman"/>
                          <a:cs typeface="Times New Roman"/>
                        </a:rPr>
                        <a:t>F6</a:t>
                      </a:r>
                      <a:endParaRPr sz="1800">
                        <a:latin typeface="Times New Roman"/>
                        <a:cs typeface="Times New Roman"/>
                      </a:endParaRPr>
                    </a:p>
                  </a:txBody>
                  <a:tcPr marL="0" marR="0" marT="0" marB="0">
                    <a:lnB w="9525">
                      <a:solidFill>
                        <a:srgbClr val="000000"/>
                      </a:solidFill>
                      <a:prstDash val="solid"/>
                    </a:lnB>
                  </a:tcPr>
                </a:tc>
                <a:tc>
                  <a:txBody>
                    <a:bodyPr/>
                    <a:lstStyle/>
                    <a:p>
                      <a:pPr marL="103505">
                        <a:lnSpc>
                          <a:spcPts val="1970"/>
                        </a:lnSpc>
                      </a:pPr>
                      <a:r>
                        <a:rPr sz="1800" i="1" spc="165" dirty="0">
                          <a:latin typeface="Times New Roman"/>
                          <a:cs typeface="Times New Roman"/>
                        </a:rPr>
                        <a:t>F8</a:t>
                      </a:r>
                      <a:endParaRPr sz="1800">
                        <a:latin typeface="Times New Roman"/>
                        <a:cs typeface="Times New Roman"/>
                      </a:endParaRPr>
                    </a:p>
                  </a:txBody>
                  <a:tcPr marL="0" marR="0" marT="0" marB="0">
                    <a:lnB w="9525">
                      <a:solidFill>
                        <a:srgbClr val="000000"/>
                      </a:solidFill>
                      <a:prstDash val="solid"/>
                    </a:lnB>
                  </a:tcPr>
                </a:tc>
                <a:tc>
                  <a:txBody>
                    <a:bodyPr/>
                    <a:lstStyle/>
                    <a:p>
                      <a:pPr marL="139700">
                        <a:lnSpc>
                          <a:spcPts val="1970"/>
                        </a:lnSpc>
                      </a:pPr>
                      <a:r>
                        <a:rPr sz="1800" i="1" spc="185" dirty="0">
                          <a:latin typeface="Times New Roman"/>
                          <a:cs typeface="Times New Roman"/>
                        </a:rPr>
                        <a:t>F10</a:t>
                      </a:r>
                      <a:endParaRPr sz="1800">
                        <a:latin typeface="Times New Roman"/>
                        <a:cs typeface="Times New Roman"/>
                      </a:endParaRPr>
                    </a:p>
                  </a:txBody>
                  <a:tcPr marL="0" marR="0" marT="0" marB="0">
                    <a:lnB w="9525">
                      <a:solidFill>
                        <a:srgbClr val="000000"/>
                      </a:solidFill>
                      <a:prstDash val="solid"/>
                    </a:lnB>
                  </a:tcPr>
                </a:tc>
                <a:tc>
                  <a:txBody>
                    <a:bodyPr/>
                    <a:lstStyle/>
                    <a:p>
                      <a:pPr marL="159385">
                        <a:lnSpc>
                          <a:spcPts val="1970"/>
                        </a:lnSpc>
                        <a:tabLst>
                          <a:tab pos="986155" algn="l"/>
                          <a:tab pos="1434465" algn="l"/>
                        </a:tabLst>
                      </a:pPr>
                      <a:r>
                        <a:rPr sz="1800" i="1" spc="185" dirty="0">
                          <a:latin typeface="Times New Roman"/>
                          <a:cs typeface="Times New Roman"/>
                        </a:rPr>
                        <a:t>F12	</a:t>
                      </a:r>
                      <a:r>
                        <a:rPr sz="1800" i="1" spc="85" dirty="0">
                          <a:latin typeface="Times New Roman"/>
                          <a:cs typeface="Times New Roman"/>
                        </a:rPr>
                        <a:t>...	</a:t>
                      </a:r>
                      <a:r>
                        <a:rPr sz="1800" i="1" spc="185" dirty="0">
                          <a:latin typeface="Times New Roman"/>
                          <a:cs typeface="Times New Roman"/>
                        </a:rPr>
                        <a:t>F30</a:t>
                      </a:r>
                      <a:endParaRPr sz="18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222348">
                <a:tc>
                  <a:txBody>
                    <a:bodyPr/>
                    <a:lstStyle/>
                    <a:p>
                      <a:pPr marL="350520">
                        <a:lnSpc>
                          <a:spcPts val="1620"/>
                        </a:lnSpc>
                        <a:spcBef>
                          <a:spcPts val="30"/>
                        </a:spcBef>
                      </a:pPr>
                      <a:r>
                        <a:rPr sz="1350" b="1" dirty="0">
                          <a:latin typeface="Times New Roman"/>
                          <a:cs typeface="Times New Roman"/>
                        </a:rPr>
                        <a:t>2</a:t>
                      </a:r>
                      <a:endParaRPr sz="1350">
                        <a:latin typeface="Times New Roman"/>
                        <a:cs typeface="Times New Roman"/>
                      </a:endParaRPr>
                    </a:p>
                  </a:txBody>
                  <a:tcPr marL="0" marR="0" marT="3810" marB="0"/>
                </a:tc>
                <a:tc>
                  <a:txBody>
                    <a:bodyPr/>
                    <a:lstStyle/>
                    <a:p>
                      <a:pPr marL="689610">
                        <a:lnSpc>
                          <a:spcPts val="1620"/>
                        </a:lnSpc>
                        <a:spcBef>
                          <a:spcPts val="30"/>
                        </a:spcBef>
                      </a:pPr>
                      <a:r>
                        <a:rPr sz="1350" i="1" spc="204" dirty="0">
                          <a:latin typeface="Times New Roman"/>
                          <a:cs typeface="Times New Roman"/>
                        </a:rPr>
                        <a:t>FU</a:t>
                      </a:r>
                      <a:endParaRPr sz="1350">
                        <a:latin typeface="Times New Roman"/>
                        <a:cs typeface="Times New Roman"/>
                      </a:endParaRPr>
                    </a:p>
                  </a:txBody>
                  <a:tcPr marL="0" marR="0" marT="381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L="36195" algn="ctr">
                        <a:lnSpc>
                          <a:spcPts val="1620"/>
                        </a:lnSpc>
                        <a:spcBef>
                          <a:spcPts val="30"/>
                        </a:spcBef>
                      </a:pPr>
                      <a:r>
                        <a:rPr sz="1350" spc="145" dirty="0">
                          <a:solidFill>
                            <a:srgbClr val="FF0000"/>
                          </a:solidFill>
                          <a:latin typeface="Times New Roman"/>
                          <a:cs typeface="Times New Roman"/>
                        </a:rPr>
                        <a:t>Load2</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marL="23495" algn="ctr">
                        <a:lnSpc>
                          <a:spcPts val="1620"/>
                        </a:lnSpc>
                        <a:spcBef>
                          <a:spcPts val="30"/>
                        </a:spcBef>
                      </a:pPr>
                      <a:r>
                        <a:rPr sz="1350" spc="145" dirty="0">
                          <a:latin typeface="Times New Roman"/>
                          <a:cs typeface="Times New Roman"/>
                        </a:rPr>
                        <a:t>Load1</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bl>
          </a:graphicData>
        </a:graphic>
      </p:graphicFrame>
      <p:sp>
        <p:nvSpPr>
          <p:cNvPr id="18" name="object 15">
            <a:extLst>
              <a:ext uri="{FF2B5EF4-FFF2-40B4-BE49-F238E27FC236}">
                <a16:creationId xmlns:a16="http://schemas.microsoft.com/office/drawing/2014/main" id="{55820818-716E-EB45-8443-C9A44C8DD76C}"/>
              </a:ext>
            </a:extLst>
          </p:cNvPr>
          <p:cNvSpPr/>
          <p:nvPr/>
        </p:nvSpPr>
        <p:spPr>
          <a:xfrm>
            <a:off x="2923698" y="2264176"/>
            <a:ext cx="533400" cy="304800"/>
          </a:xfrm>
          <a:custGeom>
            <a:avLst/>
            <a:gdLst/>
            <a:ahLst/>
            <a:cxnLst/>
            <a:rect l="l" t="t" r="r" b="b"/>
            <a:pathLst>
              <a:path w="533400" h="304800">
                <a:moveTo>
                  <a:pt x="0" y="50800"/>
                </a:moveTo>
                <a:lnTo>
                  <a:pt x="3990" y="31021"/>
                </a:lnTo>
                <a:lnTo>
                  <a:pt x="14874" y="14874"/>
                </a:lnTo>
                <a:lnTo>
                  <a:pt x="31021" y="3990"/>
                </a:lnTo>
                <a:lnTo>
                  <a:pt x="50800" y="0"/>
                </a:lnTo>
                <a:lnTo>
                  <a:pt x="482600" y="0"/>
                </a:lnTo>
                <a:lnTo>
                  <a:pt x="502378" y="3990"/>
                </a:lnTo>
                <a:lnTo>
                  <a:pt x="518525" y="14874"/>
                </a:lnTo>
                <a:lnTo>
                  <a:pt x="529409" y="31021"/>
                </a:lnTo>
                <a:lnTo>
                  <a:pt x="533400" y="50800"/>
                </a:lnTo>
                <a:lnTo>
                  <a:pt x="533400" y="254000"/>
                </a:lnTo>
                <a:lnTo>
                  <a:pt x="529409" y="273778"/>
                </a:lnTo>
                <a:lnTo>
                  <a:pt x="518525" y="289925"/>
                </a:lnTo>
                <a:lnTo>
                  <a:pt x="502378" y="300809"/>
                </a:lnTo>
                <a:lnTo>
                  <a:pt x="482600" y="304800"/>
                </a:lnTo>
                <a:lnTo>
                  <a:pt x="50800" y="304800"/>
                </a:lnTo>
                <a:lnTo>
                  <a:pt x="31021" y="300809"/>
                </a:lnTo>
                <a:lnTo>
                  <a:pt x="14874" y="289925"/>
                </a:lnTo>
                <a:lnTo>
                  <a:pt x="3990" y="273778"/>
                </a:lnTo>
                <a:lnTo>
                  <a:pt x="0" y="254000"/>
                </a:lnTo>
                <a:lnTo>
                  <a:pt x="0" y="50800"/>
                </a:lnTo>
                <a:close/>
              </a:path>
            </a:pathLst>
          </a:custGeom>
          <a:ln w="57912">
            <a:solidFill>
              <a:srgbClr val="0462C1"/>
            </a:solidFill>
          </a:ln>
        </p:spPr>
        <p:txBody>
          <a:bodyPr wrap="square" lIns="0" tIns="0" rIns="0" bIns="0" rtlCol="0"/>
          <a:lstStyle/>
          <a:p>
            <a:endParaRPr/>
          </a:p>
        </p:txBody>
      </p:sp>
      <p:grpSp>
        <p:nvGrpSpPr>
          <p:cNvPr id="19" name="object 16">
            <a:extLst>
              <a:ext uri="{FF2B5EF4-FFF2-40B4-BE49-F238E27FC236}">
                <a16:creationId xmlns:a16="http://schemas.microsoft.com/office/drawing/2014/main" id="{E0CB2BA8-02C7-06CC-64F9-C5C030E9D0E6}"/>
              </a:ext>
            </a:extLst>
          </p:cNvPr>
          <p:cNvGrpSpPr/>
          <p:nvPr/>
        </p:nvGrpSpPr>
        <p:grpSpPr>
          <a:xfrm>
            <a:off x="6018943" y="2084970"/>
            <a:ext cx="1734820" cy="673735"/>
            <a:chOff x="6006084" y="1485001"/>
            <a:chExt cx="1734820" cy="673735"/>
          </a:xfrm>
        </p:grpSpPr>
        <p:sp>
          <p:nvSpPr>
            <p:cNvPr id="20" name="object 17">
              <a:extLst>
                <a:ext uri="{FF2B5EF4-FFF2-40B4-BE49-F238E27FC236}">
                  <a16:creationId xmlns:a16="http://schemas.microsoft.com/office/drawing/2014/main" id="{99ED6201-11A0-6704-A90E-428327035487}"/>
                </a:ext>
              </a:extLst>
            </p:cNvPr>
            <p:cNvSpPr/>
            <p:nvPr/>
          </p:nvSpPr>
          <p:spPr>
            <a:xfrm>
              <a:off x="6114805" y="1488606"/>
              <a:ext cx="0" cy="666750"/>
            </a:xfrm>
            <a:custGeom>
              <a:avLst/>
              <a:gdLst/>
              <a:ahLst/>
              <a:cxnLst/>
              <a:rect l="l" t="t" r="r" b="b"/>
              <a:pathLst>
                <a:path h="666750">
                  <a:moveTo>
                    <a:pt x="0" y="0"/>
                  </a:moveTo>
                  <a:lnTo>
                    <a:pt x="0" y="666569"/>
                  </a:lnTo>
                </a:path>
              </a:pathLst>
            </a:custGeom>
            <a:ln w="8610">
              <a:solidFill>
                <a:srgbClr val="000000"/>
              </a:solidFill>
            </a:ln>
          </p:spPr>
          <p:txBody>
            <a:bodyPr wrap="square" lIns="0" tIns="0" rIns="0" bIns="0" rtlCol="0"/>
            <a:lstStyle/>
            <a:p>
              <a:endParaRPr/>
            </a:p>
          </p:txBody>
        </p:sp>
        <p:sp>
          <p:nvSpPr>
            <p:cNvPr id="21" name="object 18">
              <a:extLst>
                <a:ext uri="{FF2B5EF4-FFF2-40B4-BE49-F238E27FC236}">
                  <a16:creationId xmlns:a16="http://schemas.microsoft.com/office/drawing/2014/main" id="{8DED4A92-87A2-5FAB-2CA3-E9ABA5DEF020}"/>
                </a:ext>
              </a:extLst>
            </p:cNvPr>
            <p:cNvSpPr/>
            <p:nvPr/>
          </p:nvSpPr>
          <p:spPr>
            <a:xfrm>
              <a:off x="6110544" y="1485001"/>
              <a:ext cx="8890" cy="673735"/>
            </a:xfrm>
            <a:custGeom>
              <a:avLst/>
              <a:gdLst/>
              <a:ahLst/>
              <a:cxnLst/>
              <a:rect l="l" t="t" r="r" b="b"/>
              <a:pathLst>
                <a:path w="8889" h="673735">
                  <a:moveTo>
                    <a:pt x="8609" y="0"/>
                  </a:moveTo>
                  <a:lnTo>
                    <a:pt x="0" y="0"/>
                  </a:lnTo>
                  <a:lnTo>
                    <a:pt x="0" y="673721"/>
                  </a:lnTo>
                  <a:lnTo>
                    <a:pt x="8609" y="673721"/>
                  </a:lnTo>
                  <a:lnTo>
                    <a:pt x="8609" y="0"/>
                  </a:lnTo>
                  <a:close/>
                </a:path>
              </a:pathLst>
            </a:custGeom>
            <a:solidFill>
              <a:srgbClr val="000000"/>
            </a:solidFill>
          </p:spPr>
          <p:txBody>
            <a:bodyPr wrap="square" lIns="0" tIns="0" rIns="0" bIns="0" rtlCol="0"/>
            <a:lstStyle/>
            <a:p>
              <a:endParaRPr/>
            </a:p>
          </p:txBody>
        </p:sp>
        <p:sp>
          <p:nvSpPr>
            <p:cNvPr id="22" name="object 19">
              <a:extLst>
                <a:ext uri="{FF2B5EF4-FFF2-40B4-BE49-F238E27FC236}">
                  <a16:creationId xmlns:a16="http://schemas.microsoft.com/office/drawing/2014/main" id="{288DE88C-23EB-2A17-69D4-DD53B37BBFF0}"/>
                </a:ext>
              </a:extLst>
            </p:cNvPr>
            <p:cNvSpPr/>
            <p:nvPr/>
          </p:nvSpPr>
          <p:spPr>
            <a:xfrm>
              <a:off x="7640253" y="1495797"/>
              <a:ext cx="0" cy="659765"/>
            </a:xfrm>
            <a:custGeom>
              <a:avLst/>
              <a:gdLst/>
              <a:ahLst/>
              <a:cxnLst/>
              <a:rect l="l" t="t" r="r" b="b"/>
              <a:pathLst>
                <a:path h="659764">
                  <a:moveTo>
                    <a:pt x="0" y="0"/>
                  </a:moveTo>
                  <a:lnTo>
                    <a:pt x="0" y="659377"/>
                  </a:lnTo>
                </a:path>
              </a:pathLst>
            </a:custGeom>
            <a:ln w="8610">
              <a:solidFill>
                <a:srgbClr val="000000"/>
              </a:solidFill>
            </a:ln>
          </p:spPr>
          <p:txBody>
            <a:bodyPr wrap="square" lIns="0" tIns="0" rIns="0" bIns="0" rtlCol="0"/>
            <a:lstStyle/>
            <a:p>
              <a:endParaRPr/>
            </a:p>
          </p:txBody>
        </p:sp>
        <p:sp>
          <p:nvSpPr>
            <p:cNvPr id="23" name="object 20">
              <a:extLst>
                <a:ext uri="{FF2B5EF4-FFF2-40B4-BE49-F238E27FC236}">
                  <a16:creationId xmlns:a16="http://schemas.microsoft.com/office/drawing/2014/main" id="{FF7F5A04-F061-C785-805C-6653B456BA9C}"/>
                </a:ext>
              </a:extLst>
            </p:cNvPr>
            <p:cNvSpPr/>
            <p:nvPr/>
          </p:nvSpPr>
          <p:spPr>
            <a:xfrm>
              <a:off x="7635993" y="1492154"/>
              <a:ext cx="8890" cy="666750"/>
            </a:xfrm>
            <a:custGeom>
              <a:avLst/>
              <a:gdLst/>
              <a:ahLst/>
              <a:cxnLst/>
              <a:rect l="l" t="t" r="r" b="b"/>
              <a:pathLst>
                <a:path w="8890" h="666750">
                  <a:moveTo>
                    <a:pt x="8609" y="0"/>
                  </a:moveTo>
                  <a:lnTo>
                    <a:pt x="0" y="0"/>
                  </a:lnTo>
                  <a:lnTo>
                    <a:pt x="0" y="666569"/>
                  </a:lnTo>
                  <a:lnTo>
                    <a:pt x="8609" y="666569"/>
                  </a:lnTo>
                  <a:lnTo>
                    <a:pt x="8609" y="0"/>
                  </a:lnTo>
                  <a:close/>
                </a:path>
              </a:pathLst>
            </a:custGeom>
            <a:solidFill>
              <a:srgbClr val="000000"/>
            </a:solidFill>
          </p:spPr>
          <p:txBody>
            <a:bodyPr wrap="square" lIns="0" tIns="0" rIns="0" bIns="0" rtlCol="0"/>
            <a:lstStyle/>
            <a:p>
              <a:endParaRPr/>
            </a:p>
          </p:txBody>
        </p:sp>
        <p:sp>
          <p:nvSpPr>
            <p:cNvPr id="24" name="object 21">
              <a:extLst>
                <a:ext uri="{FF2B5EF4-FFF2-40B4-BE49-F238E27FC236}">
                  <a16:creationId xmlns:a16="http://schemas.microsoft.com/office/drawing/2014/main" id="{1F0DB641-9250-202E-7ABB-7B2F944173AA}"/>
                </a:ext>
              </a:extLst>
            </p:cNvPr>
            <p:cNvSpPr/>
            <p:nvPr/>
          </p:nvSpPr>
          <p:spPr>
            <a:xfrm>
              <a:off x="6035040" y="1588007"/>
              <a:ext cx="1676400" cy="457200"/>
            </a:xfrm>
            <a:custGeom>
              <a:avLst/>
              <a:gdLst/>
              <a:ahLst/>
              <a:cxnLst/>
              <a:rect l="l" t="t" r="r" b="b"/>
              <a:pathLst>
                <a:path w="1676400" h="457200">
                  <a:moveTo>
                    <a:pt x="0" y="76200"/>
                  </a:moveTo>
                  <a:lnTo>
                    <a:pt x="5994" y="46559"/>
                  </a:lnTo>
                  <a:lnTo>
                    <a:pt x="22336" y="22336"/>
                  </a:lnTo>
                  <a:lnTo>
                    <a:pt x="46559" y="5994"/>
                  </a:lnTo>
                  <a:lnTo>
                    <a:pt x="76200" y="0"/>
                  </a:lnTo>
                  <a:lnTo>
                    <a:pt x="1600200" y="0"/>
                  </a:lnTo>
                  <a:lnTo>
                    <a:pt x="1629840" y="5994"/>
                  </a:lnTo>
                  <a:lnTo>
                    <a:pt x="1654063" y="22336"/>
                  </a:lnTo>
                  <a:lnTo>
                    <a:pt x="1670405" y="46559"/>
                  </a:lnTo>
                  <a:lnTo>
                    <a:pt x="1676400" y="76200"/>
                  </a:lnTo>
                  <a:lnTo>
                    <a:pt x="1676400" y="381000"/>
                  </a:lnTo>
                  <a:lnTo>
                    <a:pt x="1670405" y="410640"/>
                  </a:lnTo>
                  <a:lnTo>
                    <a:pt x="1654063" y="434863"/>
                  </a:lnTo>
                  <a:lnTo>
                    <a:pt x="1629840" y="451205"/>
                  </a:lnTo>
                  <a:lnTo>
                    <a:pt x="1600200" y="457200"/>
                  </a:lnTo>
                  <a:lnTo>
                    <a:pt x="76200" y="457200"/>
                  </a:lnTo>
                  <a:lnTo>
                    <a:pt x="46559" y="451205"/>
                  </a:lnTo>
                  <a:lnTo>
                    <a:pt x="22336" y="434863"/>
                  </a:lnTo>
                  <a:lnTo>
                    <a:pt x="5994" y="410640"/>
                  </a:lnTo>
                  <a:lnTo>
                    <a:pt x="0" y="381000"/>
                  </a:lnTo>
                  <a:lnTo>
                    <a:pt x="0" y="76200"/>
                  </a:lnTo>
                  <a:close/>
                </a:path>
              </a:pathLst>
            </a:custGeom>
            <a:ln w="57912">
              <a:solidFill>
                <a:srgbClr val="0462C1"/>
              </a:solidFill>
            </a:ln>
          </p:spPr>
          <p:txBody>
            <a:bodyPr wrap="square" lIns="0" tIns="0" rIns="0" bIns="0" rtlCol="0"/>
            <a:lstStyle/>
            <a:p>
              <a:endParaRPr/>
            </a:p>
          </p:txBody>
        </p:sp>
      </p:grpSp>
      <p:sp>
        <p:nvSpPr>
          <p:cNvPr id="25" name="object 22">
            <a:extLst>
              <a:ext uri="{FF2B5EF4-FFF2-40B4-BE49-F238E27FC236}">
                <a16:creationId xmlns:a16="http://schemas.microsoft.com/office/drawing/2014/main" id="{8E5A0F72-6520-AEC4-0493-459A2B4F5B37}"/>
              </a:ext>
            </a:extLst>
          </p:cNvPr>
          <p:cNvSpPr/>
          <p:nvPr/>
        </p:nvSpPr>
        <p:spPr>
          <a:xfrm>
            <a:off x="3434238" y="5720609"/>
            <a:ext cx="762000" cy="457200"/>
          </a:xfrm>
          <a:custGeom>
            <a:avLst/>
            <a:gdLst/>
            <a:ahLst/>
            <a:cxnLst/>
            <a:rect l="l" t="t" r="r" b="b"/>
            <a:pathLst>
              <a:path w="762000" h="457200">
                <a:moveTo>
                  <a:pt x="0" y="76200"/>
                </a:moveTo>
                <a:lnTo>
                  <a:pt x="5994" y="46559"/>
                </a:lnTo>
                <a:lnTo>
                  <a:pt x="22336" y="22336"/>
                </a:lnTo>
                <a:lnTo>
                  <a:pt x="46559" y="5994"/>
                </a:lnTo>
                <a:lnTo>
                  <a:pt x="76200" y="0"/>
                </a:lnTo>
                <a:lnTo>
                  <a:pt x="685800" y="0"/>
                </a:lnTo>
                <a:lnTo>
                  <a:pt x="715440" y="5994"/>
                </a:lnTo>
                <a:lnTo>
                  <a:pt x="739663" y="22336"/>
                </a:lnTo>
                <a:lnTo>
                  <a:pt x="756005" y="46559"/>
                </a:lnTo>
                <a:lnTo>
                  <a:pt x="762000" y="76200"/>
                </a:lnTo>
                <a:lnTo>
                  <a:pt x="762000" y="381000"/>
                </a:lnTo>
                <a:lnTo>
                  <a:pt x="756005" y="410640"/>
                </a:lnTo>
                <a:lnTo>
                  <a:pt x="739663" y="434863"/>
                </a:lnTo>
                <a:lnTo>
                  <a:pt x="715440" y="451205"/>
                </a:lnTo>
                <a:lnTo>
                  <a:pt x="685800" y="457200"/>
                </a:lnTo>
                <a:lnTo>
                  <a:pt x="76200" y="457200"/>
                </a:lnTo>
                <a:lnTo>
                  <a:pt x="46559" y="451205"/>
                </a:lnTo>
                <a:lnTo>
                  <a:pt x="22336" y="434863"/>
                </a:lnTo>
                <a:lnTo>
                  <a:pt x="5994" y="410640"/>
                </a:lnTo>
                <a:lnTo>
                  <a:pt x="0" y="381000"/>
                </a:lnTo>
                <a:lnTo>
                  <a:pt x="0" y="76200"/>
                </a:lnTo>
                <a:close/>
              </a:path>
            </a:pathLst>
          </a:custGeom>
          <a:ln w="57912">
            <a:solidFill>
              <a:srgbClr val="0462C1"/>
            </a:solidFill>
          </a:ln>
        </p:spPr>
        <p:txBody>
          <a:bodyPr wrap="square" lIns="0" tIns="0" rIns="0" bIns="0" rtlCol="0"/>
          <a:lstStyle/>
          <a:p>
            <a:endParaRPr/>
          </a:p>
        </p:txBody>
      </p:sp>
    </p:spTree>
    <p:extLst>
      <p:ext uri="{BB962C8B-B14F-4D97-AF65-F5344CB8AC3E}">
        <p14:creationId xmlns:p14="http://schemas.microsoft.com/office/powerpoint/2010/main" val="3258073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F9378-4A09-E7D2-BB28-6FB3BF0311B1}"/>
              </a:ext>
            </a:extLst>
          </p:cNvPr>
          <p:cNvSpPr>
            <a:spLocks noGrp="1"/>
          </p:cNvSpPr>
          <p:nvPr>
            <p:ph type="title"/>
          </p:nvPr>
        </p:nvSpPr>
        <p:spPr/>
        <p:txBody>
          <a:bodyPr/>
          <a:lstStyle/>
          <a:p>
            <a:r>
              <a:rPr lang="en-US" dirty="0"/>
              <a:t>Cycle-3</a:t>
            </a:r>
            <a:endParaRPr lang="en-IN" dirty="0"/>
          </a:p>
        </p:txBody>
      </p:sp>
      <p:sp>
        <p:nvSpPr>
          <p:cNvPr id="4" name="Footer Placeholder 3">
            <a:extLst>
              <a:ext uri="{FF2B5EF4-FFF2-40B4-BE49-F238E27FC236}">
                <a16:creationId xmlns:a16="http://schemas.microsoft.com/office/drawing/2014/main" id="{06AE6C74-9FC6-575A-A583-BBA4B9AF07C0}"/>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40D60061-57EA-AEE1-F579-149545D94A76}"/>
              </a:ext>
            </a:extLst>
          </p:cNvPr>
          <p:cNvSpPr>
            <a:spLocks noGrp="1"/>
          </p:cNvSpPr>
          <p:nvPr>
            <p:ph type="sldNum" sz="quarter" idx="12"/>
          </p:nvPr>
        </p:nvSpPr>
        <p:spPr/>
        <p:txBody>
          <a:bodyPr/>
          <a:lstStyle/>
          <a:p>
            <a:fld id="{B8651ABE-1138-46C6-9A43-7FCD4EB2550C}" type="slidenum">
              <a:rPr lang="en-IN" smtClean="0"/>
              <a:pPr/>
              <a:t>24</a:t>
            </a:fld>
            <a:endParaRPr lang="en-IN" dirty="0"/>
          </a:p>
        </p:txBody>
      </p:sp>
      <p:sp>
        <p:nvSpPr>
          <p:cNvPr id="6" name="object 3">
            <a:extLst>
              <a:ext uri="{FF2B5EF4-FFF2-40B4-BE49-F238E27FC236}">
                <a16:creationId xmlns:a16="http://schemas.microsoft.com/office/drawing/2014/main" id="{FBC23C7D-68C0-6EF8-226E-9C6C71F72C91}"/>
              </a:ext>
            </a:extLst>
          </p:cNvPr>
          <p:cNvSpPr txBox="1"/>
          <p:nvPr/>
        </p:nvSpPr>
        <p:spPr>
          <a:xfrm>
            <a:off x="65507" y="1534441"/>
            <a:ext cx="2028189" cy="300990"/>
          </a:xfrm>
          <a:prstGeom prst="rect">
            <a:avLst/>
          </a:prstGeom>
        </p:spPr>
        <p:txBody>
          <a:bodyPr vert="horz" wrap="square" lIns="0" tIns="13335" rIns="0" bIns="0" rtlCol="0">
            <a:spAutoFit/>
          </a:bodyPr>
          <a:lstStyle/>
          <a:p>
            <a:pPr marL="12700">
              <a:lnSpc>
                <a:spcPct val="100000"/>
              </a:lnSpc>
              <a:spcBef>
                <a:spcPts val="105"/>
              </a:spcBef>
            </a:pPr>
            <a:r>
              <a:rPr sz="1800" i="1" spc="140" dirty="0">
                <a:solidFill>
                  <a:srgbClr val="FF0000"/>
                </a:solidFill>
                <a:latin typeface="Times New Roman"/>
                <a:cs typeface="Times New Roman"/>
              </a:rPr>
              <a:t>Instruction</a:t>
            </a:r>
            <a:r>
              <a:rPr sz="1800" i="1" spc="5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graphicFrame>
        <p:nvGraphicFramePr>
          <p:cNvPr id="7" name="object 6">
            <a:extLst>
              <a:ext uri="{FF2B5EF4-FFF2-40B4-BE49-F238E27FC236}">
                <a16:creationId xmlns:a16="http://schemas.microsoft.com/office/drawing/2014/main" id="{D3775F37-88AD-734B-4019-462607AA9CC7}"/>
              </a:ext>
            </a:extLst>
          </p:cNvPr>
          <p:cNvGraphicFramePr>
            <a:graphicFrameLocks noGrp="1"/>
          </p:cNvGraphicFramePr>
          <p:nvPr/>
        </p:nvGraphicFramePr>
        <p:xfrm>
          <a:off x="373920" y="1862196"/>
          <a:ext cx="7306307" cy="1559500"/>
        </p:xfrm>
        <a:graphic>
          <a:graphicData uri="http://schemas.openxmlformats.org/drawingml/2006/table">
            <a:tbl>
              <a:tblPr firstRow="1" bandRow="1">
                <a:tableStyleId>{2D5ABB26-0587-4C30-8999-92F81FD0307C}</a:tableStyleId>
              </a:tblPr>
              <a:tblGrid>
                <a:gridCol w="927735">
                  <a:extLst>
                    <a:ext uri="{9D8B030D-6E8A-4147-A177-3AD203B41FA5}">
                      <a16:colId xmlns:a16="http://schemas.microsoft.com/office/drawing/2014/main" val="20000"/>
                    </a:ext>
                  </a:extLst>
                </a:gridCol>
                <a:gridCol w="1037590">
                  <a:extLst>
                    <a:ext uri="{9D8B030D-6E8A-4147-A177-3AD203B41FA5}">
                      <a16:colId xmlns:a16="http://schemas.microsoft.com/office/drawing/2014/main" val="20001"/>
                    </a:ext>
                  </a:extLst>
                </a:gridCol>
                <a:gridCol w="520064">
                  <a:extLst>
                    <a:ext uri="{9D8B030D-6E8A-4147-A177-3AD203B41FA5}">
                      <a16:colId xmlns:a16="http://schemas.microsoft.com/office/drawing/2014/main" val="20002"/>
                    </a:ext>
                  </a:extLst>
                </a:gridCol>
                <a:gridCol w="663575">
                  <a:extLst>
                    <a:ext uri="{9D8B030D-6E8A-4147-A177-3AD203B41FA5}">
                      <a16:colId xmlns:a16="http://schemas.microsoft.com/office/drawing/2014/main" val="20003"/>
                    </a:ext>
                  </a:extLst>
                </a:gridCol>
                <a:gridCol w="1336675">
                  <a:extLst>
                    <a:ext uri="{9D8B030D-6E8A-4147-A177-3AD203B41FA5}">
                      <a16:colId xmlns:a16="http://schemas.microsoft.com/office/drawing/2014/main" val="20004"/>
                    </a:ext>
                  </a:extLst>
                </a:gridCol>
                <a:gridCol w="1293494">
                  <a:extLst>
                    <a:ext uri="{9D8B030D-6E8A-4147-A177-3AD203B41FA5}">
                      <a16:colId xmlns:a16="http://schemas.microsoft.com/office/drawing/2014/main" val="20005"/>
                    </a:ext>
                  </a:extLst>
                </a:gridCol>
                <a:gridCol w="597535">
                  <a:extLst>
                    <a:ext uri="{9D8B030D-6E8A-4147-A177-3AD203B41FA5}">
                      <a16:colId xmlns:a16="http://schemas.microsoft.com/office/drawing/2014/main" val="20006"/>
                    </a:ext>
                  </a:extLst>
                </a:gridCol>
                <a:gridCol w="929639">
                  <a:extLst>
                    <a:ext uri="{9D8B030D-6E8A-4147-A177-3AD203B41FA5}">
                      <a16:colId xmlns:a16="http://schemas.microsoft.com/office/drawing/2014/main" val="20007"/>
                    </a:ext>
                  </a:extLst>
                </a:gridCol>
              </a:tblGrid>
              <a:tr h="226366">
                <a:tc>
                  <a:txBody>
                    <a:bodyPr/>
                    <a:lstStyle/>
                    <a:p>
                      <a:pPr marL="31750">
                        <a:lnSpc>
                          <a:spcPct val="100000"/>
                        </a:lnSpc>
                        <a:spcBef>
                          <a:spcPts val="10"/>
                        </a:spcBef>
                      </a:pPr>
                      <a:r>
                        <a:rPr sz="1350" dirty="0">
                          <a:latin typeface="Times New Roman"/>
                          <a:cs typeface="Times New Roman"/>
                        </a:rPr>
                        <a:t>In</a:t>
                      </a:r>
                      <a:r>
                        <a:rPr sz="1350" spc="-25" dirty="0">
                          <a:latin typeface="Times New Roman"/>
                          <a:cs typeface="Times New Roman"/>
                        </a:rPr>
                        <a:t>s</a:t>
                      </a:r>
                      <a:r>
                        <a:rPr sz="1350" spc="15" dirty="0">
                          <a:latin typeface="Times New Roman"/>
                          <a:cs typeface="Times New Roman"/>
                        </a:rPr>
                        <a:t>t</a:t>
                      </a:r>
                      <a:r>
                        <a:rPr sz="1350" dirty="0">
                          <a:latin typeface="Times New Roman"/>
                          <a:cs typeface="Times New Roman"/>
                        </a:rPr>
                        <a:t>ru</a:t>
                      </a:r>
                      <a:r>
                        <a:rPr sz="1350" spc="15" dirty="0">
                          <a:latin typeface="Times New Roman"/>
                          <a:cs typeface="Times New Roman"/>
                        </a:rPr>
                        <a:t>ct</a:t>
                      </a:r>
                      <a:r>
                        <a:rPr sz="1350" spc="-50" dirty="0">
                          <a:latin typeface="Times New Roman"/>
                          <a:cs typeface="Times New Roman"/>
                        </a:rPr>
                        <a:t>i</a:t>
                      </a:r>
                      <a:r>
                        <a:rPr sz="1350" dirty="0">
                          <a:latin typeface="Times New Roman"/>
                          <a:cs typeface="Times New Roman"/>
                        </a:rPr>
                        <a:t>on</a:t>
                      </a:r>
                      <a:endParaRPr sz="1350">
                        <a:latin typeface="Times New Roman"/>
                        <a:cs typeface="Times New Roman"/>
                      </a:endParaRPr>
                    </a:p>
                  </a:txBody>
                  <a:tcPr marL="0" marR="0" marT="1270" marB="0"/>
                </a:tc>
                <a:tc>
                  <a:txBody>
                    <a:bodyPr/>
                    <a:lstStyle/>
                    <a:p>
                      <a:pPr marL="690245">
                        <a:lnSpc>
                          <a:spcPct val="100000"/>
                        </a:lnSpc>
                        <a:spcBef>
                          <a:spcPts val="10"/>
                        </a:spcBef>
                      </a:pPr>
                      <a:r>
                        <a:rPr sz="1350" i="1" dirty="0">
                          <a:latin typeface="Times New Roman"/>
                          <a:cs typeface="Times New Roman"/>
                        </a:rPr>
                        <a:t>j</a:t>
                      </a:r>
                      <a:endParaRPr sz="1350">
                        <a:latin typeface="Times New Roman"/>
                        <a:cs typeface="Times New Roman"/>
                      </a:endParaRPr>
                    </a:p>
                  </a:txBody>
                  <a:tcPr marL="0" marR="0" marT="1270" marB="0"/>
                </a:tc>
                <a:tc>
                  <a:txBody>
                    <a:bodyPr/>
                    <a:lstStyle/>
                    <a:p>
                      <a:pPr marR="27940" algn="ctr">
                        <a:lnSpc>
                          <a:spcPct val="100000"/>
                        </a:lnSpc>
                        <a:spcBef>
                          <a:spcPts val="10"/>
                        </a:spcBef>
                      </a:pPr>
                      <a:r>
                        <a:rPr sz="1350" i="1" dirty="0">
                          <a:latin typeface="Times New Roman"/>
                          <a:cs typeface="Times New Roman"/>
                        </a:rPr>
                        <a:t>k</a:t>
                      </a:r>
                      <a:endParaRPr sz="1350">
                        <a:latin typeface="Times New Roman"/>
                        <a:cs typeface="Times New Roman"/>
                      </a:endParaRPr>
                    </a:p>
                  </a:txBody>
                  <a:tcPr marL="0" marR="0" marT="1270" marB="0"/>
                </a:tc>
                <a:tc>
                  <a:txBody>
                    <a:bodyPr/>
                    <a:lstStyle/>
                    <a:p>
                      <a:pPr marL="7620" algn="ctr">
                        <a:lnSpc>
                          <a:spcPts val="1660"/>
                        </a:lnSpc>
                      </a:pPr>
                      <a:r>
                        <a:rPr sz="1500" i="1" spc="150" dirty="0">
                          <a:latin typeface="Times New Roman"/>
                          <a:cs typeface="Times New Roman"/>
                        </a:rPr>
                        <a:t>Issue</a:t>
                      </a:r>
                      <a:endParaRPr sz="1500">
                        <a:latin typeface="Times New Roman"/>
                        <a:cs typeface="Times New Roman"/>
                      </a:endParaRPr>
                    </a:p>
                  </a:txBody>
                  <a:tcPr marL="0" marR="0" marT="0" marB="0">
                    <a:lnB w="9525">
                      <a:solidFill>
                        <a:srgbClr val="000000"/>
                      </a:solidFill>
                      <a:prstDash val="solid"/>
                    </a:lnB>
                  </a:tcPr>
                </a:tc>
                <a:tc>
                  <a:txBody>
                    <a:bodyPr/>
                    <a:lstStyle/>
                    <a:p>
                      <a:pPr marL="81915">
                        <a:lnSpc>
                          <a:spcPts val="1660"/>
                        </a:lnSpc>
                      </a:pPr>
                      <a:r>
                        <a:rPr sz="1500" i="1" spc="210" dirty="0">
                          <a:latin typeface="Times New Roman"/>
                          <a:cs typeface="Times New Roman"/>
                        </a:rPr>
                        <a:t>Comp </a:t>
                      </a:r>
                      <a:r>
                        <a:rPr sz="1500" i="1" spc="155" dirty="0">
                          <a:latin typeface="Times New Roman"/>
                          <a:cs typeface="Times New Roman"/>
                        </a:rPr>
                        <a:t>Result</a:t>
                      </a:r>
                      <a:endParaRPr sz="1500">
                        <a:latin typeface="Times New Roman"/>
                        <a:cs typeface="Times New Roman"/>
                      </a:endParaRPr>
                    </a:p>
                  </a:txBody>
                  <a:tcPr marL="0" marR="0" marT="0" marB="0">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tc>
                <a:tc>
                  <a:txBody>
                    <a:bodyPr/>
                    <a:lstStyle/>
                    <a:p>
                      <a:pPr marL="38735">
                        <a:lnSpc>
                          <a:spcPts val="1660"/>
                        </a:lnSpc>
                      </a:pPr>
                      <a:r>
                        <a:rPr sz="1500" spc="165" dirty="0">
                          <a:latin typeface="Times New Roman"/>
                          <a:cs typeface="Times New Roman"/>
                        </a:rPr>
                        <a:t>Busy</a:t>
                      </a:r>
                      <a:endParaRPr sz="1500">
                        <a:latin typeface="Times New Roman"/>
                        <a:cs typeface="Times New Roman"/>
                      </a:endParaRPr>
                    </a:p>
                  </a:txBody>
                  <a:tcPr marL="0" marR="0" marT="0" marB="0">
                    <a:lnB w="9525">
                      <a:solidFill>
                        <a:srgbClr val="000000"/>
                      </a:solidFill>
                      <a:prstDash val="solid"/>
                    </a:lnB>
                  </a:tcPr>
                </a:tc>
                <a:tc>
                  <a:txBody>
                    <a:bodyPr/>
                    <a:lstStyle/>
                    <a:p>
                      <a:pPr algn="ctr">
                        <a:lnSpc>
                          <a:spcPts val="1660"/>
                        </a:lnSpc>
                      </a:pPr>
                      <a:r>
                        <a:rPr sz="1500" spc="150" dirty="0">
                          <a:latin typeface="Times New Roman"/>
                          <a:cs typeface="Times New Roman"/>
                        </a:rPr>
                        <a:t>Address</a:t>
                      </a:r>
                      <a:endParaRPr sz="15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228618">
                <a:tc>
                  <a:txBody>
                    <a:bodyPr/>
                    <a:lstStyle/>
                    <a:p>
                      <a:pPr marL="31750">
                        <a:lnSpc>
                          <a:spcPct val="100000"/>
                        </a:lnSpc>
                        <a:spcBef>
                          <a:spcPts val="30"/>
                        </a:spcBef>
                      </a:pPr>
                      <a:r>
                        <a:rPr sz="1350" spc="204" dirty="0">
                          <a:latin typeface="Times New Roman"/>
                          <a:cs typeface="Times New Roman"/>
                        </a:rPr>
                        <a:t>LD</a:t>
                      </a:r>
                      <a:endParaRPr sz="1350">
                        <a:latin typeface="Times New Roman"/>
                        <a:cs typeface="Times New Roman"/>
                      </a:endParaRPr>
                    </a:p>
                  </a:txBody>
                  <a:tcPr marL="0" marR="0" marT="3810" marB="0"/>
                </a:tc>
                <a:tc>
                  <a:txBody>
                    <a:bodyPr/>
                    <a:lstStyle/>
                    <a:p>
                      <a:pPr marR="136525" algn="r">
                        <a:lnSpc>
                          <a:spcPct val="100000"/>
                        </a:lnSpc>
                        <a:spcBef>
                          <a:spcPts val="30"/>
                        </a:spcBef>
                        <a:tabLst>
                          <a:tab pos="516890" algn="l"/>
                        </a:tabLst>
                      </a:pPr>
                      <a:r>
                        <a:rPr sz="1350" spc="130" dirty="0">
                          <a:latin typeface="Times New Roman"/>
                          <a:cs typeface="Times New Roman"/>
                        </a:rPr>
                        <a:t>F6	</a:t>
                      </a:r>
                      <a:r>
                        <a:rPr sz="1350" spc="140" dirty="0">
                          <a:latin typeface="Times New Roman"/>
                          <a:cs typeface="Times New Roman"/>
                        </a:rPr>
                        <a:t>34+</a:t>
                      </a:r>
                      <a:endParaRPr sz="1350">
                        <a:latin typeface="Times New Roman"/>
                        <a:cs typeface="Times New Roman"/>
                      </a:endParaRPr>
                    </a:p>
                  </a:txBody>
                  <a:tcPr marL="0" marR="0" marT="3810" marB="0"/>
                </a:tc>
                <a:tc>
                  <a:txBody>
                    <a:bodyPr/>
                    <a:lstStyle/>
                    <a:p>
                      <a:pPr marL="10160" algn="ctr">
                        <a:lnSpc>
                          <a:spcPct val="100000"/>
                        </a:lnSpc>
                        <a:spcBef>
                          <a:spcPts val="30"/>
                        </a:spcBef>
                      </a:pPr>
                      <a:r>
                        <a:rPr sz="1350" spc="155" dirty="0">
                          <a:latin typeface="Times New Roman"/>
                          <a:cs typeface="Times New Roman"/>
                        </a:rPr>
                        <a:t>R2</a:t>
                      </a:r>
                      <a:endParaRPr sz="1350">
                        <a:latin typeface="Times New Roman"/>
                        <a:cs typeface="Times New Roman"/>
                      </a:endParaRPr>
                    </a:p>
                  </a:txBody>
                  <a:tcPr marL="0" marR="0" marT="3810" marB="0">
                    <a:lnR w="9525">
                      <a:solidFill>
                        <a:srgbClr val="000000"/>
                      </a:solidFill>
                      <a:prstDash val="solid"/>
                    </a:lnR>
                  </a:tcPr>
                </a:tc>
                <a:tc>
                  <a:txBody>
                    <a:bodyPr/>
                    <a:lstStyle/>
                    <a:p>
                      <a:pPr marL="52069" algn="ctr">
                        <a:lnSpc>
                          <a:spcPct val="100000"/>
                        </a:lnSpc>
                        <a:spcBef>
                          <a:spcPts val="30"/>
                        </a:spcBef>
                      </a:pPr>
                      <a:r>
                        <a:rPr sz="1350" dirty="0">
                          <a:latin typeface="Times New Roman"/>
                          <a:cs typeface="Times New Roman"/>
                        </a:rPr>
                        <a:t>1</a:t>
                      </a:r>
                      <a:endParaRPr sz="1350">
                        <a:latin typeface="Times New Roman"/>
                        <a:cs typeface="Times New Roman"/>
                      </a:endParaRPr>
                    </a:p>
                  </a:txBody>
                  <a:tcPr marL="0" marR="0" marT="3810" marB="0">
                    <a:lnL w="9525">
                      <a:solidFill>
                        <a:srgbClr val="000000"/>
                      </a:solidFill>
                      <a:prstDash val="solid"/>
                    </a:lnL>
                    <a:lnT w="9525">
                      <a:solidFill>
                        <a:srgbClr val="000000"/>
                      </a:solidFill>
                      <a:prstDash val="solid"/>
                    </a:lnT>
                  </a:tcPr>
                </a:tc>
                <a:tc>
                  <a:txBody>
                    <a:bodyPr/>
                    <a:lstStyle/>
                    <a:p>
                      <a:pPr marL="314960">
                        <a:lnSpc>
                          <a:spcPct val="100000"/>
                        </a:lnSpc>
                        <a:spcBef>
                          <a:spcPts val="30"/>
                        </a:spcBef>
                      </a:pPr>
                      <a:r>
                        <a:rPr sz="1350" dirty="0">
                          <a:latin typeface="Times New Roman"/>
                          <a:cs typeface="Times New Roman"/>
                        </a:rPr>
                        <a:t>3</a:t>
                      </a:r>
                      <a:endParaRPr sz="1350">
                        <a:latin typeface="Times New Roman"/>
                        <a:cs typeface="Times New Roman"/>
                      </a:endParaRPr>
                    </a:p>
                  </a:txBody>
                  <a:tcPr marL="0" marR="0" marT="3810" marB="0">
                    <a:lnR w="9525">
                      <a:solidFill>
                        <a:srgbClr val="000000"/>
                      </a:solidFill>
                      <a:prstDash val="solid"/>
                    </a:lnR>
                    <a:lnT w="9525">
                      <a:solidFill>
                        <a:srgbClr val="000000"/>
                      </a:solidFill>
                      <a:prstDash val="solid"/>
                    </a:lnT>
                  </a:tcPr>
                </a:tc>
                <a:tc>
                  <a:txBody>
                    <a:bodyPr/>
                    <a:lstStyle/>
                    <a:p>
                      <a:pPr marR="74295" algn="r">
                        <a:lnSpc>
                          <a:spcPct val="100000"/>
                        </a:lnSpc>
                        <a:spcBef>
                          <a:spcPts val="30"/>
                        </a:spcBef>
                      </a:pPr>
                      <a:r>
                        <a:rPr sz="1350" spc="145" dirty="0">
                          <a:latin typeface="Times New Roman"/>
                          <a:cs typeface="Times New Roman"/>
                        </a:rPr>
                        <a:t>Load1</a:t>
                      </a:r>
                      <a:endParaRPr sz="1350">
                        <a:latin typeface="Times New Roman"/>
                        <a:cs typeface="Times New Roman"/>
                      </a:endParaRPr>
                    </a:p>
                  </a:txBody>
                  <a:tcPr marL="0" marR="0" marT="3810" marB="0">
                    <a:lnL w="9525">
                      <a:solidFill>
                        <a:srgbClr val="000000"/>
                      </a:solidFill>
                      <a:prstDash val="solid"/>
                    </a:lnL>
                    <a:lnR w="9525">
                      <a:solidFill>
                        <a:srgbClr val="000000"/>
                      </a:solidFill>
                      <a:prstDash val="solid"/>
                    </a:lnR>
                  </a:tcPr>
                </a:tc>
                <a:tc>
                  <a:txBody>
                    <a:bodyPr/>
                    <a:lstStyle/>
                    <a:p>
                      <a:pPr marL="158750">
                        <a:lnSpc>
                          <a:spcPct val="100000"/>
                        </a:lnSpc>
                        <a:spcBef>
                          <a:spcPts val="30"/>
                        </a:spcBef>
                      </a:pPr>
                      <a:r>
                        <a:rPr sz="1350" spc="140" dirty="0">
                          <a:latin typeface="Times New Roman"/>
                          <a:cs typeface="Times New Roman"/>
                        </a:rPr>
                        <a:t>Yes</a:t>
                      </a:r>
                      <a:endParaRPr sz="1350">
                        <a:latin typeface="Times New Roman"/>
                        <a:cs typeface="Times New Roman"/>
                      </a:endParaRPr>
                    </a:p>
                  </a:txBody>
                  <a:tcPr marL="0" marR="0" marT="3810" marB="0">
                    <a:lnL w="9525">
                      <a:solidFill>
                        <a:srgbClr val="000000"/>
                      </a:solidFill>
                      <a:prstDash val="solid"/>
                    </a:lnL>
                    <a:lnT w="9525">
                      <a:solidFill>
                        <a:srgbClr val="000000"/>
                      </a:solidFill>
                      <a:prstDash val="solid"/>
                    </a:lnT>
                  </a:tcPr>
                </a:tc>
                <a:tc>
                  <a:txBody>
                    <a:bodyPr/>
                    <a:lstStyle/>
                    <a:p>
                      <a:pPr marL="40005" algn="ctr">
                        <a:lnSpc>
                          <a:spcPct val="100000"/>
                        </a:lnSpc>
                        <a:spcBef>
                          <a:spcPts val="30"/>
                        </a:spcBef>
                      </a:pPr>
                      <a:r>
                        <a:rPr sz="1350" spc="155" dirty="0">
                          <a:latin typeface="Times New Roman"/>
                          <a:cs typeface="Times New Roman"/>
                        </a:rPr>
                        <a:t>34+R2</a:t>
                      </a:r>
                      <a:endParaRPr sz="1350">
                        <a:latin typeface="Times New Roman"/>
                        <a:cs typeface="Times New Roman"/>
                      </a:endParaRPr>
                    </a:p>
                  </a:txBody>
                  <a:tcPr marL="0" marR="0" marT="3810" marB="0">
                    <a:lnR w="9525">
                      <a:solidFill>
                        <a:srgbClr val="000000"/>
                      </a:solidFill>
                      <a:prstDash val="solid"/>
                    </a:lnR>
                    <a:lnT w="9525">
                      <a:solidFill>
                        <a:srgbClr val="000000"/>
                      </a:solidFill>
                      <a:prstDash val="solid"/>
                    </a:lnT>
                  </a:tcPr>
                </a:tc>
                <a:extLst>
                  <a:ext uri="{0D108BD9-81ED-4DB2-BD59-A6C34878D82A}">
                    <a16:rowId xmlns:a16="http://schemas.microsoft.com/office/drawing/2014/main" val="10001"/>
                  </a:ext>
                </a:extLst>
              </a:tr>
              <a:tr h="222253">
                <a:tc>
                  <a:txBody>
                    <a:bodyPr/>
                    <a:lstStyle/>
                    <a:p>
                      <a:pPr marL="31750">
                        <a:lnSpc>
                          <a:spcPts val="1605"/>
                        </a:lnSpc>
                      </a:pPr>
                      <a:r>
                        <a:rPr sz="1350" spc="204" dirty="0">
                          <a:solidFill>
                            <a:srgbClr val="FF0000"/>
                          </a:solidFill>
                          <a:latin typeface="Times New Roman"/>
                          <a:cs typeface="Times New Roman"/>
                        </a:rPr>
                        <a:t>LD</a:t>
                      </a:r>
                      <a:endParaRPr sz="1350">
                        <a:latin typeface="Times New Roman"/>
                        <a:cs typeface="Times New Roman"/>
                      </a:endParaRPr>
                    </a:p>
                  </a:txBody>
                  <a:tcPr marL="0" marR="0" marT="0" marB="0"/>
                </a:tc>
                <a:tc>
                  <a:txBody>
                    <a:bodyPr/>
                    <a:lstStyle/>
                    <a:p>
                      <a:pPr marR="136525" algn="r">
                        <a:lnSpc>
                          <a:spcPts val="1605"/>
                        </a:lnSpc>
                        <a:tabLst>
                          <a:tab pos="516890" algn="l"/>
                        </a:tabLst>
                      </a:pPr>
                      <a:r>
                        <a:rPr sz="1350" spc="130" dirty="0">
                          <a:solidFill>
                            <a:srgbClr val="FF0000"/>
                          </a:solidFill>
                          <a:latin typeface="Times New Roman"/>
                          <a:cs typeface="Times New Roman"/>
                        </a:rPr>
                        <a:t>F2	</a:t>
                      </a:r>
                      <a:r>
                        <a:rPr sz="1350" spc="140" dirty="0">
                          <a:solidFill>
                            <a:srgbClr val="FF0000"/>
                          </a:solidFill>
                          <a:latin typeface="Times New Roman"/>
                          <a:cs typeface="Times New Roman"/>
                        </a:rPr>
                        <a:t>45+</a:t>
                      </a:r>
                      <a:endParaRPr sz="1350">
                        <a:latin typeface="Times New Roman"/>
                        <a:cs typeface="Times New Roman"/>
                      </a:endParaRPr>
                    </a:p>
                  </a:txBody>
                  <a:tcPr marL="0" marR="0" marT="0" marB="0"/>
                </a:tc>
                <a:tc>
                  <a:txBody>
                    <a:bodyPr/>
                    <a:lstStyle/>
                    <a:p>
                      <a:pPr marL="10160" algn="ctr">
                        <a:lnSpc>
                          <a:spcPts val="1605"/>
                        </a:lnSpc>
                      </a:pPr>
                      <a:r>
                        <a:rPr sz="1350" spc="155" dirty="0">
                          <a:solidFill>
                            <a:srgbClr val="FF0000"/>
                          </a:solidFill>
                          <a:latin typeface="Times New Roman"/>
                          <a:cs typeface="Times New Roman"/>
                        </a:rPr>
                        <a:t>R3</a:t>
                      </a:r>
                      <a:endParaRPr sz="1350">
                        <a:latin typeface="Times New Roman"/>
                        <a:cs typeface="Times New Roman"/>
                      </a:endParaRPr>
                    </a:p>
                  </a:txBody>
                  <a:tcPr marL="0" marR="0" marT="0" marB="0">
                    <a:lnR w="9525">
                      <a:solidFill>
                        <a:srgbClr val="000000"/>
                      </a:solidFill>
                      <a:prstDash val="solid"/>
                    </a:lnR>
                  </a:tcPr>
                </a:tc>
                <a:tc>
                  <a:txBody>
                    <a:bodyPr/>
                    <a:lstStyle/>
                    <a:p>
                      <a:pPr marL="52069" algn="ctr">
                        <a:lnSpc>
                          <a:spcPts val="1605"/>
                        </a:lnSpc>
                      </a:pPr>
                      <a:r>
                        <a:rPr sz="1350" dirty="0">
                          <a:latin typeface="Times New Roman"/>
                          <a:cs typeface="Times New Roman"/>
                        </a:rPr>
                        <a:t>2</a:t>
                      </a:r>
                      <a:endParaRPr sz="135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tcPr>
                </a:tc>
                <a:tc>
                  <a:txBody>
                    <a:bodyPr/>
                    <a:lstStyle/>
                    <a:p>
                      <a:pPr marR="74295" algn="r">
                        <a:lnSpc>
                          <a:spcPts val="1605"/>
                        </a:lnSpc>
                      </a:pPr>
                      <a:r>
                        <a:rPr sz="1350" spc="145" dirty="0">
                          <a:latin typeface="Times New Roman"/>
                          <a:cs typeface="Times New Roman"/>
                        </a:rPr>
                        <a:t>Load2</a:t>
                      </a:r>
                      <a:endParaRPr sz="1350">
                        <a:latin typeface="Times New Roman"/>
                        <a:cs typeface="Times New Roman"/>
                      </a:endParaRPr>
                    </a:p>
                  </a:txBody>
                  <a:tcPr marL="0" marR="0" marT="0" marB="0">
                    <a:lnL w="9525">
                      <a:solidFill>
                        <a:srgbClr val="000000"/>
                      </a:solidFill>
                      <a:prstDash val="solid"/>
                    </a:lnL>
                    <a:lnR w="9525">
                      <a:solidFill>
                        <a:srgbClr val="000000"/>
                      </a:solidFill>
                      <a:prstDash val="solid"/>
                    </a:lnR>
                  </a:tcPr>
                </a:tc>
                <a:tc>
                  <a:txBody>
                    <a:bodyPr/>
                    <a:lstStyle/>
                    <a:p>
                      <a:pPr marL="158750">
                        <a:lnSpc>
                          <a:spcPts val="1605"/>
                        </a:lnSpc>
                      </a:pPr>
                      <a:r>
                        <a:rPr sz="1350" spc="140" dirty="0">
                          <a:latin typeface="Times New Roman"/>
                          <a:cs typeface="Times New Roman"/>
                        </a:rPr>
                        <a:t>Yes</a:t>
                      </a:r>
                      <a:endParaRPr sz="1350">
                        <a:latin typeface="Times New Roman"/>
                        <a:cs typeface="Times New Roman"/>
                      </a:endParaRPr>
                    </a:p>
                  </a:txBody>
                  <a:tcPr marL="0" marR="0" marT="0" marB="0">
                    <a:lnL w="9525">
                      <a:solidFill>
                        <a:srgbClr val="000000"/>
                      </a:solidFill>
                      <a:prstDash val="solid"/>
                    </a:lnL>
                  </a:tcPr>
                </a:tc>
                <a:tc>
                  <a:txBody>
                    <a:bodyPr/>
                    <a:lstStyle/>
                    <a:p>
                      <a:pPr marL="40005" algn="ctr">
                        <a:lnSpc>
                          <a:spcPts val="1605"/>
                        </a:lnSpc>
                      </a:pPr>
                      <a:r>
                        <a:rPr sz="1350" spc="155" dirty="0">
                          <a:solidFill>
                            <a:srgbClr val="FF0000"/>
                          </a:solidFill>
                          <a:latin typeface="Times New Roman"/>
                          <a:cs typeface="Times New Roman"/>
                        </a:rPr>
                        <a:t>45+R3</a:t>
                      </a:r>
                      <a:endParaRPr sz="1350">
                        <a:latin typeface="Times New Roman"/>
                        <a:cs typeface="Times New Roman"/>
                      </a:endParaRPr>
                    </a:p>
                  </a:txBody>
                  <a:tcPr marL="0" marR="0" marT="0" marB="0">
                    <a:lnR w="9525">
                      <a:solidFill>
                        <a:srgbClr val="000000"/>
                      </a:solidFill>
                      <a:prstDash val="solid"/>
                    </a:lnR>
                  </a:tcPr>
                </a:tc>
                <a:extLst>
                  <a:ext uri="{0D108BD9-81ED-4DB2-BD59-A6C34878D82A}">
                    <a16:rowId xmlns:a16="http://schemas.microsoft.com/office/drawing/2014/main" val="10002"/>
                  </a:ext>
                </a:extLst>
              </a:tr>
              <a:tr h="215696">
                <a:tc>
                  <a:txBody>
                    <a:bodyPr/>
                    <a:lstStyle/>
                    <a:p>
                      <a:pPr marL="31750">
                        <a:lnSpc>
                          <a:spcPts val="1600"/>
                        </a:lnSpc>
                      </a:pPr>
                      <a:r>
                        <a:rPr sz="1350" spc="165" dirty="0">
                          <a:solidFill>
                            <a:srgbClr val="0000FF"/>
                          </a:solidFill>
                          <a:latin typeface="Times New Roman"/>
                          <a:cs typeface="Times New Roman"/>
                        </a:rPr>
                        <a:t>MULTD</a:t>
                      </a:r>
                      <a:endParaRPr sz="1350">
                        <a:latin typeface="Times New Roman"/>
                        <a:cs typeface="Times New Roman"/>
                      </a:endParaRPr>
                    </a:p>
                  </a:txBody>
                  <a:tcPr marL="0" marR="0" marT="0" marB="0"/>
                </a:tc>
                <a:tc>
                  <a:txBody>
                    <a:bodyPr/>
                    <a:lstStyle/>
                    <a:p>
                      <a:pPr marL="52069">
                        <a:lnSpc>
                          <a:spcPts val="1600"/>
                        </a:lnSpc>
                        <a:tabLst>
                          <a:tab pos="629285" algn="l"/>
                        </a:tabLst>
                      </a:pPr>
                      <a:r>
                        <a:rPr sz="1350" spc="130" dirty="0">
                          <a:solidFill>
                            <a:srgbClr val="0000FF"/>
                          </a:solidFill>
                          <a:latin typeface="Times New Roman"/>
                          <a:cs typeface="Times New Roman"/>
                        </a:rPr>
                        <a:t>F0	</a:t>
                      </a:r>
                      <a:r>
                        <a:rPr sz="1350" spc="120" dirty="0">
                          <a:solidFill>
                            <a:srgbClr val="0000FF"/>
                          </a:solidFill>
                          <a:latin typeface="Times New Roman"/>
                          <a:cs typeface="Times New Roman"/>
                        </a:rPr>
                        <a:t>F2</a:t>
                      </a:r>
                      <a:endParaRPr sz="1350">
                        <a:latin typeface="Times New Roman"/>
                        <a:cs typeface="Times New Roman"/>
                      </a:endParaRPr>
                    </a:p>
                  </a:txBody>
                  <a:tcPr marL="0" marR="0" marT="0" marB="0"/>
                </a:tc>
                <a:tc>
                  <a:txBody>
                    <a:bodyPr/>
                    <a:lstStyle/>
                    <a:p>
                      <a:pPr algn="ctr">
                        <a:lnSpc>
                          <a:spcPts val="1600"/>
                        </a:lnSpc>
                      </a:pPr>
                      <a:r>
                        <a:rPr sz="1350" spc="120" dirty="0">
                          <a:solidFill>
                            <a:srgbClr val="0000FF"/>
                          </a:solidFill>
                          <a:latin typeface="Times New Roman"/>
                          <a:cs typeface="Times New Roman"/>
                        </a:rPr>
                        <a:t>F4</a:t>
                      </a:r>
                      <a:endParaRPr sz="1350">
                        <a:latin typeface="Times New Roman"/>
                        <a:cs typeface="Times New Roman"/>
                      </a:endParaRPr>
                    </a:p>
                  </a:txBody>
                  <a:tcPr marL="0" marR="0" marT="0" marB="0">
                    <a:lnR w="9525">
                      <a:solidFill>
                        <a:srgbClr val="000000"/>
                      </a:solidFill>
                      <a:prstDash val="solid"/>
                    </a:lnR>
                  </a:tcPr>
                </a:tc>
                <a:tc>
                  <a:txBody>
                    <a:bodyPr/>
                    <a:lstStyle/>
                    <a:p>
                      <a:pPr marL="52069" algn="ctr">
                        <a:lnSpc>
                          <a:spcPts val="1600"/>
                        </a:lnSpc>
                      </a:pPr>
                      <a:r>
                        <a:rPr sz="1350" dirty="0">
                          <a:latin typeface="Times New Roman"/>
                          <a:cs typeface="Times New Roman"/>
                        </a:rPr>
                        <a:t>3</a:t>
                      </a:r>
                      <a:endParaRPr sz="135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tcPr>
                </a:tc>
                <a:tc>
                  <a:txBody>
                    <a:bodyPr/>
                    <a:lstStyle/>
                    <a:p>
                      <a:pPr marR="74295" algn="r">
                        <a:lnSpc>
                          <a:spcPts val="1600"/>
                        </a:lnSpc>
                      </a:pPr>
                      <a:r>
                        <a:rPr sz="1350" spc="145" dirty="0">
                          <a:latin typeface="Times New Roman"/>
                          <a:cs typeface="Times New Roman"/>
                        </a:rPr>
                        <a:t>Load3</a:t>
                      </a:r>
                      <a:endParaRPr sz="1350">
                        <a:latin typeface="Times New Roman"/>
                        <a:cs typeface="Times New Roman"/>
                      </a:endParaRPr>
                    </a:p>
                  </a:txBody>
                  <a:tcPr marL="0" marR="0" marT="0" marB="0">
                    <a:lnL w="9525">
                      <a:solidFill>
                        <a:srgbClr val="000000"/>
                      </a:solidFill>
                      <a:prstDash val="solid"/>
                    </a:lnL>
                    <a:lnR w="9525">
                      <a:solidFill>
                        <a:srgbClr val="000000"/>
                      </a:solidFill>
                      <a:prstDash val="solid"/>
                    </a:lnR>
                  </a:tcPr>
                </a:tc>
                <a:tc>
                  <a:txBody>
                    <a:bodyPr/>
                    <a:lstStyle/>
                    <a:p>
                      <a:pPr marL="193675">
                        <a:lnSpc>
                          <a:spcPts val="1600"/>
                        </a:lnSpc>
                      </a:pPr>
                      <a:r>
                        <a:rPr sz="1350" spc="145" dirty="0">
                          <a:latin typeface="Times New Roman"/>
                          <a:cs typeface="Times New Roman"/>
                        </a:rPr>
                        <a:t>No</a:t>
                      </a:r>
                      <a:endParaRPr sz="1350">
                        <a:latin typeface="Times New Roman"/>
                        <a:cs typeface="Times New Roman"/>
                      </a:endParaRPr>
                    </a:p>
                  </a:txBody>
                  <a:tcPr marL="0" marR="0" marT="0" marB="0">
                    <a:lnL w="9525">
                      <a:solidFill>
                        <a:srgbClr val="000000"/>
                      </a:solidFill>
                      <a:prstDash val="solid"/>
                    </a:lnL>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lnB w="9525">
                      <a:solidFill>
                        <a:srgbClr val="000000"/>
                      </a:solidFill>
                      <a:prstDash val="solid"/>
                    </a:lnB>
                  </a:tcPr>
                </a:tc>
                <a:extLst>
                  <a:ext uri="{0D108BD9-81ED-4DB2-BD59-A6C34878D82A}">
                    <a16:rowId xmlns:a16="http://schemas.microsoft.com/office/drawing/2014/main" val="10003"/>
                  </a:ext>
                </a:extLst>
              </a:tr>
              <a:tr h="228618">
                <a:tc>
                  <a:txBody>
                    <a:bodyPr/>
                    <a:lstStyle/>
                    <a:p>
                      <a:pPr marL="31750">
                        <a:lnSpc>
                          <a:spcPct val="100000"/>
                        </a:lnSpc>
                        <a:spcBef>
                          <a:spcPts val="30"/>
                        </a:spcBef>
                      </a:pPr>
                      <a:r>
                        <a:rPr sz="1350" spc="135" dirty="0">
                          <a:solidFill>
                            <a:srgbClr val="FF00FF"/>
                          </a:solidFill>
                          <a:latin typeface="Times New Roman"/>
                          <a:cs typeface="Times New Roman"/>
                        </a:rPr>
                        <a:t>SUBD</a:t>
                      </a:r>
                      <a:endParaRPr sz="1350">
                        <a:latin typeface="Times New Roman"/>
                        <a:cs typeface="Times New Roman"/>
                      </a:endParaRPr>
                    </a:p>
                  </a:txBody>
                  <a:tcPr marL="0" marR="0" marT="3810" marB="0"/>
                </a:tc>
                <a:tc>
                  <a:txBody>
                    <a:bodyPr/>
                    <a:lstStyle/>
                    <a:p>
                      <a:pPr marL="52069">
                        <a:lnSpc>
                          <a:spcPct val="100000"/>
                        </a:lnSpc>
                        <a:spcBef>
                          <a:spcPts val="30"/>
                        </a:spcBef>
                        <a:tabLst>
                          <a:tab pos="629285" algn="l"/>
                        </a:tabLst>
                      </a:pPr>
                      <a:r>
                        <a:rPr sz="1350" spc="130" dirty="0">
                          <a:solidFill>
                            <a:srgbClr val="FF00FF"/>
                          </a:solidFill>
                          <a:latin typeface="Times New Roman"/>
                          <a:cs typeface="Times New Roman"/>
                        </a:rPr>
                        <a:t>F8	</a:t>
                      </a:r>
                      <a:r>
                        <a:rPr sz="1350" spc="120" dirty="0">
                          <a:solidFill>
                            <a:srgbClr val="FF00FF"/>
                          </a:solidFill>
                          <a:latin typeface="Times New Roman"/>
                          <a:cs typeface="Times New Roman"/>
                        </a:rPr>
                        <a:t>F6</a:t>
                      </a:r>
                      <a:endParaRPr sz="1350">
                        <a:latin typeface="Times New Roman"/>
                        <a:cs typeface="Times New Roman"/>
                      </a:endParaRPr>
                    </a:p>
                  </a:txBody>
                  <a:tcPr marL="0" marR="0" marT="3810" marB="0"/>
                </a:tc>
                <a:tc>
                  <a:txBody>
                    <a:bodyPr/>
                    <a:lstStyle/>
                    <a:p>
                      <a:pPr algn="ctr">
                        <a:lnSpc>
                          <a:spcPct val="100000"/>
                        </a:lnSpc>
                        <a:spcBef>
                          <a:spcPts val="30"/>
                        </a:spcBef>
                      </a:pPr>
                      <a:r>
                        <a:rPr sz="1350" spc="120" dirty="0">
                          <a:solidFill>
                            <a:srgbClr val="FF00FF"/>
                          </a:solidFill>
                          <a:latin typeface="Times New Roman"/>
                          <a:cs typeface="Times New Roman"/>
                        </a:rPr>
                        <a:t>F2</a:t>
                      </a:r>
                      <a:endParaRPr sz="1350">
                        <a:latin typeface="Times New Roman"/>
                        <a:cs typeface="Times New Roman"/>
                      </a:endParaRPr>
                    </a:p>
                  </a:txBody>
                  <a:tcPr marL="0" marR="0" marT="381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tcPr>
                </a:tc>
                <a:extLst>
                  <a:ext uri="{0D108BD9-81ED-4DB2-BD59-A6C34878D82A}">
                    <a16:rowId xmlns:a16="http://schemas.microsoft.com/office/drawing/2014/main" val="10004"/>
                  </a:ext>
                </a:extLst>
              </a:tr>
              <a:tr h="222253">
                <a:tc>
                  <a:txBody>
                    <a:bodyPr/>
                    <a:lstStyle/>
                    <a:p>
                      <a:pPr marL="31750">
                        <a:lnSpc>
                          <a:spcPts val="1605"/>
                        </a:lnSpc>
                      </a:pPr>
                      <a:r>
                        <a:rPr sz="1350" spc="140" dirty="0">
                          <a:solidFill>
                            <a:srgbClr val="00FF00"/>
                          </a:solidFill>
                          <a:latin typeface="Times New Roman"/>
                          <a:cs typeface="Times New Roman"/>
                        </a:rPr>
                        <a:t>DIVD</a:t>
                      </a:r>
                      <a:endParaRPr sz="1350">
                        <a:latin typeface="Times New Roman"/>
                        <a:cs typeface="Times New Roman"/>
                      </a:endParaRPr>
                    </a:p>
                  </a:txBody>
                  <a:tcPr marL="0" marR="0" marT="0" marB="0"/>
                </a:tc>
                <a:tc>
                  <a:txBody>
                    <a:bodyPr/>
                    <a:lstStyle/>
                    <a:p>
                      <a:pPr>
                        <a:lnSpc>
                          <a:spcPts val="1605"/>
                        </a:lnSpc>
                        <a:tabLst>
                          <a:tab pos="629285" algn="l"/>
                        </a:tabLst>
                      </a:pPr>
                      <a:r>
                        <a:rPr sz="1350" spc="135" dirty="0">
                          <a:solidFill>
                            <a:srgbClr val="00FF00"/>
                          </a:solidFill>
                          <a:latin typeface="Times New Roman"/>
                          <a:cs typeface="Times New Roman"/>
                        </a:rPr>
                        <a:t>F10	</a:t>
                      </a:r>
                      <a:r>
                        <a:rPr sz="1350" spc="120" dirty="0">
                          <a:solidFill>
                            <a:srgbClr val="00FF00"/>
                          </a:solidFill>
                          <a:latin typeface="Times New Roman"/>
                          <a:cs typeface="Times New Roman"/>
                        </a:rPr>
                        <a:t>F0</a:t>
                      </a:r>
                      <a:endParaRPr sz="1350">
                        <a:latin typeface="Times New Roman"/>
                        <a:cs typeface="Times New Roman"/>
                      </a:endParaRPr>
                    </a:p>
                  </a:txBody>
                  <a:tcPr marL="0" marR="0" marT="0" marB="0"/>
                </a:tc>
                <a:tc>
                  <a:txBody>
                    <a:bodyPr/>
                    <a:lstStyle/>
                    <a:p>
                      <a:pPr algn="ctr">
                        <a:lnSpc>
                          <a:spcPts val="1605"/>
                        </a:lnSpc>
                      </a:pPr>
                      <a:r>
                        <a:rPr sz="1350" spc="120" dirty="0">
                          <a:solidFill>
                            <a:srgbClr val="00FF00"/>
                          </a:solidFill>
                          <a:latin typeface="Times New Roman"/>
                          <a:cs typeface="Times New Roman"/>
                        </a:rPr>
                        <a:t>F6</a:t>
                      </a:r>
                      <a:endParaRPr sz="1350">
                        <a:latin typeface="Times New Roman"/>
                        <a:cs typeface="Times New Roman"/>
                      </a:endParaRPr>
                    </a:p>
                  </a:txBody>
                  <a:tcPr marL="0" marR="0" marT="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extLst>
                  <a:ext uri="{0D108BD9-81ED-4DB2-BD59-A6C34878D82A}">
                    <a16:rowId xmlns:a16="http://schemas.microsoft.com/office/drawing/2014/main" val="10005"/>
                  </a:ext>
                </a:extLst>
              </a:tr>
              <a:tr h="215696">
                <a:tc>
                  <a:txBody>
                    <a:bodyPr/>
                    <a:lstStyle/>
                    <a:p>
                      <a:pPr marL="31750">
                        <a:lnSpc>
                          <a:spcPts val="1600"/>
                        </a:lnSpc>
                      </a:pPr>
                      <a:r>
                        <a:rPr sz="1350" spc="175" dirty="0">
                          <a:latin typeface="Times New Roman"/>
                          <a:cs typeface="Times New Roman"/>
                        </a:rPr>
                        <a:t>ADDD</a:t>
                      </a:r>
                      <a:endParaRPr sz="1350">
                        <a:latin typeface="Times New Roman"/>
                        <a:cs typeface="Times New Roman"/>
                      </a:endParaRPr>
                    </a:p>
                  </a:txBody>
                  <a:tcPr marL="0" marR="0" marT="0" marB="0"/>
                </a:tc>
                <a:tc>
                  <a:txBody>
                    <a:bodyPr/>
                    <a:lstStyle/>
                    <a:p>
                      <a:pPr marL="52069">
                        <a:lnSpc>
                          <a:spcPts val="1600"/>
                        </a:lnSpc>
                        <a:tabLst>
                          <a:tab pos="629285" algn="l"/>
                        </a:tabLst>
                      </a:pPr>
                      <a:r>
                        <a:rPr sz="1350" spc="130" dirty="0">
                          <a:latin typeface="Times New Roman"/>
                          <a:cs typeface="Times New Roman"/>
                        </a:rPr>
                        <a:t>F6	</a:t>
                      </a:r>
                      <a:r>
                        <a:rPr sz="1350" spc="120" dirty="0">
                          <a:latin typeface="Times New Roman"/>
                          <a:cs typeface="Times New Roman"/>
                        </a:rPr>
                        <a:t>F8</a:t>
                      </a:r>
                      <a:endParaRPr sz="1350">
                        <a:latin typeface="Times New Roman"/>
                        <a:cs typeface="Times New Roman"/>
                      </a:endParaRPr>
                    </a:p>
                  </a:txBody>
                  <a:tcPr marL="0" marR="0" marT="0" marB="0"/>
                </a:tc>
                <a:tc>
                  <a:txBody>
                    <a:bodyPr/>
                    <a:lstStyle/>
                    <a:p>
                      <a:pPr algn="ctr">
                        <a:lnSpc>
                          <a:spcPts val="1600"/>
                        </a:lnSpc>
                      </a:pPr>
                      <a:r>
                        <a:rPr sz="1350" spc="120" dirty="0">
                          <a:latin typeface="Times New Roman"/>
                          <a:cs typeface="Times New Roman"/>
                        </a:rPr>
                        <a:t>F2</a:t>
                      </a:r>
                      <a:endParaRPr sz="1350">
                        <a:latin typeface="Times New Roman"/>
                        <a:cs typeface="Times New Roman"/>
                      </a:endParaRPr>
                    </a:p>
                  </a:txBody>
                  <a:tcPr marL="0" marR="0" marT="0" marB="0">
                    <a:lnR w="9525">
                      <a:solidFill>
                        <a:srgbClr val="000000"/>
                      </a:solidFill>
                      <a:prstDash val="solid"/>
                    </a:lnR>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extLst>
                  <a:ext uri="{0D108BD9-81ED-4DB2-BD59-A6C34878D82A}">
                    <a16:rowId xmlns:a16="http://schemas.microsoft.com/office/drawing/2014/main" val="10006"/>
                  </a:ext>
                </a:extLst>
              </a:tr>
            </a:tbl>
          </a:graphicData>
        </a:graphic>
      </p:graphicFrame>
      <p:sp>
        <p:nvSpPr>
          <p:cNvPr id="8" name="object 7">
            <a:extLst>
              <a:ext uri="{FF2B5EF4-FFF2-40B4-BE49-F238E27FC236}">
                <a16:creationId xmlns:a16="http://schemas.microsoft.com/office/drawing/2014/main" id="{A4DA5CF0-C639-2B88-0CEB-9BEBFECCD75A}"/>
              </a:ext>
            </a:extLst>
          </p:cNvPr>
          <p:cNvSpPr txBox="1"/>
          <p:nvPr/>
        </p:nvSpPr>
        <p:spPr>
          <a:xfrm>
            <a:off x="65507" y="3512671"/>
            <a:ext cx="2381250" cy="300990"/>
          </a:xfrm>
          <a:prstGeom prst="rect">
            <a:avLst/>
          </a:prstGeom>
        </p:spPr>
        <p:txBody>
          <a:bodyPr vert="horz" wrap="square" lIns="0" tIns="13335" rIns="0" bIns="0" rtlCol="0">
            <a:spAutoFit/>
          </a:bodyPr>
          <a:lstStyle/>
          <a:p>
            <a:pPr marL="12700">
              <a:lnSpc>
                <a:spcPct val="100000"/>
              </a:lnSpc>
              <a:spcBef>
                <a:spcPts val="105"/>
              </a:spcBef>
            </a:pPr>
            <a:r>
              <a:rPr sz="1800" i="1" spc="150" dirty="0">
                <a:solidFill>
                  <a:srgbClr val="FF0000"/>
                </a:solidFill>
                <a:latin typeface="Times New Roman"/>
                <a:cs typeface="Times New Roman"/>
              </a:rPr>
              <a:t>Reservation</a:t>
            </a:r>
            <a:r>
              <a:rPr sz="1800" i="1" spc="70" dirty="0">
                <a:solidFill>
                  <a:srgbClr val="FF0000"/>
                </a:solidFill>
                <a:latin typeface="Times New Roman"/>
                <a:cs typeface="Times New Roman"/>
              </a:rPr>
              <a:t> </a:t>
            </a:r>
            <a:r>
              <a:rPr sz="1800" i="1" spc="140" dirty="0">
                <a:solidFill>
                  <a:srgbClr val="FF0000"/>
                </a:solidFill>
                <a:latin typeface="Times New Roman"/>
                <a:cs typeface="Times New Roman"/>
              </a:rPr>
              <a:t>Stations:</a:t>
            </a:r>
            <a:endParaRPr sz="1800">
              <a:latin typeface="Times New Roman"/>
              <a:cs typeface="Times New Roman"/>
            </a:endParaRPr>
          </a:p>
        </p:txBody>
      </p:sp>
      <p:sp>
        <p:nvSpPr>
          <p:cNvPr id="9" name="object 8">
            <a:extLst>
              <a:ext uri="{FF2B5EF4-FFF2-40B4-BE49-F238E27FC236}">
                <a16:creationId xmlns:a16="http://schemas.microsoft.com/office/drawing/2014/main" id="{044513C6-9612-A248-0EB6-C36A2102C193}"/>
              </a:ext>
            </a:extLst>
          </p:cNvPr>
          <p:cNvSpPr txBox="1"/>
          <p:nvPr/>
        </p:nvSpPr>
        <p:spPr>
          <a:xfrm>
            <a:off x="3737152" y="3522942"/>
            <a:ext cx="266700" cy="541655"/>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S1</a:t>
            </a:r>
            <a:endParaRPr sz="1500">
              <a:latin typeface="Times New Roman"/>
              <a:cs typeface="Times New Roman"/>
            </a:endParaRPr>
          </a:p>
          <a:p>
            <a:pPr marL="38100">
              <a:lnSpc>
                <a:spcPct val="100000"/>
              </a:lnSpc>
              <a:spcBef>
                <a:spcPts val="234"/>
              </a:spcBef>
            </a:pPr>
            <a:r>
              <a:rPr sz="1500" i="1" spc="110" dirty="0">
                <a:latin typeface="Times New Roman"/>
                <a:cs typeface="Times New Roman"/>
              </a:rPr>
              <a:t>Vj</a:t>
            </a:r>
            <a:endParaRPr sz="1500">
              <a:latin typeface="Times New Roman"/>
              <a:cs typeface="Times New Roman"/>
            </a:endParaRPr>
          </a:p>
        </p:txBody>
      </p:sp>
      <p:sp>
        <p:nvSpPr>
          <p:cNvPr id="10" name="object 9">
            <a:extLst>
              <a:ext uri="{FF2B5EF4-FFF2-40B4-BE49-F238E27FC236}">
                <a16:creationId xmlns:a16="http://schemas.microsoft.com/office/drawing/2014/main" id="{AB443BA9-C5CE-96C8-6A66-9843F2E2E789}"/>
              </a:ext>
            </a:extLst>
          </p:cNvPr>
          <p:cNvSpPr txBox="1"/>
          <p:nvPr/>
        </p:nvSpPr>
        <p:spPr>
          <a:xfrm>
            <a:off x="4383446" y="3522942"/>
            <a:ext cx="266700" cy="541655"/>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S2</a:t>
            </a:r>
            <a:endParaRPr sz="1500">
              <a:latin typeface="Times New Roman"/>
              <a:cs typeface="Times New Roman"/>
            </a:endParaRPr>
          </a:p>
          <a:p>
            <a:pPr marL="12700">
              <a:lnSpc>
                <a:spcPct val="100000"/>
              </a:lnSpc>
              <a:spcBef>
                <a:spcPts val="234"/>
              </a:spcBef>
            </a:pPr>
            <a:r>
              <a:rPr sz="1500" i="1" spc="140" dirty="0">
                <a:latin typeface="Times New Roman"/>
                <a:cs typeface="Times New Roman"/>
              </a:rPr>
              <a:t>Vk</a:t>
            </a:r>
            <a:endParaRPr sz="1500">
              <a:latin typeface="Times New Roman"/>
              <a:cs typeface="Times New Roman"/>
            </a:endParaRPr>
          </a:p>
        </p:txBody>
      </p:sp>
      <p:sp>
        <p:nvSpPr>
          <p:cNvPr id="11" name="object 10">
            <a:extLst>
              <a:ext uri="{FF2B5EF4-FFF2-40B4-BE49-F238E27FC236}">
                <a16:creationId xmlns:a16="http://schemas.microsoft.com/office/drawing/2014/main" id="{A6818261-4652-53ED-E4A0-E4F018F7D13F}"/>
              </a:ext>
            </a:extLst>
          </p:cNvPr>
          <p:cNvSpPr txBox="1"/>
          <p:nvPr/>
        </p:nvSpPr>
        <p:spPr>
          <a:xfrm>
            <a:off x="5021103" y="3522942"/>
            <a:ext cx="943610" cy="541655"/>
          </a:xfrm>
          <a:prstGeom prst="rect">
            <a:avLst/>
          </a:prstGeom>
        </p:spPr>
        <p:txBody>
          <a:bodyPr vert="horz" wrap="square" lIns="0" tIns="41275" rIns="0" bIns="0" rtlCol="0">
            <a:spAutoFit/>
          </a:bodyPr>
          <a:lstStyle/>
          <a:p>
            <a:pPr marL="12700">
              <a:lnSpc>
                <a:spcPct val="100000"/>
              </a:lnSpc>
              <a:spcBef>
                <a:spcPts val="325"/>
              </a:spcBef>
              <a:tabLst>
                <a:tab pos="658495" algn="l"/>
              </a:tabLst>
            </a:pPr>
            <a:r>
              <a:rPr sz="1500" i="1" spc="195" dirty="0">
                <a:latin typeface="Times New Roman"/>
                <a:cs typeface="Times New Roman"/>
              </a:rPr>
              <a:t>RS	</a:t>
            </a:r>
            <a:r>
              <a:rPr sz="1500" i="1" spc="210" dirty="0">
                <a:latin typeface="Times New Roman"/>
                <a:cs typeface="Times New Roman"/>
              </a:rPr>
              <a:t>RS</a:t>
            </a:r>
            <a:endParaRPr sz="1500">
              <a:latin typeface="Times New Roman"/>
              <a:cs typeface="Times New Roman"/>
            </a:endParaRPr>
          </a:p>
          <a:p>
            <a:pPr marL="29845">
              <a:lnSpc>
                <a:spcPct val="100000"/>
              </a:lnSpc>
              <a:spcBef>
                <a:spcPts val="234"/>
              </a:spcBef>
              <a:tabLst>
                <a:tab pos="650240" algn="l"/>
              </a:tabLst>
            </a:pPr>
            <a:r>
              <a:rPr sz="1500" i="1" spc="270" dirty="0">
                <a:latin typeface="Times New Roman"/>
                <a:cs typeface="Times New Roman"/>
              </a:rPr>
              <a:t>Q</a:t>
            </a:r>
            <a:r>
              <a:rPr sz="1500" i="1" spc="90" dirty="0">
                <a:latin typeface="Times New Roman"/>
                <a:cs typeface="Times New Roman"/>
              </a:rPr>
              <a:t>j</a:t>
            </a:r>
            <a:r>
              <a:rPr sz="1500" i="1" dirty="0">
                <a:latin typeface="Times New Roman"/>
                <a:cs typeface="Times New Roman"/>
              </a:rPr>
              <a:t>	</a:t>
            </a:r>
            <a:r>
              <a:rPr sz="1500" i="1" spc="220" dirty="0">
                <a:latin typeface="Times New Roman"/>
                <a:cs typeface="Times New Roman"/>
              </a:rPr>
              <a:t>Qk</a:t>
            </a:r>
            <a:endParaRPr sz="1500">
              <a:latin typeface="Times New Roman"/>
              <a:cs typeface="Times New Roman"/>
            </a:endParaRPr>
          </a:p>
        </p:txBody>
      </p:sp>
      <p:sp>
        <p:nvSpPr>
          <p:cNvPr id="12" name="object 11">
            <a:extLst>
              <a:ext uri="{FF2B5EF4-FFF2-40B4-BE49-F238E27FC236}">
                <a16:creationId xmlns:a16="http://schemas.microsoft.com/office/drawing/2014/main" id="{BAD678FD-7851-FF56-CBC7-7A65B6EF89DA}"/>
              </a:ext>
            </a:extLst>
          </p:cNvPr>
          <p:cNvSpPr txBox="1"/>
          <p:nvPr/>
        </p:nvSpPr>
        <p:spPr>
          <a:xfrm>
            <a:off x="4279799" y="4724049"/>
            <a:ext cx="516890" cy="232410"/>
          </a:xfrm>
          <a:prstGeom prst="rect">
            <a:avLst/>
          </a:prstGeom>
        </p:spPr>
        <p:txBody>
          <a:bodyPr vert="horz" wrap="square" lIns="0" tIns="13335" rIns="0" bIns="0" rtlCol="0">
            <a:spAutoFit/>
          </a:bodyPr>
          <a:lstStyle/>
          <a:p>
            <a:pPr marL="12700">
              <a:lnSpc>
                <a:spcPct val="100000"/>
              </a:lnSpc>
              <a:spcBef>
                <a:spcPts val="105"/>
              </a:spcBef>
            </a:pPr>
            <a:r>
              <a:rPr sz="1350" spc="135" dirty="0">
                <a:solidFill>
                  <a:srgbClr val="3333CC"/>
                </a:solidFill>
                <a:latin typeface="Times New Roman"/>
                <a:cs typeface="Times New Roman"/>
              </a:rPr>
              <a:t>R(</a:t>
            </a:r>
            <a:r>
              <a:rPr sz="1350" spc="125" dirty="0">
                <a:solidFill>
                  <a:srgbClr val="3333CC"/>
                </a:solidFill>
                <a:latin typeface="Times New Roman"/>
                <a:cs typeface="Times New Roman"/>
              </a:rPr>
              <a:t>F</a:t>
            </a:r>
            <a:r>
              <a:rPr sz="1350" spc="114" dirty="0">
                <a:solidFill>
                  <a:srgbClr val="3333CC"/>
                </a:solidFill>
                <a:latin typeface="Times New Roman"/>
                <a:cs typeface="Times New Roman"/>
              </a:rPr>
              <a:t>4)</a:t>
            </a:r>
            <a:endParaRPr sz="1350">
              <a:latin typeface="Times New Roman"/>
              <a:cs typeface="Times New Roman"/>
            </a:endParaRPr>
          </a:p>
        </p:txBody>
      </p:sp>
      <p:sp>
        <p:nvSpPr>
          <p:cNvPr id="13" name="object 12">
            <a:extLst>
              <a:ext uri="{FF2B5EF4-FFF2-40B4-BE49-F238E27FC236}">
                <a16:creationId xmlns:a16="http://schemas.microsoft.com/office/drawing/2014/main" id="{857CEF00-3AF8-C48E-20B8-E9210F5A9A00}"/>
              </a:ext>
            </a:extLst>
          </p:cNvPr>
          <p:cNvSpPr txBox="1"/>
          <p:nvPr/>
        </p:nvSpPr>
        <p:spPr>
          <a:xfrm>
            <a:off x="4900643" y="4724049"/>
            <a:ext cx="559435" cy="232410"/>
          </a:xfrm>
          <a:prstGeom prst="rect">
            <a:avLst/>
          </a:prstGeom>
        </p:spPr>
        <p:txBody>
          <a:bodyPr vert="horz" wrap="square" lIns="0" tIns="13335" rIns="0" bIns="0" rtlCol="0">
            <a:spAutoFit/>
          </a:bodyPr>
          <a:lstStyle/>
          <a:p>
            <a:pPr marL="12700">
              <a:lnSpc>
                <a:spcPct val="100000"/>
              </a:lnSpc>
              <a:spcBef>
                <a:spcPts val="105"/>
              </a:spcBef>
            </a:pPr>
            <a:r>
              <a:rPr sz="1350" spc="185" dirty="0">
                <a:solidFill>
                  <a:srgbClr val="FF0000"/>
                </a:solidFill>
                <a:latin typeface="Times New Roman"/>
                <a:cs typeface="Times New Roman"/>
              </a:rPr>
              <a:t>L</a:t>
            </a:r>
            <a:r>
              <a:rPr sz="1350" spc="135" dirty="0">
                <a:solidFill>
                  <a:srgbClr val="FF0000"/>
                </a:solidFill>
                <a:latin typeface="Times New Roman"/>
                <a:cs typeface="Times New Roman"/>
              </a:rPr>
              <a:t>oad2</a:t>
            </a:r>
            <a:endParaRPr sz="1350">
              <a:latin typeface="Times New Roman"/>
              <a:cs typeface="Times New Roman"/>
            </a:endParaRPr>
          </a:p>
        </p:txBody>
      </p:sp>
      <p:sp>
        <p:nvSpPr>
          <p:cNvPr id="14" name="object 13">
            <a:extLst>
              <a:ext uri="{FF2B5EF4-FFF2-40B4-BE49-F238E27FC236}">
                <a16:creationId xmlns:a16="http://schemas.microsoft.com/office/drawing/2014/main" id="{E5C6A36A-1B76-F742-3A25-14B083ECEBE2}"/>
              </a:ext>
            </a:extLst>
          </p:cNvPr>
          <p:cNvSpPr txBox="1"/>
          <p:nvPr/>
        </p:nvSpPr>
        <p:spPr>
          <a:xfrm>
            <a:off x="1203222" y="3786028"/>
            <a:ext cx="2381250" cy="1392555"/>
          </a:xfrm>
          <a:prstGeom prst="rect">
            <a:avLst/>
          </a:prstGeom>
        </p:spPr>
        <p:txBody>
          <a:bodyPr vert="horz" wrap="square" lIns="0" tIns="36195" rIns="0" bIns="0" rtlCol="0">
            <a:spAutoFit/>
          </a:bodyPr>
          <a:lstStyle/>
          <a:p>
            <a:pPr marL="12700">
              <a:lnSpc>
                <a:spcPct val="100000"/>
              </a:lnSpc>
              <a:spcBef>
                <a:spcPts val="285"/>
              </a:spcBef>
              <a:tabLst>
                <a:tab pos="555625" algn="l"/>
                <a:tab pos="1847850" algn="l"/>
              </a:tabLst>
            </a:pPr>
            <a:r>
              <a:rPr sz="1350" i="1" spc="130" dirty="0">
                <a:latin typeface="Times New Roman"/>
                <a:cs typeface="Times New Roman"/>
              </a:rPr>
              <a:t>Time	</a:t>
            </a:r>
            <a:r>
              <a:rPr sz="1350" i="1" spc="155" dirty="0">
                <a:latin typeface="Times New Roman"/>
                <a:cs typeface="Times New Roman"/>
              </a:rPr>
              <a:t>Name</a:t>
            </a:r>
            <a:r>
              <a:rPr sz="1350" i="1" spc="575" dirty="0">
                <a:latin typeface="Times New Roman"/>
                <a:cs typeface="Times New Roman"/>
              </a:rPr>
              <a:t> </a:t>
            </a:r>
            <a:r>
              <a:rPr sz="1500" i="1" spc="180" dirty="0">
                <a:latin typeface="Times New Roman"/>
                <a:cs typeface="Times New Roman"/>
              </a:rPr>
              <a:t>Busy	</a:t>
            </a:r>
            <a:r>
              <a:rPr sz="1500" i="1" spc="229" dirty="0">
                <a:latin typeface="Times New Roman"/>
                <a:cs typeface="Times New Roman"/>
              </a:rPr>
              <a:t>Op</a:t>
            </a:r>
            <a:endParaRPr sz="1500">
              <a:latin typeface="Times New Roman"/>
              <a:cs typeface="Times New Roman"/>
            </a:endParaRPr>
          </a:p>
          <a:p>
            <a:pPr marL="555625">
              <a:lnSpc>
                <a:spcPct val="100000"/>
              </a:lnSpc>
              <a:spcBef>
                <a:spcPts val="155"/>
              </a:spcBef>
              <a:tabLst>
                <a:tab pos="1270635" algn="l"/>
              </a:tabLst>
            </a:pPr>
            <a:r>
              <a:rPr sz="1350" spc="145" dirty="0">
                <a:latin typeface="Times New Roman"/>
                <a:cs typeface="Times New Roman"/>
              </a:rPr>
              <a:t>Add1	No</a:t>
            </a:r>
            <a:endParaRPr sz="1350">
              <a:latin typeface="Times New Roman"/>
              <a:cs typeface="Times New Roman"/>
            </a:endParaRPr>
          </a:p>
          <a:p>
            <a:pPr marL="555625">
              <a:lnSpc>
                <a:spcPct val="100000"/>
              </a:lnSpc>
              <a:spcBef>
                <a:spcPts val="130"/>
              </a:spcBef>
              <a:tabLst>
                <a:tab pos="1270635" algn="l"/>
              </a:tabLst>
            </a:pPr>
            <a:r>
              <a:rPr sz="1350" spc="145" dirty="0">
                <a:latin typeface="Times New Roman"/>
                <a:cs typeface="Times New Roman"/>
              </a:rPr>
              <a:t>Add2	No</a:t>
            </a:r>
            <a:endParaRPr sz="1350">
              <a:latin typeface="Times New Roman"/>
              <a:cs typeface="Times New Roman"/>
            </a:endParaRPr>
          </a:p>
          <a:p>
            <a:pPr marL="555625">
              <a:lnSpc>
                <a:spcPct val="100000"/>
              </a:lnSpc>
              <a:spcBef>
                <a:spcPts val="130"/>
              </a:spcBef>
              <a:tabLst>
                <a:tab pos="1270635" algn="l"/>
              </a:tabLst>
            </a:pPr>
            <a:r>
              <a:rPr sz="1350" spc="145" dirty="0">
                <a:latin typeface="Times New Roman"/>
                <a:cs typeface="Times New Roman"/>
              </a:rPr>
              <a:t>Add3	No</a:t>
            </a:r>
            <a:endParaRPr sz="1350">
              <a:latin typeface="Times New Roman"/>
              <a:cs typeface="Times New Roman"/>
            </a:endParaRPr>
          </a:p>
          <a:p>
            <a:pPr marL="555625" marR="5080">
              <a:lnSpc>
                <a:spcPct val="108000"/>
              </a:lnSpc>
              <a:tabLst>
                <a:tab pos="1236345" algn="l"/>
                <a:tab pos="1270635" algn="l"/>
              </a:tabLst>
            </a:pPr>
            <a:r>
              <a:rPr sz="1350" spc="120" dirty="0">
                <a:latin typeface="Times New Roman"/>
                <a:cs typeface="Times New Roman"/>
              </a:rPr>
              <a:t>Mult1	</a:t>
            </a:r>
            <a:r>
              <a:rPr sz="1350" spc="140" dirty="0">
                <a:latin typeface="Times New Roman"/>
                <a:cs typeface="Times New Roman"/>
              </a:rPr>
              <a:t>Yes</a:t>
            </a:r>
            <a:r>
              <a:rPr sz="1350" spc="310" dirty="0">
                <a:latin typeface="Times New Roman"/>
                <a:cs typeface="Times New Roman"/>
              </a:rPr>
              <a:t> </a:t>
            </a:r>
            <a:r>
              <a:rPr sz="1350" spc="165" dirty="0">
                <a:solidFill>
                  <a:srgbClr val="3333CC"/>
                </a:solidFill>
                <a:latin typeface="Times New Roman"/>
                <a:cs typeface="Times New Roman"/>
              </a:rPr>
              <a:t>MULTD </a:t>
            </a:r>
            <a:r>
              <a:rPr sz="1350" spc="-325" dirty="0">
                <a:solidFill>
                  <a:srgbClr val="3333CC"/>
                </a:solidFill>
                <a:latin typeface="Times New Roman"/>
                <a:cs typeface="Times New Roman"/>
              </a:rPr>
              <a:t> </a:t>
            </a:r>
            <a:r>
              <a:rPr sz="1350" spc="120" dirty="0">
                <a:latin typeface="Times New Roman"/>
                <a:cs typeface="Times New Roman"/>
              </a:rPr>
              <a:t>Mult2		</a:t>
            </a:r>
            <a:r>
              <a:rPr sz="1350" spc="145" dirty="0">
                <a:latin typeface="Times New Roman"/>
                <a:cs typeface="Times New Roman"/>
              </a:rPr>
              <a:t>No</a:t>
            </a:r>
            <a:endParaRPr sz="1350">
              <a:latin typeface="Times New Roman"/>
              <a:cs typeface="Times New Roman"/>
            </a:endParaRPr>
          </a:p>
        </p:txBody>
      </p:sp>
      <p:sp>
        <p:nvSpPr>
          <p:cNvPr id="15" name="object 14">
            <a:extLst>
              <a:ext uri="{FF2B5EF4-FFF2-40B4-BE49-F238E27FC236}">
                <a16:creationId xmlns:a16="http://schemas.microsoft.com/office/drawing/2014/main" id="{1A1ACBA7-B952-665A-1B1A-FB446BA0D212}"/>
              </a:ext>
            </a:extLst>
          </p:cNvPr>
          <p:cNvSpPr txBox="1"/>
          <p:nvPr/>
        </p:nvSpPr>
        <p:spPr>
          <a:xfrm>
            <a:off x="65507" y="5268839"/>
            <a:ext cx="2423795" cy="300990"/>
          </a:xfrm>
          <a:prstGeom prst="rect">
            <a:avLst/>
          </a:prstGeom>
        </p:spPr>
        <p:txBody>
          <a:bodyPr vert="horz" wrap="square" lIns="0" tIns="13335" rIns="0" bIns="0" rtlCol="0">
            <a:spAutoFit/>
          </a:bodyPr>
          <a:lstStyle/>
          <a:p>
            <a:pPr marL="12700">
              <a:lnSpc>
                <a:spcPct val="100000"/>
              </a:lnSpc>
              <a:spcBef>
                <a:spcPts val="105"/>
              </a:spcBef>
            </a:pPr>
            <a:r>
              <a:rPr sz="1800" i="1" spc="150" dirty="0">
                <a:solidFill>
                  <a:srgbClr val="FF0000"/>
                </a:solidFill>
                <a:latin typeface="Times New Roman"/>
                <a:cs typeface="Times New Roman"/>
              </a:rPr>
              <a:t>Register</a:t>
            </a:r>
            <a:r>
              <a:rPr sz="1800" i="1" spc="30" dirty="0">
                <a:solidFill>
                  <a:srgbClr val="FF0000"/>
                </a:solidFill>
                <a:latin typeface="Times New Roman"/>
                <a:cs typeface="Times New Roman"/>
              </a:rPr>
              <a:t> </a:t>
            </a:r>
            <a:r>
              <a:rPr sz="1800" i="1" spc="125" dirty="0">
                <a:solidFill>
                  <a:srgbClr val="FF0000"/>
                </a:solidFill>
                <a:latin typeface="Times New Roman"/>
                <a:cs typeface="Times New Roman"/>
              </a:rPr>
              <a:t>result</a:t>
            </a:r>
            <a:r>
              <a:rPr sz="1800" i="1" spc="7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graphicFrame>
        <p:nvGraphicFramePr>
          <p:cNvPr id="16" name="object 15">
            <a:extLst>
              <a:ext uri="{FF2B5EF4-FFF2-40B4-BE49-F238E27FC236}">
                <a16:creationId xmlns:a16="http://schemas.microsoft.com/office/drawing/2014/main" id="{EF548092-DD64-BA96-D289-28921B6658DA}"/>
              </a:ext>
            </a:extLst>
          </p:cNvPr>
          <p:cNvGraphicFramePr>
            <a:graphicFrameLocks noGrp="1"/>
          </p:cNvGraphicFramePr>
          <p:nvPr/>
        </p:nvGraphicFramePr>
        <p:xfrm>
          <a:off x="382534" y="5600429"/>
          <a:ext cx="8425810" cy="487809"/>
        </p:xfrm>
        <a:graphic>
          <a:graphicData uri="http://schemas.openxmlformats.org/drawingml/2006/table">
            <a:tbl>
              <a:tblPr firstRow="1" bandRow="1">
                <a:tableStyleId>{2D5ABB26-0587-4C30-8999-92F81FD0307C}</a:tableStyleId>
              </a:tblPr>
              <a:tblGrid>
                <a:gridCol w="1376045">
                  <a:extLst>
                    <a:ext uri="{9D8B030D-6E8A-4147-A177-3AD203B41FA5}">
                      <a16:colId xmlns:a16="http://schemas.microsoft.com/office/drawing/2014/main" val="20000"/>
                    </a:ext>
                  </a:extLst>
                </a:gridCol>
                <a:gridCol w="1099184">
                  <a:extLst>
                    <a:ext uri="{9D8B030D-6E8A-4147-A177-3AD203B41FA5}">
                      <a16:colId xmlns:a16="http://schemas.microsoft.com/office/drawing/2014/main" val="20001"/>
                    </a:ext>
                  </a:extLst>
                </a:gridCol>
                <a:gridCol w="685164">
                  <a:extLst>
                    <a:ext uri="{9D8B030D-6E8A-4147-A177-3AD203B41FA5}">
                      <a16:colId xmlns:a16="http://schemas.microsoft.com/office/drawing/2014/main" val="20002"/>
                    </a:ext>
                  </a:extLst>
                </a:gridCol>
                <a:gridCol w="715645">
                  <a:extLst>
                    <a:ext uri="{9D8B030D-6E8A-4147-A177-3AD203B41FA5}">
                      <a16:colId xmlns:a16="http://schemas.microsoft.com/office/drawing/2014/main" val="20003"/>
                    </a:ext>
                  </a:extLst>
                </a:gridCol>
                <a:gridCol w="528954">
                  <a:extLst>
                    <a:ext uri="{9D8B030D-6E8A-4147-A177-3AD203B41FA5}">
                      <a16:colId xmlns:a16="http://schemas.microsoft.com/office/drawing/2014/main" val="20004"/>
                    </a:ext>
                  </a:extLst>
                </a:gridCol>
                <a:gridCol w="765175">
                  <a:extLst>
                    <a:ext uri="{9D8B030D-6E8A-4147-A177-3AD203B41FA5}">
                      <a16:colId xmlns:a16="http://schemas.microsoft.com/office/drawing/2014/main" val="20005"/>
                    </a:ext>
                  </a:extLst>
                </a:gridCol>
                <a:gridCol w="541654">
                  <a:extLst>
                    <a:ext uri="{9D8B030D-6E8A-4147-A177-3AD203B41FA5}">
                      <a16:colId xmlns:a16="http://schemas.microsoft.com/office/drawing/2014/main" val="20006"/>
                    </a:ext>
                  </a:extLst>
                </a:gridCol>
                <a:gridCol w="739775">
                  <a:extLst>
                    <a:ext uri="{9D8B030D-6E8A-4147-A177-3AD203B41FA5}">
                      <a16:colId xmlns:a16="http://schemas.microsoft.com/office/drawing/2014/main" val="20007"/>
                    </a:ext>
                  </a:extLst>
                </a:gridCol>
                <a:gridCol w="1974214">
                  <a:extLst>
                    <a:ext uri="{9D8B030D-6E8A-4147-A177-3AD203B41FA5}">
                      <a16:colId xmlns:a16="http://schemas.microsoft.com/office/drawing/2014/main" val="20008"/>
                    </a:ext>
                  </a:extLst>
                </a:gridCol>
              </a:tblGrid>
              <a:tr h="265461">
                <a:tc>
                  <a:txBody>
                    <a:bodyPr/>
                    <a:lstStyle/>
                    <a:p>
                      <a:pPr marL="31750">
                        <a:lnSpc>
                          <a:spcPts val="1970"/>
                        </a:lnSpc>
                      </a:pPr>
                      <a:r>
                        <a:rPr sz="1800" spc="165" dirty="0">
                          <a:latin typeface="Times New Roman"/>
                          <a:cs typeface="Times New Roman"/>
                        </a:rPr>
                        <a:t>Clock</a:t>
                      </a:r>
                      <a:endParaRPr sz="1800">
                        <a:latin typeface="Times New Roman"/>
                        <a:cs typeface="Times New Roman"/>
                      </a:endParaRPr>
                    </a:p>
                  </a:txBody>
                  <a:tcPr marL="0" marR="0" marT="0" marB="0"/>
                </a:tc>
                <a:tc>
                  <a:txBody>
                    <a:bodyPr/>
                    <a:lstStyle/>
                    <a:p>
                      <a:pPr>
                        <a:lnSpc>
                          <a:spcPct val="100000"/>
                        </a:lnSpc>
                      </a:pPr>
                      <a:endParaRPr sz="1600">
                        <a:latin typeface="Times New Roman"/>
                        <a:cs typeface="Times New Roman"/>
                      </a:endParaRPr>
                    </a:p>
                  </a:txBody>
                  <a:tcPr marL="0" marR="0" marT="0" marB="0"/>
                </a:tc>
                <a:tc>
                  <a:txBody>
                    <a:bodyPr/>
                    <a:lstStyle/>
                    <a:p>
                      <a:pPr marR="9525" algn="ctr">
                        <a:lnSpc>
                          <a:spcPts val="1970"/>
                        </a:lnSpc>
                      </a:pPr>
                      <a:r>
                        <a:rPr sz="1800" i="1" spc="165" dirty="0">
                          <a:latin typeface="Times New Roman"/>
                          <a:cs typeface="Times New Roman"/>
                        </a:rPr>
                        <a:t>F0</a:t>
                      </a:r>
                      <a:endParaRPr sz="1800">
                        <a:latin typeface="Times New Roman"/>
                        <a:cs typeface="Times New Roman"/>
                      </a:endParaRPr>
                    </a:p>
                  </a:txBody>
                  <a:tcPr marL="0" marR="0" marT="0" marB="0">
                    <a:lnB w="9525">
                      <a:solidFill>
                        <a:srgbClr val="000000"/>
                      </a:solidFill>
                      <a:prstDash val="solid"/>
                    </a:lnB>
                  </a:tcPr>
                </a:tc>
                <a:tc>
                  <a:txBody>
                    <a:bodyPr/>
                    <a:lstStyle/>
                    <a:p>
                      <a:pPr marR="65405" algn="ctr">
                        <a:lnSpc>
                          <a:spcPts val="1970"/>
                        </a:lnSpc>
                      </a:pPr>
                      <a:r>
                        <a:rPr sz="1800" i="1" spc="165" dirty="0">
                          <a:latin typeface="Times New Roman"/>
                          <a:cs typeface="Times New Roman"/>
                        </a:rPr>
                        <a:t>F2</a:t>
                      </a:r>
                      <a:endParaRPr sz="1800">
                        <a:latin typeface="Times New Roman"/>
                        <a:cs typeface="Times New Roman"/>
                      </a:endParaRPr>
                    </a:p>
                  </a:txBody>
                  <a:tcPr marL="0" marR="0" marT="0" marB="0">
                    <a:lnB w="9525">
                      <a:solidFill>
                        <a:srgbClr val="000000"/>
                      </a:solidFill>
                      <a:prstDash val="solid"/>
                    </a:lnB>
                  </a:tcPr>
                </a:tc>
                <a:tc>
                  <a:txBody>
                    <a:bodyPr/>
                    <a:lstStyle/>
                    <a:p>
                      <a:pPr marL="103505">
                        <a:lnSpc>
                          <a:spcPts val="1970"/>
                        </a:lnSpc>
                      </a:pPr>
                      <a:r>
                        <a:rPr sz="1800" i="1" spc="165" dirty="0">
                          <a:latin typeface="Times New Roman"/>
                          <a:cs typeface="Times New Roman"/>
                        </a:rPr>
                        <a:t>F4</a:t>
                      </a:r>
                      <a:endParaRPr sz="1800">
                        <a:latin typeface="Times New Roman"/>
                        <a:cs typeface="Times New Roman"/>
                      </a:endParaRPr>
                    </a:p>
                  </a:txBody>
                  <a:tcPr marL="0" marR="0" marT="0" marB="0">
                    <a:lnB w="9525">
                      <a:solidFill>
                        <a:srgbClr val="000000"/>
                      </a:solidFill>
                      <a:prstDash val="solid"/>
                    </a:lnB>
                  </a:tcPr>
                </a:tc>
                <a:tc>
                  <a:txBody>
                    <a:bodyPr/>
                    <a:lstStyle/>
                    <a:p>
                      <a:pPr marR="15875" algn="ctr">
                        <a:lnSpc>
                          <a:spcPts val="1970"/>
                        </a:lnSpc>
                      </a:pPr>
                      <a:r>
                        <a:rPr sz="1800" i="1" spc="165" dirty="0">
                          <a:latin typeface="Times New Roman"/>
                          <a:cs typeface="Times New Roman"/>
                        </a:rPr>
                        <a:t>F6</a:t>
                      </a:r>
                      <a:endParaRPr sz="1800">
                        <a:latin typeface="Times New Roman"/>
                        <a:cs typeface="Times New Roman"/>
                      </a:endParaRPr>
                    </a:p>
                  </a:txBody>
                  <a:tcPr marL="0" marR="0" marT="0" marB="0">
                    <a:lnB w="9525">
                      <a:solidFill>
                        <a:srgbClr val="000000"/>
                      </a:solidFill>
                      <a:prstDash val="solid"/>
                    </a:lnB>
                  </a:tcPr>
                </a:tc>
                <a:tc>
                  <a:txBody>
                    <a:bodyPr/>
                    <a:lstStyle/>
                    <a:p>
                      <a:pPr marL="103505">
                        <a:lnSpc>
                          <a:spcPts val="1970"/>
                        </a:lnSpc>
                      </a:pPr>
                      <a:r>
                        <a:rPr sz="1800" i="1" spc="165" dirty="0">
                          <a:latin typeface="Times New Roman"/>
                          <a:cs typeface="Times New Roman"/>
                        </a:rPr>
                        <a:t>F8</a:t>
                      </a:r>
                      <a:endParaRPr sz="1800">
                        <a:latin typeface="Times New Roman"/>
                        <a:cs typeface="Times New Roman"/>
                      </a:endParaRPr>
                    </a:p>
                  </a:txBody>
                  <a:tcPr marL="0" marR="0" marT="0" marB="0">
                    <a:lnB w="9525">
                      <a:solidFill>
                        <a:srgbClr val="000000"/>
                      </a:solidFill>
                      <a:prstDash val="solid"/>
                    </a:lnB>
                  </a:tcPr>
                </a:tc>
                <a:tc>
                  <a:txBody>
                    <a:bodyPr/>
                    <a:lstStyle/>
                    <a:p>
                      <a:pPr marL="139700">
                        <a:lnSpc>
                          <a:spcPts val="1970"/>
                        </a:lnSpc>
                      </a:pPr>
                      <a:r>
                        <a:rPr sz="1800" i="1" spc="185" dirty="0">
                          <a:latin typeface="Times New Roman"/>
                          <a:cs typeface="Times New Roman"/>
                        </a:rPr>
                        <a:t>F10</a:t>
                      </a:r>
                      <a:endParaRPr sz="1800">
                        <a:latin typeface="Times New Roman"/>
                        <a:cs typeface="Times New Roman"/>
                      </a:endParaRPr>
                    </a:p>
                  </a:txBody>
                  <a:tcPr marL="0" marR="0" marT="0" marB="0">
                    <a:lnB w="9525">
                      <a:solidFill>
                        <a:srgbClr val="000000"/>
                      </a:solidFill>
                      <a:prstDash val="solid"/>
                    </a:lnB>
                  </a:tcPr>
                </a:tc>
                <a:tc>
                  <a:txBody>
                    <a:bodyPr/>
                    <a:lstStyle/>
                    <a:p>
                      <a:pPr marL="159385">
                        <a:lnSpc>
                          <a:spcPts val="1970"/>
                        </a:lnSpc>
                        <a:tabLst>
                          <a:tab pos="986155" algn="l"/>
                          <a:tab pos="1434465" algn="l"/>
                        </a:tabLst>
                      </a:pPr>
                      <a:r>
                        <a:rPr sz="1800" i="1" spc="185" dirty="0">
                          <a:latin typeface="Times New Roman"/>
                          <a:cs typeface="Times New Roman"/>
                        </a:rPr>
                        <a:t>F12	</a:t>
                      </a:r>
                      <a:r>
                        <a:rPr sz="1800" i="1" spc="85" dirty="0">
                          <a:latin typeface="Times New Roman"/>
                          <a:cs typeface="Times New Roman"/>
                        </a:rPr>
                        <a:t>...	</a:t>
                      </a:r>
                      <a:r>
                        <a:rPr sz="1800" i="1" spc="185" dirty="0">
                          <a:latin typeface="Times New Roman"/>
                          <a:cs typeface="Times New Roman"/>
                        </a:rPr>
                        <a:t>F30</a:t>
                      </a:r>
                      <a:endParaRPr sz="18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222348">
                <a:tc>
                  <a:txBody>
                    <a:bodyPr/>
                    <a:lstStyle/>
                    <a:p>
                      <a:pPr marL="350520">
                        <a:lnSpc>
                          <a:spcPts val="1620"/>
                        </a:lnSpc>
                        <a:spcBef>
                          <a:spcPts val="30"/>
                        </a:spcBef>
                      </a:pPr>
                      <a:r>
                        <a:rPr sz="1350" b="1" dirty="0">
                          <a:latin typeface="Times New Roman"/>
                          <a:cs typeface="Times New Roman"/>
                        </a:rPr>
                        <a:t>3</a:t>
                      </a:r>
                      <a:endParaRPr sz="1350">
                        <a:latin typeface="Times New Roman"/>
                        <a:cs typeface="Times New Roman"/>
                      </a:endParaRPr>
                    </a:p>
                  </a:txBody>
                  <a:tcPr marL="0" marR="0" marT="3810" marB="0"/>
                </a:tc>
                <a:tc>
                  <a:txBody>
                    <a:bodyPr/>
                    <a:lstStyle/>
                    <a:p>
                      <a:pPr marL="689610">
                        <a:lnSpc>
                          <a:spcPts val="1620"/>
                        </a:lnSpc>
                        <a:spcBef>
                          <a:spcPts val="30"/>
                        </a:spcBef>
                      </a:pPr>
                      <a:r>
                        <a:rPr sz="1350" i="1" spc="204" dirty="0">
                          <a:latin typeface="Times New Roman"/>
                          <a:cs typeface="Times New Roman"/>
                        </a:rPr>
                        <a:t>FU</a:t>
                      </a:r>
                      <a:endParaRPr sz="1350">
                        <a:latin typeface="Times New Roman"/>
                        <a:cs typeface="Times New Roman"/>
                      </a:endParaRPr>
                    </a:p>
                  </a:txBody>
                  <a:tcPr marL="0" marR="0" marT="3810" marB="0">
                    <a:lnR w="9525">
                      <a:solidFill>
                        <a:srgbClr val="000000"/>
                      </a:solidFill>
                      <a:prstDash val="solid"/>
                    </a:lnR>
                  </a:tcPr>
                </a:tc>
                <a:tc>
                  <a:txBody>
                    <a:bodyPr/>
                    <a:lstStyle/>
                    <a:p>
                      <a:pPr marL="29845" algn="ctr">
                        <a:lnSpc>
                          <a:spcPts val="1620"/>
                        </a:lnSpc>
                        <a:spcBef>
                          <a:spcPts val="30"/>
                        </a:spcBef>
                      </a:pPr>
                      <a:r>
                        <a:rPr sz="1350" spc="120" dirty="0">
                          <a:solidFill>
                            <a:srgbClr val="0000FF"/>
                          </a:solidFill>
                          <a:latin typeface="Times New Roman"/>
                          <a:cs typeface="Times New Roman"/>
                        </a:rPr>
                        <a:t>Mult1</a:t>
                      </a:r>
                      <a:endParaRPr sz="1350">
                        <a:latin typeface="Times New Roman"/>
                        <a:cs typeface="Times New Roman"/>
                      </a:endParaRPr>
                    </a:p>
                  </a:txBody>
                  <a:tcPr marL="0" marR="0" marT="381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18415" algn="ctr">
                        <a:lnSpc>
                          <a:spcPts val="1620"/>
                        </a:lnSpc>
                        <a:spcBef>
                          <a:spcPts val="30"/>
                        </a:spcBef>
                      </a:pPr>
                      <a:r>
                        <a:rPr sz="1350" spc="145" dirty="0">
                          <a:solidFill>
                            <a:srgbClr val="FF0000"/>
                          </a:solidFill>
                          <a:latin typeface="Times New Roman"/>
                          <a:cs typeface="Times New Roman"/>
                        </a:rPr>
                        <a:t>Load2</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marL="23495" algn="ctr">
                        <a:lnSpc>
                          <a:spcPts val="1620"/>
                        </a:lnSpc>
                        <a:spcBef>
                          <a:spcPts val="30"/>
                        </a:spcBef>
                      </a:pPr>
                      <a:r>
                        <a:rPr sz="1350" spc="145" dirty="0">
                          <a:latin typeface="Times New Roman"/>
                          <a:cs typeface="Times New Roman"/>
                        </a:rPr>
                        <a:t>Load1</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bl>
          </a:graphicData>
        </a:graphic>
      </p:graphicFrame>
      <p:grpSp>
        <p:nvGrpSpPr>
          <p:cNvPr id="17" name="object 16">
            <a:extLst>
              <a:ext uri="{FF2B5EF4-FFF2-40B4-BE49-F238E27FC236}">
                <a16:creationId xmlns:a16="http://schemas.microsoft.com/office/drawing/2014/main" id="{A608A689-17AD-1743-0B6A-259F0157065A}"/>
              </a:ext>
            </a:extLst>
          </p:cNvPr>
          <p:cNvGrpSpPr/>
          <p:nvPr/>
        </p:nvGrpSpPr>
        <p:grpSpPr>
          <a:xfrm>
            <a:off x="2231240" y="4063221"/>
            <a:ext cx="4020820" cy="1118870"/>
            <a:chOff x="2196083" y="3454108"/>
            <a:chExt cx="4020820" cy="1118870"/>
          </a:xfrm>
        </p:grpSpPr>
        <p:sp>
          <p:nvSpPr>
            <p:cNvPr id="18" name="object 17">
              <a:extLst>
                <a:ext uri="{FF2B5EF4-FFF2-40B4-BE49-F238E27FC236}">
                  <a16:creationId xmlns:a16="http://schemas.microsoft.com/office/drawing/2014/main" id="{55A5DAED-F434-D3D3-FC32-00E891E58B07}"/>
                </a:ext>
              </a:extLst>
            </p:cNvPr>
            <p:cNvSpPr/>
            <p:nvPr/>
          </p:nvSpPr>
          <p:spPr>
            <a:xfrm>
              <a:off x="6114805" y="3464883"/>
              <a:ext cx="0" cy="1104265"/>
            </a:xfrm>
            <a:custGeom>
              <a:avLst/>
              <a:gdLst/>
              <a:ahLst/>
              <a:cxnLst/>
              <a:rect l="l" t="t" r="r" b="b"/>
              <a:pathLst>
                <a:path h="1104264">
                  <a:moveTo>
                    <a:pt x="0" y="0"/>
                  </a:moveTo>
                  <a:lnTo>
                    <a:pt x="0" y="1103885"/>
                  </a:lnTo>
                </a:path>
              </a:pathLst>
            </a:custGeom>
            <a:ln w="8610">
              <a:solidFill>
                <a:srgbClr val="000000"/>
              </a:solidFill>
            </a:ln>
          </p:spPr>
          <p:txBody>
            <a:bodyPr wrap="square" lIns="0" tIns="0" rIns="0" bIns="0" rtlCol="0"/>
            <a:lstStyle/>
            <a:p>
              <a:endParaRPr/>
            </a:p>
          </p:txBody>
        </p:sp>
        <p:sp>
          <p:nvSpPr>
            <p:cNvPr id="19" name="object 18">
              <a:extLst>
                <a:ext uri="{FF2B5EF4-FFF2-40B4-BE49-F238E27FC236}">
                  <a16:creationId xmlns:a16="http://schemas.microsoft.com/office/drawing/2014/main" id="{A2032488-831B-E3A6-2770-C6D64770E280}"/>
                </a:ext>
              </a:extLst>
            </p:cNvPr>
            <p:cNvSpPr/>
            <p:nvPr/>
          </p:nvSpPr>
          <p:spPr>
            <a:xfrm>
              <a:off x="6110544" y="3461336"/>
              <a:ext cx="8890" cy="1111250"/>
            </a:xfrm>
            <a:custGeom>
              <a:avLst/>
              <a:gdLst/>
              <a:ahLst/>
              <a:cxnLst/>
              <a:rect l="l" t="t" r="r" b="b"/>
              <a:pathLst>
                <a:path w="8889" h="1111250">
                  <a:moveTo>
                    <a:pt x="8609" y="0"/>
                  </a:moveTo>
                  <a:lnTo>
                    <a:pt x="0" y="0"/>
                  </a:lnTo>
                  <a:lnTo>
                    <a:pt x="0" y="1110980"/>
                  </a:lnTo>
                  <a:lnTo>
                    <a:pt x="8609" y="1110980"/>
                  </a:lnTo>
                  <a:lnTo>
                    <a:pt x="8609" y="0"/>
                  </a:lnTo>
                  <a:close/>
                </a:path>
              </a:pathLst>
            </a:custGeom>
            <a:solidFill>
              <a:srgbClr val="000000"/>
            </a:solidFill>
          </p:spPr>
          <p:txBody>
            <a:bodyPr wrap="square" lIns="0" tIns="0" rIns="0" bIns="0" rtlCol="0"/>
            <a:lstStyle/>
            <a:p>
              <a:endParaRPr/>
            </a:p>
          </p:txBody>
        </p:sp>
        <p:sp>
          <p:nvSpPr>
            <p:cNvPr id="20" name="object 19">
              <a:extLst>
                <a:ext uri="{FF2B5EF4-FFF2-40B4-BE49-F238E27FC236}">
                  <a16:creationId xmlns:a16="http://schemas.microsoft.com/office/drawing/2014/main" id="{8482C37E-CC27-572A-C7FF-ACBDECF4FCAE}"/>
                </a:ext>
              </a:extLst>
            </p:cNvPr>
            <p:cNvSpPr/>
            <p:nvPr/>
          </p:nvSpPr>
          <p:spPr>
            <a:xfrm>
              <a:off x="2305446" y="3457692"/>
              <a:ext cx="0" cy="1111250"/>
            </a:xfrm>
            <a:custGeom>
              <a:avLst/>
              <a:gdLst/>
              <a:ahLst/>
              <a:cxnLst/>
              <a:rect l="l" t="t" r="r" b="b"/>
              <a:pathLst>
                <a:path h="1111250">
                  <a:moveTo>
                    <a:pt x="0" y="0"/>
                  </a:moveTo>
                  <a:lnTo>
                    <a:pt x="0" y="1111076"/>
                  </a:lnTo>
                </a:path>
              </a:pathLst>
            </a:custGeom>
            <a:ln w="8610">
              <a:solidFill>
                <a:srgbClr val="000000"/>
              </a:solidFill>
            </a:ln>
          </p:spPr>
          <p:txBody>
            <a:bodyPr wrap="square" lIns="0" tIns="0" rIns="0" bIns="0" rtlCol="0"/>
            <a:lstStyle/>
            <a:p>
              <a:endParaRPr/>
            </a:p>
          </p:txBody>
        </p:sp>
        <p:sp>
          <p:nvSpPr>
            <p:cNvPr id="21" name="object 20">
              <a:extLst>
                <a:ext uri="{FF2B5EF4-FFF2-40B4-BE49-F238E27FC236}">
                  <a16:creationId xmlns:a16="http://schemas.microsoft.com/office/drawing/2014/main" id="{90369975-ADD4-D7F7-BBA8-D33569A3ACF5}"/>
                </a:ext>
              </a:extLst>
            </p:cNvPr>
            <p:cNvSpPr/>
            <p:nvPr/>
          </p:nvSpPr>
          <p:spPr>
            <a:xfrm>
              <a:off x="2301185" y="3454144"/>
              <a:ext cx="8890" cy="1118235"/>
            </a:xfrm>
            <a:custGeom>
              <a:avLst/>
              <a:gdLst/>
              <a:ahLst/>
              <a:cxnLst/>
              <a:rect l="l" t="t" r="r" b="b"/>
              <a:pathLst>
                <a:path w="8889" h="1118235">
                  <a:moveTo>
                    <a:pt x="8609" y="0"/>
                  </a:moveTo>
                  <a:lnTo>
                    <a:pt x="0" y="0"/>
                  </a:lnTo>
                  <a:lnTo>
                    <a:pt x="0" y="1118171"/>
                  </a:lnTo>
                  <a:lnTo>
                    <a:pt x="8609" y="1118171"/>
                  </a:lnTo>
                  <a:lnTo>
                    <a:pt x="8609" y="0"/>
                  </a:lnTo>
                  <a:close/>
                </a:path>
              </a:pathLst>
            </a:custGeom>
            <a:solidFill>
              <a:srgbClr val="000000"/>
            </a:solidFill>
          </p:spPr>
          <p:txBody>
            <a:bodyPr wrap="square" lIns="0" tIns="0" rIns="0" bIns="0" rtlCol="0"/>
            <a:lstStyle/>
            <a:p>
              <a:endParaRPr/>
            </a:p>
          </p:txBody>
        </p:sp>
        <p:sp>
          <p:nvSpPr>
            <p:cNvPr id="22" name="object 21">
              <a:extLst>
                <a:ext uri="{FF2B5EF4-FFF2-40B4-BE49-F238E27FC236}">
                  <a16:creationId xmlns:a16="http://schemas.microsoft.com/office/drawing/2014/main" id="{C2D99AE8-865B-FE3A-6367-B0418D2D0140}"/>
                </a:ext>
              </a:extLst>
            </p:cNvPr>
            <p:cNvSpPr/>
            <p:nvPr/>
          </p:nvSpPr>
          <p:spPr>
            <a:xfrm>
              <a:off x="2314083" y="3457692"/>
              <a:ext cx="3801110" cy="0"/>
            </a:xfrm>
            <a:custGeom>
              <a:avLst/>
              <a:gdLst/>
              <a:ahLst/>
              <a:cxnLst/>
              <a:rect l="l" t="t" r="r" b="b"/>
              <a:pathLst>
                <a:path w="3801110">
                  <a:moveTo>
                    <a:pt x="0" y="0"/>
                  </a:moveTo>
                  <a:lnTo>
                    <a:pt x="3800721" y="0"/>
                  </a:lnTo>
                </a:path>
              </a:pathLst>
            </a:custGeom>
            <a:ln w="7168">
              <a:solidFill>
                <a:srgbClr val="000000"/>
              </a:solidFill>
            </a:ln>
          </p:spPr>
          <p:txBody>
            <a:bodyPr wrap="square" lIns="0" tIns="0" rIns="0" bIns="0" rtlCol="0"/>
            <a:lstStyle/>
            <a:p>
              <a:endParaRPr/>
            </a:p>
          </p:txBody>
        </p:sp>
        <p:sp>
          <p:nvSpPr>
            <p:cNvPr id="23" name="object 22">
              <a:extLst>
                <a:ext uri="{FF2B5EF4-FFF2-40B4-BE49-F238E27FC236}">
                  <a16:creationId xmlns:a16="http://schemas.microsoft.com/office/drawing/2014/main" id="{2B49C971-EF0C-2545-DE65-CE9E223F11C5}"/>
                </a:ext>
              </a:extLst>
            </p:cNvPr>
            <p:cNvSpPr/>
            <p:nvPr/>
          </p:nvSpPr>
          <p:spPr>
            <a:xfrm>
              <a:off x="2309822" y="3454178"/>
              <a:ext cx="3809365" cy="7620"/>
            </a:xfrm>
            <a:custGeom>
              <a:avLst/>
              <a:gdLst/>
              <a:ahLst/>
              <a:cxnLst/>
              <a:rect l="l" t="t" r="r" b="b"/>
              <a:pathLst>
                <a:path w="3809365" h="7620">
                  <a:moveTo>
                    <a:pt x="3809359" y="0"/>
                  </a:moveTo>
                  <a:lnTo>
                    <a:pt x="0" y="0"/>
                  </a:lnTo>
                  <a:lnTo>
                    <a:pt x="0" y="7157"/>
                  </a:lnTo>
                  <a:lnTo>
                    <a:pt x="3809359" y="7157"/>
                  </a:lnTo>
                  <a:lnTo>
                    <a:pt x="3809359" y="0"/>
                  </a:lnTo>
                  <a:close/>
                </a:path>
              </a:pathLst>
            </a:custGeom>
            <a:solidFill>
              <a:srgbClr val="000000"/>
            </a:solidFill>
          </p:spPr>
          <p:txBody>
            <a:bodyPr wrap="square" lIns="0" tIns="0" rIns="0" bIns="0" rtlCol="0"/>
            <a:lstStyle/>
            <a:p>
              <a:endParaRPr/>
            </a:p>
          </p:txBody>
        </p:sp>
        <p:sp>
          <p:nvSpPr>
            <p:cNvPr id="24" name="object 23">
              <a:extLst>
                <a:ext uri="{FF2B5EF4-FFF2-40B4-BE49-F238E27FC236}">
                  <a16:creationId xmlns:a16="http://schemas.microsoft.com/office/drawing/2014/main" id="{A254D15B-A744-6812-1A8D-ECA4FD4E63FB}"/>
                </a:ext>
              </a:extLst>
            </p:cNvPr>
            <p:cNvSpPr/>
            <p:nvPr/>
          </p:nvSpPr>
          <p:spPr>
            <a:xfrm>
              <a:off x="2314083" y="4568768"/>
              <a:ext cx="3801110" cy="0"/>
            </a:xfrm>
            <a:custGeom>
              <a:avLst/>
              <a:gdLst/>
              <a:ahLst/>
              <a:cxnLst/>
              <a:rect l="l" t="t" r="r" b="b"/>
              <a:pathLst>
                <a:path w="3801110">
                  <a:moveTo>
                    <a:pt x="0" y="0"/>
                  </a:moveTo>
                  <a:lnTo>
                    <a:pt x="3800721" y="0"/>
                  </a:lnTo>
                </a:path>
              </a:pathLst>
            </a:custGeom>
            <a:ln w="7168">
              <a:solidFill>
                <a:srgbClr val="000000"/>
              </a:solidFill>
            </a:ln>
          </p:spPr>
          <p:txBody>
            <a:bodyPr wrap="square" lIns="0" tIns="0" rIns="0" bIns="0" rtlCol="0"/>
            <a:lstStyle/>
            <a:p>
              <a:endParaRPr/>
            </a:p>
          </p:txBody>
        </p:sp>
        <p:sp>
          <p:nvSpPr>
            <p:cNvPr id="25" name="object 24">
              <a:extLst>
                <a:ext uri="{FF2B5EF4-FFF2-40B4-BE49-F238E27FC236}">
                  <a16:creationId xmlns:a16="http://schemas.microsoft.com/office/drawing/2014/main" id="{FC283766-E0B5-6F5A-C2B3-EC77C3241DFD}"/>
                </a:ext>
              </a:extLst>
            </p:cNvPr>
            <p:cNvSpPr/>
            <p:nvPr/>
          </p:nvSpPr>
          <p:spPr>
            <a:xfrm>
              <a:off x="2309822" y="4565159"/>
              <a:ext cx="3809365" cy="7620"/>
            </a:xfrm>
            <a:custGeom>
              <a:avLst/>
              <a:gdLst/>
              <a:ahLst/>
              <a:cxnLst/>
              <a:rect l="l" t="t" r="r" b="b"/>
              <a:pathLst>
                <a:path w="3809365" h="7620">
                  <a:moveTo>
                    <a:pt x="3809359" y="0"/>
                  </a:moveTo>
                  <a:lnTo>
                    <a:pt x="0" y="0"/>
                  </a:lnTo>
                  <a:lnTo>
                    <a:pt x="0" y="7157"/>
                  </a:lnTo>
                  <a:lnTo>
                    <a:pt x="3809359" y="7157"/>
                  </a:lnTo>
                  <a:lnTo>
                    <a:pt x="3809359" y="0"/>
                  </a:lnTo>
                  <a:close/>
                </a:path>
              </a:pathLst>
            </a:custGeom>
            <a:solidFill>
              <a:srgbClr val="000000"/>
            </a:solidFill>
          </p:spPr>
          <p:txBody>
            <a:bodyPr wrap="square" lIns="0" tIns="0" rIns="0" bIns="0" rtlCol="0"/>
            <a:lstStyle/>
            <a:p>
              <a:endParaRPr/>
            </a:p>
          </p:txBody>
        </p:sp>
        <p:sp>
          <p:nvSpPr>
            <p:cNvPr id="26" name="object 25">
              <a:extLst>
                <a:ext uri="{FF2B5EF4-FFF2-40B4-BE49-F238E27FC236}">
                  <a16:creationId xmlns:a16="http://schemas.microsoft.com/office/drawing/2014/main" id="{E6305408-47E9-4662-A408-20F48FEB38FD}"/>
                </a:ext>
              </a:extLst>
            </p:cNvPr>
            <p:cNvSpPr/>
            <p:nvPr/>
          </p:nvSpPr>
          <p:spPr>
            <a:xfrm>
              <a:off x="2225039" y="4017263"/>
              <a:ext cx="3962400" cy="457200"/>
            </a:xfrm>
            <a:custGeom>
              <a:avLst/>
              <a:gdLst/>
              <a:ahLst/>
              <a:cxnLst/>
              <a:rect l="l" t="t" r="r" b="b"/>
              <a:pathLst>
                <a:path w="3962400" h="457200">
                  <a:moveTo>
                    <a:pt x="0" y="76200"/>
                  </a:moveTo>
                  <a:lnTo>
                    <a:pt x="5994" y="46559"/>
                  </a:lnTo>
                  <a:lnTo>
                    <a:pt x="22336" y="22336"/>
                  </a:lnTo>
                  <a:lnTo>
                    <a:pt x="46559" y="5994"/>
                  </a:lnTo>
                  <a:lnTo>
                    <a:pt x="76200" y="0"/>
                  </a:lnTo>
                  <a:lnTo>
                    <a:pt x="3886200" y="0"/>
                  </a:lnTo>
                  <a:lnTo>
                    <a:pt x="3915840" y="5994"/>
                  </a:lnTo>
                  <a:lnTo>
                    <a:pt x="3940063" y="22336"/>
                  </a:lnTo>
                  <a:lnTo>
                    <a:pt x="3956405" y="46559"/>
                  </a:lnTo>
                  <a:lnTo>
                    <a:pt x="3962400" y="76200"/>
                  </a:lnTo>
                  <a:lnTo>
                    <a:pt x="3962400" y="381000"/>
                  </a:lnTo>
                  <a:lnTo>
                    <a:pt x="3956405" y="410640"/>
                  </a:lnTo>
                  <a:lnTo>
                    <a:pt x="3940063" y="434863"/>
                  </a:lnTo>
                  <a:lnTo>
                    <a:pt x="3915840" y="451205"/>
                  </a:lnTo>
                  <a:lnTo>
                    <a:pt x="3886200" y="457200"/>
                  </a:lnTo>
                  <a:lnTo>
                    <a:pt x="76200" y="457200"/>
                  </a:lnTo>
                  <a:lnTo>
                    <a:pt x="46559" y="451205"/>
                  </a:lnTo>
                  <a:lnTo>
                    <a:pt x="22336" y="434863"/>
                  </a:lnTo>
                  <a:lnTo>
                    <a:pt x="5994" y="410640"/>
                  </a:lnTo>
                  <a:lnTo>
                    <a:pt x="0" y="381000"/>
                  </a:lnTo>
                  <a:lnTo>
                    <a:pt x="0" y="76200"/>
                  </a:lnTo>
                  <a:close/>
                </a:path>
              </a:pathLst>
            </a:custGeom>
            <a:ln w="57912">
              <a:solidFill>
                <a:srgbClr val="0462C1"/>
              </a:solidFill>
            </a:ln>
          </p:spPr>
          <p:txBody>
            <a:bodyPr wrap="square" lIns="0" tIns="0" rIns="0" bIns="0" rtlCol="0"/>
            <a:lstStyle/>
            <a:p>
              <a:endParaRPr/>
            </a:p>
          </p:txBody>
        </p:sp>
      </p:grpSp>
      <p:sp>
        <p:nvSpPr>
          <p:cNvPr id="27" name="object 26">
            <a:extLst>
              <a:ext uri="{FF2B5EF4-FFF2-40B4-BE49-F238E27FC236}">
                <a16:creationId xmlns:a16="http://schemas.microsoft.com/office/drawing/2014/main" id="{0BF3062A-30B4-EA24-51CB-2ECA283FC3D7}"/>
              </a:ext>
            </a:extLst>
          </p:cNvPr>
          <p:cNvSpPr/>
          <p:nvPr/>
        </p:nvSpPr>
        <p:spPr>
          <a:xfrm>
            <a:off x="2787501" y="5720609"/>
            <a:ext cx="762000" cy="457200"/>
          </a:xfrm>
          <a:custGeom>
            <a:avLst/>
            <a:gdLst/>
            <a:ahLst/>
            <a:cxnLst/>
            <a:rect l="l" t="t" r="r" b="b"/>
            <a:pathLst>
              <a:path w="762000" h="457200">
                <a:moveTo>
                  <a:pt x="0" y="76199"/>
                </a:moveTo>
                <a:lnTo>
                  <a:pt x="5994" y="46559"/>
                </a:lnTo>
                <a:lnTo>
                  <a:pt x="22336" y="22336"/>
                </a:lnTo>
                <a:lnTo>
                  <a:pt x="46559" y="5994"/>
                </a:lnTo>
                <a:lnTo>
                  <a:pt x="76200" y="0"/>
                </a:lnTo>
                <a:lnTo>
                  <a:pt x="685800" y="0"/>
                </a:lnTo>
                <a:lnTo>
                  <a:pt x="715440" y="5994"/>
                </a:lnTo>
                <a:lnTo>
                  <a:pt x="739663" y="22336"/>
                </a:lnTo>
                <a:lnTo>
                  <a:pt x="756005" y="46559"/>
                </a:lnTo>
                <a:lnTo>
                  <a:pt x="762000" y="76199"/>
                </a:lnTo>
                <a:lnTo>
                  <a:pt x="762000" y="380999"/>
                </a:lnTo>
                <a:lnTo>
                  <a:pt x="756005" y="410640"/>
                </a:lnTo>
                <a:lnTo>
                  <a:pt x="739663" y="434863"/>
                </a:lnTo>
                <a:lnTo>
                  <a:pt x="715440" y="451205"/>
                </a:lnTo>
                <a:lnTo>
                  <a:pt x="685800" y="457199"/>
                </a:lnTo>
                <a:lnTo>
                  <a:pt x="76200" y="457199"/>
                </a:lnTo>
                <a:lnTo>
                  <a:pt x="46559" y="451205"/>
                </a:lnTo>
                <a:lnTo>
                  <a:pt x="22336" y="434863"/>
                </a:lnTo>
                <a:lnTo>
                  <a:pt x="5994" y="410640"/>
                </a:lnTo>
                <a:lnTo>
                  <a:pt x="0" y="380999"/>
                </a:lnTo>
                <a:lnTo>
                  <a:pt x="0" y="76199"/>
                </a:lnTo>
                <a:close/>
              </a:path>
            </a:pathLst>
          </a:custGeom>
          <a:ln w="57912">
            <a:solidFill>
              <a:srgbClr val="0462C1"/>
            </a:solidFill>
          </a:ln>
        </p:spPr>
        <p:txBody>
          <a:bodyPr wrap="square" lIns="0" tIns="0" rIns="0" bIns="0" rtlCol="0"/>
          <a:lstStyle/>
          <a:p>
            <a:endParaRPr/>
          </a:p>
        </p:txBody>
      </p:sp>
    </p:spTree>
    <p:extLst>
      <p:ext uri="{BB962C8B-B14F-4D97-AF65-F5344CB8AC3E}">
        <p14:creationId xmlns:p14="http://schemas.microsoft.com/office/powerpoint/2010/main" val="4139935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A92F0-66F5-7164-F259-66B69CCDC41D}"/>
              </a:ext>
            </a:extLst>
          </p:cNvPr>
          <p:cNvSpPr>
            <a:spLocks noGrp="1"/>
          </p:cNvSpPr>
          <p:nvPr>
            <p:ph type="title"/>
          </p:nvPr>
        </p:nvSpPr>
        <p:spPr/>
        <p:txBody>
          <a:bodyPr/>
          <a:lstStyle/>
          <a:p>
            <a:r>
              <a:rPr lang="en-US" dirty="0"/>
              <a:t>Cycle-4</a:t>
            </a:r>
            <a:endParaRPr lang="en-IN" dirty="0"/>
          </a:p>
        </p:txBody>
      </p:sp>
      <p:sp>
        <p:nvSpPr>
          <p:cNvPr id="4" name="Footer Placeholder 3">
            <a:extLst>
              <a:ext uri="{FF2B5EF4-FFF2-40B4-BE49-F238E27FC236}">
                <a16:creationId xmlns:a16="http://schemas.microsoft.com/office/drawing/2014/main" id="{0624AFA4-DB52-F85C-362C-999B0457197C}"/>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6B6D1567-24FA-845A-AC3D-1A1229768F7A}"/>
              </a:ext>
            </a:extLst>
          </p:cNvPr>
          <p:cNvSpPr>
            <a:spLocks noGrp="1"/>
          </p:cNvSpPr>
          <p:nvPr>
            <p:ph type="sldNum" sz="quarter" idx="12"/>
          </p:nvPr>
        </p:nvSpPr>
        <p:spPr/>
        <p:txBody>
          <a:bodyPr/>
          <a:lstStyle/>
          <a:p>
            <a:fld id="{B8651ABE-1138-46C6-9A43-7FCD4EB2550C}" type="slidenum">
              <a:rPr lang="en-IN" smtClean="0"/>
              <a:pPr/>
              <a:t>25</a:t>
            </a:fld>
            <a:endParaRPr lang="en-IN" dirty="0"/>
          </a:p>
        </p:txBody>
      </p:sp>
      <p:sp>
        <p:nvSpPr>
          <p:cNvPr id="6" name="object 3">
            <a:extLst>
              <a:ext uri="{FF2B5EF4-FFF2-40B4-BE49-F238E27FC236}">
                <a16:creationId xmlns:a16="http://schemas.microsoft.com/office/drawing/2014/main" id="{9505A0F0-C67E-5BC7-9F1C-E6978021D72D}"/>
              </a:ext>
            </a:extLst>
          </p:cNvPr>
          <p:cNvSpPr txBox="1"/>
          <p:nvPr/>
        </p:nvSpPr>
        <p:spPr>
          <a:xfrm>
            <a:off x="65507" y="1525295"/>
            <a:ext cx="2028189" cy="301625"/>
          </a:xfrm>
          <a:prstGeom prst="rect">
            <a:avLst/>
          </a:prstGeom>
        </p:spPr>
        <p:txBody>
          <a:bodyPr vert="horz" wrap="square" lIns="0" tIns="13335" rIns="0" bIns="0" rtlCol="0">
            <a:spAutoFit/>
          </a:bodyPr>
          <a:lstStyle/>
          <a:p>
            <a:pPr marL="12700">
              <a:lnSpc>
                <a:spcPct val="100000"/>
              </a:lnSpc>
              <a:spcBef>
                <a:spcPts val="105"/>
              </a:spcBef>
            </a:pPr>
            <a:r>
              <a:rPr sz="1800" i="1" spc="140" dirty="0">
                <a:solidFill>
                  <a:srgbClr val="FF0000"/>
                </a:solidFill>
                <a:latin typeface="Times New Roman"/>
                <a:cs typeface="Times New Roman"/>
              </a:rPr>
              <a:t>Instruction</a:t>
            </a:r>
            <a:r>
              <a:rPr sz="1800" i="1" spc="5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sp>
        <p:nvSpPr>
          <p:cNvPr id="7" name="object 4">
            <a:extLst>
              <a:ext uri="{FF2B5EF4-FFF2-40B4-BE49-F238E27FC236}">
                <a16:creationId xmlns:a16="http://schemas.microsoft.com/office/drawing/2014/main" id="{DE3E2C71-7026-2EDE-932E-E6C459389733}"/>
              </a:ext>
            </a:extLst>
          </p:cNvPr>
          <p:cNvSpPr txBox="1"/>
          <p:nvPr/>
        </p:nvSpPr>
        <p:spPr>
          <a:xfrm>
            <a:off x="392970" y="1818329"/>
            <a:ext cx="920750" cy="1595755"/>
          </a:xfrm>
          <a:prstGeom prst="rect">
            <a:avLst/>
          </a:prstGeom>
        </p:spPr>
        <p:txBody>
          <a:bodyPr vert="horz" wrap="square" lIns="0" tIns="12065" rIns="0" bIns="0" rtlCol="0">
            <a:spAutoFit/>
          </a:bodyPr>
          <a:lstStyle/>
          <a:p>
            <a:pPr marL="12700" marR="5080">
              <a:lnSpc>
                <a:spcPct val="111500"/>
              </a:lnSpc>
              <a:spcBef>
                <a:spcPts val="95"/>
              </a:spcBef>
            </a:pPr>
            <a:r>
              <a:rPr sz="1350" spc="114" dirty="0">
                <a:latin typeface="Times New Roman"/>
                <a:cs typeface="Times New Roman"/>
              </a:rPr>
              <a:t>In</a:t>
            </a:r>
            <a:r>
              <a:rPr sz="1350" spc="80" dirty="0">
                <a:latin typeface="Times New Roman"/>
                <a:cs typeface="Times New Roman"/>
              </a:rPr>
              <a:t>s</a:t>
            </a:r>
            <a:r>
              <a:rPr sz="1350" spc="90" dirty="0">
                <a:latin typeface="Times New Roman"/>
                <a:cs typeface="Times New Roman"/>
              </a:rPr>
              <a:t>t</a:t>
            </a:r>
            <a:r>
              <a:rPr sz="1350" spc="114" dirty="0">
                <a:latin typeface="Times New Roman"/>
                <a:cs typeface="Times New Roman"/>
              </a:rPr>
              <a:t>ruct</a:t>
            </a:r>
            <a:r>
              <a:rPr sz="1350" spc="25" dirty="0">
                <a:latin typeface="Times New Roman"/>
                <a:cs typeface="Times New Roman"/>
              </a:rPr>
              <a:t>i</a:t>
            </a:r>
            <a:r>
              <a:rPr sz="1350" spc="100" dirty="0">
                <a:latin typeface="Times New Roman"/>
                <a:cs typeface="Times New Roman"/>
              </a:rPr>
              <a:t>on  </a:t>
            </a:r>
            <a:r>
              <a:rPr sz="1350" spc="204" dirty="0">
                <a:latin typeface="Times New Roman"/>
                <a:cs typeface="Times New Roman"/>
              </a:rPr>
              <a:t>LD</a:t>
            </a:r>
            <a:endParaRPr sz="1350">
              <a:latin typeface="Times New Roman"/>
              <a:cs typeface="Times New Roman"/>
            </a:endParaRPr>
          </a:p>
          <a:p>
            <a:pPr marL="12700" marR="182245">
              <a:lnSpc>
                <a:spcPct val="108000"/>
              </a:lnSpc>
              <a:spcBef>
                <a:spcPts val="5"/>
              </a:spcBef>
            </a:pPr>
            <a:r>
              <a:rPr sz="1350" spc="204" dirty="0">
                <a:solidFill>
                  <a:srgbClr val="FF0000"/>
                </a:solidFill>
                <a:latin typeface="Times New Roman"/>
                <a:cs typeface="Times New Roman"/>
              </a:rPr>
              <a:t>LD </a:t>
            </a:r>
            <a:r>
              <a:rPr sz="1350" spc="210" dirty="0">
                <a:solidFill>
                  <a:srgbClr val="FF0000"/>
                </a:solidFill>
                <a:latin typeface="Times New Roman"/>
                <a:cs typeface="Times New Roman"/>
              </a:rPr>
              <a:t> </a:t>
            </a:r>
            <a:r>
              <a:rPr sz="1350" spc="220" dirty="0">
                <a:solidFill>
                  <a:srgbClr val="0000FF"/>
                </a:solidFill>
                <a:latin typeface="Times New Roman"/>
                <a:cs typeface="Times New Roman"/>
              </a:rPr>
              <a:t>M</a:t>
            </a:r>
            <a:r>
              <a:rPr sz="1350" spc="105" dirty="0">
                <a:solidFill>
                  <a:srgbClr val="0000FF"/>
                </a:solidFill>
                <a:latin typeface="Times New Roman"/>
                <a:cs typeface="Times New Roman"/>
              </a:rPr>
              <a:t>U</a:t>
            </a:r>
            <a:r>
              <a:rPr sz="1350" spc="185" dirty="0">
                <a:solidFill>
                  <a:srgbClr val="0000FF"/>
                </a:solidFill>
                <a:latin typeface="Times New Roman"/>
                <a:cs typeface="Times New Roman"/>
              </a:rPr>
              <a:t>L</a:t>
            </a:r>
            <a:r>
              <a:rPr sz="1350" spc="120" dirty="0">
                <a:solidFill>
                  <a:srgbClr val="0000FF"/>
                </a:solidFill>
                <a:latin typeface="Times New Roman"/>
                <a:cs typeface="Times New Roman"/>
              </a:rPr>
              <a:t>T</a:t>
            </a:r>
            <a:r>
              <a:rPr sz="1350" spc="110" dirty="0">
                <a:solidFill>
                  <a:srgbClr val="0000FF"/>
                </a:solidFill>
                <a:latin typeface="Times New Roman"/>
                <a:cs typeface="Times New Roman"/>
              </a:rPr>
              <a:t>D  </a:t>
            </a:r>
            <a:r>
              <a:rPr sz="1350" spc="135" dirty="0">
                <a:solidFill>
                  <a:srgbClr val="FF00FF"/>
                </a:solidFill>
                <a:latin typeface="Times New Roman"/>
                <a:cs typeface="Times New Roman"/>
              </a:rPr>
              <a:t>SUBD </a:t>
            </a:r>
            <a:r>
              <a:rPr sz="1350" spc="140" dirty="0">
                <a:solidFill>
                  <a:srgbClr val="FF00FF"/>
                </a:solidFill>
                <a:latin typeface="Times New Roman"/>
                <a:cs typeface="Times New Roman"/>
              </a:rPr>
              <a:t> </a:t>
            </a:r>
            <a:r>
              <a:rPr sz="1350" spc="140" dirty="0">
                <a:solidFill>
                  <a:srgbClr val="00FF00"/>
                </a:solidFill>
                <a:latin typeface="Times New Roman"/>
                <a:cs typeface="Times New Roman"/>
              </a:rPr>
              <a:t>DIVD </a:t>
            </a:r>
            <a:r>
              <a:rPr sz="1350" spc="145" dirty="0">
                <a:solidFill>
                  <a:srgbClr val="00FF00"/>
                </a:solidFill>
                <a:latin typeface="Times New Roman"/>
                <a:cs typeface="Times New Roman"/>
              </a:rPr>
              <a:t> </a:t>
            </a:r>
            <a:r>
              <a:rPr sz="1350" spc="175" dirty="0">
                <a:latin typeface="Times New Roman"/>
                <a:cs typeface="Times New Roman"/>
              </a:rPr>
              <a:t>ADDD</a:t>
            </a:r>
            <a:endParaRPr sz="1350">
              <a:latin typeface="Times New Roman"/>
              <a:cs typeface="Times New Roman"/>
            </a:endParaRPr>
          </a:p>
        </p:txBody>
      </p:sp>
      <p:sp>
        <p:nvSpPr>
          <p:cNvPr id="8" name="object 5">
            <a:extLst>
              <a:ext uri="{FF2B5EF4-FFF2-40B4-BE49-F238E27FC236}">
                <a16:creationId xmlns:a16="http://schemas.microsoft.com/office/drawing/2014/main" id="{ABBF2B4B-DE28-6550-EB19-323AB20457AB}"/>
              </a:ext>
            </a:extLst>
          </p:cNvPr>
          <p:cNvSpPr txBox="1"/>
          <p:nvPr/>
        </p:nvSpPr>
        <p:spPr>
          <a:xfrm>
            <a:off x="1289249" y="1535569"/>
            <a:ext cx="3570604" cy="1878330"/>
          </a:xfrm>
          <a:prstGeom prst="rect">
            <a:avLst/>
          </a:prstGeom>
        </p:spPr>
        <p:txBody>
          <a:bodyPr vert="horz" wrap="square" lIns="0" tIns="41275" rIns="0" bIns="0" rtlCol="0">
            <a:spAutoFit/>
          </a:bodyPr>
          <a:lstStyle/>
          <a:p>
            <a:pPr marL="2313305">
              <a:lnSpc>
                <a:spcPct val="100000"/>
              </a:lnSpc>
              <a:spcBef>
                <a:spcPts val="325"/>
              </a:spcBef>
              <a:tabLst>
                <a:tab pos="2959735" algn="l"/>
              </a:tabLst>
            </a:pPr>
            <a:r>
              <a:rPr sz="1500" i="1" spc="165" dirty="0">
                <a:latin typeface="Times New Roman"/>
                <a:cs typeface="Times New Roman"/>
              </a:rPr>
              <a:t>Exec	</a:t>
            </a:r>
            <a:r>
              <a:rPr sz="1500" i="1" spc="155" dirty="0">
                <a:latin typeface="Times New Roman"/>
                <a:cs typeface="Times New Roman"/>
              </a:rPr>
              <a:t>Write</a:t>
            </a:r>
            <a:endParaRPr sz="1500">
              <a:latin typeface="Times New Roman"/>
              <a:cs typeface="Times New Roman"/>
            </a:endParaRPr>
          </a:p>
          <a:p>
            <a:pPr marL="702310">
              <a:lnSpc>
                <a:spcPct val="100000"/>
              </a:lnSpc>
              <a:spcBef>
                <a:spcPts val="235"/>
              </a:spcBef>
              <a:tabLst>
                <a:tab pos="1244600" algn="l"/>
                <a:tab pos="1658620" algn="l"/>
                <a:tab pos="2313305" algn="l"/>
              </a:tabLst>
            </a:pPr>
            <a:r>
              <a:rPr sz="1350" i="1" spc="75" dirty="0">
                <a:latin typeface="Times New Roman"/>
                <a:cs typeface="Times New Roman"/>
              </a:rPr>
              <a:t>j	</a:t>
            </a:r>
            <a:r>
              <a:rPr sz="1350" i="1" spc="120" dirty="0">
                <a:latin typeface="Times New Roman"/>
                <a:cs typeface="Times New Roman"/>
              </a:rPr>
              <a:t>k	</a:t>
            </a:r>
            <a:r>
              <a:rPr sz="1500" i="1" spc="150" dirty="0">
                <a:latin typeface="Times New Roman"/>
                <a:cs typeface="Times New Roman"/>
              </a:rPr>
              <a:t>Issue	</a:t>
            </a:r>
            <a:r>
              <a:rPr sz="1500" i="1" spc="210" dirty="0">
                <a:latin typeface="Times New Roman"/>
                <a:cs typeface="Times New Roman"/>
              </a:rPr>
              <a:t>Comp</a:t>
            </a:r>
            <a:r>
              <a:rPr sz="1500" i="1" spc="215" dirty="0">
                <a:latin typeface="Times New Roman"/>
                <a:cs typeface="Times New Roman"/>
              </a:rPr>
              <a:t> </a:t>
            </a:r>
            <a:r>
              <a:rPr sz="1500" i="1" spc="155" dirty="0">
                <a:latin typeface="Times New Roman"/>
                <a:cs typeface="Times New Roman"/>
              </a:rPr>
              <a:t>Result</a:t>
            </a:r>
            <a:endParaRPr sz="1500">
              <a:latin typeface="Times New Roman"/>
              <a:cs typeface="Times New Roman"/>
            </a:endParaRPr>
          </a:p>
          <a:p>
            <a:pPr marL="64135">
              <a:lnSpc>
                <a:spcPct val="100000"/>
              </a:lnSpc>
              <a:spcBef>
                <a:spcPts val="155"/>
              </a:spcBef>
              <a:tabLst>
                <a:tab pos="581025" algn="l"/>
                <a:tab pos="1193165" algn="l"/>
                <a:tab pos="1873885" algn="l"/>
                <a:tab pos="2546350" algn="l"/>
                <a:tab pos="3192780" algn="l"/>
              </a:tabLst>
            </a:pPr>
            <a:r>
              <a:rPr sz="1350" spc="130" dirty="0">
                <a:latin typeface="Times New Roman"/>
                <a:cs typeface="Times New Roman"/>
              </a:rPr>
              <a:t>F6	</a:t>
            </a:r>
            <a:r>
              <a:rPr sz="1350" spc="140" dirty="0">
                <a:latin typeface="Times New Roman"/>
                <a:cs typeface="Times New Roman"/>
              </a:rPr>
              <a:t>34+	</a:t>
            </a:r>
            <a:r>
              <a:rPr sz="1350" spc="160" dirty="0">
                <a:latin typeface="Times New Roman"/>
                <a:cs typeface="Times New Roman"/>
              </a:rPr>
              <a:t>R2	</a:t>
            </a:r>
            <a:r>
              <a:rPr sz="1350" spc="135" dirty="0">
                <a:latin typeface="Times New Roman"/>
                <a:cs typeface="Times New Roman"/>
              </a:rPr>
              <a:t>1	3	4</a:t>
            </a:r>
            <a:endParaRPr sz="1350">
              <a:latin typeface="Times New Roman"/>
              <a:cs typeface="Times New Roman"/>
            </a:endParaRPr>
          </a:p>
          <a:p>
            <a:pPr marL="64135" marR="912494">
              <a:lnSpc>
                <a:spcPct val="108000"/>
              </a:lnSpc>
              <a:tabLst>
                <a:tab pos="581025" algn="l"/>
                <a:tab pos="641350" algn="l"/>
                <a:tab pos="1193165" algn="l"/>
                <a:tab pos="1873885" algn="l"/>
                <a:tab pos="2546350" algn="l"/>
              </a:tabLst>
            </a:pPr>
            <a:r>
              <a:rPr sz="1350" spc="130" dirty="0">
                <a:solidFill>
                  <a:srgbClr val="FF0000"/>
                </a:solidFill>
                <a:latin typeface="Times New Roman"/>
                <a:cs typeface="Times New Roman"/>
              </a:rPr>
              <a:t>F</a:t>
            </a:r>
            <a:r>
              <a:rPr sz="1350" spc="135" dirty="0">
                <a:solidFill>
                  <a:srgbClr val="FF0000"/>
                </a:solidFill>
                <a:latin typeface="Times New Roman"/>
                <a:cs typeface="Times New Roman"/>
              </a:rPr>
              <a:t>2</a:t>
            </a:r>
            <a:r>
              <a:rPr sz="1350" dirty="0">
                <a:solidFill>
                  <a:srgbClr val="FF0000"/>
                </a:solidFill>
                <a:latin typeface="Times New Roman"/>
                <a:cs typeface="Times New Roman"/>
              </a:rPr>
              <a:t>	</a:t>
            </a:r>
            <a:r>
              <a:rPr sz="1350" spc="130" dirty="0">
                <a:solidFill>
                  <a:srgbClr val="FF0000"/>
                </a:solidFill>
                <a:latin typeface="Times New Roman"/>
                <a:cs typeface="Times New Roman"/>
              </a:rPr>
              <a:t>45</a:t>
            </a:r>
            <a:r>
              <a:rPr sz="1350" spc="155" dirty="0">
                <a:solidFill>
                  <a:srgbClr val="FF0000"/>
                </a:solidFill>
                <a:latin typeface="Times New Roman"/>
                <a:cs typeface="Times New Roman"/>
              </a:rPr>
              <a:t>+</a:t>
            </a:r>
            <a:r>
              <a:rPr sz="1350" dirty="0">
                <a:solidFill>
                  <a:srgbClr val="FF0000"/>
                </a:solidFill>
                <a:latin typeface="Times New Roman"/>
                <a:cs typeface="Times New Roman"/>
              </a:rPr>
              <a:t>	</a:t>
            </a:r>
            <a:r>
              <a:rPr sz="1350" spc="180" dirty="0">
                <a:solidFill>
                  <a:srgbClr val="FF0000"/>
                </a:solidFill>
                <a:latin typeface="Times New Roman"/>
                <a:cs typeface="Times New Roman"/>
              </a:rPr>
              <a:t>R</a:t>
            </a:r>
            <a:r>
              <a:rPr sz="1350" spc="135" dirty="0">
                <a:solidFill>
                  <a:srgbClr val="FF0000"/>
                </a:solidFill>
                <a:latin typeface="Times New Roman"/>
                <a:cs typeface="Times New Roman"/>
              </a:rPr>
              <a:t>3</a:t>
            </a:r>
            <a:r>
              <a:rPr sz="1350" dirty="0">
                <a:solidFill>
                  <a:srgbClr val="FF0000"/>
                </a:solidFill>
                <a:latin typeface="Times New Roman"/>
                <a:cs typeface="Times New Roman"/>
              </a:rPr>
              <a:t>	</a:t>
            </a:r>
            <a:r>
              <a:rPr sz="1350" spc="135" dirty="0">
                <a:latin typeface="Times New Roman"/>
                <a:cs typeface="Times New Roman"/>
              </a:rPr>
              <a:t>2</a:t>
            </a:r>
            <a:r>
              <a:rPr sz="1350" dirty="0">
                <a:latin typeface="Times New Roman"/>
                <a:cs typeface="Times New Roman"/>
              </a:rPr>
              <a:t>	</a:t>
            </a:r>
            <a:r>
              <a:rPr sz="1350" spc="90" dirty="0">
                <a:latin typeface="Times New Roman"/>
                <a:cs typeface="Times New Roman"/>
              </a:rPr>
              <a:t>4  </a:t>
            </a:r>
            <a:r>
              <a:rPr sz="1350" spc="130" dirty="0">
                <a:solidFill>
                  <a:srgbClr val="0000FF"/>
                </a:solidFill>
                <a:latin typeface="Times New Roman"/>
                <a:cs typeface="Times New Roman"/>
              </a:rPr>
              <a:t>F0		F2	F4	</a:t>
            </a:r>
            <a:r>
              <a:rPr sz="1350" spc="135" dirty="0">
                <a:latin typeface="Times New Roman"/>
                <a:cs typeface="Times New Roman"/>
              </a:rPr>
              <a:t>3</a:t>
            </a:r>
            <a:endParaRPr sz="1350">
              <a:latin typeface="Times New Roman"/>
              <a:cs typeface="Times New Roman"/>
            </a:endParaRPr>
          </a:p>
          <a:p>
            <a:pPr marL="12700" marR="1584325" indent="51435">
              <a:lnSpc>
                <a:spcPts val="1750"/>
              </a:lnSpc>
              <a:spcBef>
                <a:spcPts val="80"/>
              </a:spcBef>
              <a:tabLst>
                <a:tab pos="641350" algn="l"/>
                <a:tab pos="1201420" algn="l"/>
                <a:tab pos="1873885" algn="l"/>
              </a:tabLst>
            </a:pPr>
            <a:r>
              <a:rPr sz="1350" spc="130" dirty="0">
                <a:solidFill>
                  <a:srgbClr val="FF00FF"/>
                </a:solidFill>
                <a:latin typeface="Times New Roman"/>
                <a:cs typeface="Times New Roman"/>
              </a:rPr>
              <a:t>F</a:t>
            </a:r>
            <a:r>
              <a:rPr sz="1350" spc="135" dirty="0">
                <a:solidFill>
                  <a:srgbClr val="FF00FF"/>
                </a:solidFill>
                <a:latin typeface="Times New Roman"/>
                <a:cs typeface="Times New Roman"/>
              </a:rPr>
              <a:t>8</a:t>
            </a:r>
            <a:r>
              <a:rPr sz="1350" dirty="0">
                <a:solidFill>
                  <a:srgbClr val="FF00FF"/>
                </a:solidFill>
                <a:latin typeface="Times New Roman"/>
                <a:cs typeface="Times New Roman"/>
              </a:rPr>
              <a:t>	</a:t>
            </a:r>
            <a:r>
              <a:rPr sz="1350" spc="130" dirty="0">
                <a:solidFill>
                  <a:srgbClr val="FF00FF"/>
                </a:solidFill>
                <a:latin typeface="Times New Roman"/>
                <a:cs typeface="Times New Roman"/>
              </a:rPr>
              <a:t>F</a:t>
            </a:r>
            <a:r>
              <a:rPr sz="1350" spc="135" dirty="0">
                <a:solidFill>
                  <a:srgbClr val="FF00FF"/>
                </a:solidFill>
                <a:latin typeface="Times New Roman"/>
                <a:cs typeface="Times New Roman"/>
              </a:rPr>
              <a:t>6</a:t>
            </a:r>
            <a:r>
              <a:rPr sz="1350" dirty="0">
                <a:solidFill>
                  <a:srgbClr val="FF00FF"/>
                </a:solidFill>
                <a:latin typeface="Times New Roman"/>
                <a:cs typeface="Times New Roman"/>
              </a:rPr>
              <a:t>	</a:t>
            </a:r>
            <a:r>
              <a:rPr sz="1350" spc="130" dirty="0">
                <a:solidFill>
                  <a:srgbClr val="FF00FF"/>
                </a:solidFill>
                <a:latin typeface="Times New Roman"/>
                <a:cs typeface="Times New Roman"/>
              </a:rPr>
              <a:t>F</a:t>
            </a:r>
            <a:r>
              <a:rPr sz="1350" spc="135" dirty="0">
                <a:solidFill>
                  <a:srgbClr val="FF00FF"/>
                </a:solidFill>
                <a:latin typeface="Times New Roman"/>
                <a:cs typeface="Times New Roman"/>
              </a:rPr>
              <a:t>2</a:t>
            </a:r>
            <a:r>
              <a:rPr sz="1350" dirty="0">
                <a:solidFill>
                  <a:srgbClr val="FF00FF"/>
                </a:solidFill>
                <a:latin typeface="Times New Roman"/>
                <a:cs typeface="Times New Roman"/>
              </a:rPr>
              <a:t>	</a:t>
            </a:r>
            <a:r>
              <a:rPr sz="1350" spc="90" dirty="0">
                <a:latin typeface="Times New Roman"/>
                <a:cs typeface="Times New Roman"/>
              </a:rPr>
              <a:t>4  </a:t>
            </a:r>
            <a:r>
              <a:rPr sz="1350" spc="135" dirty="0">
                <a:solidFill>
                  <a:srgbClr val="00FF00"/>
                </a:solidFill>
                <a:latin typeface="Times New Roman"/>
                <a:cs typeface="Times New Roman"/>
              </a:rPr>
              <a:t>F10	</a:t>
            </a:r>
            <a:r>
              <a:rPr sz="1350" spc="130" dirty="0">
                <a:solidFill>
                  <a:srgbClr val="00FF00"/>
                </a:solidFill>
                <a:latin typeface="Times New Roman"/>
                <a:cs typeface="Times New Roman"/>
              </a:rPr>
              <a:t>F0	</a:t>
            </a:r>
            <a:r>
              <a:rPr sz="1350" spc="120" dirty="0">
                <a:solidFill>
                  <a:srgbClr val="00FF00"/>
                </a:solidFill>
                <a:latin typeface="Times New Roman"/>
                <a:cs typeface="Times New Roman"/>
              </a:rPr>
              <a:t>F6</a:t>
            </a:r>
            <a:endParaRPr sz="1350">
              <a:latin typeface="Times New Roman"/>
              <a:cs typeface="Times New Roman"/>
            </a:endParaRPr>
          </a:p>
          <a:p>
            <a:pPr marL="64135">
              <a:lnSpc>
                <a:spcPct val="100000"/>
              </a:lnSpc>
              <a:spcBef>
                <a:spcPts val="50"/>
              </a:spcBef>
              <a:tabLst>
                <a:tab pos="641350" algn="l"/>
                <a:tab pos="1201420" algn="l"/>
              </a:tabLst>
            </a:pPr>
            <a:r>
              <a:rPr sz="1350" spc="130" dirty="0">
                <a:latin typeface="Times New Roman"/>
                <a:cs typeface="Times New Roman"/>
              </a:rPr>
              <a:t>F6	F8	</a:t>
            </a:r>
            <a:r>
              <a:rPr sz="1350" spc="120" dirty="0">
                <a:latin typeface="Times New Roman"/>
                <a:cs typeface="Times New Roman"/>
              </a:rPr>
              <a:t>F2</a:t>
            </a:r>
            <a:endParaRPr sz="1350">
              <a:latin typeface="Times New Roman"/>
              <a:cs typeface="Times New Roman"/>
            </a:endParaRPr>
          </a:p>
        </p:txBody>
      </p:sp>
      <p:sp>
        <p:nvSpPr>
          <p:cNvPr id="9" name="object 6">
            <a:extLst>
              <a:ext uri="{FF2B5EF4-FFF2-40B4-BE49-F238E27FC236}">
                <a16:creationId xmlns:a16="http://schemas.microsoft.com/office/drawing/2014/main" id="{B72DF616-C7A4-053E-31C6-67CAFAAA7E6A}"/>
              </a:ext>
            </a:extLst>
          </p:cNvPr>
          <p:cNvSpPr txBox="1"/>
          <p:nvPr/>
        </p:nvSpPr>
        <p:spPr>
          <a:xfrm>
            <a:off x="6176072" y="1819340"/>
            <a:ext cx="503555" cy="258445"/>
          </a:xfrm>
          <a:prstGeom prst="rect">
            <a:avLst/>
          </a:prstGeom>
        </p:spPr>
        <p:txBody>
          <a:bodyPr vert="horz" wrap="square" lIns="0" tIns="15875" rIns="0" bIns="0" rtlCol="0">
            <a:spAutoFit/>
          </a:bodyPr>
          <a:lstStyle/>
          <a:p>
            <a:pPr marL="12700">
              <a:lnSpc>
                <a:spcPct val="100000"/>
              </a:lnSpc>
              <a:spcBef>
                <a:spcPts val="125"/>
              </a:spcBef>
            </a:pPr>
            <a:r>
              <a:rPr sz="1500" spc="220" dirty="0">
                <a:latin typeface="Times New Roman"/>
                <a:cs typeface="Times New Roman"/>
              </a:rPr>
              <a:t>B</a:t>
            </a:r>
            <a:r>
              <a:rPr sz="1500" spc="195" dirty="0">
                <a:latin typeface="Times New Roman"/>
                <a:cs typeface="Times New Roman"/>
              </a:rPr>
              <a:t>u</a:t>
            </a:r>
            <a:r>
              <a:rPr sz="1500" spc="90" dirty="0">
                <a:latin typeface="Times New Roman"/>
                <a:cs typeface="Times New Roman"/>
              </a:rPr>
              <a:t>s</a:t>
            </a:r>
            <a:r>
              <a:rPr sz="1500" spc="165" dirty="0">
                <a:latin typeface="Times New Roman"/>
                <a:cs typeface="Times New Roman"/>
              </a:rPr>
              <a:t>y</a:t>
            </a:r>
            <a:endParaRPr sz="1500">
              <a:latin typeface="Times New Roman"/>
              <a:cs typeface="Times New Roman"/>
            </a:endParaRPr>
          </a:p>
        </p:txBody>
      </p:sp>
      <p:sp>
        <p:nvSpPr>
          <p:cNvPr id="10" name="object 7">
            <a:extLst>
              <a:ext uri="{FF2B5EF4-FFF2-40B4-BE49-F238E27FC236}">
                <a16:creationId xmlns:a16="http://schemas.microsoft.com/office/drawing/2014/main" id="{55B68E8B-D151-A4CD-BF1F-A92976BA368E}"/>
              </a:ext>
            </a:extLst>
          </p:cNvPr>
          <p:cNvSpPr txBox="1"/>
          <p:nvPr/>
        </p:nvSpPr>
        <p:spPr>
          <a:xfrm>
            <a:off x="6813730" y="1819340"/>
            <a:ext cx="788035" cy="258445"/>
          </a:xfrm>
          <a:prstGeom prst="rect">
            <a:avLst/>
          </a:prstGeom>
        </p:spPr>
        <p:txBody>
          <a:bodyPr vert="horz" wrap="square" lIns="0" tIns="15875" rIns="0" bIns="0" rtlCol="0">
            <a:spAutoFit/>
          </a:bodyPr>
          <a:lstStyle/>
          <a:p>
            <a:pPr marL="12700">
              <a:lnSpc>
                <a:spcPct val="100000"/>
              </a:lnSpc>
              <a:spcBef>
                <a:spcPts val="125"/>
              </a:spcBef>
            </a:pPr>
            <a:r>
              <a:rPr sz="1500" spc="150" dirty="0">
                <a:latin typeface="Times New Roman"/>
                <a:cs typeface="Times New Roman"/>
              </a:rPr>
              <a:t>Address</a:t>
            </a:r>
            <a:endParaRPr sz="1500">
              <a:latin typeface="Times New Roman"/>
              <a:cs typeface="Times New Roman"/>
            </a:endParaRPr>
          </a:p>
        </p:txBody>
      </p:sp>
      <p:sp>
        <p:nvSpPr>
          <p:cNvPr id="11" name="object 8">
            <a:extLst>
              <a:ext uri="{FF2B5EF4-FFF2-40B4-BE49-F238E27FC236}">
                <a16:creationId xmlns:a16="http://schemas.microsoft.com/office/drawing/2014/main" id="{7E8512D3-9964-C830-18B5-0264F9C02E6B}"/>
              </a:ext>
            </a:extLst>
          </p:cNvPr>
          <p:cNvSpPr txBox="1"/>
          <p:nvPr/>
        </p:nvSpPr>
        <p:spPr>
          <a:xfrm>
            <a:off x="5521141" y="2054559"/>
            <a:ext cx="559435" cy="692785"/>
          </a:xfrm>
          <a:prstGeom prst="rect">
            <a:avLst/>
          </a:prstGeom>
        </p:spPr>
        <p:txBody>
          <a:bodyPr vert="horz" wrap="square" lIns="0" tIns="12065" rIns="0" bIns="0" rtlCol="0">
            <a:spAutoFit/>
          </a:bodyPr>
          <a:lstStyle/>
          <a:p>
            <a:pPr marL="12700" marR="5080" algn="just">
              <a:lnSpc>
                <a:spcPct val="108100"/>
              </a:lnSpc>
              <a:spcBef>
                <a:spcPts val="95"/>
              </a:spcBef>
            </a:pPr>
            <a:r>
              <a:rPr sz="1350" spc="185" dirty="0">
                <a:latin typeface="Times New Roman"/>
                <a:cs typeface="Times New Roman"/>
              </a:rPr>
              <a:t>L</a:t>
            </a:r>
            <a:r>
              <a:rPr sz="1350" spc="135" dirty="0">
                <a:latin typeface="Times New Roman"/>
                <a:cs typeface="Times New Roman"/>
              </a:rPr>
              <a:t>oa</a:t>
            </a:r>
            <a:r>
              <a:rPr sz="1350" spc="100" dirty="0">
                <a:latin typeface="Times New Roman"/>
                <a:cs typeface="Times New Roman"/>
              </a:rPr>
              <a:t>d1  </a:t>
            </a:r>
            <a:r>
              <a:rPr sz="1350" spc="185" dirty="0">
                <a:latin typeface="Times New Roman"/>
                <a:cs typeface="Times New Roman"/>
              </a:rPr>
              <a:t>L</a:t>
            </a:r>
            <a:r>
              <a:rPr sz="1350" spc="135" dirty="0">
                <a:latin typeface="Times New Roman"/>
                <a:cs typeface="Times New Roman"/>
              </a:rPr>
              <a:t>oa</a:t>
            </a:r>
            <a:r>
              <a:rPr sz="1350" spc="100" dirty="0">
                <a:latin typeface="Times New Roman"/>
                <a:cs typeface="Times New Roman"/>
              </a:rPr>
              <a:t>d2  </a:t>
            </a:r>
            <a:r>
              <a:rPr sz="1350" spc="185" dirty="0">
                <a:latin typeface="Times New Roman"/>
                <a:cs typeface="Times New Roman"/>
              </a:rPr>
              <a:t>L</a:t>
            </a:r>
            <a:r>
              <a:rPr sz="1350" spc="135" dirty="0">
                <a:latin typeface="Times New Roman"/>
                <a:cs typeface="Times New Roman"/>
              </a:rPr>
              <a:t>oad3</a:t>
            </a:r>
            <a:endParaRPr sz="1350">
              <a:latin typeface="Times New Roman"/>
              <a:cs typeface="Times New Roman"/>
            </a:endParaRPr>
          </a:p>
        </p:txBody>
      </p:sp>
      <p:sp>
        <p:nvSpPr>
          <p:cNvPr id="12" name="object 9">
            <a:extLst>
              <a:ext uri="{FF2B5EF4-FFF2-40B4-BE49-F238E27FC236}">
                <a16:creationId xmlns:a16="http://schemas.microsoft.com/office/drawing/2014/main" id="{EC49EBE4-247B-EEE6-6457-7EBAF49ED572}"/>
              </a:ext>
            </a:extLst>
          </p:cNvPr>
          <p:cNvSpPr txBox="1"/>
          <p:nvPr/>
        </p:nvSpPr>
        <p:spPr>
          <a:xfrm>
            <a:off x="6309232" y="2054559"/>
            <a:ext cx="1219200" cy="692785"/>
          </a:xfrm>
          <a:prstGeom prst="rect">
            <a:avLst/>
          </a:prstGeom>
        </p:spPr>
        <p:txBody>
          <a:bodyPr vert="horz" wrap="square" lIns="0" tIns="29209" rIns="0" bIns="0" rtlCol="0">
            <a:spAutoFit/>
          </a:bodyPr>
          <a:lstStyle/>
          <a:p>
            <a:pPr marL="34290">
              <a:lnSpc>
                <a:spcPct val="100000"/>
              </a:lnSpc>
              <a:spcBef>
                <a:spcPts val="229"/>
              </a:spcBef>
            </a:pPr>
            <a:r>
              <a:rPr sz="1350" spc="145" dirty="0">
                <a:latin typeface="Times New Roman"/>
                <a:cs typeface="Times New Roman"/>
              </a:rPr>
              <a:t>No</a:t>
            </a:r>
            <a:endParaRPr sz="1350">
              <a:latin typeface="Times New Roman"/>
              <a:cs typeface="Times New Roman"/>
            </a:endParaRPr>
          </a:p>
          <a:p>
            <a:pPr>
              <a:lnSpc>
                <a:spcPct val="100000"/>
              </a:lnSpc>
              <a:spcBef>
                <a:spcPts val="130"/>
              </a:spcBef>
              <a:tabLst>
                <a:tab pos="637540" algn="l"/>
              </a:tabLst>
            </a:pPr>
            <a:r>
              <a:rPr sz="1350" spc="175" dirty="0">
                <a:latin typeface="Times New Roman"/>
                <a:cs typeface="Times New Roman"/>
              </a:rPr>
              <a:t>Y</a:t>
            </a:r>
            <a:r>
              <a:rPr sz="1350" spc="140" dirty="0">
                <a:latin typeface="Times New Roman"/>
                <a:cs typeface="Times New Roman"/>
              </a:rPr>
              <a:t>e</a:t>
            </a:r>
            <a:r>
              <a:rPr sz="1350" spc="105" dirty="0">
                <a:latin typeface="Times New Roman"/>
                <a:cs typeface="Times New Roman"/>
              </a:rPr>
              <a:t>s</a:t>
            </a:r>
            <a:r>
              <a:rPr sz="1350" dirty="0">
                <a:latin typeface="Times New Roman"/>
                <a:cs typeface="Times New Roman"/>
              </a:rPr>
              <a:t>	</a:t>
            </a:r>
            <a:r>
              <a:rPr sz="1350" spc="135" dirty="0">
                <a:solidFill>
                  <a:srgbClr val="FF0000"/>
                </a:solidFill>
                <a:latin typeface="Times New Roman"/>
                <a:cs typeface="Times New Roman"/>
              </a:rPr>
              <a:t>45</a:t>
            </a:r>
            <a:r>
              <a:rPr sz="1350" spc="180" dirty="0">
                <a:solidFill>
                  <a:srgbClr val="FF0000"/>
                </a:solidFill>
                <a:latin typeface="Times New Roman"/>
                <a:cs typeface="Times New Roman"/>
              </a:rPr>
              <a:t>+</a:t>
            </a:r>
            <a:r>
              <a:rPr sz="1350" spc="160" dirty="0">
                <a:solidFill>
                  <a:srgbClr val="FF0000"/>
                </a:solidFill>
                <a:latin typeface="Times New Roman"/>
                <a:cs typeface="Times New Roman"/>
              </a:rPr>
              <a:t>R3</a:t>
            </a:r>
            <a:endParaRPr sz="1350">
              <a:latin typeface="Times New Roman"/>
              <a:cs typeface="Times New Roman"/>
            </a:endParaRPr>
          </a:p>
          <a:p>
            <a:pPr marL="34290">
              <a:lnSpc>
                <a:spcPct val="100000"/>
              </a:lnSpc>
              <a:spcBef>
                <a:spcPts val="130"/>
              </a:spcBef>
            </a:pPr>
            <a:r>
              <a:rPr sz="1350" spc="145" dirty="0">
                <a:latin typeface="Times New Roman"/>
                <a:cs typeface="Times New Roman"/>
              </a:rPr>
              <a:t>No</a:t>
            </a:r>
            <a:endParaRPr sz="1350">
              <a:latin typeface="Times New Roman"/>
              <a:cs typeface="Times New Roman"/>
            </a:endParaRPr>
          </a:p>
        </p:txBody>
      </p:sp>
      <p:sp>
        <p:nvSpPr>
          <p:cNvPr id="13" name="object 10">
            <a:extLst>
              <a:ext uri="{FF2B5EF4-FFF2-40B4-BE49-F238E27FC236}">
                <a16:creationId xmlns:a16="http://schemas.microsoft.com/office/drawing/2014/main" id="{B9FD841B-353C-A051-0913-5BF17425EA45}"/>
              </a:ext>
            </a:extLst>
          </p:cNvPr>
          <p:cNvSpPr txBox="1"/>
          <p:nvPr/>
        </p:nvSpPr>
        <p:spPr>
          <a:xfrm>
            <a:off x="65507" y="3482328"/>
            <a:ext cx="3292475" cy="574040"/>
          </a:xfrm>
          <a:prstGeom prst="rect">
            <a:avLst/>
          </a:prstGeom>
        </p:spPr>
        <p:txBody>
          <a:bodyPr vert="horz" wrap="square" lIns="0" tIns="35560" rIns="0" bIns="0" rtlCol="0">
            <a:spAutoFit/>
          </a:bodyPr>
          <a:lstStyle/>
          <a:p>
            <a:pPr marL="12700">
              <a:lnSpc>
                <a:spcPct val="100000"/>
              </a:lnSpc>
              <a:spcBef>
                <a:spcPts val="280"/>
              </a:spcBef>
            </a:pPr>
            <a:r>
              <a:rPr sz="1800" i="1" spc="150" dirty="0">
                <a:solidFill>
                  <a:srgbClr val="FF0000"/>
                </a:solidFill>
                <a:latin typeface="Times New Roman"/>
                <a:cs typeface="Times New Roman"/>
              </a:rPr>
              <a:t>Reservation</a:t>
            </a:r>
            <a:r>
              <a:rPr sz="1800" i="1" spc="75" dirty="0">
                <a:solidFill>
                  <a:srgbClr val="FF0000"/>
                </a:solidFill>
                <a:latin typeface="Times New Roman"/>
                <a:cs typeface="Times New Roman"/>
              </a:rPr>
              <a:t> </a:t>
            </a:r>
            <a:r>
              <a:rPr sz="1800" i="1" spc="140" dirty="0">
                <a:solidFill>
                  <a:srgbClr val="FF0000"/>
                </a:solidFill>
                <a:latin typeface="Times New Roman"/>
                <a:cs typeface="Times New Roman"/>
              </a:rPr>
              <a:t>Stations:</a:t>
            </a:r>
            <a:endParaRPr sz="1800">
              <a:latin typeface="Times New Roman"/>
              <a:cs typeface="Times New Roman"/>
            </a:endParaRPr>
          </a:p>
          <a:p>
            <a:pPr marL="1149985">
              <a:lnSpc>
                <a:spcPct val="100000"/>
              </a:lnSpc>
              <a:spcBef>
                <a:spcPts val="170"/>
              </a:spcBef>
              <a:tabLst>
                <a:tab pos="1692910" algn="l"/>
                <a:tab pos="2985770" algn="l"/>
              </a:tabLst>
            </a:pPr>
            <a:r>
              <a:rPr sz="1350" i="1" spc="130" dirty="0">
                <a:latin typeface="Times New Roman"/>
                <a:cs typeface="Times New Roman"/>
              </a:rPr>
              <a:t>T</a:t>
            </a:r>
            <a:r>
              <a:rPr sz="1350" i="1" spc="90" dirty="0">
                <a:latin typeface="Times New Roman"/>
                <a:cs typeface="Times New Roman"/>
              </a:rPr>
              <a:t>i</a:t>
            </a:r>
            <a:r>
              <a:rPr sz="1350" i="1" spc="175"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60" dirty="0">
                <a:latin typeface="Times New Roman"/>
                <a:cs typeface="Times New Roman"/>
              </a:rPr>
              <a:t>Na</a:t>
            </a:r>
            <a:r>
              <a:rPr sz="1350" i="1" spc="170"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05" dirty="0">
                <a:latin typeface="Times New Roman"/>
                <a:cs typeface="Times New Roman"/>
              </a:rPr>
              <a:t> </a:t>
            </a:r>
            <a:r>
              <a:rPr sz="1500" i="1" spc="195" dirty="0">
                <a:latin typeface="Times New Roman"/>
                <a:cs typeface="Times New Roman"/>
              </a:rPr>
              <a:t>Bus</a:t>
            </a:r>
            <a:r>
              <a:rPr sz="1500" i="1" spc="145" dirty="0">
                <a:latin typeface="Times New Roman"/>
                <a:cs typeface="Times New Roman"/>
              </a:rPr>
              <a:t>y</a:t>
            </a:r>
            <a:r>
              <a:rPr sz="1500" i="1" dirty="0">
                <a:latin typeface="Times New Roman"/>
                <a:cs typeface="Times New Roman"/>
              </a:rPr>
              <a:t>	</a:t>
            </a:r>
            <a:r>
              <a:rPr sz="1500" i="1" spc="229" dirty="0">
                <a:latin typeface="Times New Roman"/>
                <a:cs typeface="Times New Roman"/>
              </a:rPr>
              <a:t>Op</a:t>
            </a:r>
            <a:endParaRPr sz="1500">
              <a:latin typeface="Times New Roman"/>
              <a:cs typeface="Times New Roman"/>
            </a:endParaRPr>
          </a:p>
        </p:txBody>
      </p:sp>
      <p:sp>
        <p:nvSpPr>
          <p:cNvPr id="14" name="object 11">
            <a:extLst>
              <a:ext uri="{FF2B5EF4-FFF2-40B4-BE49-F238E27FC236}">
                <a16:creationId xmlns:a16="http://schemas.microsoft.com/office/drawing/2014/main" id="{19FD364F-50E0-67A2-4183-415D230F3535}"/>
              </a:ext>
            </a:extLst>
          </p:cNvPr>
          <p:cNvSpPr txBox="1"/>
          <p:nvPr/>
        </p:nvSpPr>
        <p:spPr>
          <a:xfrm>
            <a:off x="3737152" y="3514414"/>
            <a:ext cx="266700" cy="542290"/>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S1</a:t>
            </a:r>
            <a:endParaRPr sz="1500">
              <a:latin typeface="Times New Roman"/>
              <a:cs typeface="Times New Roman"/>
            </a:endParaRPr>
          </a:p>
          <a:p>
            <a:pPr marL="38100">
              <a:lnSpc>
                <a:spcPct val="100000"/>
              </a:lnSpc>
              <a:spcBef>
                <a:spcPts val="235"/>
              </a:spcBef>
            </a:pPr>
            <a:r>
              <a:rPr sz="1500" i="1" spc="110" dirty="0">
                <a:latin typeface="Times New Roman"/>
                <a:cs typeface="Times New Roman"/>
              </a:rPr>
              <a:t>Vj</a:t>
            </a:r>
            <a:endParaRPr sz="1500">
              <a:latin typeface="Times New Roman"/>
              <a:cs typeface="Times New Roman"/>
            </a:endParaRPr>
          </a:p>
        </p:txBody>
      </p:sp>
      <p:sp>
        <p:nvSpPr>
          <p:cNvPr id="15" name="object 12">
            <a:extLst>
              <a:ext uri="{FF2B5EF4-FFF2-40B4-BE49-F238E27FC236}">
                <a16:creationId xmlns:a16="http://schemas.microsoft.com/office/drawing/2014/main" id="{7A4550B7-43AC-D2A0-AF2E-77FE599C4D66}"/>
              </a:ext>
            </a:extLst>
          </p:cNvPr>
          <p:cNvSpPr txBox="1"/>
          <p:nvPr/>
        </p:nvSpPr>
        <p:spPr>
          <a:xfrm>
            <a:off x="4383446" y="3514414"/>
            <a:ext cx="266700" cy="542290"/>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S2</a:t>
            </a:r>
            <a:endParaRPr sz="1500">
              <a:latin typeface="Times New Roman"/>
              <a:cs typeface="Times New Roman"/>
            </a:endParaRPr>
          </a:p>
          <a:p>
            <a:pPr marL="12700">
              <a:lnSpc>
                <a:spcPct val="100000"/>
              </a:lnSpc>
              <a:spcBef>
                <a:spcPts val="235"/>
              </a:spcBef>
            </a:pPr>
            <a:r>
              <a:rPr sz="1500" i="1" spc="140" dirty="0">
                <a:latin typeface="Times New Roman"/>
                <a:cs typeface="Times New Roman"/>
              </a:rPr>
              <a:t>Vk</a:t>
            </a:r>
            <a:endParaRPr sz="1500">
              <a:latin typeface="Times New Roman"/>
              <a:cs typeface="Times New Roman"/>
            </a:endParaRPr>
          </a:p>
        </p:txBody>
      </p:sp>
      <p:sp>
        <p:nvSpPr>
          <p:cNvPr id="16" name="object 13">
            <a:extLst>
              <a:ext uri="{FF2B5EF4-FFF2-40B4-BE49-F238E27FC236}">
                <a16:creationId xmlns:a16="http://schemas.microsoft.com/office/drawing/2014/main" id="{1400F095-ED96-198A-30F5-43EC1409EF05}"/>
              </a:ext>
            </a:extLst>
          </p:cNvPr>
          <p:cNvSpPr txBox="1"/>
          <p:nvPr/>
        </p:nvSpPr>
        <p:spPr>
          <a:xfrm>
            <a:off x="5021103" y="3514414"/>
            <a:ext cx="943610" cy="542290"/>
          </a:xfrm>
          <a:prstGeom prst="rect">
            <a:avLst/>
          </a:prstGeom>
        </p:spPr>
        <p:txBody>
          <a:bodyPr vert="horz" wrap="square" lIns="0" tIns="41275" rIns="0" bIns="0" rtlCol="0">
            <a:spAutoFit/>
          </a:bodyPr>
          <a:lstStyle/>
          <a:p>
            <a:pPr marL="12700">
              <a:lnSpc>
                <a:spcPct val="100000"/>
              </a:lnSpc>
              <a:spcBef>
                <a:spcPts val="325"/>
              </a:spcBef>
              <a:tabLst>
                <a:tab pos="658495" algn="l"/>
              </a:tabLst>
            </a:pPr>
            <a:r>
              <a:rPr sz="1500" i="1" spc="195" dirty="0">
                <a:latin typeface="Times New Roman"/>
                <a:cs typeface="Times New Roman"/>
              </a:rPr>
              <a:t>RS	</a:t>
            </a:r>
            <a:r>
              <a:rPr sz="1500" i="1" spc="210" dirty="0">
                <a:latin typeface="Times New Roman"/>
                <a:cs typeface="Times New Roman"/>
              </a:rPr>
              <a:t>RS</a:t>
            </a:r>
            <a:endParaRPr sz="1500">
              <a:latin typeface="Times New Roman"/>
              <a:cs typeface="Times New Roman"/>
            </a:endParaRPr>
          </a:p>
          <a:p>
            <a:pPr marL="29845">
              <a:lnSpc>
                <a:spcPct val="100000"/>
              </a:lnSpc>
              <a:spcBef>
                <a:spcPts val="235"/>
              </a:spcBef>
              <a:tabLst>
                <a:tab pos="650240" algn="l"/>
              </a:tabLst>
            </a:pPr>
            <a:r>
              <a:rPr sz="1500" i="1" spc="270" dirty="0">
                <a:latin typeface="Times New Roman"/>
                <a:cs typeface="Times New Roman"/>
              </a:rPr>
              <a:t>Q</a:t>
            </a:r>
            <a:r>
              <a:rPr sz="1500" i="1" spc="90" dirty="0">
                <a:latin typeface="Times New Roman"/>
                <a:cs typeface="Times New Roman"/>
              </a:rPr>
              <a:t>j</a:t>
            </a:r>
            <a:r>
              <a:rPr sz="1500" i="1" dirty="0">
                <a:latin typeface="Times New Roman"/>
                <a:cs typeface="Times New Roman"/>
              </a:rPr>
              <a:t>	</a:t>
            </a:r>
            <a:r>
              <a:rPr sz="1500" i="1" spc="220" dirty="0">
                <a:latin typeface="Times New Roman"/>
                <a:cs typeface="Times New Roman"/>
              </a:rPr>
              <a:t>Qk</a:t>
            </a:r>
            <a:endParaRPr sz="1500">
              <a:latin typeface="Times New Roman"/>
              <a:cs typeface="Times New Roman"/>
            </a:endParaRPr>
          </a:p>
        </p:txBody>
      </p:sp>
      <p:sp>
        <p:nvSpPr>
          <p:cNvPr id="17" name="object 14">
            <a:extLst>
              <a:ext uri="{FF2B5EF4-FFF2-40B4-BE49-F238E27FC236}">
                <a16:creationId xmlns:a16="http://schemas.microsoft.com/office/drawing/2014/main" id="{9B79ECF1-AF2A-DB78-E9F7-6E451E68ACA0}"/>
              </a:ext>
            </a:extLst>
          </p:cNvPr>
          <p:cNvSpPr txBox="1"/>
          <p:nvPr/>
        </p:nvSpPr>
        <p:spPr>
          <a:xfrm>
            <a:off x="2948203" y="4049119"/>
            <a:ext cx="1236345" cy="232410"/>
          </a:xfrm>
          <a:prstGeom prst="rect">
            <a:avLst/>
          </a:prstGeom>
        </p:spPr>
        <p:txBody>
          <a:bodyPr vert="horz" wrap="square" lIns="0" tIns="13335" rIns="0" bIns="0" rtlCol="0">
            <a:spAutoFit/>
          </a:bodyPr>
          <a:lstStyle/>
          <a:p>
            <a:pPr>
              <a:lnSpc>
                <a:spcPct val="100000"/>
              </a:lnSpc>
              <a:spcBef>
                <a:spcPts val="105"/>
              </a:spcBef>
            </a:pPr>
            <a:r>
              <a:rPr sz="1350" spc="135" dirty="0">
                <a:solidFill>
                  <a:srgbClr val="FF00FF"/>
                </a:solidFill>
                <a:latin typeface="Times New Roman"/>
                <a:cs typeface="Times New Roman"/>
              </a:rPr>
              <a:t>SUBD</a:t>
            </a:r>
            <a:r>
              <a:rPr sz="1350" spc="575" dirty="0">
                <a:solidFill>
                  <a:srgbClr val="FF00FF"/>
                </a:solidFill>
                <a:latin typeface="Times New Roman"/>
                <a:cs typeface="Times New Roman"/>
              </a:rPr>
              <a:t> </a:t>
            </a:r>
            <a:r>
              <a:rPr sz="1350" spc="145" dirty="0">
                <a:latin typeface="Times New Roman"/>
                <a:cs typeface="Times New Roman"/>
              </a:rPr>
              <a:t>M(A1)</a:t>
            </a:r>
            <a:endParaRPr sz="1350">
              <a:latin typeface="Times New Roman"/>
              <a:cs typeface="Times New Roman"/>
            </a:endParaRPr>
          </a:p>
        </p:txBody>
      </p:sp>
      <p:sp>
        <p:nvSpPr>
          <p:cNvPr id="18" name="object 15">
            <a:extLst>
              <a:ext uri="{FF2B5EF4-FFF2-40B4-BE49-F238E27FC236}">
                <a16:creationId xmlns:a16="http://schemas.microsoft.com/office/drawing/2014/main" id="{BFB0875D-5DB8-BA63-4B7F-660573F8D277}"/>
              </a:ext>
            </a:extLst>
          </p:cNvPr>
          <p:cNvSpPr txBox="1"/>
          <p:nvPr/>
        </p:nvSpPr>
        <p:spPr>
          <a:xfrm>
            <a:off x="5559637" y="4049119"/>
            <a:ext cx="546735" cy="232410"/>
          </a:xfrm>
          <a:prstGeom prst="rect">
            <a:avLst/>
          </a:prstGeom>
        </p:spPr>
        <p:txBody>
          <a:bodyPr vert="horz" wrap="square" lIns="0" tIns="13335" rIns="0" bIns="0" rtlCol="0">
            <a:spAutoFit/>
          </a:bodyPr>
          <a:lstStyle/>
          <a:p>
            <a:pPr>
              <a:lnSpc>
                <a:spcPct val="100000"/>
              </a:lnSpc>
              <a:spcBef>
                <a:spcPts val="105"/>
              </a:spcBef>
            </a:pPr>
            <a:r>
              <a:rPr sz="1350" spc="185" dirty="0">
                <a:solidFill>
                  <a:srgbClr val="FF0000"/>
                </a:solidFill>
                <a:latin typeface="Times New Roman"/>
                <a:cs typeface="Times New Roman"/>
              </a:rPr>
              <a:t>L</a:t>
            </a:r>
            <a:r>
              <a:rPr sz="1350" spc="135" dirty="0">
                <a:solidFill>
                  <a:srgbClr val="FF0000"/>
                </a:solidFill>
                <a:latin typeface="Times New Roman"/>
                <a:cs typeface="Times New Roman"/>
              </a:rPr>
              <a:t>oad2</a:t>
            </a:r>
            <a:endParaRPr sz="1350">
              <a:latin typeface="Times New Roman"/>
              <a:cs typeface="Times New Roman"/>
            </a:endParaRPr>
          </a:p>
        </p:txBody>
      </p:sp>
      <p:sp>
        <p:nvSpPr>
          <p:cNvPr id="19" name="object 16">
            <a:extLst>
              <a:ext uri="{FF2B5EF4-FFF2-40B4-BE49-F238E27FC236}">
                <a16:creationId xmlns:a16="http://schemas.microsoft.com/office/drawing/2014/main" id="{81E7AFEA-8CE8-0102-AA3E-20DCE1B79E68}"/>
              </a:ext>
            </a:extLst>
          </p:cNvPr>
          <p:cNvSpPr txBox="1"/>
          <p:nvPr/>
        </p:nvSpPr>
        <p:spPr>
          <a:xfrm>
            <a:off x="1746215" y="4033596"/>
            <a:ext cx="1028065" cy="1137285"/>
          </a:xfrm>
          <a:prstGeom prst="rect">
            <a:avLst/>
          </a:prstGeom>
        </p:spPr>
        <p:txBody>
          <a:bodyPr vert="horz" wrap="square" lIns="0" tIns="29209" rIns="0" bIns="0" rtlCol="0">
            <a:spAutoFit/>
          </a:bodyPr>
          <a:lstStyle/>
          <a:p>
            <a:pPr marL="12700">
              <a:lnSpc>
                <a:spcPct val="100000"/>
              </a:lnSpc>
              <a:spcBef>
                <a:spcPts val="229"/>
              </a:spcBef>
              <a:tabLst>
                <a:tab pos="692785" algn="l"/>
              </a:tabLst>
            </a:pPr>
            <a:r>
              <a:rPr sz="1350" spc="175" dirty="0">
                <a:latin typeface="Times New Roman"/>
                <a:cs typeface="Times New Roman"/>
              </a:rPr>
              <a:t>A</a:t>
            </a:r>
            <a:r>
              <a:rPr sz="1350" spc="135" dirty="0">
                <a:latin typeface="Times New Roman"/>
                <a:cs typeface="Times New Roman"/>
              </a:rPr>
              <a:t>dd1</a:t>
            </a:r>
            <a:r>
              <a:rPr sz="1350" dirty="0">
                <a:latin typeface="Times New Roman"/>
                <a:cs typeface="Times New Roman"/>
              </a:rPr>
              <a:t>	</a:t>
            </a:r>
            <a:r>
              <a:rPr sz="1350" spc="175" dirty="0">
                <a:latin typeface="Times New Roman"/>
                <a:cs typeface="Times New Roman"/>
              </a:rPr>
              <a:t>Y</a:t>
            </a:r>
            <a:r>
              <a:rPr sz="1350" spc="140" dirty="0">
                <a:latin typeface="Times New Roman"/>
                <a:cs typeface="Times New Roman"/>
              </a:rPr>
              <a:t>e</a:t>
            </a:r>
            <a:r>
              <a:rPr sz="1350" spc="105" dirty="0">
                <a:latin typeface="Times New Roman"/>
                <a:cs typeface="Times New Roman"/>
              </a:rPr>
              <a:t>s</a:t>
            </a:r>
            <a:endParaRPr sz="1350">
              <a:latin typeface="Times New Roman"/>
              <a:cs typeface="Times New Roman"/>
            </a:endParaRPr>
          </a:p>
          <a:p>
            <a:pPr marL="12700">
              <a:lnSpc>
                <a:spcPct val="100000"/>
              </a:lnSpc>
              <a:spcBef>
                <a:spcPts val="130"/>
              </a:spcBef>
              <a:tabLst>
                <a:tab pos="727710" algn="l"/>
              </a:tabLst>
            </a:pPr>
            <a:r>
              <a:rPr sz="1350" spc="145" dirty="0">
                <a:latin typeface="Times New Roman"/>
                <a:cs typeface="Times New Roman"/>
              </a:rPr>
              <a:t>Add2	No</a:t>
            </a:r>
            <a:endParaRPr sz="1350">
              <a:latin typeface="Times New Roman"/>
              <a:cs typeface="Times New Roman"/>
            </a:endParaRPr>
          </a:p>
          <a:p>
            <a:pPr marL="12700" marR="45085">
              <a:lnSpc>
                <a:spcPct val="108000"/>
              </a:lnSpc>
              <a:tabLst>
                <a:tab pos="727710" algn="l"/>
              </a:tabLst>
            </a:pPr>
            <a:r>
              <a:rPr sz="1350" spc="175" dirty="0">
                <a:latin typeface="Times New Roman"/>
                <a:cs typeface="Times New Roman"/>
              </a:rPr>
              <a:t>A</a:t>
            </a:r>
            <a:r>
              <a:rPr sz="1350" spc="135" dirty="0">
                <a:latin typeface="Times New Roman"/>
                <a:cs typeface="Times New Roman"/>
              </a:rPr>
              <a:t>dd3</a:t>
            </a:r>
            <a:r>
              <a:rPr sz="1350" dirty="0">
                <a:latin typeface="Times New Roman"/>
                <a:cs typeface="Times New Roman"/>
              </a:rPr>
              <a:t>	</a:t>
            </a:r>
            <a:r>
              <a:rPr sz="1350" spc="95" dirty="0">
                <a:latin typeface="Times New Roman"/>
                <a:cs typeface="Times New Roman"/>
              </a:rPr>
              <a:t>No  </a:t>
            </a:r>
            <a:r>
              <a:rPr sz="1350" spc="120" dirty="0">
                <a:latin typeface="Times New Roman"/>
                <a:cs typeface="Times New Roman"/>
              </a:rPr>
              <a:t>Mult1 </a:t>
            </a:r>
            <a:r>
              <a:rPr sz="1350" spc="125" dirty="0">
                <a:latin typeface="Times New Roman"/>
                <a:cs typeface="Times New Roman"/>
              </a:rPr>
              <a:t> </a:t>
            </a:r>
            <a:r>
              <a:rPr sz="1350" spc="120" dirty="0">
                <a:latin typeface="Times New Roman"/>
                <a:cs typeface="Times New Roman"/>
              </a:rPr>
              <a:t>Mult2</a:t>
            </a:r>
            <a:endParaRPr sz="1350">
              <a:latin typeface="Times New Roman"/>
              <a:cs typeface="Times New Roman"/>
            </a:endParaRPr>
          </a:p>
        </p:txBody>
      </p:sp>
      <p:sp>
        <p:nvSpPr>
          <p:cNvPr id="20" name="object 17">
            <a:extLst>
              <a:ext uri="{FF2B5EF4-FFF2-40B4-BE49-F238E27FC236}">
                <a16:creationId xmlns:a16="http://schemas.microsoft.com/office/drawing/2014/main" id="{186648BA-3BBD-9440-440D-78FEB67BC1B7}"/>
              </a:ext>
            </a:extLst>
          </p:cNvPr>
          <p:cNvSpPr txBox="1"/>
          <p:nvPr/>
        </p:nvSpPr>
        <p:spPr>
          <a:xfrm>
            <a:off x="2439643" y="4700373"/>
            <a:ext cx="3020060" cy="470534"/>
          </a:xfrm>
          <a:prstGeom prst="rect">
            <a:avLst/>
          </a:prstGeom>
        </p:spPr>
        <p:txBody>
          <a:bodyPr vert="horz" wrap="square" lIns="0" tIns="29209" rIns="0" bIns="0" rtlCol="0">
            <a:spAutoFit/>
          </a:bodyPr>
          <a:lstStyle/>
          <a:p>
            <a:pPr>
              <a:lnSpc>
                <a:spcPct val="100000"/>
              </a:lnSpc>
              <a:spcBef>
                <a:spcPts val="229"/>
              </a:spcBef>
              <a:tabLst>
                <a:tab pos="1852295" algn="l"/>
                <a:tab pos="2473325" algn="l"/>
              </a:tabLst>
            </a:pPr>
            <a:r>
              <a:rPr sz="1350" spc="175" dirty="0">
                <a:latin typeface="Times New Roman"/>
                <a:cs typeface="Times New Roman"/>
              </a:rPr>
              <a:t>Y</a:t>
            </a:r>
            <a:r>
              <a:rPr sz="1350" spc="140" dirty="0">
                <a:latin typeface="Times New Roman"/>
                <a:cs typeface="Times New Roman"/>
              </a:rPr>
              <a:t>e</a:t>
            </a:r>
            <a:r>
              <a:rPr sz="1350" spc="105" dirty="0">
                <a:latin typeface="Times New Roman"/>
                <a:cs typeface="Times New Roman"/>
              </a:rPr>
              <a:t>s</a:t>
            </a:r>
            <a:r>
              <a:rPr sz="1350" dirty="0">
                <a:latin typeface="Times New Roman"/>
                <a:cs typeface="Times New Roman"/>
              </a:rPr>
              <a:t> </a:t>
            </a:r>
            <a:r>
              <a:rPr sz="1350" spc="50" dirty="0">
                <a:latin typeface="Times New Roman"/>
                <a:cs typeface="Times New Roman"/>
              </a:rPr>
              <a:t> </a:t>
            </a:r>
            <a:r>
              <a:rPr sz="1350" spc="220" dirty="0">
                <a:solidFill>
                  <a:srgbClr val="3333CC"/>
                </a:solidFill>
                <a:latin typeface="Times New Roman"/>
                <a:cs typeface="Times New Roman"/>
              </a:rPr>
              <a:t>M</a:t>
            </a:r>
            <a:r>
              <a:rPr sz="1350" spc="105" dirty="0">
                <a:solidFill>
                  <a:srgbClr val="3333CC"/>
                </a:solidFill>
                <a:latin typeface="Times New Roman"/>
                <a:cs typeface="Times New Roman"/>
              </a:rPr>
              <a:t>U</a:t>
            </a:r>
            <a:r>
              <a:rPr sz="1350" spc="185" dirty="0">
                <a:solidFill>
                  <a:srgbClr val="3333CC"/>
                </a:solidFill>
                <a:latin typeface="Times New Roman"/>
                <a:cs typeface="Times New Roman"/>
              </a:rPr>
              <a:t>L</a:t>
            </a:r>
            <a:r>
              <a:rPr sz="1350" spc="120" dirty="0">
                <a:solidFill>
                  <a:srgbClr val="3333CC"/>
                </a:solidFill>
                <a:latin typeface="Times New Roman"/>
                <a:cs typeface="Times New Roman"/>
              </a:rPr>
              <a:t>T</a:t>
            </a:r>
            <a:r>
              <a:rPr sz="1350" spc="200" dirty="0">
                <a:solidFill>
                  <a:srgbClr val="3333CC"/>
                </a:solidFill>
                <a:latin typeface="Times New Roman"/>
                <a:cs typeface="Times New Roman"/>
              </a:rPr>
              <a:t>D</a:t>
            </a:r>
            <a:r>
              <a:rPr sz="1350" dirty="0">
                <a:solidFill>
                  <a:srgbClr val="3333CC"/>
                </a:solidFill>
                <a:latin typeface="Times New Roman"/>
                <a:cs typeface="Times New Roman"/>
              </a:rPr>
              <a:t>	</a:t>
            </a:r>
            <a:r>
              <a:rPr sz="1350" spc="135" dirty="0">
                <a:solidFill>
                  <a:srgbClr val="3333CC"/>
                </a:solidFill>
                <a:latin typeface="Times New Roman"/>
                <a:cs typeface="Times New Roman"/>
              </a:rPr>
              <a:t>R(</a:t>
            </a:r>
            <a:r>
              <a:rPr sz="1350" spc="125" dirty="0">
                <a:solidFill>
                  <a:srgbClr val="3333CC"/>
                </a:solidFill>
                <a:latin typeface="Times New Roman"/>
                <a:cs typeface="Times New Roman"/>
              </a:rPr>
              <a:t>F</a:t>
            </a:r>
            <a:r>
              <a:rPr sz="1350" spc="114" dirty="0">
                <a:solidFill>
                  <a:srgbClr val="3333CC"/>
                </a:solidFill>
                <a:latin typeface="Times New Roman"/>
                <a:cs typeface="Times New Roman"/>
              </a:rPr>
              <a:t>4)</a:t>
            </a:r>
            <a:r>
              <a:rPr sz="1350" dirty="0">
                <a:solidFill>
                  <a:srgbClr val="3333CC"/>
                </a:solidFill>
                <a:latin typeface="Times New Roman"/>
                <a:cs typeface="Times New Roman"/>
              </a:rPr>
              <a:t>	</a:t>
            </a:r>
            <a:r>
              <a:rPr sz="1350" spc="185" dirty="0">
                <a:solidFill>
                  <a:srgbClr val="FF0000"/>
                </a:solidFill>
                <a:latin typeface="Times New Roman"/>
                <a:cs typeface="Times New Roman"/>
              </a:rPr>
              <a:t>L</a:t>
            </a:r>
            <a:r>
              <a:rPr sz="1350" spc="135" dirty="0">
                <a:solidFill>
                  <a:srgbClr val="FF0000"/>
                </a:solidFill>
                <a:latin typeface="Times New Roman"/>
                <a:cs typeface="Times New Roman"/>
              </a:rPr>
              <a:t>oad2</a:t>
            </a:r>
            <a:endParaRPr sz="1350">
              <a:latin typeface="Times New Roman"/>
              <a:cs typeface="Times New Roman"/>
            </a:endParaRPr>
          </a:p>
          <a:p>
            <a:pPr marL="34290">
              <a:lnSpc>
                <a:spcPct val="100000"/>
              </a:lnSpc>
              <a:spcBef>
                <a:spcPts val="130"/>
              </a:spcBef>
            </a:pPr>
            <a:r>
              <a:rPr sz="1350" spc="145" dirty="0">
                <a:latin typeface="Times New Roman"/>
                <a:cs typeface="Times New Roman"/>
              </a:rPr>
              <a:t>No</a:t>
            </a:r>
            <a:endParaRPr sz="1350">
              <a:latin typeface="Times New Roman"/>
              <a:cs typeface="Times New Roman"/>
            </a:endParaRPr>
          </a:p>
        </p:txBody>
      </p:sp>
      <p:sp>
        <p:nvSpPr>
          <p:cNvPr id="21" name="object 18">
            <a:extLst>
              <a:ext uri="{FF2B5EF4-FFF2-40B4-BE49-F238E27FC236}">
                <a16:creationId xmlns:a16="http://schemas.microsoft.com/office/drawing/2014/main" id="{417C6B5A-B443-BFF0-A62E-7B0CFB2EF91E}"/>
              </a:ext>
            </a:extLst>
          </p:cNvPr>
          <p:cNvSpPr txBox="1"/>
          <p:nvPr/>
        </p:nvSpPr>
        <p:spPr>
          <a:xfrm>
            <a:off x="65507" y="5260854"/>
            <a:ext cx="2423795" cy="301625"/>
          </a:xfrm>
          <a:prstGeom prst="rect">
            <a:avLst/>
          </a:prstGeom>
        </p:spPr>
        <p:txBody>
          <a:bodyPr vert="horz" wrap="square" lIns="0" tIns="13335" rIns="0" bIns="0" rtlCol="0">
            <a:spAutoFit/>
          </a:bodyPr>
          <a:lstStyle/>
          <a:p>
            <a:pPr marL="12700">
              <a:lnSpc>
                <a:spcPct val="100000"/>
              </a:lnSpc>
              <a:spcBef>
                <a:spcPts val="105"/>
              </a:spcBef>
            </a:pPr>
            <a:r>
              <a:rPr sz="1800" i="1" spc="150" dirty="0">
                <a:solidFill>
                  <a:srgbClr val="FF0000"/>
                </a:solidFill>
                <a:latin typeface="Times New Roman"/>
                <a:cs typeface="Times New Roman"/>
              </a:rPr>
              <a:t>Register</a:t>
            </a:r>
            <a:r>
              <a:rPr sz="1800" i="1" spc="30" dirty="0">
                <a:solidFill>
                  <a:srgbClr val="FF0000"/>
                </a:solidFill>
                <a:latin typeface="Times New Roman"/>
                <a:cs typeface="Times New Roman"/>
              </a:rPr>
              <a:t> </a:t>
            </a:r>
            <a:r>
              <a:rPr sz="1800" i="1" spc="125" dirty="0">
                <a:solidFill>
                  <a:srgbClr val="FF0000"/>
                </a:solidFill>
                <a:latin typeface="Times New Roman"/>
                <a:cs typeface="Times New Roman"/>
              </a:rPr>
              <a:t>result</a:t>
            </a:r>
            <a:r>
              <a:rPr sz="1800" i="1" spc="7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graphicFrame>
        <p:nvGraphicFramePr>
          <p:cNvPr id="22" name="object 19">
            <a:extLst>
              <a:ext uri="{FF2B5EF4-FFF2-40B4-BE49-F238E27FC236}">
                <a16:creationId xmlns:a16="http://schemas.microsoft.com/office/drawing/2014/main" id="{84EF3197-028C-FEE4-ACDD-469C2106CDC2}"/>
              </a:ext>
            </a:extLst>
          </p:cNvPr>
          <p:cNvGraphicFramePr>
            <a:graphicFrameLocks noGrp="1"/>
          </p:cNvGraphicFramePr>
          <p:nvPr/>
        </p:nvGraphicFramePr>
        <p:xfrm>
          <a:off x="382534" y="5592544"/>
          <a:ext cx="8425812" cy="487960"/>
        </p:xfrm>
        <a:graphic>
          <a:graphicData uri="http://schemas.openxmlformats.org/drawingml/2006/table">
            <a:tbl>
              <a:tblPr firstRow="1" bandRow="1">
                <a:tableStyleId>{2D5ABB26-0587-4C30-8999-92F81FD0307C}</a:tableStyleId>
              </a:tblPr>
              <a:tblGrid>
                <a:gridCol w="1376045">
                  <a:extLst>
                    <a:ext uri="{9D8B030D-6E8A-4147-A177-3AD203B41FA5}">
                      <a16:colId xmlns:a16="http://schemas.microsoft.com/office/drawing/2014/main" val="20000"/>
                    </a:ext>
                  </a:extLst>
                </a:gridCol>
                <a:gridCol w="1099184">
                  <a:extLst>
                    <a:ext uri="{9D8B030D-6E8A-4147-A177-3AD203B41FA5}">
                      <a16:colId xmlns:a16="http://schemas.microsoft.com/office/drawing/2014/main" val="20001"/>
                    </a:ext>
                  </a:extLst>
                </a:gridCol>
                <a:gridCol w="685164">
                  <a:extLst>
                    <a:ext uri="{9D8B030D-6E8A-4147-A177-3AD203B41FA5}">
                      <a16:colId xmlns:a16="http://schemas.microsoft.com/office/drawing/2014/main" val="20002"/>
                    </a:ext>
                  </a:extLst>
                </a:gridCol>
                <a:gridCol w="715645">
                  <a:extLst>
                    <a:ext uri="{9D8B030D-6E8A-4147-A177-3AD203B41FA5}">
                      <a16:colId xmlns:a16="http://schemas.microsoft.com/office/drawing/2014/main" val="20003"/>
                    </a:ext>
                  </a:extLst>
                </a:gridCol>
                <a:gridCol w="520064">
                  <a:extLst>
                    <a:ext uri="{9D8B030D-6E8A-4147-A177-3AD203B41FA5}">
                      <a16:colId xmlns:a16="http://schemas.microsoft.com/office/drawing/2014/main" val="20004"/>
                    </a:ext>
                  </a:extLst>
                </a:gridCol>
                <a:gridCol w="756920">
                  <a:extLst>
                    <a:ext uri="{9D8B030D-6E8A-4147-A177-3AD203B41FA5}">
                      <a16:colId xmlns:a16="http://schemas.microsoft.com/office/drawing/2014/main" val="20005"/>
                    </a:ext>
                  </a:extLst>
                </a:gridCol>
                <a:gridCol w="612775">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1974215">
                  <a:extLst>
                    <a:ext uri="{9D8B030D-6E8A-4147-A177-3AD203B41FA5}">
                      <a16:colId xmlns:a16="http://schemas.microsoft.com/office/drawing/2014/main" val="20008"/>
                    </a:ext>
                  </a:extLst>
                </a:gridCol>
              </a:tblGrid>
              <a:tr h="265543">
                <a:tc>
                  <a:txBody>
                    <a:bodyPr/>
                    <a:lstStyle/>
                    <a:p>
                      <a:pPr marL="31750">
                        <a:lnSpc>
                          <a:spcPts val="1970"/>
                        </a:lnSpc>
                      </a:pPr>
                      <a:r>
                        <a:rPr sz="1800" spc="165" dirty="0">
                          <a:latin typeface="Times New Roman"/>
                          <a:cs typeface="Times New Roman"/>
                        </a:rPr>
                        <a:t>Clock</a:t>
                      </a:r>
                      <a:endParaRPr sz="1800">
                        <a:latin typeface="Times New Roman"/>
                        <a:cs typeface="Times New Roman"/>
                      </a:endParaRPr>
                    </a:p>
                  </a:txBody>
                  <a:tcPr marL="0" marR="0" marT="0" marB="0"/>
                </a:tc>
                <a:tc>
                  <a:txBody>
                    <a:bodyPr/>
                    <a:lstStyle/>
                    <a:p>
                      <a:pPr>
                        <a:lnSpc>
                          <a:spcPct val="100000"/>
                        </a:lnSpc>
                      </a:pPr>
                      <a:endParaRPr sz="1600">
                        <a:latin typeface="Times New Roman"/>
                        <a:cs typeface="Times New Roman"/>
                      </a:endParaRPr>
                    </a:p>
                  </a:txBody>
                  <a:tcPr marL="0" marR="0" marT="0" marB="0"/>
                </a:tc>
                <a:tc>
                  <a:txBody>
                    <a:bodyPr/>
                    <a:lstStyle/>
                    <a:p>
                      <a:pPr marR="9525" algn="ctr">
                        <a:lnSpc>
                          <a:spcPts val="1970"/>
                        </a:lnSpc>
                      </a:pPr>
                      <a:r>
                        <a:rPr sz="1800" i="1" spc="165" dirty="0">
                          <a:latin typeface="Times New Roman"/>
                          <a:cs typeface="Times New Roman"/>
                        </a:rPr>
                        <a:t>F0</a:t>
                      </a:r>
                      <a:endParaRPr sz="1800">
                        <a:latin typeface="Times New Roman"/>
                        <a:cs typeface="Times New Roman"/>
                      </a:endParaRPr>
                    </a:p>
                  </a:txBody>
                  <a:tcPr marL="0" marR="0" marT="0" marB="0">
                    <a:lnB w="9525">
                      <a:solidFill>
                        <a:srgbClr val="000000"/>
                      </a:solidFill>
                      <a:prstDash val="solid"/>
                    </a:lnB>
                  </a:tcPr>
                </a:tc>
                <a:tc>
                  <a:txBody>
                    <a:bodyPr/>
                    <a:lstStyle/>
                    <a:p>
                      <a:pPr marR="65405" algn="ctr">
                        <a:lnSpc>
                          <a:spcPts val="1970"/>
                        </a:lnSpc>
                      </a:pPr>
                      <a:r>
                        <a:rPr sz="1800" i="1" spc="165" dirty="0">
                          <a:latin typeface="Times New Roman"/>
                          <a:cs typeface="Times New Roman"/>
                        </a:rPr>
                        <a:t>F2</a:t>
                      </a:r>
                      <a:endParaRPr sz="1800">
                        <a:latin typeface="Times New Roman"/>
                        <a:cs typeface="Times New Roman"/>
                      </a:endParaRPr>
                    </a:p>
                  </a:txBody>
                  <a:tcPr marL="0" marR="0" marT="0" marB="0">
                    <a:lnB w="9525">
                      <a:solidFill>
                        <a:srgbClr val="000000"/>
                      </a:solidFill>
                      <a:prstDash val="solid"/>
                    </a:lnB>
                  </a:tcPr>
                </a:tc>
                <a:tc>
                  <a:txBody>
                    <a:bodyPr/>
                    <a:lstStyle/>
                    <a:p>
                      <a:pPr marL="103505">
                        <a:lnSpc>
                          <a:spcPts val="1970"/>
                        </a:lnSpc>
                      </a:pPr>
                      <a:r>
                        <a:rPr sz="1800" i="1" spc="165" dirty="0">
                          <a:latin typeface="Times New Roman"/>
                          <a:cs typeface="Times New Roman"/>
                        </a:rPr>
                        <a:t>F4</a:t>
                      </a:r>
                      <a:endParaRPr sz="1800">
                        <a:latin typeface="Times New Roman"/>
                        <a:cs typeface="Times New Roman"/>
                      </a:endParaRPr>
                    </a:p>
                  </a:txBody>
                  <a:tcPr marL="0" marR="0" marT="0" marB="0">
                    <a:lnB w="9525">
                      <a:solidFill>
                        <a:srgbClr val="000000"/>
                      </a:solidFill>
                      <a:prstDash val="solid"/>
                    </a:lnB>
                  </a:tcPr>
                </a:tc>
                <a:tc>
                  <a:txBody>
                    <a:bodyPr/>
                    <a:lstStyle/>
                    <a:p>
                      <a:pPr marL="1905" algn="ctr">
                        <a:lnSpc>
                          <a:spcPts val="1970"/>
                        </a:lnSpc>
                      </a:pPr>
                      <a:r>
                        <a:rPr sz="1800" i="1" spc="165" dirty="0">
                          <a:latin typeface="Times New Roman"/>
                          <a:cs typeface="Times New Roman"/>
                        </a:rPr>
                        <a:t>F6</a:t>
                      </a:r>
                      <a:endParaRPr sz="1800">
                        <a:latin typeface="Times New Roman"/>
                        <a:cs typeface="Times New Roman"/>
                      </a:endParaRPr>
                    </a:p>
                  </a:txBody>
                  <a:tcPr marL="0" marR="0" marT="0" marB="0">
                    <a:lnB w="9525">
                      <a:solidFill>
                        <a:srgbClr val="000000"/>
                      </a:solidFill>
                      <a:prstDash val="solid"/>
                    </a:lnB>
                  </a:tcPr>
                </a:tc>
                <a:tc>
                  <a:txBody>
                    <a:bodyPr/>
                    <a:lstStyle/>
                    <a:p>
                      <a:pPr marR="65405" algn="ctr">
                        <a:lnSpc>
                          <a:spcPts val="1970"/>
                        </a:lnSpc>
                      </a:pPr>
                      <a:r>
                        <a:rPr sz="1800" i="1" spc="165" dirty="0">
                          <a:latin typeface="Times New Roman"/>
                          <a:cs typeface="Times New Roman"/>
                        </a:rPr>
                        <a:t>F8</a:t>
                      </a:r>
                      <a:endParaRPr sz="1800">
                        <a:latin typeface="Times New Roman"/>
                        <a:cs typeface="Times New Roman"/>
                      </a:endParaRPr>
                    </a:p>
                  </a:txBody>
                  <a:tcPr marL="0" marR="0" marT="0" marB="0">
                    <a:lnB w="9525">
                      <a:solidFill>
                        <a:srgbClr val="000000"/>
                      </a:solidFill>
                      <a:prstDash val="solid"/>
                    </a:lnB>
                  </a:tcPr>
                </a:tc>
                <a:tc>
                  <a:txBody>
                    <a:bodyPr/>
                    <a:lstStyle/>
                    <a:p>
                      <a:pPr marL="85725">
                        <a:lnSpc>
                          <a:spcPts val="1970"/>
                        </a:lnSpc>
                      </a:pPr>
                      <a:r>
                        <a:rPr sz="1800" i="1" spc="185" dirty="0">
                          <a:latin typeface="Times New Roman"/>
                          <a:cs typeface="Times New Roman"/>
                        </a:rPr>
                        <a:t>F10</a:t>
                      </a:r>
                      <a:endParaRPr sz="1800">
                        <a:latin typeface="Times New Roman"/>
                        <a:cs typeface="Times New Roman"/>
                      </a:endParaRPr>
                    </a:p>
                  </a:txBody>
                  <a:tcPr marL="0" marR="0" marT="0" marB="0">
                    <a:lnB w="9525">
                      <a:solidFill>
                        <a:srgbClr val="000000"/>
                      </a:solidFill>
                      <a:prstDash val="solid"/>
                    </a:lnB>
                  </a:tcPr>
                </a:tc>
                <a:tc>
                  <a:txBody>
                    <a:bodyPr/>
                    <a:lstStyle/>
                    <a:p>
                      <a:pPr marL="159385">
                        <a:lnSpc>
                          <a:spcPts val="1970"/>
                        </a:lnSpc>
                        <a:tabLst>
                          <a:tab pos="986155" algn="l"/>
                          <a:tab pos="1434465" algn="l"/>
                        </a:tabLst>
                      </a:pPr>
                      <a:r>
                        <a:rPr sz="1800" i="1" spc="185" dirty="0">
                          <a:latin typeface="Times New Roman"/>
                          <a:cs typeface="Times New Roman"/>
                        </a:rPr>
                        <a:t>F12	</a:t>
                      </a:r>
                      <a:r>
                        <a:rPr sz="1800" i="1" spc="85" dirty="0">
                          <a:latin typeface="Times New Roman"/>
                          <a:cs typeface="Times New Roman"/>
                        </a:rPr>
                        <a:t>...	</a:t>
                      </a:r>
                      <a:r>
                        <a:rPr sz="1800" i="1" spc="185" dirty="0">
                          <a:latin typeface="Times New Roman"/>
                          <a:cs typeface="Times New Roman"/>
                        </a:rPr>
                        <a:t>F30</a:t>
                      </a:r>
                      <a:endParaRPr sz="18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222417">
                <a:tc>
                  <a:txBody>
                    <a:bodyPr/>
                    <a:lstStyle/>
                    <a:p>
                      <a:pPr marL="350520">
                        <a:lnSpc>
                          <a:spcPts val="1620"/>
                        </a:lnSpc>
                        <a:spcBef>
                          <a:spcPts val="30"/>
                        </a:spcBef>
                      </a:pPr>
                      <a:r>
                        <a:rPr sz="1350" b="1" dirty="0">
                          <a:latin typeface="Times New Roman"/>
                          <a:cs typeface="Times New Roman"/>
                        </a:rPr>
                        <a:t>4</a:t>
                      </a:r>
                      <a:endParaRPr sz="1350">
                        <a:latin typeface="Times New Roman"/>
                        <a:cs typeface="Times New Roman"/>
                      </a:endParaRPr>
                    </a:p>
                  </a:txBody>
                  <a:tcPr marL="0" marR="0" marT="3810" marB="0"/>
                </a:tc>
                <a:tc>
                  <a:txBody>
                    <a:bodyPr/>
                    <a:lstStyle/>
                    <a:p>
                      <a:pPr marL="689610">
                        <a:lnSpc>
                          <a:spcPts val="1620"/>
                        </a:lnSpc>
                        <a:spcBef>
                          <a:spcPts val="30"/>
                        </a:spcBef>
                      </a:pPr>
                      <a:r>
                        <a:rPr sz="1350" i="1" spc="204" dirty="0">
                          <a:latin typeface="Times New Roman"/>
                          <a:cs typeface="Times New Roman"/>
                        </a:rPr>
                        <a:t>FU</a:t>
                      </a:r>
                      <a:endParaRPr sz="1350">
                        <a:latin typeface="Times New Roman"/>
                        <a:cs typeface="Times New Roman"/>
                      </a:endParaRPr>
                    </a:p>
                  </a:txBody>
                  <a:tcPr marL="0" marR="0" marT="3810" marB="0">
                    <a:lnR w="9525">
                      <a:solidFill>
                        <a:srgbClr val="000000"/>
                      </a:solidFill>
                      <a:prstDash val="solid"/>
                    </a:lnR>
                  </a:tcPr>
                </a:tc>
                <a:tc>
                  <a:txBody>
                    <a:bodyPr/>
                    <a:lstStyle/>
                    <a:p>
                      <a:pPr marL="29845" algn="ctr">
                        <a:lnSpc>
                          <a:spcPts val="1620"/>
                        </a:lnSpc>
                        <a:spcBef>
                          <a:spcPts val="30"/>
                        </a:spcBef>
                      </a:pPr>
                      <a:r>
                        <a:rPr sz="1350" spc="120" dirty="0">
                          <a:solidFill>
                            <a:srgbClr val="0000FF"/>
                          </a:solidFill>
                          <a:latin typeface="Times New Roman"/>
                          <a:cs typeface="Times New Roman"/>
                        </a:rPr>
                        <a:t>Mult1</a:t>
                      </a:r>
                      <a:endParaRPr sz="1350">
                        <a:latin typeface="Times New Roman"/>
                        <a:cs typeface="Times New Roman"/>
                      </a:endParaRPr>
                    </a:p>
                  </a:txBody>
                  <a:tcPr marL="0" marR="0" marT="381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18415" algn="ctr">
                        <a:lnSpc>
                          <a:spcPts val="1620"/>
                        </a:lnSpc>
                        <a:spcBef>
                          <a:spcPts val="30"/>
                        </a:spcBef>
                      </a:pPr>
                      <a:r>
                        <a:rPr sz="1350" spc="145" dirty="0">
                          <a:solidFill>
                            <a:srgbClr val="FF0000"/>
                          </a:solidFill>
                          <a:latin typeface="Times New Roman"/>
                          <a:cs typeface="Times New Roman"/>
                        </a:rPr>
                        <a:t>Load2</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marL="48895" algn="ctr">
                        <a:lnSpc>
                          <a:spcPts val="1620"/>
                        </a:lnSpc>
                        <a:spcBef>
                          <a:spcPts val="30"/>
                        </a:spcBef>
                      </a:pPr>
                      <a:r>
                        <a:rPr sz="1350" spc="145" dirty="0">
                          <a:latin typeface="Times New Roman"/>
                          <a:cs typeface="Times New Roman"/>
                        </a:rPr>
                        <a:t>M(A1)</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marR="8890" algn="ctr">
                        <a:lnSpc>
                          <a:spcPts val="1620"/>
                        </a:lnSpc>
                        <a:spcBef>
                          <a:spcPts val="30"/>
                        </a:spcBef>
                      </a:pPr>
                      <a:r>
                        <a:rPr sz="1350" spc="145" dirty="0">
                          <a:solidFill>
                            <a:srgbClr val="FF00FF"/>
                          </a:solidFill>
                          <a:latin typeface="Times New Roman"/>
                          <a:cs typeface="Times New Roman"/>
                        </a:rPr>
                        <a:t>Add1</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bl>
          </a:graphicData>
        </a:graphic>
      </p:graphicFrame>
      <p:grpSp>
        <p:nvGrpSpPr>
          <p:cNvPr id="23" name="object 20">
            <a:extLst>
              <a:ext uri="{FF2B5EF4-FFF2-40B4-BE49-F238E27FC236}">
                <a16:creationId xmlns:a16="http://schemas.microsoft.com/office/drawing/2014/main" id="{F052221D-E1BA-FB78-3D35-3F5E66866474}"/>
              </a:ext>
            </a:extLst>
          </p:cNvPr>
          <p:cNvGrpSpPr/>
          <p:nvPr/>
        </p:nvGrpSpPr>
        <p:grpSpPr>
          <a:xfrm>
            <a:off x="2853495" y="2075953"/>
            <a:ext cx="2008505" cy="1341120"/>
            <a:chOff x="2818338" y="1564350"/>
            <a:chExt cx="2008505" cy="1341120"/>
          </a:xfrm>
        </p:grpSpPr>
        <p:sp>
          <p:nvSpPr>
            <p:cNvPr id="24" name="object 21">
              <a:extLst>
                <a:ext uri="{FF2B5EF4-FFF2-40B4-BE49-F238E27FC236}">
                  <a16:creationId xmlns:a16="http://schemas.microsoft.com/office/drawing/2014/main" id="{75274FD6-B790-CC15-BCF3-3A62C1245335}"/>
                </a:ext>
              </a:extLst>
            </p:cNvPr>
            <p:cNvSpPr/>
            <p:nvPr/>
          </p:nvSpPr>
          <p:spPr>
            <a:xfrm>
              <a:off x="2831280" y="1567994"/>
              <a:ext cx="1990725" cy="0"/>
            </a:xfrm>
            <a:custGeom>
              <a:avLst/>
              <a:gdLst/>
              <a:ahLst/>
              <a:cxnLst/>
              <a:rect l="l" t="t" r="r" b="b"/>
              <a:pathLst>
                <a:path w="1990725">
                  <a:moveTo>
                    <a:pt x="0" y="0"/>
                  </a:moveTo>
                  <a:lnTo>
                    <a:pt x="1990591" y="0"/>
                  </a:lnTo>
                </a:path>
              </a:pathLst>
            </a:custGeom>
            <a:ln w="7170">
              <a:solidFill>
                <a:srgbClr val="000000"/>
              </a:solidFill>
            </a:ln>
          </p:spPr>
          <p:txBody>
            <a:bodyPr wrap="square" lIns="0" tIns="0" rIns="0" bIns="0" rtlCol="0"/>
            <a:lstStyle/>
            <a:p>
              <a:endParaRPr/>
            </a:p>
          </p:txBody>
        </p:sp>
        <p:sp>
          <p:nvSpPr>
            <p:cNvPr id="25" name="object 22">
              <a:extLst>
                <a:ext uri="{FF2B5EF4-FFF2-40B4-BE49-F238E27FC236}">
                  <a16:creationId xmlns:a16="http://schemas.microsoft.com/office/drawing/2014/main" id="{284C50BF-FB20-0E63-A9DC-AE20237145C4}"/>
                </a:ext>
              </a:extLst>
            </p:cNvPr>
            <p:cNvSpPr/>
            <p:nvPr/>
          </p:nvSpPr>
          <p:spPr>
            <a:xfrm>
              <a:off x="2826904" y="1564384"/>
              <a:ext cx="1999614" cy="7620"/>
            </a:xfrm>
            <a:custGeom>
              <a:avLst/>
              <a:gdLst/>
              <a:ahLst/>
              <a:cxnLst/>
              <a:rect l="l" t="t" r="r" b="b"/>
              <a:pathLst>
                <a:path w="1999614" h="7619">
                  <a:moveTo>
                    <a:pt x="1999228" y="0"/>
                  </a:moveTo>
                  <a:lnTo>
                    <a:pt x="0" y="0"/>
                  </a:lnTo>
                  <a:lnTo>
                    <a:pt x="0" y="7159"/>
                  </a:lnTo>
                  <a:lnTo>
                    <a:pt x="1999228" y="7159"/>
                  </a:lnTo>
                  <a:lnTo>
                    <a:pt x="1999228" y="0"/>
                  </a:lnTo>
                  <a:close/>
                </a:path>
              </a:pathLst>
            </a:custGeom>
            <a:solidFill>
              <a:srgbClr val="000000"/>
            </a:solidFill>
          </p:spPr>
          <p:txBody>
            <a:bodyPr wrap="square" lIns="0" tIns="0" rIns="0" bIns="0" rtlCol="0"/>
            <a:lstStyle/>
            <a:p>
              <a:endParaRPr/>
            </a:p>
          </p:txBody>
        </p:sp>
        <p:sp>
          <p:nvSpPr>
            <p:cNvPr id="26" name="object 23">
              <a:extLst>
                <a:ext uri="{FF2B5EF4-FFF2-40B4-BE49-F238E27FC236}">
                  <a16:creationId xmlns:a16="http://schemas.microsoft.com/office/drawing/2014/main" id="{4851CA54-C824-B2B3-50EE-F7F3FAF66CAF}"/>
                </a:ext>
              </a:extLst>
            </p:cNvPr>
            <p:cNvSpPr/>
            <p:nvPr/>
          </p:nvSpPr>
          <p:spPr>
            <a:xfrm>
              <a:off x="2822643" y="1567994"/>
              <a:ext cx="0" cy="1334135"/>
            </a:xfrm>
            <a:custGeom>
              <a:avLst/>
              <a:gdLst/>
              <a:ahLst/>
              <a:cxnLst/>
              <a:rect l="l" t="t" r="r" b="b"/>
              <a:pathLst>
                <a:path h="1334135">
                  <a:moveTo>
                    <a:pt x="0" y="0"/>
                  </a:moveTo>
                  <a:lnTo>
                    <a:pt x="0" y="1333552"/>
                  </a:lnTo>
                </a:path>
              </a:pathLst>
            </a:custGeom>
            <a:ln w="8610">
              <a:solidFill>
                <a:srgbClr val="000000"/>
              </a:solidFill>
            </a:ln>
          </p:spPr>
          <p:txBody>
            <a:bodyPr wrap="square" lIns="0" tIns="0" rIns="0" bIns="0" rtlCol="0"/>
            <a:lstStyle/>
            <a:p>
              <a:endParaRPr/>
            </a:p>
          </p:txBody>
        </p:sp>
        <p:sp>
          <p:nvSpPr>
            <p:cNvPr id="27" name="object 24">
              <a:extLst>
                <a:ext uri="{FF2B5EF4-FFF2-40B4-BE49-F238E27FC236}">
                  <a16:creationId xmlns:a16="http://schemas.microsoft.com/office/drawing/2014/main" id="{01A4D66B-2294-9788-19F4-C1AC782EFAB8}"/>
                </a:ext>
              </a:extLst>
            </p:cNvPr>
            <p:cNvSpPr/>
            <p:nvPr/>
          </p:nvSpPr>
          <p:spPr>
            <a:xfrm>
              <a:off x="2818382" y="1564350"/>
              <a:ext cx="8890" cy="1341120"/>
            </a:xfrm>
            <a:custGeom>
              <a:avLst/>
              <a:gdLst/>
              <a:ahLst/>
              <a:cxnLst/>
              <a:rect l="l" t="t" r="r" b="b"/>
              <a:pathLst>
                <a:path w="8889" h="1341120">
                  <a:moveTo>
                    <a:pt x="8609" y="0"/>
                  </a:moveTo>
                  <a:lnTo>
                    <a:pt x="0" y="0"/>
                  </a:lnTo>
                  <a:lnTo>
                    <a:pt x="0" y="1340746"/>
                  </a:lnTo>
                  <a:lnTo>
                    <a:pt x="8609" y="1340746"/>
                  </a:lnTo>
                  <a:lnTo>
                    <a:pt x="8609" y="0"/>
                  </a:lnTo>
                  <a:close/>
                </a:path>
              </a:pathLst>
            </a:custGeom>
            <a:solidFill>
              <a:srgbClr val="000000"/>
            </a:solidFill>
          </p:spPr>
          <p:txBody>
            <a:bodyPr wrap="square" lIns="0" tIns="0" rIns="0" bIns="0" rtlCol="0"/>
            <a:lstStyle/>
            <a:p>
              <a:endParaRPr/>
            </a:p>
          </p:txBody>
        </p:sp>
        <p:sp>
          <p:nvSpPr>
            <p:cNvPr id="28" name="object 25">
              <a:extLst>
                <a:ext uri="{FF2B5EF4-FFF2-40B4-BE49-F238E27FC236}">
                  <a16:creationId xmlns:a16="http://schemas.microsoft.com/office/drawing/2014/main" id="{38E11E83-A3C7-244F-87D5-62045A1D472F}"/>
                </a:ext>
              </a:extLst>
            </p:cNvPr>
            <p:cNvSpPr/>
            <p:nvPr/>
          </p:nvSpPr>
          <p:spPr>
            <a:xfrm>
              <a:off x="4821871" y="1575188"/>
              <a:ext cx="0" cy="1326515"/>
            </a:xfrm>
            <a:custGeom>
              <a:avLst/>
              <a:gdLst/>
              <a:ahLst/>
              <a:cxnLst/>
              <a:rect l="l" t="t" r="r" b="b"/>
              <a:pathLst>
                <a:path h="1326514">
                  <a:moveTo>
                    <a:pt x="0" y="0"/>
                  </a:moveTo>
                  <a:lnTo>
                    <a:pt x="0" y="1326359"/>
                  </a:lnTo>
                </a:path>
              </a:pathLst>
            </a:custGeom>
            <a:ln w="8610">
              <a:solidFill>
                <a:srgbClr val="000000"/>
              </a:solidFill>
            </a:ln>
          </p:spPr>
          <p:txBody>
            <a:bodyPr wrap="square" lIns="0" tIns="0" rIns="0" bIns="0" rtlCol="0"/>
            <a:lstStyle/>
            <a:p>
              <a:endParaRPr/>
            </a:p>
          </p:txBody>
        </p:sp>
        <p:sp>
          <p:nvSpPr>
            <p:cNvPr id="29" name="object 26">
              <a:extLst>
                <a:ext uri="{FF2B5EF4-FFF2-40B4-BE49-F238E27FC236}">
                  <a16:creationId xmlns:a16="http://schemas.microsoft.com/office/drawing/2014/main" id="{C0AB143F-7A70-2C3D-17A2-001534903494}"/>
                </a:ext>
              </a:extLst>
            </p:cNvPr>
            <p:cNvSpPr/>
            <p:nvPr/>
          </p:nvSpPr>
          <p:spPr>
            <a:xfrm>
              <a:off x="4817610" y="1571543"/>
              <a:ext cx="8890" cy="1334135"/>
            </a:xfrm>
            <a:custGeom>
              <a:avLst/>
              <a:gdLst/>
              <a:ahLst/>
              <a:cxnLst/>
              <a:rect l="l" t="t" r="r" b="b"/>
              <a:pathLst>
                <a:path w="8889" h="1334135">
                  <a:moveTo>
                    <a:pt x="8610" y="0"/>
                  </a:moveTo>
                  <a:lnTo>
                    <a:pt x="0" y="0"/>
                  </a:lnTo>
                  <a:lnTo>
                    <a:pt x="0" y="1333552"/>
                  </a:lnTo>
                  <a:lnTo>
                    <a:pt x="8610" y="1333552"/>
                  </a:lnTo>
                  <a:lnTo>
                    <a:pt x="8610" y="0"/>
                  </a:lnTo>
                  <a:close/>
                </a:path>
              </a:pathLst>
            </a:custGeom>
            <a:solidFill>
              <a:srgbClr val="000000"/>
            </a:solidFill>
          </p:spPr>
          <p:txBody>
            <a:bodyPr wrap="square" lIns="0" tIns="0" rIns="0" bIns="0" rtlCol="0"/>
            <a:lstStyle/>
            <a:p>
              <a:endParaRPr/>
            </a:p>
          </p:txBody>
        </p:sp>
        <p:sp>
          <p:nvSpPr>
            <p:cNvPr id="30" name="object 27">
              <a:extLst>
                <a:ext uri="{FF2B5EF4-FFF2-40B4-BE49-F238E27FC236}">
                  <a16:creationId xmlns:a16="http://schemas.microsoft.com/office/drawing/2014/main" id="{F60189C0-1163-FBF5-9EDD-D601FE992382}"/>
                </a:ext>
              </a:extLst>
            </p:cNvPr>
            <p:cNvSpPr/>
            <p:nvPr/>
          </p:nvSpPr>
          <p:spPr>
            <a:xfrm>
              <a:off x="2831280" y="2901547"/>
              <a:ext cx="1990725" cy="0"/>
            </a:xfrm>
            <a:custGeom>
              <a:avLst/>
              <a:gdLst/>
              <a:ahLst/>
              <a:cxnLst/>
              <a:rect l="l" t="t" r="r" b="b"/>
              <a:pathLst>
                <a:path w="1990725">
                  <a:moveTo>
                    <a:pt x="0" y="0"/>
                  </a:moveTo>
                  <a:lnTo>
                    <a:pt x="1990591" y="0"/>
                  </a:lnTo>
                </a:path>
              </a:pathLst>
            </a:custGeom>
            <a:ln w="7170">
              <a:solidFill>
                <a:srgbClr val="000000"/>
              </a:solidFill>
            </a:ln>
          </p:spPr>
          <p:txBody>
            <a:bodyPr wrap="square" lIns="0" tIns="0" rIns="0" bIns="0" rtlCol="0"/>
            <a:lstStyle/>
            <a:p>
              <a:endParaRPr/>
            </a:p>
          </p:txBody>
        </p:sp>
        <p:sp>
          <p:nvSpPr>
            <p:cNvPr id="31" name="object 28">
              <a:extLst>
                <a:ext uri="{FF2B5EF4-FFF2-40B4-BE49-F238E27FC236}">
                  <a16:creationId xmlns:a16="http://schemas.microsoft.com/office/drawing/2014/main" id="{71DD8907-675F-AE55-24E4-0586C10C36E7}"/>
                </a:ext>
              </a:extLst>
            </p:cNvPr>
            <p:cNvSpPr/>
            <p:nvPr/>
          </p:nvSpPr>
          <p:spPr>
            <a:xfrm>
              <a:off x="2826904" y="2897936"/>
              <a:ext cx="1999614" cy="7620"/>
            </a:xfrm>
            <a:custGeom>
              <a:avLst/>
              <a:gdLst/>
              <a:ahLst/>
              <a:cxnLst/>
              <a:rect l="l" t="t" r="r" b="b"/>
              <a:pathLst>
                <a:path w="1999614" h="7619">
                  <a:moveTo>
                    <a:pt x="1999228" y="0"/>
                  </a:moveTo>
                  <a:lnTo>
                    <a:pt x="0" y="0"/>
                  </a:lnTo>
                  <a:lnTo>
                    <a:pt x="0" y="7159"/>
                  </a:lnTo>
                  <a:lnTo>
                    <a:pt x="1999228" y="7159"/>
                  </a:lnTo>
                  <a:lnTo>
                    <a:pt x="1999228" y="0"/>
                  </a:lnTo>
                  <a:close/>
                </a:path>
              </a:pathLst>
            </a:custGeom>
            <a:solidFill>
              <a:srgbClr val="000000"/>
            </a:solidFill>
          </p:spPr>
          <p:txBody>
            <a:bodyPr wrap="square" lIns="0" tIns="0" rIns="0" bIns="0" rtlCol="0"/>
            <a:lstStyle/>
            <a:p>
              <a:endParaRPr/>
            </a:p>
          </p:txBody>
        </p:sp>
      </p:grpSp>
      <p:grpSp>
        <p:nvGrpSpPr>
          <p:cNvPr id="32" name="object 29">
            <a:extLst>
              <a:ext uri="{FF2B5EF4-FFF2-40B4-BE49-F238E27FC236}">
                <a16:creationId xmlns:a16="http://schemas.microsoft.com/office/drawing/2014/main" id="{06E560B3-1CDF-AB4D-D6DA-B9CE1A55163F}"/>
              </a:ext>
            </a:extLst>
          </p:cNvPr>
          <p:cNvGrpSpPr/>
          <p:nvPr/>
        </p:nvGrpSpPr>
        <p:grpSpPr>
          <a:xfrm>
            <a:off x="6145657" y="2075986"/>
            <a:ext cx="1534160" cy="674370"/>
            <a:chOff x="6110500" y="1564383"/>
            <a:chExt cx="1534160" cy="674370"/>
          </a:xfrm>
        </p:grpSpPr>
        <p:sp>
          <p:nvSpPr>
            <p:cNvPr id="33" name="object 30">
              <a:extLst>
                <a:ext uri="{FF2B5EF4-FFF2-40B4-BE49-F238E27FC236}">
                  <a16:creationId xmlns:a16="http://schemas.microsoft.com/office/drawing/2014/main" id="{4270F0E7-EC9A-4929-5D38-BE0587491F1F}"/>
                </a:ext>
              </a:extLst>
            </p:cNvPr>
            <p:cNvSpPr/>
            <p:nvPr/>
          </p:nvSpPr>
          <p:spPr>
            <a:xfrm>
              <a:off x="6114805" y="1567994"/>
              <a:ext cx="0" cy="667385"/>
            </a:xfrm>
            <a:custGeom>
              <a:avLst/>
              <a:gdLst/>
              <a:ahLst/>
              <a:cxnLst/>
              <a:rect l="l" t="t" r="r" b="b"/>
              <a:pathLst>
                <a:path h="667385">
                  <a:moveTo>
                    <a:pt x="0" y="0"/>
                  </a:moveTo>
                  <a:lnTo>
                    <a:pt x="0" y="666776"/>
                  </a:lnTo>
                </a:path>
              </a:pathLst>
            </a:custGeom>
            <a:ln w="8610">
              <a:solidFill>
                <a:srgbClr val="000000"/>
              </a:solidFill>
            </a:ln>
          </p:spPr>
          <p:txBody>
            <a:bodyPr wrap="square" lIns="0" tIns="0" rIns="0" bIns="0" rtlCol="0"/>
            <a:lstStyle/>
            <a:p>
              <a:endParaRPr/>
            </a:p>
          </p:txBody>
        </p:sp>
        <p:sp>
          <p:nvSpPr>
            <p:cNvPr id="34" name="object 31">
              <a:extLst>
                <a:ext uri="{FF2B5EF4-FFF2-40B4-BE49-F238E27FC236}">
                  <a16:creationId xmlns:a16="http://schemas.microsoft.com/office/drawing/2014/main" id="{4EC3ACEB-77D7-CDD1-35F1-A56E85A23367}"/>
                </a:ext>
              </a:extLst>
            </p:cNvPr>
            <p:cNvSpPr/>
            <p:nvPr/>
          </p:nvSpPr>
          <p:spPr>
            <a:xfrm>
              <a:off x="6110544" y="1564388"/>
              <a:ext cx="8890" cy="674370"/>
            </a:xfrm>
            <a:custGeom>
              <a:avLst/>
              <a:gdLst/>
              <a:ahLst/>
              <a:cxnLst/>
              <a:rect l="l" t="t" r="r" b="b"/>
              <a:pathLst>
                <a:path w="8889" h="674369">
                  <a:moveTo>
                    <a:pt x="8609" y="0"/>
                  </a:moveTo>
                  <a:lnTo>
                    <a:pt x="0" y="0"/>
                  </a:lnTo>
                  <a:lnTo>
                    <a:pt x="0" y="673931"/>
                  </a:lnTo>
                  <a:lnTo>
                    <a:pt x="8609" y="673931"/>
                  </a:lnTo>
                  <a:lnTo>
                    <a:pt x="8609" y="0"/>
                  </a:lnTo>
                  <a:close/>
                </a:path>
              </a:pathLst>
            </a:custGeom>
            <a:solidFill>
              <a:srgbClr val="000000"/>
            </a:solidFill>
          </p:spPr>
          <p:txBody>
            <a:bodyPr wrap="square" lIns="0" tIns="0" rIns="0" bIns="0" rtlCol="0"/>
            <a:lstStyle/>
            <a:p>
              <a:endParaRPr/>
            </a:p>
          </p:txBody>
        </p:sp>
        <p:sp>
          <p:nvSpPr>
            <p:cNvPr id="35" name="object 32">
              <a:extLst>
                <a:ext uri="{FF2B5EF4-FFF2-40B4-BE49-F238E27FC236}">
                  <a16:creationId xmlns:a16="http://schemas.microsoft.com/office/drawing/2014/main" id="{DF006878-436D-5FCC-3D3E-60240F918B42}"/>
                </a:ext>
              </a:extLst>
            </p:cNvPr>
            <p:cNvSpPr/>
            <p:nvPr/>
          </p:nvSpPr>
          <p:spPr>
            <a:xfrm>
              <a:off x="7640253" y="1575188"/>
              <a:ext cx="0" cy="659765"/>
            </a:xfrm>
            <a:custGeom>
              <a:avLst/>
              <a:gdLst/>
              <a:ahLst/>
              <a:cxnLst/>
              <a:rect l="l" t="t" r="r" b="b"/>
              <a:pathLst>
                <a:path h="659764">
                  <a:moveTo>
                    <a:pt x="0" y="0"/>
                  </a:moveTo>
                  <a:lnTo>
                    <a:pt x="0" y="659583"/>
                  </a:lnTo>
                </a:path>
              </a:pathLst>
            </a:custGeom>
            <a:ln w="8610">
              <a:solidFill>
                <a:srgbClr val="000000"/>
              </a:solidFill>
            </a:ln>
          </p:spPr>
          <p:txBody>
            <a:bodyPr wrap="square" lIns="0" tIns="0" rIns="0" bIns="0" rtlCol="0"/>
            <a:lstStyle/>
            <a:p>
              <a:endParaRPr/>
            </a:p>
          </p:txBody>
        </p:sp>
        <p:sp>
          <p:nvSpPr>
            <p:cNvPr id="36" name="object 33">
              <a:extLst>
                <a:ext uri="{FF2B5EF4-FFF2-40B4-BE49-F238E27FC236}">
                  <a16:creationId xmlns:a16="http://schemas.microsoft.com/office/drawing/2014/main" id="{FA71E769-B549-5919-9CFA-7771A2141836}"/>
                </a:ext>
              </a:extLst>
            </p:cNvPr>
            <p:cNvSpPr/>
            <p:nvPr/>
          </p:nvSpPr>
          <p:spPr>
            <a:xfrm>
              <a:off x="7635992" y="1571543"/>
              <a:ext cx="8890" cy="667385"/>
            </a:xfrm>
            <a:custGeom>
              <a:avLst/>
              <a:gdLst/>
              <a:ahLst/>
              <a:cxnLst/>
              <a:rect l="l" t="t" r="r" b="b"/>
              <a:pathLst>
                <a:path w="8890" h="667385">
                  <a:moveTo>
                    <a:pt x="8609" y="0"/>
                  </a:moveTo>
                  <a:lnTo>
                    <a:pt x="0" y="0"/>
                  </a:lnTo>
                  <a:lnTo>
                    <a:pt x="0" y="666776"/>
                  </a:lnTo>
                  <a:lnTo>
                    <a:pt x="8609" y="666776"/>
                  </a:lnTo>
                  <a:lnTo>
                    <a:pt x="8609" y="0"/>
                  </a:lnTo>
                  <a:close/>
                </a:path>
              </a:pathLst>
            </a:custGeom>
            <a:solidFill>
              <a:srgbClr val="000000"/>
            </a:solidFill>
          </p:spPr>
          <p:txBody>
            <a:bodyPr wrap="square" lIns="0" tIns="0" rIns="0" bIns="0" rtlCol="0"/>
            <a:lstStyle/>
            <a:p>
              <a:endParaRPr/>
            </a:p>
          </p:txBody>
        </p:sp>
        <p:sp>
          <p:nvSpPr>
            <p:cNvPr id="37" name="object 34">
              <a:extLst>
                <a:ext uri="{FF2B5EF4-FFF2-40B4-BE49-F238E27FC236}">
                  <a16:creationId xmlns:a16="http://schemas.microsoft.com/office/drawing/2014/main" id="{8B40CE5F-9D34-0546-A976-17D0B95911EC}"/>
                </a:ext>
              </a:extLst>
            </p:cNvPr>
            <p:cNvSpPr/>
            <p:nvPr/>
          </p:nvSpPr>
          <p:spPr>
            <a:xfrm>
              <a:off x="6123442" y="1567994"/>
              <a:ext cx="1517015" cy="0"/>
            </a:xfrm>
            <a:custGeom>
              <a:avLst/>
              <a:gdLst/>
              <a:ahLst/>
              <a:cxnLst/>
              <a:rect l="l" t="t" r="r" b="b"/>
              <a:pathLst>
                <a:path w="1517015">
                  <a:moveTo>
                    <a:pt x="0" y="0"/>
                  </a:moveTo>
                  <a:lnTo>
                    <a:pt x="1516810" y="0"/>
                  </a:lnTo>
                </a:path>
              </a:pathLst>
            </a:custGeom>
            <a:ln w="7170">
              <a:solidFill>
                <a:srgbClr val="000000"/>
              </a:solidFill>
            </a:ln>
          </p:spPr>
          <p:txBody>
            <a:bodyPr wrap="square" lIns="0" tIns="0" rIns="0" bIns="0" rtlCol="0"/>
            <a:lstStyle/>
            <a:p>
              <a:endParaRPr/>
            </a:p>
          </p:txBody>
        </p:sp>
        <p:sp>
          <p:nvSpPr>
            <p:cNvPr id="38" name="object 35">
              <a:extLst>
                <a:ext uri="{FF2B5EF4-FFF2-40B4-BE49-F238E27FC236}">
                  <a16:creationId xmlns:a16="http://schemas.microsoft.com/office/drawing/2014/main" id="{600BF029-82A4-F1E4-60D1-D92B989AFFBD}"/>
                </a:ext>
              </a:extLst>
            </p:cNvPr>
            <p:cNvSpPr/>
            <p:nvPr/>
          </p:nvSpPr>
          <p:spPr>
            <a:xfrm>
              <a:off x="6119181" y="1564383"/>
              <a:ext cx="1525905" cy="7620"/>
            </a:xfrm>
            <a:custGeom>
              <a:avLst/>
              <a:gdLst/>
              <a:ahLst/>
              <a:cxnLst/>
              <a:rect l="l" t="t" r="r" b="b"/>
              <a:pathLst>
                <a:path w="1525904" h="7619">
                  <a:moveTo>
                    <a:pt x="1525448" y="0"/>
                  </a:moveTo>
                  <a:lnTo>
                    <a:pt x="0" y="0"/>
                  </a:lnTo>
                  <a:lnTo>
                    <a:pt x="0" y="7159"/>
                  </a:lnTo>
                  <a:lnTo>
                    <a:pt x="1525448" y="7159"/>
                  </a:lnTo>
                  <a:lnTo>
                    <a:pt x="1525448" y="0"/>
                  </a:lnTo>
                  <a:close/>
                </a:path>
              </a:pathLst>
            </a:custGeom>
            <a:solidFill>
              <a:srgbClr val="000000"/>
            </a:solidFill>
          </p:spPr>
          <p:txBody>
            <a:bodyPr wrap="square" lIns="0" tIns="0" rIns="0" bIns="0" rtlCol="0"/>
            <a:lstStyle/>
            <a:p>
              <a:endParaRPr/>
            </a:p>
          </p:txBody>
        </p:sp>
        <p:sp>
          <p:nvSpPr>
            <p:cNvPr id="39" name="object 36">
              <a:extLst>
                <a:ext uri="{FF2B5EF4-FFF2-40B4-BE49-F238E27FC236}">
                  <a16:creationId xmlns:a16="http://schemas.microsoft.com/office/drawing/2014/main" id="{FAB7E101-99E9-DFB4-E5C9-163E7CE6F2DE}"/>
                </a:ext>
              </a:extLst>
            </p:cNvPr>
            <p:cNvSpPr/>
            <p:nvPr/>
          </p:nvSpPr>
          <p:spPr>
            <a:xfrm>
              <a:off x="6123442" y="2234771"/>
              <a:ext cx="1517015" cy="0"/>
            </a:xfrm>
            <a:custGeom>
              <a:avLst/>
              <a:gdLst/>
              <a:ahLst/>
              <a:cxnLst/>
              <a:rect l="l" t="t" r="r" b="b"/>
              <a:pathLst>
                <a:path w="1517015">
                  <a:moveTo>
                    <a:pt x="0" y="0"/>
                  </a:moveTo>
                  <a:lnTo>
                    <a:pt x="1516810" y="0"/>
                  </a:lnTo>
                </a:path>
              </a:pathLst>
            </a:custGeom>
            <a:ln w="7170">
              <a:solidFill>
                <a:srgbClr val="000000"/>
              </a:solidFill>
            </a:ln>
          </p:spPr>
          <p:txBody>
            <a:bodyPr wrap="square" lIns="0" tIns="0" rIns="0" bIns="0" rtlCol="0"/>
            <a:lstStyle/>
            <a:p>
              <a:endParaRPr/>
            </a:p>
          </p:txBody>
        </p:sp>
        <p:sp>
          <p:nvSpPr>
            <p:cNvPr id="40" name="object 37">
              <a:extLst>
                <a:ext uri="{FF2B5EF4-FFF2-40B4-BE49-F238E27FC236}">
                  <a16:creationId xmlns:a16="http://schemas.microsoft.com/office/drawing/2014/main" id="{AF2FBE00-1055-FDFA-4F11-E98CBF0652A6}"/>
                </a:ext>
              </a:extLst>
            </p:cNvPr>
            <p:cNvSpPr/>
            <p:nvPr/>
          </p:nvSpPr>
          <p:spPr>
            <a:xfrm>
              <a:off x="6119181" y="2231160"/>
              <a:ext cx="1525905" cy="7620"/>
            </a:xfrm>
            <a:custGeom>
              <a:avLst/>
              <a:gdLst/>
              <a:ahLst/>
              <a:cxnLst/>
              <a:rect l="l" t="t" r="r" b="b"/>
              <a:pathLst>
                <a:path w="1525904" h="7619">
                  <a:moveTo>
                    <a:pt x="1525448" y="0"/>
                  </a:moveTo>
                  <a:lnTo>
                    <a:pt x="0" y="0"/>
                  </a:lnTo>
                  <a:lnTo>
                    <a:pt x="0" y="7159"/>
                  </a:lnTo>
                  <a:lnTo>
                    <a:pt x="1525448" y="7159"/>
                  </a:lnTo>
                  <a:lnTo>
                    <a:pt x="1525448" y="0"/>
                  </a:lnTo>
                  <a:close/>
                </a:path>
              </a:pathLst>
            </a:custGeom>
            <a:solidFill>
              <a:srgbClr val="000000"/>
            </a:solidFill>
          </p:spPr>
          <p:txBody>
            <a:bodyPr wrap="square" lIns="0" tIns="0" rIns="0" bIns="0" rtlCol="0"/>
            <a:lstStyle/>
            <a:p>
              <a:endParaRPr/>
            </a:p>
          </p:txBody>
        </p:sp>
      </p:grpSp>
      <p:grpSp>
        <p:nvGrpSpPr>
          <p:cNvPr id="41" name="object 38">
            <a:extLst>
              <a:ext uri="{FF2B5EF4-FFF2-40B4-BE49-F238E27FC236}">
                <a16:creationId xmlns:a16="http://schemas.microsoft.com/office/drawing/2014/main" id="{9B886A1A-595C-EF03-3CCF-D8D02AA50A94}"/>
              </a:ext>
            </a:extLst>
          </p:cNvPr>
          <p:cNvGrpSpPr/>
          <p:nvPr/>
        </p:nvGrpSpPr>
        <p:grpSpPr>
          <a:xfrm>
            <a:off x="2336298" y="4054857"/>
            <a:ext cx="3818254" cy="1118870"/>
            <a:chOff x="2301141" y="3543254"/>
            <a:chExt cx="3818254" cy="1118870"/>
          </a:xfrm>
        </p:grpSpPr>
        <p:sp>
          <p:nvSpPr>
            <p:cNvPr id="42" name="object 39">
              <a:extLst>
                <a:ext uri="{FF2B5EF4-FFF2-40B4-BE49-F238E27FC236}">
                  <a16:creationId xmlns:a16="http://schemas.microsoft.com/office/drawing/2014/main" id="{76D9E30F-716F-2847-E8AE-BFAC50B88200}"/>
                </a:ext>
              </a:extLst>
            </p:cNvPr>
            <p:cNvSpPr/>
            <p:nvPr/>
          </p:nvSpPr>
          <p:spPr>
            <a:xfrm>
              <a:off x="6114805" y="3554033"/>
              <a:ext cx="0" cy="1104265"/>
            </a:xfrm>
            <a:custGeom>
              <a:avLst/>
              <a:gdLst/>
              <a:ahLst/>
              <a:cxnLst/>
              <a:rect l="l" t="t" r="r" b="b"/>
              <a:pathLst>
                <a:path h="1104264">
                  <a:moveTo>
                    <a:pt x="0" y="0"/>
                  </a:moveTo>
                  <a:lnTo>
                    <a:pt x="0" y="1104228"/>
                  </a:lnTo>
                </a:path>
              </a:pathLst>
            </a:custGeom>
            <a:ln w="8610">
              <a:solidFill>
                <a:srgbClr val="000000"/>
              </a:solidFill>
            </a:ln>
          </p:spPr>
          <p:txBody>
            <a:bodyPr wrap="square" lIns="0" tIns="0" rIns="0" bIns="0" rtlCol="0"/>
            <a:lstStyle/>
            <a:p>
              <a:endParaRPr/>
            </a:p>
          </p:txBody>
        </p:sp>
        <p:sp>
          <p:nvSpPr>
            <p:cNvPr id="43" name="object 40">
              <a:extLst>
                <a:ext uri="{FF2B5EF4-FFF2-40B4-BE49-F238E27FC236}">
                  <a16:creationId xmlns:a16="http://schemas.microsoft.com/office/drawing/2014/main" id="{46D09979-6BC2-B717-A615-5FF9A63DB2A9}"/>
                </a:ext>
              </a:extLst>
            </p:cNvPr>
            <p:cNvSpPr/>
            <p:nvPr/>
          </p:nvSpPr>
          <p:spPr>
            <a:xfrm>
              <a:off x="6110544" y="3550484"/>
              <a:ext cx="8890" cy="1111885"/>
            </a:xfrm>
            <a:custGeom>
              <a:avLst/>
              <a:gdLst/>
              <a:ahLst/>
              <a:cxnLst/>
              <a:rect l="l" t="t" r="r" b="b"/>
              <a:pathLst>
                <a:path w="8889" h="1111885">
                  <a:moveTo>
                    <a:pt x="8609" y="0"/>
                  </a:moveTo>
                  <a:lnTo>
                    <a:pt x="0" y="0"/>
                  </a:lnTo>
                  <a:lnTo>
                    <a:pt x="0" y="1111326"/>
                  </a:lnTo>
                  <a:lnTo>
                    <a:pt x="8609" y="1111326"/>
                  </a:lnTo>
                  <a:lnTo>
                    <a:pt x="8609" y="0"/>
                  </a:lnTo>
                  <a:close/>
                </a:path>
              </a:pathLst>
            </a:custGeom>
            <a:solidFill>
              <a:srgbClr val="000000"/>
            </a:solidFill>
          </p:spPr>
          <p:txBody>
            <a:bodyPr wrap="square" lIns="0" tIns="0" rIns="0" bIns="0" rtlCol="0"/>
            <a:lstStyle/>
            <a:p>
              <a:endParaRPr/>
            </a:p>
          </p:txBody>
        </p:sp>
        <p:sp>
          <p:nvSpPr>
            <p:cNvPr id="44" name="object 41">
              <a:extLst>
                <a:ext uri="{FF2B5EF4-FFF2-40B4-BE49-F238E27FC236}">
                  <a16:creationId xmlns:a16="http://schemas.microsoft.com/office/drawing/2014/main" id="{FF61538D-16C0-0D93-02ED-763A829C00D7}"/>
                </a:ext>
              </a:extLst>
            </p:cNvPr>
            <p:cNvSpPr/>
            <p:nvPr/>
          </p:nvSpPr>
          <p:spPr>
            <a:xfrm>
              <a:off x="2305446" y="3546840"/>
              <a:ext cx="0" cy="1111885"/>
            </a:xfrm>
            <a:custGeom>
              <a:avLst/>
              <a:gdLst/>
              <a:ahLst/>
              <a:cxnLst/>
              <a:rect l="l" t="t" r="r" b="b"/>
              <a:pathLst>
                <a:path h="1111885">
                  <a:moveTo>
                    <a:pt x="0" y="0"/>
                  </a:moveTo>
                  <a:lnTo>
                    <a:pt x="0" y="1111422"/>
                  </a:lnTo>
                </a:path>
              </a:pathLst>
            </a:custGeom>
            <a:ln w="8610">
              <a:solidFill>
                <a:srgbClr val="000000"/>
              </a:solidFill>
            </a:ln>
          </p:spPr>
          <p:txBody>
            <a:bodyPr wrap="square" lIns="0" tIns="0" rIns="0" bIns="0" rtlCol="0"/>
            <a:lstStyle/>
            <a:p>
              <a:endParaRPr/>
            </a:p>
          </p:txBody>
        </p:sp>
        <p:sp>
          <p:nvSpPr>
            <p:cNvPr id="45" name="object 42">
              <a:extLst>
                <a:ext uri="{FF2B5EF4-FFF2-40B4-BE49-F238E27FC236}">
                  <a16:creationId xmlns:a16="http://schemas.microsoft.com/office/drawing/2014/main" id="{BE7AE32A-160F-D74D-B5F8-62CEDEA76329}"/>
                </a:ext>
              </a:extLst>
            </p:cNvPr>
            <p:cNvSpPr/>
            <p:nvPr/>
          </p:nvSpPr>
          <p:spPr>
            <a:xfrm>
              <a:off x="2301185" y="3543291"/>
              <a:ext cx="8890" cy="1118870"/>
            </a:xfrm>
            <a:custGeom>
              <a:avLst/>
              <a:gdLst/>
              <a:ahLst/>
              <a:cxnLst/>
              <a:rect l="l" t="t" r="r" b="b"/>
              <a:pathLst>
                <a:path w="8889" h="1118870">
                  <a:moveTo>
                    <a:pt x="8609" y="0"/>
                  </a:moveTo>
                  <a:lnTo>
                    <a:pt x="0" y="0"/>
                  </a:lnTo>
                  <a:lnTo>
                    <a:pt x="0" y="1118519"/>
                  </a:lnTo>
                  <a:lnTo>
                    <a:pt x="8609" y="1118519"/>
                  </a:lnTo>
                  <a:lnTo>
                    <a:pt x="8609" y="0"/>
                  </a:lnTo>
                  <a:close/>
                </a:path>
              </a:pathLst>
            </a:custGeom>
            <a:solidFill>
              <a:srgbClr val="000000"/>
            </a:solidFill>
          </p:spPr>
          <p:txBody>
            <a:bodyPr wrap="square" lIns="0" tIns="0" rIns="0" bIns="0" rtlCol="0"/>
            <a:lstStyle/>
            <a:p>
              <a:endParaRPr/>
            </a:p>
          </p:txBody>
        </p:sp>
        <p:sp>
          <p:nvSpPr>
            <p:cNvPr id="46" name="object 43">
              <a:extLst>
                <a:ext uri="{FF2B5EF4-FFF2-40B4-BE49-F238E27FC236}">
                  <a16:creationId xmlns:a16="http://schemas.microsoft.com/office/drawing/2014/main" id="{D50E25B2-717D-9016-CCF8-ED6BC801CD46}"/>
                </a:ext>
              </a:extLst>
            </p:cNvPr>
            <p:cNvSpPr/>
            <p:nvPr/>
          </p:nvSpPr>
          <p:spPr>
            <a:xfrm>
              <a:off x="2314083" y="3546840"/>
              <a:ext cx="3801110" cy="0"/>
            </a:xfrm>
            <a:custGeom>
              <a:avLst/>
              <a:gdLst/>
              <a:ahLst/>
              <a:cxnLst/>
              <a:rect l="l" t="t" r="r" b="b"/>
              <a:pathLst>
                <a:path w="3801110">
                  <a:moveTo>
                    <a:pt x="0" y="0"/>
                  </a:moveTo>
                  <a:lnTo>
                    <a:pt x="3800721" y="0"/>
                  </a:lnTo>
                </a:path>
              </a:pathLst>
            </a:custGeom>
            <a:ln w="7170">
              <a:solidFill>
                <a:srgbClr val="000000"/>
              </a:solidFill>
            </a:ln>
          </p:spPr>
          <p:txBody>
            <a:bodyPr wrap="square" lIns="0" tIns="0" rIns="0" bIns="0" rtlCol="0"/>
            <a:lstStyle/>
            <a:p>
              <a:endParaRPr/>
            </a:p>
          </p:txBody>
        </p:sp>
        <p:sp>
          <p:nvSpPr>
            <p:cNvPr id="47" name="object 44">
              <a:extLst>
                <a:ext uri="{FF2B5EF4-FFF2-40B4-BE49-F238E27FC236}">
                  <a16:creationId xmlns:a16="http://schemas.microsoft.com/office/drawing/2014/main" id="{92F8977E-E5E9-F544-604D-4EAAE819D7E0}"/>
                </a:ext>
              </a:extLst>
            </p:cNvPr>
            <p:cNvSpPr/>
            <p:nvPr/>
          </p:nvSpPr>
          <p:spPr>
            <a:xfrm>
              <a:off x="2309822" y="3543325"/>
              <a:ext cx="3809365" cy="7620"/>
            </a:xfrm>
            <a:custGeom>
              <a:avLst/>
              <a:gdLst/>
              <a:ahLst/>
              <a:cxnLst/>
              <a:rect l="l" t="t" r="r" b="b"/>
              <a:pathLst>
                <a:path w="3809365" h="7620">
                  <a:moveTo>
                    <a:pt x="3809359" y="0"/>
                  </a:moveTo>
                  <a:lnTo>
                    <a:pt x="0" y="0"/>
                  </a:lnTo>
                  <a:lnTo>
                    <a:pt x="0" y="7159"/>
                  </a:lnTo>
                  <a:lnTo>
                    <a:pt x="3809359" y="7159"/>
                  </a:lnTo>
                  <a:lnTo>
                    <a:pt x="3809359" y="0"/>
                  </a:lnTo>
                  <a:close/>
                </a:path>
              </a:pathLst>
            </a:custGeom>
            <a:solidFill>
              <a:srgbClr val="000000"/>
            </a:solidFill>
          </p:spPr>
          <p:txBody>
            <a:bodyPr wrap="square" lIns="0" tIns="0" rIns="0" bIns="0" rtlCol="0"/>
            <a:lstStyle/>
            <a:p>
              <a:endParaRPr/>
            </a:p>
          </p:txBody>
        </p:sp>
        <p:sp>
          <p:nvSpPr>
            <p:cNvPr id="48" name="object 45">
              <a:extLst>
                <a:ext uri="{FF2B5EF4-FFF2-40B4-BE49-F238E27FC236}">
                  <a16:creationId xmlns:a16="http://schemas.microsoft.com/office/drawing/2014/main" id="{CB33880F-0586-2064-891D-6CFCE0793E46}"/>
                </a:ext>
              </a:extLst>
            </p:cNvPr>
            <p:cNvSpPr/>
            <p:nvPr/>
          </p:nvSpPr>
          <p:spPr>
            <a:xfrm>
              <a:off x="2314083" y="4658262"/>
              <a:ext cx="3801110" cy="0"/>
            </a:xfrm>
            <a:custGeom>
              <a:avLst/>
              <a:gdLst/>
              <a:ahLst/>
              <a:cxnLst/>
              <a:rect l="l" t="t" r="r" b="b"/>
              <a:pathLst>
                <a:path w="3801110">
                  <a:moveTo>
                    <a:pt x="0" y="0"/>
                  </a:moveTo>
                  <a:lnTo>
                    <a:pt x="3800721" y="0"/>
                  </a:lnTo>
                </a:path>
              </a:pathLst>
            </a:custGeom>
            <a:ln w="7170">
              <a:solidFill>
                <a:srgbClr val="000000"/>
              </a:solidFill>
            </a:ln>
          </p:spPr>
          <p:txBody>
            <a:bodyPr wrap="square" lIns="0" tIns="0" rIns="0" bIns="0" rtlCol="0"/>
            <a:lstStyle/>
            <a:p>
              <a:endParaRPr/>
            </a:p>
          </p:txBody>
        </p:sp>
        <p:sp>
          <p:nvSpPr>
            <p:cNvPr id="49" name="object 46">
              <a:extLst>
                <a:ext uri="{FF2B5EF4-FFF2-40B4-BE49-F238E27FC236}">
                  <a16:creationId xmlns:a16="http://schemas.microsoft.com/office/drawing/2014/main" id="{778CA7AF-DB43-A1FA-AF7B-4ADBA18E4CDC}"/>
                </a:ext>
              </a:extLst>
            </p:cNvPr>
            <p:cNvSpPr/>
            <p:nvPr/>
          </p:nvSpPr>
          <p:spPr>
            <a:xfrm>
              <a:off x="2309822" y="4654651"/>
              <a:ext cx="3809365" cy="7620"/>
            </a:xfrm>
            <a:custGeom>
              <a:avLst/>
              <a:gdLst/>
              <a:ahLst/>
              <a:cxnLst/>
              <a:rect l="l" t="t" r="r" b="b"/>
              <a:pathLst>
                <a:path w="3809365" h="7620">
                  <a:moveTo>
                    <a:pt x="3809359" y="0"/>
                  </a:moveTo>
                  <a:lnTo>
                    <a:pt x="0" y="0"/>
                  </a:lnTo>
                  <a:lnTo>
                    <a:pt x="0" y="7159"/>
                  </a:lnTo>
                  <a:lnTo>
                    <a:pt x="3809359" y="7159"/>
                  </a:lnTo>
                  <a:lnTo>
                    <a:pt x="3809359"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3600882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AA6D7-312D-3C0D-A318-CEF59DC2B234}"/>
              </a:ext>
            </a:extLst>
          </p:cNvPr>
          <p:cNvSpPr>
            <a:spLocks noGrp="1"/>
          </p:cNvSpPr>
          <p:nvPr>
            <p:ph type="title"/>
          </p:nvPr>
        </p:nvSpPr>
        <p:spPr/>
        <p:txBody>
          <a:bodyPr/>
          <a:lstStyle/>
          <a:p>
            <a:r>
              <a:rPr lang="en-US" dirty="0"/>
              <a:t>Cycle-5</a:t>
            </a:r>
            <a:endParaRPr lang="en-IN" dirty="0"/>
          </a:p>
        </p:txBody>
      </p:sp>
      <p:sp>
        <p:nvSpPr>
          <p:cNvPr id="4" name="Footer Placeholder 3">
            <a:extLst>
              <a:ext uri="{FF2B5EF4-FFF2-40B4-BE49-F238E27FC236}">
                <a16:creationId xmlns:a16="http://schemas.microsoft.com/office/drawing/2014/main" id="{B987A05E-D2EE-46AB-89F3-08B01CCE4851}"/>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A389BFB8-AB97-B83F-6412-39A51E97E691}"/>
              </a:ext>
            </a:extLst>
          </p:cNvPr>
          <p:cNvSpPr>
            <a:spLocks noGrp="1"/>
          </p:cNvSpPr>
          <p:nvPr>
            <p:ph type="sldNum" sz="quarter" idx="12"/>
          </p:nvPr>
        </p:nvSpPr>
        <p:spPr/>
        <p:txBody>
          <a:bodyPr/>
          <a:lstStyle/>
          <a:p>
            <a:fld id="{B8651ABE-1138-46C6-9A43-7FCD4EB2550C}" type="slidenum">
              <a:rPr lang="en-IN" smtClean="0"/>
              <a:pPr/>
              <a:t>26</a:t>
            </a:fld>
            <a:endParaRPr lang="en-IN" dirty="0"/>
          </a:p>
        </p:txBody>
      </p:sp>
      <p:sp>
        <p:nvSpPr>
          <p:cNvPr id="32" name="object 3">
            <a:extLst>
              <a:ext uri="{FF2B5EF4-FFF2-40B4-BE49-F238E27FC236}">
                <a16:creationId xmlns:a16="http://schemas.microsoft.com/office/drawing/2014/main" id="{871EDD3D-1188-BE95-FEAC-875A94ED0643}"/>
              </a:ext>
            </a:extLst>
          </p:cNvPr>
          <p:cNvSpPr txBox="1"/>
          <p:nvPr/>
        </p:nvSpPr>
        <p:spPr>
          <a:xfrm>
            <a:off x="65507" y="1510989"/>
            <a:ext cx="2025650" cy="307340"/>
          </a:xfrm>
          <a:prstGeom prst="rect">
            <a:avLst/>
          </a:prstGeom>
        </p:spPr>
        <p:txBody>
          <a:bodyPr vert="horz" wrap="square" lIns="0" tIns="12065" rIns="0" bIns="0" rtlCol="0">
            <a:spAutoFit/>
          </a:bodyPr>
          <a:lstStyle/>
          <a:p>
            <a:pPr marL="12700">
              <a:lnSpc>
                <a:spcPct val="100000"/>
              </a:lnSpc>
              <a:spcBef>
                <a:spcPts val="95"/>
              </a:spcBef>
            </a:pPr>
            <a:r>
              <a:rPr sz="1850" i="1" spc="120" dirty="0">
                <a:solidFill>
                  <a:srgbClr val="FF0000"/>
                </a:solidFill>
                <a:latin typeface="Times New Roman"/>
                <a:cs typeface="Times New Roman"/>
              </a:rPr>
              <a:t>Instruction</a:t>
            </a:r>
            <a:r>
              <a:rPr sz="1850" i="1" spc="25" dirty="0">
                <a:solidFill>
                  <a:srgbClr val="FF0000"/>
                </a:solidFill>
                <a:latin typeface="Times New Roman"/>
                <a:cs typeface="Times New Roman"/>
              </a:rPr>
              <a:t> </a:t>
            </a:r>
            <a:r>
              <a:rPr sz="1850" i="1" spc="110" dirty="0">
                <a:solidFill>
                  <a:srgbClr val="FF0000"/>
                </a:solidFill>
                <a:latin typeface="Times New Roman"/>
                <a:cs typeface="Times New Roman"/>
              </a:rPr>
              <a:t>status:</a:t>
            </a:r>
            <a:endParaRPr sz="1850">
              <a:latin typeface="Times New Roman"/>
              <a:cs typeface="Times New Roman"/>
            </a:endParaRPr>
          </a:p>
        </p:txBody>
      </p:sp>
      <p:sp>
        <p:nvSpPr>
          <p:cNvPr id="33" name="object 4">
            <a:extLst>
              <a:ext uri="{FF2B5EF4-FFF2-40B4-BE49-F238E27FC236}">
                <a16:creationId xmlns:a16="http://schemas.microsoft.com/office/drawing/2014/main" id="{810ABFAB-76E1-CDCE-6968-5312DF8DED73}"/>
              </a:ext>
            </a:extLst>
          </p:cNvPr>
          <p:cNvSpPr txBox="1"/>
          <p:nvPr/>
        </p:nvSpPr>
        <p:spPr>
          <a:xfrm>
            <a:off x="6168556" y="1811404"/>
            <a:ext cx="1423670" cy="263525"/>
          </a:xfrm>
          <a:prstGeom prst="rect">
            <a:avLst/>
          </a:prstGeom>
        </p:spPr>
        <p:txBody>
          <a:bodyPr vert="horz" wrap="square" lIns="0" tIns="13970" rIns="0" bIns="0" rtlCol="0">
            <a:spAutoFit/>
          </a:bodyPr>
          <a:lstStyle/>
          <a:p>
            <a:pPr marL="12700">
              <a:lnSpc>
                <a:spcPct val="100000"/>
              </a:lnSpc>
              <a:spcBef>
                <a:spcPts val="110"/>
              </a:spcBef>
              <a:tabLst>
                <a:tab pos="648970" algn="l"/>
              </a:tabLst>
            </a:pPr>
            <a:r>
              <a:rPr sz="1550" spc="140" dirty="0">
                <a:latin typeface="Times New Roman"/>
                <a:cs typeface="Times New Roman"/>
              </a:rPr>
              <a:t>Busy	</a:t>
            </a:r>
            <a:r>
              <a:rPr sz="1550" spc="125" dirty="0">
                <a:latin typeface="Times New Roman"/>
                <a:cs typeface="Times New Roman"/>
              </a:rPr>
              <a:t>Address</a:t>
            </a:r>
            <a:endParaRPr sz="1550">
              <a:latin typeface="Times New Roman"/>
              <a:cs typeface="Times New Roman"/>
            </a:endParaRPr>
          </a:p>
        </p:txBody>
      </p:sp>
      <p:sp>
        <p:nvSpPr>
          <p:cNvPr id="34" name="object 5">
            <a:extLst>
              <a:ext uri="{FF2B5EF4-FFF2-40B4-BE49-F238E27FC236}">
                <a16:creationId xmlns:a16="http://schemas.microsoft.com/office/drawing/2014/main" id="{A10BA84C-47A8-6D68-049C-ED6A31E1BF5C}"/>
              </a:ext>
            </a:extLst>
          </p:cNvPr>
          <p:cNvSpPr txBox="1"/>
          <p:nvPr/>
        </p:nvSpPr>
        <p:spPr>
          <a:xfrm>
            <a:off x="3831256" y="2051718"/>
            <a:ext cx="116205" cy="480059"/>
          </a:xfrm>
          <a:prstGeom prst="rect">
            <a:avLst/>
          </a:prstGeom>
        </p:spPr>
        <p:txBody>
          <a:bodyPr vert="horz" wrap="square" lIns="0" tIns="33020" rIns="0" bIns="0" rtlCol="0">
            <a:spAutoFit/>
          </a:bodyPr>
          <a:lstStyle/>
          <a:p>
            <a:pPr>
              <a:lnSpc>
                <a:spcPct val="100000"/>
              </a:lnSpc>
              <a:spcBef>
                <a:spcPts val="260"/>
              </a:spcBef>
            </a:pPr>
            <a:r>
              <a:rPr sz="1350" spc="135" dirty="0">
                <a:latin typeface="Times New Roman"/>
                <a:cs typeface="Times New Roman"/>
              </a:rPr>
              <a:t>3</a:t>
            </a:r>
            <a:endParaRPr sz="1350">
              <a:latin typeface="Times New Roman"/>
              <a:cs typeface="Times New Roman"/>
            </a:endParaRPr>
          </a:p>
          <a:p>
            <a:pPr>
              <a:lnSpc>
                <a:spcPct val="100000"/>
              </a:lnSpc>
              <a:spcBef>
                <a:spcPts val="170"/>
              </a:spcBef>
            </a:pPr>
            <a:r>
              <a:rPr sz="1350" spc="135" dirty="0">
                <a:latin typeface="Times New Roman"/>
                <a:cs typeface="Times New Roman"/>
              </a:rPr>
              <a:t>4</a:t>
            </a:r>
            <a:endParaRPr sz="1350">
              <a:latin typeface="Times New Roman"/>
              <a:cs typeface="Times New Roman"/>
            </a:endParaRPr>
          </a:p>
        </p:txBody>
      </p:sp>
      <p:sp>
        <p:nvSpPr>
          <p:cNvPr id="35" name="object 6">
            <a:extLst>
              <a:ext uri="{FF2B5EF4-FFF2-40B4-BE49-F238E27FC236}">
                <a16:creationId xmlns:a16="http://schemas.microsoft.com/office/drawing/2014/main" id="{B58F60C8-6447-E636-649B-304FC5379CEF}"/>
              </a:ext>
            </a:extLst>
          </p:cNvPr>
          <p:cNvSpPr txBox="1"/>
          <p:nvPr/>
        </p:nvSpPr>
        <p:spPr>
          <a:xfrm>
            <a:off x="4476756" y="2051718"/>
            <a:ext cx="116205" cy="480059"/>
          </a:xfrm>
          <a:prstGeom prst="rect">
            <a:avLst/>
          </a:prstGeom>
        </p:spPr>
        <p:txBody>
          <a:bodyPr vert="horz" wrap="square" lIns="0" tIns="33020" rIns="0" bIns="0" rtlCol="0">
            <a:spAutoFit/>
          </a:bodyPr>
          <a:lstStyle/>
          <a:p>
            <a:pPr>
              <a:lnSpc>
                <a:spcPct val="100000"/>
              </a:lnSpc>
              <a:spcBef>
                <a:spcPts val="260"/>
              </a:spcBef>
            </a:pPr>
            <a:r>
              <a:rPr sz="1350" spc="135" dirty="0">
                <a:latin typeface="Times New Roman"/>
                <a:cs typeface="Times New Roman"/>
              </a:rPr>
              <a:t>4</a:t>
            </a:r>
            <a:endParaRPr sz="1350">
              <a:latin typeface="Times New Roman"/>
              <a:cs typeface="Times New Roman"/>
            </a:endParaRPr>
          </a:p>
          <a:p>
            <a:pPr>
              <a:lnSpc>
                <a:spcPct val="100000"/>
              </a:lnSpc>
              <a:spcBef>
                <a:spcPts val="170"/>
              </a:spcBef>
            </a:pPr>
            <a:r>
              <a:rPr sz="1350" spc="135" dirty="0">
                <a:latin typeface="Times New Roman"/>
                <a:cs typeface="Times New Roman"/>
              </a:rPr>
              <a:t>5</a:t>
            </a:r>
            <a:endParaRPr sz="1350">
              <a:latin typeface="Times New Roman"/>
              <a:cs typeface="Times New Roman"/>
            </a:endParaRPr>
          </a:p>
        </p:txBody>
      </p:sp>
      <p:sp>
        <p:nvSpPr>
          <p:cNvPr id="36" name="object 7">
            <a:extLst>
              <a:ext uri="{FF2B5EF4-FFF2-40B4-BE49-F238E27FC236}">
                <a16:creationId xmlns:a16="http://schemas.microsoft.com/office/drawing/2014/main" id="{A8A837F0-0B98-EB33-2446-AB5115F68025}"/>
              </a:ext>
            </a:extLst>
          </p:cNvPr>
          <p:cNvSpPr txBox="1"/>
          <p:nvPr/>
        </p:nvSpPr>
        <p:spPr>
          <a:xfrm>
            <a:off x="3159992" y="2051718"/>
            <a:ext cx="116205" cy="1161415"/>
          </a:xfrm>
          <a:prstGeom prst="rect">
            <a:avLst/>
          </a:prstGeom>
        </p:spPr>
        <p:txBody>
          <a:bodyPr vert="horz" wrap="square" lIns="0" tIns="33020" rIns="0" bIns="0" rtlCol="0">
            <a:spAutoFit/>
          </a:bodyPr>
          <a:lstStyle/>
          <a:p>
            <a:pPr>
              <a:lnSpc>
                <a:spcPct val="100000"/>
              </a:lnSpc>
              <a:spcBef>
                <a:spcPts val="260"/>
              </a:spcBef>
            </a:pPr>
            <a:r>
              <a:rPr sz="1350" spc="135" dirty="0">
                <a:latin typeface="Times New Roman"/>
                <a:cs typeface="Times New Roman"/>
              </a:rPr>
              <a:t>1</a:t>
            </a:r>
            <a:endParaRPr sz="1350">
              <a:latin typeface="Times New Roman"/>
              <a:cs typeface="Times New Roman"/>
            </a:endParaRPr>
          </a:p>
          <a:p>
            <a:pPr>
              <a:lnSpc>
                <a:spcPct val="100000"/>
              </a:lnSpc>
              <a:spcBef>
                <a:spcPts val="170"/>
              </a:spcBef>
            </a:pPr>
            <a:r>
              <a:rPr sz="1350" spc="135" dirty="0">
                <a:latin typeface="Times New Roman"/>
                <a:cs typeface="Times New Roman"/>
              </a:rPr>
              <a:t>2</a:t>
            </a:r>
            <a:endParaRPr sz="1350">
              <a:latin typeface="Times New Roman"/>
              <a:cs typeface="Times New Roman"/>
            </a:endParaRPr>
          </a:p>
          <a:p>
            <a:pPr>
              <a:lnSpc>
                <a:spcPct val="100000"/>
              </a:lnSpc>
              <a:spcBef>
                <a:spcPts val="165"/>
              </a:spcBef>
            </a:pPr>
            <a:r>
              <a:rPr sz="1350" spc="135" dirty="0">
                <a:latin typeface="Times New Roman"/>
                <a:cs typeface="Times New Roman"/>
              </a:rPr>
              <a:t>3</a:t>
            </a:r>
            <a:endParaRPr sz="1350">
              <a:latin typeface="Times New Roman"/>
              <a:cs typeface="Times New Roman"/>
            </a:endParaRPr>
          </a:p>
          <a:p>
            <a:pPr>
              <a:lnSpc>
                <a:spcPct val="100000"/>
              </a:lnSpc>
              <a:spcBef>
                <a:spcPts val="170"/>
              </a:spcBef>
            </a:pPr>
            <a:r>
              <a:rPr sz="1350" spc="135" dirty="0">
                <a:latin typeface="Times New Roman"/>
                <a:cs typeface="Times New Roman"/>
              </a:rPr>
              <a:t>4</a:t>
            </a:r>
            <a:endParaRPr sz="1350">
              <a:latin typeface="Times New Roman"/>
              <a:cs typeface="Times New Roman"/>
            </a:endParaRPr>
          </a:p>
          <a:p>
            <a:pPr>
              <a:lnSpc>
                <a:spcPct val="100000"/>
              </a:lnSpc>
              <a:spcBef>
                <a:spcPts val="170"/>
              </a:spcBef>
            </a:pPr>
            <a:r>
              <a:rPr sz="1350" spc="135" dirty="0">
                <a:latin typeface="Times New Roman"/>
                <a:cs typeface="Times New Roman"/>
              </a:rPr>
              <a:t>5</a:t>
            </a:r>
            <a:endParaRPr sz="1350">
              <a:latin typeface="Times New Roman"/>
              <a:cs typeface="Times New Roman"/>
            </a:endParaRPr>
          </a:p>
        </p:txBody>
      </p:sp>
      <p:sp>
        <p:nvSpPr>
          <p:cNvPr id="37" name="object 8">
            <a:extLst>
              <a:ext uri="{FF2B5EF4-FFF2-40B4-BE49-F238E27FC236}">
                <a16:creationId xmlns:a16="http://schemas.microsoft.com/office/drawing/2014/main" id="{4D440832-54A5-2AB2-AF78-6C87437A4CB8}"/>
              </a:ext>
            </a:extLst>
          </p:cNvPr>
          <p:cNvSpPr txBox="1"/>
          <p:nvPr/>
        </p:nvSpPr>
        <p:spPr>
          <a:xfrm>
            <a:off x="392567" y="1810372"/>
            <a:ext cx="919480" cy="1630045"/>
          </a:xfrm>
          <a:prstGeom prst="rect">
            <a:avLst/>
          </a:prstGeom>
        </p:spPr>
        <p:txBody>
          <a:bodyPr vert="horz" wrap="square" lIns="0" tIns="11430" rIns="0" bIns="0" rtlCol="0">
            <a:spAutoFit/>
          </a:bodyPr>
          <a:lstStyle/>
          <a:p>
            <a:pPr marL="12700" marR="5080">
              <a:lnSpc>
                <a:spcPct val="113900"/>
              </a:lnSpc>
              <a:spcBef>
                <a:spcPts val="90"/>
              </a:spcBef>
            </a:pPr>
            <a:r>
              <a:rPr sz="1350" spc="114" dirty="0">
                <a:latin typeface="Times New Roman"/>
                <a:cs typeface="Times New Roman"/>
              </a:rPr>
              <a:t>In</a:t>
            </a:r>
            <a:r>
              <a:rPr sz="1350" spc="80" dirty="0">
                <a:latin typeface="Times New Roman"/>
                <a:cs typeface="Times New Roman"/>
              </a:rPr>
              <a:t>s</a:t>
            </a:r>
            <a:r>
              <a:rPr sz="1350" spc="90" dirty="0">
                <a:latin typeface="Times New Roman"/>
                <a:cs typeface="Times New Roman"/>
              </a:rPr>
              <a:t>t</a:t>
            </a:r>
            <a:r>
              <a:rPr sz="1350" spc="114" dirty="0">
                <a:latin typeface="Times New Roman"/>
                <a:cs typeface="Times New Roman"/>
              </a:rPr>
              <a:t>ruct</a:t>
            </a:r>
            <a:r>
              <a:rPr sz="1350" spc="25" dirty="0">
                <a:latin typeface="Times New Roman"/>
                <a:cs typeface="Times New Roman"/>
              </a:rPr>
              <a:t>i</a:t>
            </a:r>
            <a:r>
              <a:rPr sz="1350" spc="100" dirty="0">
                <a:latin typeface="Times New Roman"/>
                <a:cs typeface="Times New Roman"/>
              </a:rPr>
              <a:t>on  </a:t>
            </a:r>
            <a:r>
              <a:rPr sz="1350" spc="200" dirty="0">
                <a:latin typeface="Times New Roman"/>
                <a:cs typeface="Times New Roman"/>
              </a:rPr>
              <a:t>LD</a:t>
            </a:r>
            <a:endParaRPr sz="1350">
              <a:latin typeface="Times New Roman"/>
              <a:cs typeface="Times New Roman"/>
            </a:endParaRPr>
          </a:p>
          <a:p>
            <a:pPr marL="12700" marR="181610">
              <a:lnSpc>
                <a:spcPct val="110400"/>
              </a:lnSpc>
            </a:pPr>
            <a:r>
              <a:rPr sz="1350" spc="200" dirty="0">
                <a:solidFill>
                  <a:srgbClr val="FF0000"/>
                </a:solidFill>
                <a:latin typeface="Times New Roman"/>
                <a:cs typeface="Times New Roman"/>
              </a:rPr>
              <a:t>LD </a:t>
            </a:r>
            <a:r>
              <a:rPr sz="1350" spc="204" dirty="0">
                <a:solidFill>
                  <a:srgbClr val="FF0000"/>
                </a:solidFill>
                <a:latin typeface="Times New Roman"/>
                <a:cs typeface="Times New Roman"/>
              </a:rPr>
              <a:t> </a:t>
            </a:r>
            <a:r>
              <a:rPr sz="1350" spc="220" dirty="0">
                <a:solidFill>
                  <a:srgbClr val="0000FF"/>
                </a:solidFill>
                <a:latin typeface="Times New Roman"/>
                <a:cs typeface="Times New Roman"/>
              </a:rPr>
              <a:t>M</a:t>
            </a:r>
            <a:r>
              <a:rPr sz="1350" spc="105" dirty="0">
                <a:solidFill>
                  <a:srgbClr val="0000FF"/>
                </a:solidFill>
                <a:latin typeface="Times New Roman"/>
                <a:cs typeface="Times New Roman"/>
              </a:rPr>
              <a:t>U</a:t>
            </a:r>
            <a:r>
              <a:rPr sz="1350" spc="180" dirty="0">
                <a:solidFill>
                  <a:srgbClr val="0000FF"/>
                </a:solidFill>
                <a:latin typeface="Times New Roman"/>
                <a:cs typeface="Times New Roman"/>
              </a:rPr>
              <a:t>L</a:t>
            </a:r>
            <a:r>
              <a:rPr sz="1350" spc="114" dirty="0">
                <a:solidFill>
                  <a:srgbClr val="0000FF"/>
                </a:solidFill>
                <a:latin typeface="Times New Roman"/>
                <a:cs typeface="Times New Roman"/>
              </a:rPr>
              <a:t>T</a:t>
            </a:r>
            <a:r>
              <a:rPr sz="1350" spc="110" dirty="0">
                <a:solidFill>
                  <a:srgbClr val="0000FF"/>
                </a:solidFill>
                <a:latin typeface="Times New Roman"/>
                <a:cs typeface="Times New Roman"/>
              </a:rPr>
              <a:t>D  </a:t>
            </a:r>
            <a:r>
              <a:rPr sz="1350" spc="135" dirty="0">
                <a:solidFill>
                  <a:srgbClr val="FF00FF"/>
                </a:solidFill>
                <a:latin typeface="Times New Roman"/>
                <a:cs typeface="Times New Roman"/>
              </a:rPr>
              <a:t>SUBD </a:t>
            </a:r>
            <a:r>
              <a:rPr sz="1350" spc="140" dirty="0">
                <a:solidFill>
                  <a:srgbClr val="FF00FF"/>
                </a:solidFill>
                <a:latin typeface="Times New Roman"/>
                <a:cs typeface="Times New Roman"/>
              </a:rPr>
              <a:t> </a:t>
            </a:r>
            <a:r>
              <a:rPr sz="1350" spc="140" dirty="0">
                <a:solidFill>
                  <a:srgbClr val="00FF00"/>
                </a:solidFill>
                <a:latin typeface="Times New Roman"/>
                <a:cs typeface="Times New Roman"/>
              </a:rPr>
              <a:t>DIVD </a:t>
            </a:r>
            <a:r>
              <a:rPr sz="1350" spc="145" dirty="0">
                <a:solidFill>
                  <a:srgbClr val="00FF00"/>
                </a:solidFill>
                <a:latin typeface="Times New Roman"/>
                <a:cs typeface="Times New Roman"/>
              </a:rPr>
              <a:t> </a:t>
            </a:r>
            <a:r>
              <a:rPr sz="1350" spc="175" dirty="0">
                <a:latin typeface="Times New Roman"/>
                <a:cs typeface="Times New Roman"/>
              </a:rPr>
              <a:t>ADDD</a:t>
            </a:r>
            <a:endParaRPr sz="1350">
              <a:latin typeface="Times New Roman"/>
              <a:cs typeface="Times New Roman"/>
            </a:endParaRPr>
          </a:p>
        </p:txBody>
      </p:sp>
      <p:sp>
        <p:nvSpPr>
          <p:cNvPr id="38" name="object 9">
            <a:extLst>
              <a:ext uri="{FF2B5EF4-FFF2-40B4-BE49-F238E27FC236}">
                <a16:creationId xmlns:a16="http://schemas.microsoft.com/office/drawing/2014/main" id="{971C25E1-9F47-DC26-40BD-5267EF14B266}"/>
              </a:ext>
            </a:extLst>
          </p:cNvPr>
          <p:cNvSpPr txBox="1"/>
          <p:nvPr/>
        </p:nvSpPr>
        <p:spPr>
          <a:xfrm>
            <a:off x="1287743" y="1521486"/>
            <a:ext cx="3566160" cy="1918970"/>
          </a:xfrm>
          <a:prstGeom prst="rect">
            <a:avLst/>
          </a:prstGeom>
        </p:spPr>
        <p:txBody>
          <a:bodyPr vert="horz" wrap="square" lIns="0" tIns="40005" rIns="0" bIns="0" rtlCol="0">
            <a:spAutoFit/>
          </a:bodyPr>
          <a:lstStyle/>
          <a:p>
            <a:pPr marL="2310765">
              <a:lnSpc>
                <a:spcPct val="100000"/>
              </a:lnSpc>
              <a:spcBef>
                <a:spcPts val="315"/>
              </a:spcBef>
              <a:tabLst>
                <a:tab pos="2955925" algn="l"/>
              </a:tabLst>
            </a:pPr>
            <a:r>
              <a:rPr sz="1550" i="1" spc="140" dirty="0">
                <a:latin typeface="Times New Roman"/>
                <a:cs typeface="Times New Roman"/>
              </a:rPr>
              <a:t>Exec	</a:t>
            </a:r>
            <a:r>
              <a:rPr sz="1550" i="1" spc="130" dirty="0">
                <a:latin typeface="Times New Roman"/>
                <a:cs typeface="Times New Roman"/>
              </a:rPr>
              <a:t>Write</a:t>
            </a:r>
            <a:endParaRPr sz="1550">
              <a:latin typeface="Times New Roman"/>
              <a:cs typeface="Times New Roman"/>
            </a:endParaRPr>
          </a:p>
          <a:p>
            <a:pPr marL="701040">
              <a:lnSpc>
                <a:spcPct val="100000"/>
              </a:lnSpc>
              <a:spcBef>
                <a:spcPts val="215"/>
              </a:spcBef>
              <a:tabLst>
                <a:tab pos="1243330" algn="l"/>
                <a:tab pos="1656714" algn="l"/>
                <a:tab pos="2310765" algn="l"/>
              </a:tabLst>
            </a:pPr>
            <a:r>
              <a:rPr sz="1350" i="1" spc="75" dirty="0">
                <a:latin typeface="Times New Roman"/>
                <a:cs typeface="Times New Roman"/>
              </a:rPr>
              <a:t>j	</a:t>
            </a:r>
            <a:r>
              <a:rPr sz="1350" i="1" spc="120" dirty="0">
                <a:latin typeface="Times New Roman"/>
                <a:cs typeface="Times New Roman"/>
              </a:rPr>
              <a:t>k	</a:t>
            </a:r>
            <a:r>
              <a:rPr sz="1550" i="1" spc="130" dirty="0">
                <a:latin typeface="Times New Roman"/>
                <a:cs typeface="Times New Roman"/>
              </a:rPr>
              <a:t>Issue	</a:t>
            </a:r>
            <a:r>
              <a:rPr sz="1550" i="1" spc="180" dirty="0">
                <a:latin typeface="Times New Roman"/>
                <a:cs typeface="Times New Roman"/>
              </a:rPr>
              <a:t>Comp</a:t>
            </a:r>
            <a:r>
              <a:rPr sz="1550" i="1" spc="185" dirty="0">
                <a:latin typeface="Times New Roman"/>
                <a:cs typeface="Times New Roman"/>
              </a:rPr>
              <a:t> </a:t>
            </a:r>
            <a:r>
              <a:rPr sz="1550" i="1" spc="135" dirty="0">
                <a:latin typeface="Times New Roman"/>
                <a:cs typeface="Times New Roman"/>
              </a:rPr>
              <a:t>Result</a:t>
            </a:r>
            <a:endParaRPr sz="1550">
              <a:latin typeface="Times New Roman"/>
              <a:cs typeface="Times New Roman"/>
            </a:endParaRPr>
          </a:p>
          <a:p>
            <a:pPr marL="64135">
              <a:lnSpc>
                <a:spcPct val="100000"/>
              </a:lnSpc>
              <a:spcBef>
                <a:spcPts val="185"/>
              </a:spcBef>
              <a:tabLst>
                <a:tab pos="580390" algn="l"/>
                <a:tab pos="1191895" algn="l"/>
              </a:tabLst>
            </a:pPr>
            <a:r>
              <a:rPr sz="1350" spc="130" dirty="0">
                <a:latin typeface="Times New Roman"/>
                <a:cs typeface="Times New Roman"/>
              </a:rPr>
              <a:t>F6	</a:t>
            </a:r>
            <a:r>
              <a:rPr sz="1350" spc="140" dirty="0">
                <a:latin typeface="Times New Roman"/>
                <a:cs typeface="Times New Roman"/>
              </a:rPr>
              <a:t>34+	</a:t>
            </a:r>
            <a:r>
              <a:rPr sz="1350" spc="155" dirty="0">
                <a:latin typeface="Times New Roman"/>
                <a:cs typeface="Times New Roman"/>
              </a:rPr>
              <a:t>R2</a:t>
            </a:r>
            <a:endParaRPr sz="1350">
              <a:latin typeface="Times New Roman"/>
              <a:cs typeface="Times New Roman"/>
            </a:endParaRPr>
          </a:p>
          <a:p>
            <a:pPr marL="64135">
              <a:lnSpc>
                <a:spcPct val="100000"/>
              </a:lnSpc>
              <a:spcBef>
                <a:spcPts val="170"/>
              </a:spcBef>
              <a:tabLst>
                <a:tab pos="580390" algn="l"/>
                <a:tab pos="1191895" algn="l"/>
              </a:tabLst>
            </a:pPr>
            <a:r>
              <a:rPr sz="1350" spc="130" dirty="0">
                <a:solidFill>
                  <a:srgbClr val="FF0000"/>
                </a:solidFill>
                <a:latin typeface="Times New Roman"/>
                <a:cs typeface="Times New Roman"/>
              </a:rPr>
              <a:t>F2	</a:t>
            </a:r>
            <a:r>
              <a:rPr sz="1350" spc="140" dirty="0">
                <a:solidFill>
                  <a:srgbClr val="FF0000"/>
                </a:solidFill>
                <a:latin typeface="Times New Roman"/>
                <a:cs typeface="Times New Roman"/>
              </a:rPr>
              <a:t>45+	</a:t>
            </a:r>
            <a:r>
              <a:rPr sz="1350" spc="155" dirty="0">
                <a:solidFill>
                  <a:srgbClr val="FF0000"/>
                </a:solidFill>
                <a:latin typeface="Times New Roman"/>
                <a:cs typeface="Times New Roman"/>
              </a:rPr>
              <a:t>R3</a:t>
            </a:r>
            <a:endParaRPr sz="1350">
              <a:latin typeface="Times New Roman"/>
              <a:cs typeface="Times New Roman"/>
            </a:endParaRPr>
          </a:p>
          <a:p>
            <a:pPr marL="64135">
              <a:lnSpc>
                <a:spcPct val="100000"/>
              </a:lnSpc>
              <a:spcBef>
                <a:spcPts val="170"/>
              </a:spcBef>
              <a:tabLst>
                <a:tab pos="640715" algn="l"/>
                <a:tab pos="1200150" algn="l"/>
              </a:tabLst>
            </a:pPr>
            <a:r>
              <a:rPr sz="1350" spc="130" dirty="0">
                <a:solidFill>
                  <a:srgbClr val="0000FF"/>
                </a:solidFill>
                <a:latin typeface="Times New Roman"/>
                <a:cs typeface="Times New Roman"/>
              </a:rPr>
              <a:t>F0	F2	</a:t>
            </a:r>
            <a:r>
              <a:rPr sz="1350" spc="120" dirty="0">
                <a:solidFill>
                  <a:srgbClr val="0000FF"/>
                </a:solidFill>
                <a:latin typeface="Times New Roman"/>
                <a:cs typeface="Times New Roman"/>
              </a:rPr>
              <a:t>F4</a:t>
            </a:r>
            <a:endParaRPr sz="1350">
              <a:latin typeface="Times New Roman"/>
              <a:cs typeface="Times New Roman"/>
            </a:endParaRPr>
          </a:p>
          <a:p>
            <a:pPr marL="64135">
              <a:lnSpc>
                <a:spcPct val="100000"/>
              </a:lnSpc>
              <a:spcBef>
                <a:spcPts val="165"/>
              </a:spcBef>
              <a:tabLst>
                <a:tab pos="640715" algn="l"/>
                <a:tab pos="1200150" algn="l"/>
              </a:tabLst>
            </a:pPr>
            <a:r>
              <a:rPr sz="1350" spc="130" dirty="0">
                <a:solidFill>
                  <a:srgbClr val="FF00FF"/>
                </a:solidFill>
                <a:latin typeface="Times New Roman"/>
                <a:cs typeface="Times New Roman"/>
              </a:rPr>
              <a:t>F8	F6	</a:t>
            </a:r>
            <a:r>
              <a:rPr sz="1350" spc="120" dirty="0">
                <a:solidFill>
                  <a:srgbClr val="FF00FF"/>
                </a:solidFill>
                <a:latin typeface="Times New Roman"/>
                <a:cs typeface="Times New Roman"/>
              </a:rPr>
              <a:t>F2</a:t>
            </a:r>
            <a:endParaRPr sz="1350">
              <a:latin typeface="Times New Roman"/>
              <a:cs typeface="Times New Roman"/>
            </a:endParaRPr>
          </a:p>
          <a:p>
            <a:pPr marL="12700">
              <a:lnSpc>
                <a:spcPct val="100000"/>
              </a:lnSpc>
              <a:spcBef>
                <a:spcPts val="170"/>
              </a:spcBef>
              <a:tabLst>
                <a:tab pos="640715" algn="l"/>
                <a:tab pos="1200150" algn="l"/>
              </a:tabLst>
            </a:pPr>
            <a:r>
              <a:rPr sz="1350" spc="135" dirty="0">
                <a:solidFill>
                  <a:srgbClr val="00FF00"/>
                </a:solidFill>
                <a:latin typeface="Times New Roman"/>
                <a:cs typeface="Times New Roman"/>
              </a:rPr>
              <a:t>F10	</a:t>
            </a:r>
            <a:r>
              <a:rPr sz="1350" spc="130" dirty="0">
                <a:solidFill>
                  <a:srgbClr val="00FF00"/>
                </a:solidFill>
                <a:latin typeface="Times New Roman"/>
                <a:cs typeface="Times New Roman"/>
              </a:rPr>
              <a:t>F0	</a:t>
            </a:r>
            <a:r>
              <a:rPr sz="1350" spc="120" dirty="0">
                <a:solidFill>
                  <a:srgbClr val="00FF00"/>
                </a:solidFill>
                <a:latin typeface="Times New Roman"/>
                <a:cs typeface="Times New Roman"/>
              </a:rPr>
              <a:t>F6</a:t>
            </a:r>
            <a:endParaRPr sz="1350">
              <a:latin typeface="Times New Roman"/>
              <a:cs typeface="Times New Roman"/>
            </a:endParaRPr>
          </a:p>
          <a:p>
            <a:pPr marL="64135">
              <a:lnSpc>
                <a:spcPct val="100000"/>
              </a:lnSpc>
              <a:spcBef>
                <a:spcPts val="165"/>
              </a:spcBef>
              <a:tabLst>
                <a:tab pos="640715" algn="l"/>
                <a:tab pos="1200150" algn="l"/>
              </a:tabLst>
            </a:pPr>
            <a:r>
              <a:rPr sz="1350" spc="130" dirty="0">
                <a:latin typeface="Times New Roman"/>
                <a:cs typeface="Times New Roman"/>
              </a:rPr>
              <a:t>F6	F8	</a:t>
            </a:r>
            <a:r>
              <a:rPr sz="1350" spc="120" dirty="0">
                <a:latin typeface="Times New Roman"/>
                <a:cs typeface="Times New Roman"/>
              </a:rPr>
              <a:t>F2</a:t>
            </a:r>
            <a:endParaRPr sz="1350">
              <a:latin typeface="Times New Roman"/>
              <a:cs typeface="Times New Roman"/>
            </a:endParaRPr>
          </a:p>
        </p:txBody>
      </p:sp>
      <p:sp>
        <p:nvSpPr>
          <p:cNvPr id="39" name="object 10">
            <a:extLst>
              <a:ext uri="{FF2B5EF4-FFF2-40B4-BE49-F238E27FC236}">
                <a16:creationId xmlns:a16="http://schemas.microsoft.com/office/drawing/2014/main" id="{35DE094C-4327-3EDC-616A-E4A055011AA0}"/>
              </a:ext>
            </a:extLst>
          </p:cNvPr>
          <p:cNvSpPr txBox="1"/>
          <p:nvPr/>
        </p:nvSpPr>
        <p:spPr>
          <a:xfrm>
            <a:off x="5514430" y="2051718"/>
            <a:ext cx="558800" cy="707390"/>
          </a:xfrm>
          <a:prstGeom prst="rect">
            <a:avLst/>
          </a:prstGeom>
        </p:spPr>
        <p:txBody>
          <a:bodyPr vert="horz" wrap="square" lIns="0" tIns="11430" rIns="0" bIns="0" rtlCol="0">
            <a:spAutoFit/>
          </a:bodyPr>
          <a:lstStyle/>
          <a:p>
            <a:pPr marL="12700" marR="5080" algn="just">
              <a:lnSpc>
                <a:spcPct val="110400"/>
              </a:lnSpc>
              <a:spcBef>
                <a:spcPts val="90"/>
              </a:spcBef>
            </a:pPr>
            <a:r>
              <a:rPr sz="1350" spc="180" dirty="0">
                <a:latin typeface="Times New Roman"/>
                <a:cs typeface="Times New Roman"/>
              </a:rPr>
              <a:t>L</a:t>
            </a:r>
            <a:r>
              <a:rPr sz="1350" spc="135" dirty="0">
                <a:latin typeface="Times New Roman"/>
                <a:cs typeface="Times New Roman"/>
              </a:rPr>
              <a:t>oa</a:t>
            </a:r>
            <a:r>
              <a:rPr sz="1350" spc="100" dirty="0">
                <a:latin typeface="Times New Roman"/>
                <a:cs typeface="Times New Roman"/>
              </a:rPr>
              <a:t>d1  </a:t>
            </a:r>
            <a:r>
              <a:rPr sz="1350" spc="180" dirty="0">
                <a:latin typeface="Times New Roman"/>
                <a:cs typeface="Times New Roman"/>
              </a:rPr>
              <a:t>L</a:t>
            </a:r>
            <a:r>
              <a:rPr sz="1350" spc="135" dirty="0">
                <a:latin typeface="Times New Roman"/>
                <a:cs typeface="Times New Roman"/>
              </a:rPr>
              <a:t>oa</a:t>
            </a:r>
            <a:r>
              <a:rPr sz="1350" spc="100" dirty="0">
                <a:latin typeface="Times New Roman"/>
                <a:cs typeface="Times New Roman"/>
              </a:rPr>
              <a:t>d2  </a:t>
            </a:r>
            <a:r>
              <a:rPr sz="1350" spc="180" dirty="0">
                <a:latin typeface="Times New Roman"/>
                <a:cs typeface="Times New Roman"/>
              </a:rPr>
              <a:t>L</a:t>
            </a:r>
            <a:r>
              <a:rPr sz="1350" spc="135" dirty="0">
                <a:latin typeface="Times New Roman"/>
                <a:cs typeface="Times New Roman"/>
              </a:rPr>
              <a:t>oad3</a:t>
            </a:r>
            <a:endParaRPr sz="1350">
              <a:latin typeface="Times New Roman"/>
              <a:cs typeface="Times New Roman"/>
            </a:endParaRPr>
          </a:p>
        </p:txBody>
      </p:sp>
      <p:sp>
        <p:nvSpPr>
          <p:cNvPr id="40" name="object 11">
            <a:extLst>
              <a:ext uri="{FF2B5EF4-FFF2-40B4-BE49-F238E27FC236}">
                <a16:creationId xmlns:a16="http://schemas.microsoft.com/office/drawing/2014/main" id="{BCC5976B-EEAF-2F8F-CBB6-3F236EE1A64F}"/>
              </a:ext>
            </a:extLst>
          </p:cNvPr>
          <p:cNvSpPr txBox="1"/>
          <p:nvPr/>
        </p:nvSpPr>
        <p:spPr>
          <a:xfrm>
            <a:off x="6142516" y="2077011"/>
            <a:ext cx="1524000" cy="681355"/>
          </a:xfrm>
          <a:prstGeom prst="rect">
            <a:avLst/>
          </a:prstGeom>
          <a:ln w="8643">
            <a:solidFill>
              <a:srgbClr val="000000"/>
            </a:solidFill>
          </a:ln>
        </p:spPr>
        <p:txBody>
          <a:bodyPr vert="horz" wrap="square" lIns="0" tIns="7620" rIns="0" bIns="0" rtlCol="0">
            <a:spAutoFit/>
          </a:bodyPr>
          <a:lstStyle/>
          <a:p>
            <a:pPr marL="193040">
              <a:lnSpc>
                <a:spcPct val="100000"/>
              </a:lnSpc>
              <a:spcBef>
                <a:spcPts val="60"/>
              </a:spcBef>
            </a:pPr>
            <a:r>
              <a:rPr sz="1350" spc="140" dirty="0">
                <a:latin typeface="Times New Roman"/>
                <a:cs typeface="Times New Roman"/>
              </a:rPr>
              <a:t>No</a:t>
            </a:r>
            <a:endParaRPr sz="1350">
              <a:latin typeface="Times New Roman"/>
              <a:cs typeface="Times New Roman"/>
            </a:endParaRPr>
          </a:p>
          <a:p>
            <a:pPr marL="193040" marR="1075690">
              <a:lnSpc>
                <a:spcPct val="110400"/>
              </a:lnSpc>
            </a:pPr>
            <a:r>
              <a:rPr sz="1350" spc="110" dirty="0">
                <a:latin typeface="Times New Roman"/>
                <a:cs typeface="Times New Roman"/>
              </a:rPr>
              <a:t>No  No</a:t>
            </a:r>
            <a:endParaRPr sz="1350">
              <a:latin typeface="Times New Roman"/>
              <a:cs typeface="Times New Roman"/>
            </a:endParaRPr>
          </a:p>
        </p:txBody>
      </p:sp>
      <p:sp>
        <p:nvSpPr>
          <p:cNvPr id="41" name="object 12">
            <a:extLst>
              <a:ext uri="{FF2B5EF4-FFF2-40B4-BE49-F238E27FC236}">
                <a16:creationId xmlns:a16="http://schemas.microsoft.com/office/drawing/2014/main" id="{40DDEC3B-BF5C-0004-80B7-191A0DD1EE41}"/>
              </a:ext>
            </a:extLst>
          </p:cNvPr>
          <p:cNvSpPr txBox="1"/>
          <p:nvPr/>
        </p:nvSpPr>
        <p:spPr>
          <a:xfrm>
            <a:off x="65507" y="3510417"/>
            <a:ext cx="3288029" cy="586105"/>
          </a:xfrm>
          <a:prstGeom prst="rect">
            <a:avLst/>
          </a:prstGeom>
        </p:spPr>
        <p:txBody>
          <a:bodyPr vert="horz" wrap="square" lIns="0" tIns="34290" rIns="0" bIns="0" rtlCol="0">
            <a:spAutoFit/>
          </a:bodyPr>
          <a:lstStyle/>
          <a:p>
            <a:pPr marL="12700">
              <a:lnSpc>
                <a:spcPct val="100000"/>
              </a:lnSpc>
              <a:spcBef>
                <a:spcPts val="270"/>
              </a:spcBef>
            </a:pPr>
            <a:r>
              <a:rPr sz="1850" i="1" spc="130" dirty="0">
                <a:solidFill>
                  <a:srgbClr val="FF0000"/>
                </a:solidFill>
                <a:latin typeface="Times New Roman"/>
                <a:cs typeface="Times New Roman"/>
              </a:rPr>
              <a:t>Reservation</a:t>
            </a:r>
            <a:r>
              <a:rPr sz="1850" i="1" spc="45" dirty="0">
                <a:solidFill>
                  <a:srgbClr val="FF0000"/>
                </a:solidFill>
                <a:latin typeface="Times New Roman"/>
                <a:cs typeface="Times New Roman"/>
              </a:rPr>
              <a:t> </a:t>
            </a:r>
            <a:r>
              <a:rPr sz="1850" i="1" spc="120" dirty="0">
                <a:solidFill>
                  <a:srgbClr val="FF0000"/>
                </a:solidFill>
                <a:latin typeface="Times New Roman"/>
                <a:cs typeface="Times New Roman"/>
              </a:rPr>
              <a:t>Stations:</a:t>
            </a:r>
            <a:endParaRPr sz="1850">
              <a:latin typeface="Times New Roman"/>
              <a:cs typeface="Times New Roman"/>
            </a:endParaRPr>
          </a:p>
          <a:p>
            <a:pPr marL="1148715">
              <a:lnSpc>
                <a:spcPct val="100000"/>
              </a:lnSpc>
              <a:spcBef>
                <a:spcPts val="160"/>
              </a:spcBef>
              <a:tabLst>
                <a:tab pos="1691005" algn="l"/>
                <a:tab pos="2981960" algn="l"/>
              </a:tabLst>
            </a:pPr>
            <a:r>
              <a:rPr sz="1350" i="1" spc="125" dirty="0">
                <a:latin typeface="Times New Roman"/>
                <a:cs typeface="Times New Roman"/>
              </a:rPr>
              <a:t>T</a:t>
            </a:r>
            <a:r>
              <a:rPr sz="1350" i="1" spc="90" dirty="0">
                <a:latin typeface="Times New Roman"/>
                <a:cs typeface="Times New Roman"/>
              </a:rPr>
              <a:t>i</a:t>
            </a:r>
            <a:r>
              <a:rPr sz="1350" i="1" spc="175"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60" dirty="0">
                <a:latin typeface="Times New Roman"/>
                <a:cs typeface="Times New Roman"/>
              </a:rPr>
              <a:t>Na</a:t>
            </a:r>
            <a:r>
              <a:rPr sz="1350" i="1" spc="170"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10" dirty="0">
                <a:latin typeface="Times New Roman"/>
                <a:cs typeface="Times New Roman"/>
              </a:rPr>
              <a:t> </a:t>
            </a:r>
            <a:r>
              <a:rPr sz="1550" i="1" spc="170" dirty="0">
                <a:latin typeface="Times New Roman"/>
                <a:cs typeface="Times New Roman"/>
              </a:rPr>
              <a:t>Bus</a:t>
            </a:r>
            <a:r>
              <a:rPr sz="1550" i="1" spc="120" dirty="0">
                <a:latin typeface="Times New Roman"/>
                <a:cs typeface="Times New Roman"/>
              </a:rPr>
              <a:t>y</a:t>
            </a:r>
            <a:r>
              <a:rPr sz="1550" i="1" dirty="0">
                <a:latin typeface="Times New Roman"/>
                <a:cs typeface="Times New Roman"/>
              </a:rPr>
              <a:t>	</a:t>
            </a:r>
            <a:r>
              <a:rPr sz="1550" i="1" spc="200" dirty="0">
                <a:latin typeface="Times New Roman"/>
                <a:cs typeface="Times New Roman"/>
              </a:rPr>
              <a:t>Op</a:t>
            </a:r>
            <a:endParaRPr sz="1550">
              <a:latin typeface="Times New Roman"/>
              <a:cs typeface="Times New Roman"/>
            </a:endParaRPr>
          </a:p>
        </p:txBody>
      </p:sp>
      <p:sp>
        <p:nvSpPr>
          <p:cNvPr id="42" name="object 13">
            <a:extLst>
              <a:ext uri="{FF2B5EF4-FFF2-40B4-BE49-F238E27FC236}">
                <a16:creationId xmlns:a16="http://schemas.microsoft.com/office/drawing/2014/main" id="{5BCF2385-ADAB-E4A2-9081-29EAB45B9629}"/>
              </a:ext>
            </a:extLst>
          </p:cNvPr>
          <p:cNvSpPr txBox="1"/>
          <p:nvPr/>
        </p:nvSpPr>
        <p:spPr>
          <a:xfrm>
            <a:off x="3732635" y="3543198"/>
            <a:ext cx="266700" cy="553085"/>
          </a:xfrm>
          <a:prstGeom prst="rect">
            <a:avLst/>
          </a:prstGeom>
        </p:spPr>
        <p:txBody>
          <a:bodyPr vert="horz" wrap="square" lIns="0" tIns="40005" rIns="0" bIns="0" rtlCol="0">
            <a:spAutoFit/>
          </a:bodyPr>
          <a:lstStyle/>
          <a:p>
            <a:pPr marL="12700">
              <a:lnSpc>
                <a:spcPct val="100000"/>
              </a:lnSpc>
              <a:spcBef>
                <a:spcPts val="315"/>
              </a:spcBef>
            </a:pPr>
            <a:r>
              <a:rPr sz="1550" i="1" spc="170" dirty="0">
                <a:latin typeface="Times New Roman"/>
                <a:cs typeface="Times New Roman"/>
              </a:rPr>
              <a:t>S1</a:t>
            </a:r>
            <a:endParaRPr sz="1550">
              <a:latin typeface="Times New Roman"/>
              <a:cs typeface="Times New Roman"/>
            </a:endParaRPr>
          </a:p>
          <a:p>
            <a:pPr marL="38100">
              <a:lnSpc>
                <a:spcPct val="100000"/>
              </a:lnSpc>
              <a:spcBef>
                <a:spcPts val="215"/>
              </a:spcBef>
            </a:pPr>
            <a:r>
              <a:rPr sz="1550" i="1" spc="85" dirty="0">
                <a:latin typeface="Times New Roman"/>
                <a:cs typeface="Times New Roman"/>
              </a:rPr>
              <a:t>Vj</a:t>
            </a:r>
            <a:endParaRPr sz="1550">
              <a:latin typeface="Times New Roman"/>
              <a:cs typeface="Times New Roman"/>
            </a:endParaRPr>
          </a:p>
        </p:txBody>
      </p:sp>
      <p:sp>
        <p:nvSpPr>
          <p:cNvPr id="43" name="object 14">
            <a:extLst>
              <a:ext uri="{FF2B5EF4-FFF2-40B4-BE49-F238E27FC236}">
                <a16:creationId xmlns:a16="http://schemas.microsoft.com/office/drawing/2014/main" id="{E0A8708E-2332-1B94-48CB-C47692FADDA1}"/>
              </a:ext>
            </a:extLst>
          </p:cNvPr>
          <p:cNvSpPr txBox="1"/>
          <p:nvPr/>
        </p:nvSpPr>
        <p:spPr>
          <a:xfrm>
            <a:off x="4378135" y="3543198"/>
            <a:ext cx="266700" cy="553085"/>
          </a:xfrm>
          <a:prstGeom prst="rect">
            <a:avLst/>
          </a:prstGeom>
        </p:spPr>
        <p:txBody>
          <a:bodyPr vert="horz" wrap="square" lIns="0" tIns="40005" rIns="0" bIns="0" rtlCol="0">
            <a:spAutoFit/>
          </a:bodyPr>
          <a:lstStyle/>
          <a:p>
            <a:pPr marL="12700">
              <a:lnSpc>
                <a:spcPct val="100000"/>
              </a:lnSpc>
              <a:spcBef>
                <a:spcPts val="315"/>
              </a:spcBef>
            </a:pPr>
            <a:r>
              <a:rPr sz="1550" i="1" spc="170" dirty="0">
                <a:latin typeface="Times New Roman"/>
                <a:cs typeface="Times New Roman"/>
              </a:rPr>
              <a:t>S2</a:t>
            </a:r>
            <a:endParaRPr sz="1550">
              <a:latin typeface="Times New Roman"/>
              <a:cs typeface="Times New Roman"/>
            </a:endParaRPr>
          </a:p>
          <a:p>
            <a:pPr marL="12700">
              <a:lnSpc>
                <a:spcPct val="100000"/>
              </a:lnSpc>
              <a:spcBef>
                <a:spcPts val="215"/>
              </a:spcBef>
            </a:pPr>
            <a:r>
              <a:rPr sz="1550" i="1" spc="110" dirty="0">
                <a:latin typeface="Times New Roman"/>
                <a:cs typeface="Times New Roman"/>
              </a:rPr>
              <a:t>Vk</a:t>
            </a:r>
            <a:endParaRPr sz="1550">
              <a:latin typeface="Times New Roman"/>
              <a:cs typeface="Times New Roman"/>
            </a:endParaRPr>
          </a:p>
        </p:txBody>
      </p:sp>
      <p:sp>
        <p:nvSpPr>
          <p:cNvPr id="44" name="object 15">
            <a:extLst>
              <a:ext uri="{FF2B5EF4-FFF2-40B4-BE49-F238E27FC236}">
                <a16:creationId xmlns:a16="http://schemas.microsoft.com/office/drawing/2014/main" id="{6F20909C-4313-BC30-F8D7-F1F034476DB7}"/>
              </a:ext>
            </a:extLst>
          </p:cNvPr>
          <p:cNvSpPr txBox="1"/>
          <p:nvPr/>
        </p:nvSpPr>
        <p:spPr>
          <a:xfrm>
            <a:off x="5015007" y="3543198"/>
            <a:ext cx="942340" cy="553085"/>
          </a:xfrm>
          <a:prstGeom prst="rect">
            <a:avLst/>
          </a:prstGeom>
        </p:spPr>
        <p:txBody>
          <a:bodyPr vert="horz" wrap="square" lIns="0" tIns="40005" rIns="0" bIns="0" rtlCol="0">
            <a:spAutoFit/>
          </a:bodyPr>
          <a:lstStyle/>
          <a:p>
            <a:pPr marL="12700">
              <a:lnSpc>
                <a:spcPct val="100000"/>
              </a:lnSpc>
              <a:spcBef>
                <a:spcPts val="315"/>
              </a:spcBef>
              <a:tabLst>
                <a:tab pos="657860" algn="l"/>
              </a:tabLst>
            </a:pPr>
            <a:r>
              <a:rPr sz="1550" i="1" spc="200" dirty="0">
                <a:latin typeface="Times New Roman"/>
                <a:cs typeface="Times New Roman"/>
              </a:rPr>
              <a:t>R</a:t>
            </a:r>
            <a:r>
              <a:rPr sz="1550" i="1" spc="140" dirty="0">
                <a:latin typeface="Times New Roman"/>
                <a:cs typeface="Times New Roman"/>
              </a:rPr>
              <a:t>S</a:t>
            </a:r>
            <a:r>
              <a:rPr sz="1550" i="1" dirty="0">
                <a:latin typeface="Times New Roman"/>
                <a:cs typeface="Times New Roman"/>
              </a:rPr>
              <a:t>	</a:t>
            </a:r>
            <a:r>
              <a:rPr sz="1550" i="1" spc="185" dirty="0">
                <a:latin typeface="Times New Roman"/>
                <a:cs typeface="Times New Roman"/>
              </a:rPr>
              <a:t>RS</a:t>
            </a:r>
            <a:endParaRPr sz="1550">
              <a:latin typeface="Times New Roman"/>
              <a:cs typeface="Times New Roman"/>
            </a:endParaRPr>
          </a:p>
          <a:p>
            <a:pPr marL="29845">
              <a:lnSpc>
                <a:spcPct val="100000"/>
              </a:lnSpc>
              <a:spcBef>
                <a:spcPts val="215"/>
              </a:spcBef>
              <a:tabLst>
                <a:tab pos="649605" algn="l"/>
              </a:tabLst>
            </a:pPr>
            <a:r>
              <a:rPr sz="1550" i="1" spc="229" dirty="0">
                <a:latin typeface="Times New Roman"/>
                <a:cs typeface="Times New Roman"/>
              </a:rPr>
              <a:t>Q</a:t>
            </a:r>
            <a:r>
              <a:rPr sz="1550" i="1" spc="75" dirty="0">
                <a:latin typeface="Times New Roman"/>
                <a:cs typeface="Times New Roman"/>
              </a:rPr>
              <a:t>j</a:t>
            </a:r>
            <a:r>
              <a:rPr sz="1550" i="1" dirty="0">
                <a:latin typeface="Times New Roman"/>
                <a:cs typeface="Times New Roman"/>
              </a:rPr>
              <a:t>	</a:t>
            </a:r>
            <a:r>
              <a:rPr sz="1550" i="1" spc="190" dirty="0">
                <a:latin typeface="Times New Roman"/>
                <a:cs typeface="Times New Roman"/>
              </a:rPr>
              <a:t>Qk</a:t>
            </a:r>
            <a:endParaRPr sz="1550">
              <a:latin typeface="Times New Roman"/>
              <a:cs typeface="Times New Roman"/>
            </a:endParaRPr>
          </a:p>
        </p:txBody>
      </p:sp>
      <p:sp>
        <p:nvSpPr>
          <p:cNvPr id="45" name="object 16">
            <a:extLst>
              <a:ext uri="{FF2B5EF4-FFF2-40B4-BE49-F238E27FC236}">
                <a16:creationId xmlns:a16="http://schemas.microsoft.com/office/drawing/2014/main" id="{E504F839-973F-6A87-2A4C-4957FCC45F82}"/>
              </a:ext>
            </a:extLst>
          </p:cNvPr>
          <p:cNvSpPr txBox="1"/>
          <p:nvPr/>
        </p:nvSpPr>
        <p:spPr>
          <a:xfrm>
            <a:off x="1477299" y="4073626"/>
            <a:ext cx="791210" cy="1161415"/>
          </a:xfrm>
          <a:prstGeom prst="rect">
            <a:avLst/>
          </a:prstGeom>
        </p:spPr>
        <p:txBody>
          <a:bodyPr vert="horz" wrap="square" lIns="0" tIns="11430" rIns="0" bIns="0" rtlCol="0">
            <a:spAutoFit/>
          </a:bodyPr>
          <a:lstStyle/>
          <a:p>
            <a:pPr marL="279400" marR="47625" indent="-163830" algn="just">
              <a:lnSpc>
                <a:spcPct val="110400"/>
              </a:lnSpc>
              <a:spcBef>
                <a:spcPts val="90"/>
              </a:spcBef>
            </a:pPr>
            <a:r>
              <a:rPr sz="1350" spc="135" dirty="0">
                <a:latin typeface="Times New Roman"/>
                <a:cs typeface="Times New Roman"/>
              </a:rPr>
              <a:t>2</a:t>
            </a:r>
            <a:r>
              <a:rPr sz="1350" spc="50" dirty="0">
                <a:latin typeface="Times New Roman"/>
                <a:cs typeface="Times New Roman"/>
              </a:rPr>
              <a:t> </a:t>
            </a:r>
            <a:r>
              <a:rPr sz="1350" spc="145" dirty="0">
                <a:latin typeface="Times New Roman"/>
                <a:cs typeface="Times New Roman"/>
              </a:rPr>
              <a:t>Add1 </a:t>
            </a:r>
            <a:r>
              <a:rPr sz="1350" spc="-325" dirty="0">
                <a:latin typeface="Times New Roman"/>
                <a:cs typeface="Times New Roman"/>
              </a:rPr>
              <a:t> </a:t>
            </a:r>
            <a:r>
              <a:rPr sz="1350" spc="175" dirty="0">
                <a:latin typeface="Times New Roman"/>
                <a:cs typeface="Times New Roman"/>
              </a:rPr>
              <a:t>A</a:t>
            </a:r>
            <a:r>
              <a:rPr sz="1350" spc="110" dirty="0">
                <a:latin typeface="Times New Roman"/>
                <a:cs typeface="Times New Roman"/>
              </a:rPr>
              <a:t>dd2  </a:t>
            </a:r>
            <a:r>
              <a:rPr sz="1350" spc="175" dirty="0">
                <a:latin typeface="Times New Roman"/>
                <a:cs typeface="Times New Roman"/>
              </a:rPr>
              <a:t>A</a:t>
            </a:r>
            <a:r>
              <a:rPr sz="1350" spc="135" dirty="0">
                <a:latin typeface="Times New Roman"/>
                <a:cs typeface="Times New Roman"/>
              </a:rPr>
              <a:t>dd3</a:t>
            </a:r>
            <a:endParaRPr sz="1350">
              <a:latin typeface="Times New Roman"/>
              <a:cs typeface="Times New Roman"/>
            </a:endParaRPr>
          </a:p>
          <a:p>
            <a:pPr marR="5080" algn="r">
              <a:lnSpc>
                <a:spcPct val="100000"/>
              </a:lnSpc>
              <a:spcBef>
                <a:spcPts val="170"/>
              </a:spcBef>
            </a:pPr>
            <a:r>
              <a:rPr sz="1350" spc="135" dirty="0">
                <a:latin typeface="Times New Roman"/>
                <a:cs typeface="Times New Roman"/>
              </a:rPr>
              <a:t>10</a:t>
            </a:r>
            <a:r>
              <a:rPr sz="1350" spc="55" dirty="0">
                <a:latin typeface="Times New Roman"/>
                <a:cs typeface="Times New Roman"/>
              </a:rPr>
              <a:t> </a:t>
            </a:r>
            <a:r>
              <a:rPr sz="1350" spc="120" dirty="0">
                <a:latin typeface="Times New Roman"/>
                <a:cs typeface="Times New Roman"/>
              </a:rPr>
              <a:t>Mult1</a:t>
            </a:r>
            <a:endParaRPr sz="1350">
              <a:latin typeface="Times New Roman"/>
              <a:cs typeface="Times New Roman"/>
            </a:endParaRPr>
          </a:p>
          <a:p>
            <a:pPr marR="5080" algn="r">
              <a:lnSpc>
                <a:spcPct val="100000"/>
              </a:lnSpc>
              <a:spcBef>
                <a:spcPts val="165"/>
              </a:spcBef>
            </a:pPr>
            <a:r>
              <a:rPr sz="1350" spc="120" dirty="0">
                <a:latin typeface="Times New Roman"/>
                <a:cs typeface="Times New Roman"/>
              </a:rPr>
              <a:t>Mult2</a:t>
            </a:r>
            <a:endParaRPr sz="1350">
              <a:latin typeface="Times New Roman"/>
              <a:cs typeface="Times New Roman"/>
            </a:endParaRPr>
          </a:p>
        </p:txBody>
      </p:sp>
      <p:sp>
        <p:nvSpPr>
          <p:cNvPr id="46" name="object 17">
            <a:extLst>
              <a:ext uri="{FF2B5EF4-FFF2-40B4-BE49-F238E27FC236}">
                <a16:creationId xmlns:a16="http://schemas.microsoft.com/office/drawing/2014/main" id="{8D692A5A-2E0B-65E8-4A76-D8E52562B8A8}"/>
              </a:ext>
            </a:extLst>
          </p:cNvPr>
          <p:cNvSpPr txBox="1"/>
          <p:nvPr/>
        </p:nvSpPr>
        <p:spPr>
          <a:xfrm>
            <a:off x="2337842" y="4098766"/>
            <a:ext cx="3804920" cy="1136015"/>
          </a:xfrm>
          <a:prstGeom prst="rect">
            <a:avLst/>
          </a:prstGeom>
          <a:ln w="8643">
            <a:solidFill>
              <a:srgbClr val="000000"/>
            </a:solidFill>
          </a:ln>
        </p:spPr>
        <p:txBody>
          <a:bodyPr vert="horz" wrap="square" lIns="0" tIns="7620" rIns="0" bIns="0" rtlCol="0">
            <a:spAutoFit/>
          </a:bodyPr>
          <a:lstStyle/>
          <a:p>
            <a:pPr marL="98425">
              <a:lnSpc>
                <a:spcPct val="100000"/>
              </a:lnSpc>
              <a:spcBef>
                <a:spcPts val="60"/>
              </a:spcBef>
              <a:tabLst>
                <a:tab pos="606425" algn="l"/>
              </a:tabLst>
            </a:pPr>
            <a:r>
              <a:rPr sz="1350" spc="140" dirty="0">
                <a:latin typeface="Times New Roman"/>
                <a:cs typeface="Times New Roman"/>
              </a:rPr>
              <a:t>Yes	</a:t>
            </a:r>
            <a:r>
              <a:rPr sz="1350" spc="135" dirty="0">
                <a:solidFill>
                  <a:srgbClr val="FF00FF"/>
                </a:solidFill>
                <a:latin typeface="Times New Roman"/>
                <a:cs typeface="Times New Roman"/>
              </a:rPr>
              <a:t>SUBD </a:t>
            </a:r>
            <a:r>
              <a:rPr sz="1350" spc="155" dirty="0">
                <a:solidFill>
                  <a:srgbClr val="FF00FF"/>
                </a:solidFill>
                <a:latin typeface="Times New Roman"/>
                <a:cs typeface="Times New Roman"/>
              </a:rPr>
              <a:t> </a:t>
            </a:r>
            <a:r>
              <a:rPr sz="1350" spc="140" dirty="0">
                <a:latin typeface="Times New Roman"/>
                <a:cs typeface="Times New Roman"/>
              </a:rPr>
              <a:t>M(A1)</a:t>
            </a:r>
            <a:r>
              <a:rPr sz="1350" spc="254" dirty="0">
                <a:latin typeface="Times New Roman"/>
                <a:cs typeface="Times New Roman"/>
              </a:rPr>
              <a:t> </a:t>
            </a:r>
            <a:r>
              <a:rPr sz="1350" spc="140" dirty="0">
                <a:solidFill>
                  <a:srgbClr val="FF0000"/>
                </a:solidFill>
                <a:latin typeface="Times New Roman"/>
                <a:cs typeface="Times New Roman"/>
              </a:rPr>
              <a:t>M(A2)</a:t>
            </a:r>
            <a:endParaRPr sz="1350">
              <a:latin typeface="Times New Roman"/>
              <a:cs typeface="Times New Roman"/>
            </a:endParaRPr>
          </a:p>
          <a:p>
            <a:pPr marL="132715" marR="3416935">
              <a:lnSpc>
                <a:spcPct val="110400"/>
              </a:lnSpc>
            </a:pPr>
            <a:r>
              <a:rPr sz="1350" spc="110" dirty="0">
                <a:latin typeface="Times New Roman"/>
                <a:cs typeface="Times New Roman"/>
              </a:rPr>
              <a:t>No  No</a:t>
            </a:r>
            <a:endParaRPr sz="1350">
              <a:latin typeface="Times New Roman"/>
              <a:cs typeface="Times New Roman"/>
            </a:endParaRPr>
          </a:p>
          <a:p>
            <a:pPr marL="98425">
              <a:lnSpc>
                <a:spcPct val="100000"/>
              </a:lnSpc>
              <a:spcBef>
                <a:spcPts val="170"/>
              </a:spcBef>
            </a:pPr>
            <a:r>
              <a:rPr sz="1350" spc="175" dirty="0">
                <a:latin typeface="Times New Roman"/>
                <a:cs typeface="Times New Roman"/>
              </a:rPr>
              <a:t>Y</a:t>
            </a:r>
            <a:r>
              <a:rPr sz="1350" spc="140" dirty="0">
                <a:latin typeface="Times New Roman"/>
                <a:cs typeface="Times New Roman"/>
              </a:rPr>
              <a:t>e</a:t>
            </a:r>
            <a:r>
              <a:rPr sz="1350" spc="105" dirty="0">
                <a:latin typeface="Times New Roman"/>
                <a:cs typeface="Times New Roman"/>
              </a:rPr>
              <a:t>s</a:t>
            </a:r>
            <a:r>
              <a:rPr sz="1350" dirty="0">
                <a:latin typeface="Times New Roman"/>
                <a:cs typeface="Times New Roman"/>
              </a:rPr>
              <a:t> </a:t>
            </a:r>
            <a:r>
              <a:rPr sz="1350" spc="50" dirty="0">
                <a:latin typeface="Times New Roman"/>
                <a:cs typeface="Times New Roman"/>
              </a:rPr>
              <a:t> </a:t>
            </a:r>
            <a:r>
              <a:rPr sz="1350" spc="220" dirty="0">
                <a:solidFill>
                  <a:srgbClr val="3333CC"/>
                </a:solidFill>
                <a:latin typeface="Times New Roman"/>
                <a:cs typeface="Times New Roman"/>
              </a:rPr>
              <a:t>M</a:t>
            </a:r>
            <a:r>
              <a:rPr sz="1350" spc="105" dirty="0">
                <a:solidFill>
                  <a:srgbClr val="3333CC"/>
                </a:solidFill>
                <a:latin typeface="Times New Roman"/>
                <a:cs typeface="Times New Roman"/>
              </a:rPr>
              <a:t>U</a:t>
            </a:r>
            <a:r>
              <a:rPr sz="1350" spc="180" dirty="0">
                <a:solidFill>
                  <a:srgbClr val="3333CC"/>
                </a:solidFill>
                <a:latin typeface="Times New Roman"/>
                <a:cs typeface="Times New Roman"/>
              </a:rPr>
              <a:t>L</a:t>
            </a:r>
            <a:r>
              <a:rPr sz="1350" spc="114" dirty="0">
                <a:solidFill>
                  <a:srgbClr val="3333CC"/>
                </a:solidFill>
                <a:latin typeface="Times New Roman"/>
                <a:cs typeface="Times New Roman"/>
              </a:rPr>
              <a:t>T</a:t>
            </a:r>
            <a:r>
              <a:rPr sz="1350" spc="200" dirty="0">
                <a:solidFill>
                  <a:srgbClr val="3333CC"/>
                </a:solidFill>
                <a:latin typeface="Times New Roman"/>
                <a:cs typeface="Times New Roman"/>
              </a:rPr>
              <a:t>D</a:t>
            </a:r>
            <a:r>
              <a:rPr sz="1350" spc="-90" dirty="0">
                <a:solidFill>
                  <a:srgbClr val="3333CC"/>
                </a:solidFill>
                <a:latin typeface="Times New Roman"/>
                <a:cs typeface="Times New Roman"/>
              </a:rPr>
              <a:t> </a:t>
            </a:r>
            <a:r>
              <a:rPr sz="1350" spc="220" dirty="0">
                <a:solidFill>
                  <a:srgbClr val="FF0000"/>
                </a:solidFill>
                <a:latin typeface="Times New Roman"/>
                <a:cs typeface="Times New Roman"/>
              </a:rPr>
              <a:t>M</a:t>
            </a:r>
            <a:r>
              <a:rPr sz="1350" spc="90" dirty="0">
                <a:solidFill>
                  <a:srgbClr val="FF0000"/>
                </a:solidFill>
                <a:latin typeface="Times New Roman"/>
                <a:cs typeface="Times New Roman"/>
              </a:rPr>
              <a:t>(</a:t>
            </a:r>
            <a:r>
              <a:rPr sz="1350" spc="175" dirty="0">
                <a:solidFill>
                  <a:srgbClr val="FF0000"/>
                </a:solidFill>
                <a:latin typeface="Times New Roman"/>
                <a:cs typeface="Times New Roman"/>
              </a:rPr>
              <a:t>A</a:t>
            </a:r>
            <a:r>
              <a:rPr sz="1350" spc="114" dirty="0">
                <a:solidFill>
                  <a:srgbClr val="FF0000"/>
                </a:solidFill>
                <a:latin typeface="Times New Roman"/>
                <a:cs typeface="Times New Roman"/>
              </a:rPr>
              <a:t>2)</a:t>
            </a:r>
            <a:r>
              <a:rPr sz="1350" dirty="0">
                <a:solidFill>
                  <a:srgbClr val="FF0000"/>
                </a:solidFill>
                <a:latin typeface="Times New Roman"/>
                <a:cs typeface="Times New Roman"/>
              </a:rPr>
              <a:t>  </a:t>
            </a:r>
            <a:r>
              <a:rPr sz="1350" spc="-65" dirty="0">
                <a:solidFill>
                  <a:srgbClr val="FF0000"/>
                </a:solidFill>
                <a:latin typeface="Times New Roman"/>
                <a:cs typeface="Times New Roman"/>
              </a:rPr>
              <a:t> </a:t>
            </a:r>
            <a:r>
              <a:rPr sz="1350" spc="135" dirty="0">
                <a:solidFill>
                  <a:srgbClr val="3333CC"/>
                </a:solidFill>
                <a:latin typeface="Times New Roman"/>
                <a:cs typeface="Times New Roman"/>
              </a:rPr>
              <a:t>R(</a:t>
            </a:r>
            <a:r>
              <a:rPr sz="1350" spc="120" dirty="0">
                <a:solidFill>
                  <a:srgbClr val="3333CC"/>
                </a:solidFill>
                <a:latin typeface="Times New Roman"/>
                <a:cs typeface="Times New Roman"/>
              </a:rPr>
              <a:t>F</a:t>
            </a:r>
            <a:r>
              <a:rPr sz="1350" spc="114" dirty="0">
                <a:solidFill>
                  <a:srgbClr val="3333CC"/>
                </a:solidFill>
                <a:latin typeface="Times New Roman"/>
                <a:cs typeface="Times New Roman"/>
              </a:rPr>
              <a:t>4)</a:t>
            </a:r>
            <a:endParaRPr sz="1350">
              <a:latin typeface="Times New Roman"/>
              <a:cs typeface="Times New Roman"/>
            </a:endParaRPr>
          </a:p>
          <a:p>
            <a:pPr marL="98425">
              <a:lnSpc>
                <a:spcPct val="100000"/>
              </a:lnSpc>
              <a:spcBef>
                <a:spcPts val="170"/>
              </a:spcBef>
              <a:tabLst>
                <a:tab pos="623570" algn="l"/>
                <a:tab pos="1906270" algn="l"/>
              </a:tabLst>
            </a:pPr>
            <a:r>
              <a:rPr sz="1350" spc="140" dirty="0">
                <a:latin typeface="Times New Roman"/>
                <a:cs typeface="Times New Roman"/>
              </a:rPr>
              <a:t>Yes	</a:t>
            </a:r>
            <a:r>
              <a:rPr sz="1350" spc="140" dirty="0">
                <a:solidFill>
                  <a:srgbClr val="00FF00"/>
                </a:solidFill>
                <a:latin typeface="Times New Roman"/>
                <a:cs typeface="Times New Roman"/>
              </a:rPr>
              <a:t>DIVD	</a:t>
            </a:r>
            <a:r>
              <a:rPr sz="1350" spc="140" dirty="0">
                <a:latin typeface="Times New Roman"/>
                <a:cs typeface="Times New Roman"/>
              </a:rPr>
              <a:t>M(A1)</a:t>
            </a:r>
            <a:r>
              <a:rPr sz="1350" spc="500" dirty="0">
                <a:latin typeface="Times New Roman"/>
                <a:cs typeface="Times New Roman"/>
              </a:rPr>
              <a:t> </a:t>
            </a:r>
            <a:r>
              <a:rPr sz="1350" spc="120" dirty="0">
                <a:solidFill>
                  <a:srgbClr val="3333CC"/>
                </a:solidFill>
                <a:latin typeface="Times New Roman"/>
                <a:cs typeface="Times New Roman"/>
              </a:rPr>
              <a:t>Mult1</a:t>
            </a:r>
            <a:endParaRPr sz="1350">
              <a:latin typeface="Times New Roman"/>
              <a:cs typeface="Times New Roman"/>
            </a:endParaRPr>
          </a:p>
        </p:txBody>
      </p:sp>
      <p:sp>
        <p:nvSpPr>
          <p:cNvPr id="47" name="object 18">
            <a:extLst>
              <a:ext uri="{FF2B5EF4-FFF2-40B4-BE49-F238E27FC236}">
                <a16:creationId xmlns:a16="http://schemas.microsoft.com/office/drawing/2014/main" id="{955C045C-45F1-27BE-EC04-6322BA526D62}"/>
              </a:ext>
            </a:extLst>
          </p:cNvPr>
          <p:cNvSpPr txBox="1"/>
          <p:nvPr/>
        </p:nvSpPr>
        <p:spPr>
          <a:xfrm>
            <a:off x="65507" y="5327470"/>
            <a:ext cx="2420620" cy="307340"/>
          </a:xfrm>
          <a:prstGeom prst="rect">
            <a:avLst/>
          </a:prstGeom>
        </p:spPr>
        <p:txBody>
          <a:bodyPr vert="horz" wrap="square" lIns="0" tIns="12065" rIns="0" bIns="0" rtlCol="0">
            <a:spAutoFit/>
          </a:bodyPr>
          <a:lstStyle/>
          <a:p>
            <a:pPr marL="12700">
              <a:lnSpc>
                <a:spcPct val="100000"/>
              </a:lnSpc>
              <a:spcBef>
                <a:spcPts val="95"/>
              </a:spcBef>
            </a:pPr>
            <a:r>
              <a:rPr sz="1850" i="1" spc="125" dirty="0">
                <a:solidFill>
                  <a:srgbClr val="FF0000"/>
                </a:solidFill>
                <a:latin typeface="Times New Roman"/>
                <a:cs typeface="Times New Roman"/>
              </a:rPr>
              <a:t>Register</a:t>
            </a:r>
            <a:r>
              <a:rPr sz="1850" i="1" spc="25" dirty="0">
                <a:solidFill>
                  <a:srgbClr val="FF0000"/>
                </a:solidFill>
                <a:latin typeface="Times New Roman"/>
                <a:cs typeface="Times New Roman"/>
              </a:rPr>
              <a:t> </a:t>
            </a:r>
            <a:r>
              <a:rPr sz="1850" i="1" spc="105" dirty="0">
                <a:solidFill>
                  <a:srgbClr val="FF0000"/>
                </a:solidFill>
                <a:latin typeface="Times New Roman"/>
                <a:cs typeface="Times New Roman"/>
              </a:rPr>
              <a:t>result</a:t>
            </a:r>
            <a:r>
              <a:rPr sz="1850" i="1" spc="65" dirty="0">
                <a:solidFill>
                  <a:srgbClr val="FF0000"/>
                </a:solidFill>
                <a:latin typeface="Times New Roman"/>
                <a:cs typeface="Times New Roman"/>
              </a:rPr>
              <a:t> </a:t>
            </a:r>
            <a:r>
              <a:rPr sz="1850" i="1" spc="110" dirty="0">
                <a:solidFill>
                  <a:srgbClr val="FF0000"/>
                </a:solidFill>
                <a:latin typeface="Times New Roman"/>
                <a:cs typeface="Times New Roman"/>
              </a:rPr>
              <a:t>status:</a:t>
            </a:r>
            <a:endParaRPr sz="1850">
              <a:latin typeface="Times New Roman"/>
              <a:cs typeface="Times New Roman"/>
            </a:endParaRPr>
          </a:p>
        </p:txBody>
      </p:sp>
      <p:graphicFrame>
        <p:nvGraphicFramePr>
          <p:cNvPr id="48" name="object 19">
            <a:extLst>
              <a:ext uri="{FF2B5EF4-FFF2-40B4-BE49-F238E27FC236}">
                <a16:creationId xmlns:a16="http://schemas.microsoft.com/office/drawing/2014/main" id="{574A1664-F678-A4C7-958B-8D6B3F9BAE14}"/>
              </a:ext>
            </a:extLst>
          </p:cNvPr>
          <p:cNvGraphicFramePr>
            <a:graphicFrameLocks noGrp="1"/>
          </p:cNvGraphicFramePr>
          <p:nvPr/>
        </p:nvGraphicFramePr>
        <p:xfrm>
          <a:off x="382121" y="5666069"/>
          <a:ext cx="8413746" cy="498531"/>
        </p:xfrm>
        <a:graphic>
          <a:graphicData uri="http://schemas.openxmlformats.org/drawingml/2006/table">
            <a:tbl>
              <a:tblPr firstRow="1" bandRow="1">
                <a:tableStyleId>{2D5ABB26-0587-4C30-8999-92F81FD0307C}</a:tableStyleId>
              </a:tblPr>
              <a:tblGrid>
                <a:gridCol w="1374775">
                  <a:extLst>
                    <a:ext uri="{9D8B030D-6E8A-4147-A177-3AD203B41FA5}">
                      <a16:colId xmlns:a16="http://schemas.microsoft.com/office/drawing/2014/main" val="20000"/>
                    </a:ext>
                  </a:extLst>
                </a:gridCol>
                <a:gridCol w="1097914">
                  <a:extLst>
                    <a:ext uri="{9D8B030D-6E8A-4147-A177-3AD203B41FA5}">
                      <a16:colId xmlns:a16="http://schemas.microsoft.com/office/drawing/2014/main" val="20001"/>
                    </a:ext>
                  </a:extLst>
                </a:gridCol>
                <a:gridCol w="675639">
                  <a:extLst>
                    <a:ext uri="{9D8B030D-6E8A-4147-A177-3AD203B41FA5}">
                      <a16:colId xmlns:a16="http://schemas.microsoft.com/office/drawing/2014/main" val="20002"/>
                    </a:ext>
                  </a:extLst>
                </a:gridCol>
                <a:gridCol w="732154">
                  <a:extLst>
                    <a:ext uri="{9D8B030D-6E8A-4147-A177-3AD203B41FA5}">
                      <a16:colId xmlns:a16="http://schemas.microsoft.com/office/drawing/2014/main" val="20003"/>
                    </a:ext>
                  </a:extLst>
                </a:gridCol>
                <a:gridCol w="510539">
                  <a:extLst>
                    <a:ext uri="{9D8B030D-6E8A-4147-A177-3AD203B41FA5}">
                      <a16:colId xmlns:a16="http://schemas.microsoft.com/office/drawing/2014/main" val="20004"/>
                    </a:ext>
                  </a:extLst>
                </a:gridCol>
                <a:gridCol w="755650">
                  <a:extLst>
                    <a:ext uri="{9D8B030D-6E8A-4147-A177-3AD203B41FA5}">
                      <a16:colId xmlns:a16="http://schemas.microsoft.com/office/drawing/2014/main" val="20005"/>
                    </a:ext>
                  </a:extLst>
                </a:gridCol>
                <a:gridCol w="607060">
                  <a:extLst>
                    <a:ext uri="{9D8B030D-6E8A-4147-A177-3AD203B41FA5}">
                      <a16:colId xmlns:a16="http://schemas.microsoft.com/office/drawing/2014/main" val="20006"/>
                    </a:ext>
                  </a:extLst>
                </a:gridCol>
                <a:gridCol w="714375">
                  <a:extLst>
                    <a:ext uri="{9D8B030D-6E8A-4147-A177-3AD203B41FA5}">
                      <a16:colId xmlns:a16="http://schemas.microsoft.com/office/drawing/2014/main" val="20007"/>
                    </a:ext>
                  </a:extLst>
                </a:gridCol>
                <a:gridCol w="1945640">
                  <a:extLst>
                    <a:ext uri="{9D8B030D-6E8A-4147-A177-3AD203B41FA5}">
                      <a16:colId xmlns:a16="http://schemas.microsoft.com/office/drawing/2014/main" val="20008"/>
                    </a:ext>
                  </a:extLst>
                </a:gridCol>
              </a:tblGrid>
              <a:tr h="271296">
                <a:tc>
                  <a:txBody>
                    <a:bodyPr/>
                    <a:lstStyle/>
                    <a:p>
                      <a:pPr marL="31750">
                        <a:lnSpc>
                          <a:spcPts val="2014"/>
                        </a:lnSpc>
                      </a:pPr>
                      <a:r>
                        <a:rPr sz="1850" spc="140" dirty="0">
                          <a:latin typeface="Times New Roman"/>
                          <a:cs typeface="Times New Roman"/>
                        </a:rPr>
                        <a:t>Clock</a:t>
                      </a:r>
                      <a:endParaRPr sz="1850">
                        <a:latin typeface="Times New Roman"/>
                        <a:cs typeface="Times New Roman"/>
                      </a:endParaRPr>
                    </a:p>
                  </a:txBody>
                  <a:tcPr marL="0" marR="0" marT="0" marB="0"/>
                </a:tc>
                <a:tc>
                  <a:txBody>
                    <a:bodyPr/>
                    <a:lstStyle/>
                    <a:p>
                      <a:pPr>
                        <a:lnSpc>
                          <a:spcPct val="100000"/>
                        </a:lnSpc>
                      </a:pPr>
                      <a:endParaRPr sz="1600">
                        <a:latin typeface="Times New Roman"/>
                        <a:cs typeface="Times New Roman"/>
                      </a:endParaRPr>
                    </a:p>
                  </a:txBody>
                  <a:tcPr marL="0" marR="0" marT="0" marB="0"/>
                </a:tc>
                <a:tc>
                  <a:txBody>
                    <a:bodyPr/>
                    <a:lstStyle/>
                    <a:p>
                      <a:pPr marR="1270" algn="ctr">
                        <a:lnSpc>
                          <a:spcPts val="2014"/>
                        </a:lnSpc>
                      </a:pPr>
                      <a:r>
                        <a:rPr sz="1850" i="1" spc="135" dirty="0">
                          <a:latin typeface="Times New Roman"/>
                          <a:cs typeface="Times New Roman"/>
                        </a:rPr>
                        <a:t>F0</a:t>
                      </a:r>
                      <a:endParaRPr sz="1850">
                        <a:latin typeface="Times New Roman"/>
                        <a:cs typeface="Times New Roman"/>
                      </a:endParaRPr>
                    </a:p>
                  </a:txBody>
                  <a:tcPr marL="0" marR="0" marT="0" marB="0">
                    <a:lnB w="9525">
                      <a:solidFill>
                        <a:srgbClr val="000000"/>
                      </a:solidFill>
                      <a:prstDash val="solid"/>
                    </a:lnB>
                  </a:tcPr>
                </a:tc>
                <a:tc>
                  <a:txBody>
                    <a:bodyPr/>
                    <a:lstStyle/>
                    <a:p>
                      <a:pPr marR="65405" algn="ctr">
                        <a:lnSpc>
                          <a:spcPts val="2014"/>
                        </a:lnSpc>
                      </a:pPr>
                      <a:r>
                        <a:rPr sz="1850" i="1" spc="135" dirty="0">
                          <a:latin typeface="Times New Roman"/>
                          <a:cs typeface="Times New Roman"/>
                        </a:rPr>
                        <a:t>F2</a:t>
                      </a:r>
                      <a:endParaRPr sz="1850">
                        <a:latin typeface="Times New Roman"/>
                        <a:cs typeface="Times New Roman"/>
                      </a:endParaRPr>
                    </a:p>
                  </a:txBody>
                  <a:tcPr marL="0" marR="0" marT="0" marB="0">
                    <a:lnB w="9525">
                      <a:solidFill>
                        <a:srgbClr val="000000"/>
                      </a:solidFill>
                      <a:prstDash val="solid"/>
                    </a:lnB>
                  </a:tcPr>
                </a:tc>
                <a:tc>
                  <a:txBody>
                    <a:bodyPr/>
                    <a:lstStyle/>
                    <a:p>
                      <a:pPr marL="94615">
                        <a:lnSpc>
                          <a:spcPts val="2014"/>
                        </a:lnSpc>
                      </a:pPr>
                      <a:r>
                        <a:rPr sz="1850" i="1" spc="135" dirty="0">
                          <a:latin typeface="Times New Roman"/>
                          <a:cs typeface="Times New Roman"/>
                        </a:rPr>
                        <a:t>F4</a:t>
                      </a:r>
                      <a:endParaRPr sz="1850">
                        <a:latin typeface="Times New Roman"/>
                        <a:cs typeface="Times New Roman"/>
                      </a:endParaRPr>
                    </a:p>
                  </a:txBody>
                  <a:tcPr marL="0" marR="0" marT="0" marB="0">
                    <a:lnB w="9525">
                      <a:solidFill>
                        <a:srgbClr val="000000"/>
                      </a:solidFill>
                      <a:prstDash val="solid"/>
                    </a:lnB>
                  </a:tcPr>
                </a:tc>
                <a:tc>
                  <a:txBody>
                    <a:bodyPr/>
                    <a:lstStyle/>
                    <a:p>
                      <a:pPr marL="1905" algn="ctr">
                        <a:lnSpc>
                          <a:spcPts val="2014"/>
                        </a:lnSpc>
                      </a:pPr>
                      <a:r>
                        <a:rPr sz="1850" i="1" spc="135" dirty="0">
                          <a:latin typeface="Times New Roman"/>
                          <a:cs typeface="Times New Roman"/>
                        </a:rPr>
                        <a:t>F6</a:t>
                      </a:r>
                      <a:endParaRPr sz="1850">
                        <a:latin typeface="Times New Roman"/>
                        <a:cs typeface="Times New Roman"/>
                      </a:endParaRPr>
                    </a:p>
                  </a:txBody>
                  <a:tcPr marL="0" marR="0" marT="0" marB="0">
                    <a:lnB w="9525">
                      <a:solidFill>
                        <a:srgbClr val="000000"/>
                      </a:solidFill>
                      <a:prstDash val="solid"/>
                    </a:lnB>
                  </a:tcPr>
                </a:tc>
                <a:tc>
                  <a:txBody>
                    <a:bodyPr/>
                    <a:lstStyle/>
                    <a:p>
                      <a:pPr marR="60960" algn="ctr">
                        <a:lnSpc>
                          <a:spcPts val="2014"/>
                        </a:lnSpc>
                      </a:pPr>
                      <a:r>
                        <a:rPr sz="1850" i="1" spc="135" dirty="0">
                          <a:latin typeface="Times New Roman"/>
                          <a:cs typeface="Times New Roman"/>
                        </a:rPr>
                        <a:t>F8</a:t>
                      </a:r>
                      <a:endParaRPr sz="1850">
                        <a:latin typeface="Times New Roman"/>
                        <a:cs typeface="Times New Roman"/>
                      </a:endParaRPr>
                    </a:p>
                  </a:txBody>
                  <a:tcPr marL="0" marR="0" marT="0" marB="0">
                    <a:lnB w="9525">
                      <a:solidFill>
                        <a:srgbClr val="000000"/>
                      </a:solidFill>
                      <a:prstDash val="solid"/>
                    </a:lnB>
                  </a:tcPr>
                </a:tc>
                <a:tc>
                  <a:txBody>
                    <a:bodyPr/>
                    <a:lstStyle/>
                    <a:p>
                      <a:pPr marL="90170">
                        <a:lnSpc>
                          <a:spcPts val="2014"/>
                        </a:lnSpc>
                      </a:pPr>
                      <a:r>
                        <a:rPr sz="1850" i="1" spc="155" dirty="0">
                          <a:latin typeface="Times New Roman"/>
                          <a:cs typeface="Times New Roman"/>
                        </a:rPr>
                        <a:t>F10</a:t>
                      </a:r>
                      <a:endParaRPr sz="1850">
                        <a:latin typeface="Times New Roman"/>
                        <a:cs typeface="Times New Roman"/>
                      </a:endParaRPr>
                    </a:p>
                  </a:txBody>
                  <a:tcPr marL="0" marR="0" marT="0" marB="0">
                    <a:lnB w="9525">
                      <a:solidFill>
                        <a:srgbClr val="000000"/>
                      </a:solidFill>
                      <a:prstDash val="solid"/>
                    </a:lnB>
                  </a:tcPr>
                </a:tc>
                <a:tc>
                  <a:txBody>
                    <a:bodyPr/>
                    <a:lstStyle/>
                    <a:p>
                      <a:pPr marL="133350">
                        <a:lnSpc>
                          <a:spcPts val="2014"/>
                        </a:lnSpc>
                        <a:tabLst>
                          <a:tab pos="959485" algn="l"/>
                          <a:tab pos="1407160" algn="l"/>
                        </a:tabLst>
                      </a:pPr>
                      <a:r>
                        <a:rPr sz="1850" i="1" spc="155" dirty="0">
                          <a:latin typeface="Times New Roman"/>
                          <a:cs typeface="Times New Roman"/>
                        </a:rPr>
                        <a:t>F12	</a:t>
                      </a:r>
                      <a:r>
                        <a:rPr sz="1850" i="1" spc="75" dirty="0">
                          <a:latin typeface="Times New Roman"/>
                          <a:cs typeface="Times New Roman"/>
                        </a:rPr>
                        <a:t>...	</a:t>
                      </a:r>
                      <a:r>
                        <a:rPr sz="1850" i="1" spc="155" dirty="0">
                          <a:latin typeface="Times New Roman"/>
                          <a:cs typeface="Times New Roman"/>
                        </a:rPr>
                        <a:t>F30</a:t>
                      </a:r>
                      <a:endParaRPr sz="185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227235">
                <a:tc>
                  <a:txBody>
                    <a:bodyPr/>
                    <a:lstStyle/>
                    <a:p>
                      <a:pPr marL="349885">
                        <a:lnSpc>
                          <a:spcPct val="100000"/>
                        </a:lnSpc>
                        <a:spcBef>
                          <a:spcPts val="60"/>
                        </a:spcBef>
                      </a:pPr>
                      <a:r>
                        <a:rPr sz="1350" b="1" dirty="0">
                          <a:latin typeface="Times New Roman"/>
                          <a:cs typeface="Times New Roman"/>
                        </a:rPr>
                        <a:t>5</a:t>
                      </a:r>
                      <a:endParaRPr sz="1350">
                        <a:latin typeface="Times New Roman"/>
                        <a:cs typeface="Times New Roman"/>
                      </a:endParaRPr>
                    </a:p>
                  </a:txBody>
                  <a:tcPr marL="0" marR="0" marT="7620" marB="0"/>
                </a:tc>
                <a:tc>
                  <a:txBody>
                    <a:bodyPr/>
                    <a:lstStyle/>
                    <a:p>
                      <a:pPr marL="688340">
                        <a:lnSpc>
                          <a:spcPct val="100000"/>
                        </a:lnSpc>
                        <a:spcBef>
                          <a:spcPts val="60"/>
                        </a:spcBef>
                      </a:pPr>
                      <a:r>
                        <a:rPr sz="1350" i="1" spc="200" dirty="0">
                          <a:latin typeface="Times New Roman"/>
                          <a:cs typeface="Times New Roman"/>
                        </a:rPr>
                        <a:t>FU</a:t>
                      </a:r>
                      <a:endParaRPr sz="1350">
                        <a:latin typeface="Times New Roman"/>
                        <a:cs typeface="Times New Roman"/>
                      </a:endParaRPr>
                    </a:p>
                  </a:txBody>
                  <a:tcPr marL="0" marR="0" marT="7620" marB="0">
                    <a:lnR w="9525">
                      <a:solidFill>
                        <a:srgbClr val="000000"/>
                      </a:solidFill>
                      <a:prstDash val="solid"/>
                    </a:lnR>
                  </a:tcPr>
                </a:tc>
                <a:tc>
                  <a:txBody>
                    <a:bodyPr/>
                    <a:lstStyle/>
                    <a:p>
                      <a:pPr marL="38100" algn="ctr">
                        <a:lnSpc>
                          <a:spcPct val="100000"/>
                        </a:lnSpc>
                        <a:spcBef>
                          <a:spcPts val="60"/>
                        </a:spcBef>
                      </a:pPr>
                      <a:r>
                        <a:rPr sz="1350" spc="120" dirty="0">
                          <a:solidFill>
                            <a:srgbClr val="0000FF"/>
                          </a:solidFill>
                          <a:latin typeface="Times New Roman"/>
                          <a:cs typeface="Times New Roman"/>
                        </a:rPr>
                        <a:t>Mult1</a:t>
                      </a:r>
                      <a:endParaRPr sz="1350">
                        <a:latin typeface="Times New Roman"/>
                        <a:cs typeface="Times New Roman"/>
                      </a:endParaRPr>
                    </a:p>
                  </a:txBody>
                  <a:tcPr marL="0" marR="0" marT="762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17780" algn="ctr">
                        <a:lnSpc>
                          <a:spcPct val="100000"/>
                        </a:lnSpc>
                        <a:spcBef>
                          <a:spcPts val="60"/>
                        </a:spcBef>
                      </a:pPr>
                      <a:r>
                        <a:rPr sz="1350" spc="140" dirty="0">
                          <a:solidFill>
                            <a:srgbClr val="FF0000"/>
                          </a:solidFill>
                          <a:latin typeface="Times New Roman"/>
                          <a:cs typeface="Times New Roman"/>
                        </a:rPr>
                        <a:t>M(A2)</a:t>
                      </a:r>
                      <a:endParaRPr sz="1350">
                        <a:latin typeface="Times New Roman"/>
                        <a:cs typeface="Times New Roman"/>
                      </a:endParaRPr>
                    </a:p>
                  </a:txBody>
                  <a:tcPr marL="0" marR="0" marT="762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marL="48895" algn="ctr">
                        <a:lnSpc>
                          <a:spcPct val="100000"/>
                        </a:lnSpc>
                        <a:spcBef>
                          <a:spcPts val="60"/>
                        </a:spcBef>
                      </a:pPr>
                      <a:r>
                        <a:rPr sz="1350" spc="140" dirty="0">
                          <a:latin typeface="Times New Roman"/>
                          <a:cs typeface="Times New Roman"/>
                        </a:rPr>
                        <a:t>M(A1)</a:t>
                      </a:r>
                      <a:endParaRPr sz="1350">
                        <a:latin typeface="Times New Roman"/>
                        <a:cs typeface="Times New Roman"/>
                      </a:endParaRPr>
                    </a:p>
                  </a:txBody>
                  <a:tcPr marL="0" marR="0" marT="7620" marB="0">
                    <a:lnT w="9525">
                      <a:solidFill>
                        <a:srgbClr val="000000"/>
                      </a:solidFill>
                      <a:prstDash val="solid"/>
                    </a:lnT>
                    <a:lnB w="9525">
                      <a:solidFill>
                        <a:srgbClr val="000000"/>
                      </a:solidFill>
                      <a:prstDash val="solid"/>
                    </a:lnB>
                  </a:tcPr>
                </a:tc>
                <a:tc>
                  <a:txBody>
                    <a:bodyPr/>
                    <a:lstStyle/>
                    <a:p>
                      <a:pPr marR="5080" algn="ctr">
                        <a:lnSpc>
                          <a:spcPct val="100000"/>
                        </a:lnSpc>
                        <a:spcBef>
                          <a:spcPts val="60"/>
                        </a:spcBef>
                      </a:pPr>
                      <a:r>
                        <a:rPr sz="1350" spc="145" dirty="0">
                          <a:solidFill>
                            <a:srgbClr val="FF00FF"/>
                          </a:solidFill>
                          <a:latin typeface="Times New Roman"/>
                          <a:cs typeface="Times New Roman"/>
                        </a:rPr>
                        <a:t>Add1</a:t>
                      </a:r>
                      <a:endParaRPr sz="1350">
                        <a:latin typeface="Times New Roman"/>
                        <a:cs typeface="Times New Roman"/>
                      </a:endParaRPr>
                    </a:p>
                  </a:txBody>
                  <a:tcPr marL="0" marR="0" marT="7620" marB="0">
                    <a:lnT w="9525">
                      <a:solidFill>
                        <a:srgbClr val="000000"/>
                      </a:solidFill>
                      <a:prstDash val="solid"/>
                    </a:lnT>
                    <a:lnB w="9525">
                      <a:solidFill>
                        <a:srgbClr val="000000"/>
                      </a:solidFill>
                      <a:prstDash val="solid"/>
                    </a:lnB>
                  </a:tcPr>
                </a:tc>
                <a:tc>
                  <a:txBody>
                    <a:bodyPr/>
                    <a:lstStyle/>
                    <a:p>
                      <a:pPr marL="81280">
                        <a:lnSpc>
                          <a:spcPct val="100000"/>
                        </a:lnSpc>
                        <a:spcBef>
                          <a:spcPts val="60"/>
                        </a:spcBef>
                      </a:pPr>
                      <a:r>
                        <a:rPr sz="1350" spc="120" dirty="0">
                          <a:solidFill>
                            <a:srgbClr val="00FF00"/>
                          </a:solidFill>
                          <a:latin typeface="Times New Roman"/>
                          <a:cs typeface="Times New Roman"/>
                        </a:rPr>
                        <a:t>Mult2</a:t>
                      </a:r>
                      <a:endParaRPr sz="1350">
                        <a:latin typeface="Times New Roman"/>
                        <a:cs typeface="Times New Roman"/>
                      </a:endParaRPr>
                    </a:p>
                  </a:txBody>
                  <a:tcPr marL="0" marR="0" marT="762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bl>
          </a:graphicData>
        </a:graphic>
      </p:graphicFrame>
      <p:grpSp>
        <p:nvGrpSpPr>
          <p:cNvPr id="49" name="object 20">
            <a:extLst>
              <a:ext uri="{FF2B5EF4-FFF2-40B4-BE49-F238E27FC236}">
                <a16:creationId xmlns:a16="http://schemas.microsoft.com/office/drawing/2014/main" id="{83AFF79E-8ACB-B03B-EBBE-36CC0154A9B3}"/>
              </a:ext>
            </a:extLst>
          </p:cNvPr>
          <p:cNvGrpSpPr/>
          <p:nvPr/>
        </p:nvGrpSpPr>
        <p:grpSpPr>
          <a:xfrm>
            <a:off x="2850081" y="2073300"/>
            <a:ext cx="2005964" cy="1370330"/>
            <a:chOff x="2814871" y="1471024"/>
            <a:chExt cx="2005964" cy="1370330"/>
          </a:xfrm>
        </p:grpSpPr>
        <p:sp>
          <p:nvSpPr>
            <p:cNvPr id="50" name="object 21">
              <a:extLst>
                <a:ext uri="{FF2B5EF4-FFF2-40B4-BE49-F238E27FC236}">
                  <a16:creationId xmlns:a16="http://schemas.microsoft.com/office/drawing/2014/main" id="{3288F4DB-0AEC-F673-4E5C-B30876B00E5F}"/>
                </a:ext>
              </a:extLst>
            </p:cNvPr>
            <p:cNvSpPr/>
            <p:nvPr/>
          </p:nvSpPr>
          <p:spPr>
            <a:xfrm>
              <a:off x="2827797" y="1474748"/>
              <a:ext cx="1988185" cy="0"/>
            </a:xfrm>
            <a:custGeom>
              <a:avLst/>
              <a:gdLst/>
              <a:ahLst/>
              <a:cxnLst/>
              <a:rect l="l" t="t" r="r" b="b"/>
              <a:pathLst>
                <a:path w="1988185">
                  <a:moveTo>
                    <a:pt x="0" y="0"/>
                  </a:moveTo>
                  <a:lnTo>
                    <a:pt x="1988142" y="0"/>
                  </a:lnTo>
                </a:path>
              </a:pathLst>
            </a:custGeom>
            <a:ln w="7326">
              <a:solidFill>
                <a:srgbClr val="000000"/>
              </a:solidFill>
            </a:ln>
          </p:spPr>
          <p:txBody>
            <a:bodyPr wrap="square" lIns="0" tIns="0" rIns="0" bIns="0" rtlCol="0"/>
            <a:lstStyle/>
            <a:p>
              <a:endParaRPr/>
            </a:p>
          </p:txBody>
        </p:sp>
        <p:sp>
          <p:nvSpPr>
            <p:cNvPr id="51" name="object 22">
              <a:extLst>
                <a:ext uri="{FF2B5EF4-FFF2-40B4-BE49-F238E27FC236}">
                  <a16:creationId xmlns:a16="http://schemas.microsoft.com/office/drawing/2014/main" id="{414F52D2-B1AF-75C8-8745-7A2D6E62AB70}"/>
                </a:ext>
              </a:extLst>
            </p:cNvPr>
            <p:cNvSpPr/>
            <p:nvPr/>
          </p:nvSpPr>
          <p:spPr>
            <a:xfrm>
              <a:off x="2823427" y="1471059"/>
              <a:ext cx="1997075" cy="7620"/>
            </a:xfrm>
            <a:custGeom>
              <a:avLst/>
              <a:gdLst/>
              <a:ahLst/>
              <a:cxnLst/>
              <a:rect l="l" t="t" r="r" b="b"/>
              <a:pathLst>
                <a:path w="1997075" h="7619">
                  <a:moveTo>
                    <a:pt x="1996769" y="0"/>
                  </a:moveTo>
                  <a:lnTo>
                    <a:pt x="0" y="0"/>
                  </a:lnTo>
                  <a:lnTo>
                    <a:pt x="0" y="7314"/>
                  </a:lnTo>
                  <a:lnTo>
                    <a:pt x="1996769" y="7314"/>
                  </a:lnTo>
                  <a:lnTo>
                    <a:pt x="1996769" y="0"/>
                  </a:lnTo>
                  <a:close/>
                </a:path>
              </a:pathLst>
            </a:custGeom>
            <a:solidFill>
              <a:srgbClr val="000000"/>
            </a:solidFill>
          </p:spPr>
          <p:txBody>
            <a:bodyPr wrap="square" lIns="0" tIns="0" rIns="0" bIns="0" rtlCol="0"/>
            <a:lstStyle/>
            <a:p>
              <a:endParaRPr/>
            </a:p>
          </p:txBody>
        </p:sp>
        <p:sp>
          <p:nvSpPr>
            <p:cNvPr id="52" name="object 23">
              <a:extLst>
                <a:ext uri="{FF2B5EF4-FFF2-40B4-BE49-F238E27FC236}">
                  <a16:creationId xmlns:a16="http://schemas.microsoft.com/office/drawing/2014/main" id="{D53715D9-0348-D173-4FB9-DCB4FB954F78}"/>
                </a:ext>
              </a:extLst>
            </p:cNvPr>
            <p:cNvSpPr/>
            <p:nvPr/>
          </p:nvSpPr>
          <p:spPr>
            <a:xfrm>
              <a:off x="2819171" y="1474748"/>
              <a:ext cx="0" cy="1362710"/>
            </a:xfrm>
            <a:custGeom>
              <a:avLst/>
              <a:gdLst/>
              <a:ahLst/>
              <a:cxnLst/>
              <a:rect l="l" t="t" r="r" b="b"/>
              <a:pathLst>
                <a:path h="1362710">
                  <a:moveTo>
                    <a:pt x="0" y="0"/>
                  </a:moveTo>
                  <a:lnTo>
                    <a:pt x="0" y="1362440"/>
                  </a:lnTo>
                </a:path>
              </a:pathLst>
            </a:custGeom>
            <a:ln w="8599">
              <a:solidFill>
                <a:srgbClr val="000000"/>
              </a:solidFill>
            </a:ln>
          </p:spPr>
          <p:txBody>
            <a:bodyPr wrap="square" lIns="0" tIns="0" rIns="0" bIns="0" rtlCol="0"/>
            <a:lstStyle/>
            <a:p>
              <a:endParaRPr/>
            </a:p>
          </p:txBody>
        </p:sp>
        <p:sp>
          <p:nvSpPr>
            <p:cNvPr id="53" name="object 24">
              <a:extLst>
                <a:ext uri="{FF2B5EF4-FFF2-40B4-BE49-F238E27FC236}">
                  <a16:creationId xmlns:a16="http://schemas.microsoft.com/office/drawing/2014/main" id="{E2E08F8F-1A48-794D-35D1-419157B18A9F}"/>
                </a:ext>
              </a:extLst>
            </p:cNvPr>
            <p:cNvSpPr/>
            <p:nvPr/>
          </p:nvSpPr>
          <p:spPr>
            <a:xfrm>
              <a:off x="2814915" y="1471024"/>
              <a:ext cx="8890" cy="1370330"/>
            </a:xfrm>
            <a:custGeom>
              <a:avLst/>
              <a:gdLst/>
              <a:ahLst/>
              <a:cxnLst/>
              <a:rect l="l" t="t" r="r" b="b"/>
              <a:pathLst>
                <a:path w="8889" h="1370330">
                  <a:moveTo>
                    <a:pt x="8599" y="0"/>
                  </a:moveTo>
                  <a:lnTo>
                    <a:pt x="0" y="0"/>
                  </a:lnTo>
                  <a:lnTo>
                    <a:pt x="0" y="1369790"/>
                  </a:lnTo>
                  <a:lnTo>
                    <a:pt x="8599" y="1369790"/>
                  </a:lnTo>
                  <a:lnTo>
                    <a:pt x="8599" y="0"/>
                  </a:lnTo>
                  <a:close/>
                </a:path>
              </a:pathLst>
            </a:custGeom>
            <a:solidFill>
              <a:srgbClr val="000000"/>
            </a:solidFill>
          </p:spPr>
          <p:txBody>
            <a:bodyPr wrap="square" lIns="0" tIns="0" rIns="0" bIns="0" rtlCol="0"/>
            <a:lstStyle/>
            <a:p>
              <a:endParaRPr/>
            </a:p>
          </p:txBody>
        </p:sp>
        <p:sp>
          <p:nvSpPr>
            <p:cNvPr id="54" name="object 25">
              <a:extLst>
                <a:ext uri="{FF2B5EF4-FFF2-40B4-BE49-F238E27FC236}">
                  <a16:creationId xmlns:a16="http://schemas.microsoft.com/office/drawing/2014/main" id="{D3B42C51-7F40-E4B8-A0CF-07DB87E4CC40}"/>
                </a:ext>
              </a:extLst>
            </p:cNvPr>
            <p:cNvSpPr/>
            <p:nvPr/>
          </p:nvSpPr>
          <p:spPr>
            <a:xfrm>
              <a:off x="4815940" y="1482097"/>
              <a:ext cx="0" cy="1355090"/>
            </a:xfrm>
            <a:custGeom>
              <a:avLst/>
              <a:gdLst/>
              <a:ahLst/>
              <a:cxnLst/>
              <a:rect l="l" t="t" r="r" b="b"/>
              <a:pathLst>
                <a:path h="1355089">
                  <a:moveTo>
                    <a:pt x="0" y="0"/>
                  </a:moveTo>
                  <a:lnTo>
                    <a:pt x="0" y="1355091"/>
                  </a:lnTo>
                </a:path>
              </a:pathLst>
            </a:custGeom>
            <a:ln w="8599">
              <a:solidFill>
                <a:srgbClr val="000000"/>
              </a:solidFill>
            </a:ln>
          </p:spPr>
          <p:txBody>
            <a:bodyPr wrap="square" lIns="0" tIns="0" rIns="0" bIns="0" rtlCol="0"/>
            <a:lstStyle/>
            <a:p>
              <a:endParaRPr/>
            </a:p>
          </p:txBody>
        </p:sp>
        <p:sp>
          <p:nvSpPr>
            <p:cNvPr id="55" name="object 26">
              <a:extLst>
                <a:ext uri="{FF2B5EF4-FFF2-40B4-BE49-F238E27FC236}">
                  <a16:creationId xmlns:a16="http://schemas.microsoft.com/office/drawing/2014/main" id="{882C7AF4-EA13-C9A3-02CD-782F6A3BE31B}"/>
                </a:ext>
              </a:extLst>
            </p:cNvPr>
            <p:cNvSpPr/>
            <p:nvPr/>
          </p:nvSpPr>
          <p:spPr>
            <a:xfrm>
              <a:off x="4811684" y="1478374"/>
              <a:ext cx="8890" cy="1362710"/>
            </a:xfrm>
            <a:custGeom>
              <a:avLst/>
              <a:gdLst/>
              <a:ahLst/>
              <a:cxnLst/>
              <a:rect l="l" t="t" r="r" b="b"/>
              <a:pathLst>
                <a:path w="8889" h="1362710">
                  <a:moveTo>
                    <a:pt x="8599" y="0"/>
                  </a:moveTo>
                  <a:lnTo>
                    <a:pt x="0" y="0"/>
                  </a:lnTo>
                  <a:lnTo>
                    <a:pt x="0" y="1362440"/>
                  </a:lnTo>
                  <a:lnTo>
                    <a:pt x="8599" y="1362440"/>
                  </a:lnTo>
                  <a:lnTo>
                    <a:pt x="8599" y="0"/>
                  </a:lnTo>
                  <a:close/>
                </a:path>
              </a:pathLst>
            </a:custGeom>
            <a:solidFill>
              <a:srgbClr val="000000"/>
            </a:solidFill>
          </p:spPr>
          <p:txBody>
            <a:bodyPr wrap="square" lIns="0" tIns="0" rIns="0" bIns="0" rtlCol="0"/>
            <a:lstStyle/>
            <a:p>
              <a:endParaRPr/>
            </a:p>
          </p:txBody>
        </p:sp>
        <p:sp>
          <p:nvSpPr>
            <p:cNvPr id="56" name="object 27">
              <a:extLst>
                <a:ext uri="{FF2B5EF4-FFF2-40B4-BE49-F238E27FC236}">
                  <a16:creationId xmlns:a16="http://schemas.microsoft.com/office/drawing/2014/main" id="{508259AD-FE1E-21E8-D2A2-1B30F0AF6187}"/>
                </a:ext>
              </a:extLst>
            </p:cNvPr>
            <p:cNvSpPr/>
            <p:nvPr/>
          </p:nvSpPr>
          <p:spPr>
            <a:xfrm>
              <a:off x="2827797" y="2837189"/>
              <a:ext cx="1988185" cy="0"/>
            </a:xfrm>
            <a:custGeom>
              <a:avLst/>
              <a:gdLst/>
              <a:ahLst/>
              <a:cxnLst/>
              <a:rect l="l" t="t" r="r" b="b"/>
              <a:pathLst>
                <a:path w="1988185">
                  <a:moveTo>
                    <a:pt x="0" y="0"/>
                  </a:moveTo>
                  <a:lnTo>
                    <a:pt x="1988142" y="0"/>
                  </a:lnTo>
                </a:path>
              </a:pathLst>
            </a:custGeom>
            <a:ln w="7326">
              <a:solidFill>
                <a:srgbClr val="000000"/>
              </a:solidFill>
            </a:ln>
          </p:spPr>
          <p:txBody>
            <a:bodyPr wrap="square" lIns="0" tIns="0" rIns="0" bIns="0" rtlCol="0"/>
            <a:lstStyle/>
            <a:p>
              <a:endParaRPr/>
            </a:p>
          </p:txBody>
        </p:sp>
        <p:sp>
          <p:nvSpPr>
            <p:cNvPr id="57" name="object 28">
              <a:extLst>
                <a:ext uri="{FF2B5EF4-FFF2-40B4-BE49-F238E27FC236}">
                  <a16:creationId xmlns:a16="http://schemas.microsoft.com/office/drawing/2014/main" id="{2C6D8147-AE11-947B-8A92-C4CC69C20B48}"/>
                </a:ext>
              </a:extLst>
            </p:cNvPr>
            <p:cNvSpPr/>
            <p:nvPr/>
          </p:nvSpPr>
          <p:spPr>
            <a:xfrm>
              <a:off x="2823427" y="2833500"/>
              <a:ext cx="1997075" cy="7620"/>
            </a:xfrm>
            <a:custGeom>
              <a:avLst/>
              <a:gdLst/>
              <a:ahLst/>
              <a:cxnLst/>
              <a:rect l="l" t="t" r="r" b="b"/>
              <a:pathLst>
                <a:path w="1997075" h="7619">
                  <a:moveTo>
                    <a:pt x="1996769" y="0"/>
                  </a:moveTo>
                  <a:lnTo>
                    <a:pt x="0" y="0"/>
                  </a:lnTo>
                  <a:lnTo>
                    <a:pt x="0" y="7314"/>
                  </a:lnTo>
                  <a:lnTo>
                    <a:pt x="1996769" y="7314"/>
                  </a:lnTo>
                  <a:lnTo>
                    <a:pt x="1996769"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1628761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6AC8C-1C05-C1E2-7C4C-ED7E73D3BC7C}"/>
              </a:ext>
            </a:extLst>
          </p:cNvPr>
          <p:cNvSpPr>
            <a:spLocks noGrp="1"/>
          </p:cNvSpPr>
          <p:nvPr>
            <p:ph type="title"/>
          </p:nvPr>
        </p:nvSpPr>
        <p:spPr/>
        <p:txBody>
          <a:bodyPr/>
          <a:lstStyle/>
          <a:p>
            <a:r>
              <a:rPr lang="en-US" dirty="0"/>
              <a:t>Cycle-6</a:t>
            </a:r>
            <a:endParaRPr lang="en-IN" dirty="0"/>
          </a:p>
        </p:txBody>
      </p:sp>
      <p:sp>
        <p:nvSpPr>
          <p:cNvPr id="4" name="Footer Placeholder 3">
            <a:extLst>
              <a:ext uri="{FF2B5EF4-FFF2-40B4-BE49-F238E27FC236}">
                <a16:creationId xmlns:a16="http://schemas.microsoft.com/office/drawing/2014/main" id="{1520F544-5EEE-71E5-89CF-8569F7F9A297}"/>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30725DDC-0150-3050-8746-80D29947C845}"/>
              </a:ext>
            </a:extLst>
          </p:cNvPr>
          <p:cNvSpPr>
            <a:spLocks noGrp="1"/>
          </p:cNvSpPr>
          <p:nvPr>
            <p:ph type="sldNum" sz="quarter" idx="12"/>
          </p:nvPr>
        </p:nvSpPr>
        <p:spPr/>
        <p:txBody>
          <a:bodyPr/>
          <a:lstStyle/>
          <a:p>
            <a:fld id="{B8651ABE-1138-46C6-9A43-7FCD4EB2550C}" type="slidenum">
              <a:rPr lang="en-IN" smtClean="0"/>
              <a:pPr/>
              <a:t>27</a:t>
            </a:fld>
            <a:endParaRPr lang="en-IN" dirty="0"/>
          </a:p>
        </p:txBody>
      </p:sp>
      <p:sp>
        <p:nvSpPr>
          <p:cNvPr id="6" name="object 3">
            <a:extLst>
              <a:ext uri="{FF2B5EF4-FFF2-40B4-BE49-F238E27FC236}">
                <a16:creationId xmlns:a16="http://schemas.microsoft.com/office/drawing/2014/main" id="{929ADEBE-24AC-63D9-F65D-8F584F2DE3F5}"/>
              </a:ext>
            </a:extLst>
          </p:cNvPr>
          <p:cNvSpPr txBox="1"/>
          <p:nvPr/>
        </p:nvSpPr>
        <p:spPr>
          <a:xfrm>
            <a:off x="65507" y="1550690"/>
            <a:ext cx="2028189" cy="300990"/>
          </a:xfrm>
          <a:prstGeom prst="rect">
            <a:avLst/>
          </a:prstGeom>
        </p:spPr>
        <p:txBody>
          <a:bodyPr vert="horz" wrap="square" lIns="0" tIns="13335" rIns="0" bIns="0" rtlCol="0">
            <a:spAutoFit/>
          </a:bodyPr>
          <a:lstStyle/>
          <a:p>
            <a:pPr marL="12700">
              <a:lnSpc>
                <a:spcPct val="100000"/>
              </a:lnSpc>
              <a:spcBef>
                <a:spcPts val="105"/>
              </a:spcBef>
            </a:pPr>
            <a:r>
              <a:rPr sz="1800" i="1" spc="140" dirty="0">
                <a:solidFill>
                  <a:srgbClr val="FF0000"/>
                </a:solidFill>
                <a:latin typeface="Times New Roman"/>
                <a:cs typeface="Times New Roman"/>
              </a:rPr>
              <a:t>Instruction</a:t>
            </a:r>
            <a:r>
              <a:rPr sz="1800" i="1" spc="5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sp>
        <p:nvSpPr>
          <p:cNvPr id="7" name="object 4">
            <a:extLst>
              <a:ext uri="{FF2B5EF4-FFF2-40B4-BE49-F238E27FC236}">
                <a16:creationId xmlns:a16="http://schemas.microsoft.com/office/drawing/2014/main" id="{D200B388-B02A-AFB9-0309-6E82E0471788}"/>
              </a:ext>
            </a:extLst>
          </p:cNvPr>
          <p:cNvSpPr txBox="1"/>
          <p:nvPr/>
        </p:nvSpPr>
        <p:spPr>
          <a:xfrm>
            <a:off x="6176072" y="1844644"/>
            <a:ext cx="1425575" cy="258445"/>
          </a:xfrm>
          <a:prstGeom prst="rect">
            <a:avLst/>
          </a:prstGeom>
        </p:spPr>
        <p:txBody>
          <a:bodyPr vert="horz" wrap="square" lIns="0" tIns="15875" rIns="0" bIns="0" rtlCol="0">
            <a:spAutoFit/>
          </a:bodyPr>
          <a:lstStyle/>
          <a:p>
            <a:pPr marL="12700">
              <a:lnSpc>
                <a:spcPct val="100000"/>
              </a:lnSpc>
              <a:spcBef>
                <a:spcPts val="125"/>
              </a:spcBef>
              <a:tabLst>
                <a:tab pos="650240" algn="l"/>
              </a:tabLst>
            </a:pPr>
            <a:r>
              <a:rPr sz="1500" spc="165" dirty="0">
                <a:latin typeface="Times New Roman"/>
                <a:cs typeface="Times New Roman"/>
              </a:rPr>
              <a:t>Busy	</a:t>
            </a:r>
            <a:r>
              <a:rPr sz="1500" spc="150" dirty="0">
                <a:latin typeface="Times New Roman"/>
                <a:cs typeface="Times New Roman"/>
              </a:rPr>
              <a:t>Address</a:t>
            </a:r>
            <a:endParaRPr sz="1500">
              <a:latin typeface="Times New Roman"/>
              <a:cs typeface="Times New Roman"/>
            </a:endParaRPr>
          </a:p>
        </p:txBody>
      </p:sp>
      <p:sp>
        <p:nvSpPr>
          <p:cNvPr id="8" name="object 5">
            <a:extLst>
              <a:ext uri="{FF2B5EF4-FFF2-40B4-BE49-F238E27FC236}">
                <a16:creationId xmlns:a16="http://schemas.microsoft.com/office/drawing/2014/main" id="{2CCB29AF-95FD-8906-5276-36E7E3624B8D}"/>
              </a:ext>
            </a:extLst>
          </p:cNvPr>
          <p:cNvSpPr txBox="1"/>
          <p:nvPr/>
        </p:nvSpPr>
        <p:spPr>
          <a:xfrm>
            <a:off x="3835879" y="2079790"/>
            <a:ext cx="116205" cy="470534"/>
          </a:xfrm>
          <a:prstGeom prst="rect">
            <a:avLst/>
          </a:prstGeom>
        </p:spPr>
        <p:txBody>
          <a:bodyPr vert="horz" wrap="square" lIns="0" tIns="29209" rIns="0" bIns="0" rtlCol="0">
            <a:spAutoFit/>
          </a:bodyPr>
          <a:lstStyle/>
          <a:p>
            <a:pPr>
              <a:lnSpc>
                <a:spcPct val="100000"/>
              </a:lnSpc>
              <a:spcBef>
                <a:spcPts val="229"/>
              </a:spcBef>
            </a:pPr>
            <a:r>
              <a:rPr sz="1350" spc="135" dirty="0">
                <a:latin typeface="Times New Roman"/>
                <a:cs typeface="Times New Roman"/>
              </a:rPr>
              <a:t>3</a:t>
            </a:r>
            <a:endParaRPr sz="1350">
              <a:latin typeface="Times New Roman"/>
              <a:cs typeface="Times New Roman"/>
            </a:endParaRPr>
          </a:p>
          <a:p>
            <a:pPr>
              <a:lnSpc>
                <a:spcPct val="100000"/>
              </a:lnSpc>
              <a:spcBef>
                <a:spcPts val="130"/>
              </a:spcBef>
            </a:pPr>
            <a:r>
              <a:rPr sz="1350" spc="135" dirty="0">
                <a:latin typeface="Times New Roman"/>
                <a:cs typeface="Times New Roman"/>
              </a:rPr>
              <a:t>4</a:t>
            </a:r>
            <a:endParaRPr sz="1350">
              <a:latin typeface="Times New Roman"/>
              <a:cs typeface="Times New Roman"/>
            </a:endParaRPr>
          </a:p>
        </p:txBody>
      </p:sp>
      <p:sp>
        <p:nvSpPr>
          <p:cNvPr id="9" name="object 6">
            <a:extLst>
              <a:ext uri="{FF2B5EF4-FFF2-40B4-BE49-F238E27FC236}">
                <a16:creationId xmlns:a16="http://schemas.microsoft.com/office/drawing/2014/main" id="{A1D22D7B-5FE4-1878-0598-4CF62DD97D0B}"/>
              </a:ext>
            </a:extLst>
          </p:cNvPr>
          <p:cNvSpPr txBox="1"/>
          <p:nvPr/>
        </p:nvSpPr>
        <p:spPr>
          <a:xfrm>
            <a:off x="4482173" y="2079790"/>
            <a:ext cx="116205" cy="470534"/>
          </a:xfrm>
          <a:prstGeom prst="rect">
            <a:avLst/>
          </a:prstGeom>
        </p:spPr>
        <p:txBody>
          <a:bodyPr vert="horz" wrap="square" lIns="0" tIns="29209" rIns="0" bIns="0" rtlCol="0">
            <a:spAutoFit/>
          </a:bodyPr>
          <a:lstStyle/>
          <a:p>
            <a:pPr>
              <a:lnSpc>
                <a:spcPct val="100000"/>
              </a:lnSpc>
              <a:spcBef>
                <a:spcPts val="229"/>
              </a:spcBef>
            </a:pPr>
            <a:r>
              <a:rPr sz="1350" spc="135" dirty="0">
                <a:latin typeface="Times New Roman"/>
                <a:cs typeface="Times New Roman"/>
              </a:rPr>
              <a:t>4</a:t>
            </a:r>
            <a:endParaRPr sz="1350">
              <a:latin typeface="Times New Roman"/>
              <a:cs typeface="Times New Roman"/>
            </a:endParaRPr>
          </a:p>
          <a:p>
            <a:pPr>
              <a:lnSpc>
                <a:spcPct val="100000"/>
              </a:lnSpc>
              <a:spcBef>
                <a:spcPts val="130"/>
              </a:spcBef>
            </a:pPr>
            <a:r>
              <a:rPr sz="1350" spc="135" dirty="0">
                <a:latin typeface="Times New Roman"/>
                <a:cs typeface="Times New Roman"/>
              </a:rPr>
              <a:t>5</a:t>
            </a:r>
            <a:endParaRPr sz="1350">
              <a:latin typeface="Times New Roman"/>
              <a:cs typeface="Times New Roman"/>
            </a:endParaRPr>
          </a:p>
        </p:txBody>
      </p:sp>
      <p:sp>
        <p:nvSpPr>
          <p:cNvPr id="10" name="object 7">
            <a:extLst>
              <a:ext uri="{FF2B5EF4-FFF2-40B4-BE49-F238E27FC236}">
                <a16:creationId xmlns:a16="http://schemas.microsoft.com/office/drawing/2014/main" id="{32142AD8-848D-97E4-69F2-71EC791363DF}"/>
              </a:ext>
            </a:extLst>
          </p:cNvPr>
          <p:cNvSpPr txBox="1"/>
          <p:nvPr/>
        </p:nvSpPr>
        <p:spPr>
          <a:xfrm>
            <a:off x="392970" y="1843634"/>
            <a:ext cx="920750" cy="1595120"/>
          </a:xfrm>
          <a:prstGeom prst="rect">
            <a:avLst/>
          </a:prstGeom>
        </p:spPr>
        <p:txBody>
          <a:bodyPr vert="horz" wrap="square" lIns="0" tIns="12700" rIns="0" bIns="0" rtlCol="0">
            <a:spAutoFit/>
          </a:bodyPr>
          <a:lstStyle/>
          <a:p>
            <a:pPr marL="12700" marR="5080">
              <a:lnSpc>
                <a:spcPct val="111400"/>
              </a:lnSpc>
              <a:spcBef>
                <a:spcPts val="100"/>
              </a:spcBef>
            </a:pPr>
            <a:r>
              <a:rPr sz="1350" spc="114" dirty="0">
                <a:latin typeface="Times New Roman"/>
                <a:cs typeface="Times New Roman"/>
              </a:rPr>
              <a:t>In</a:t>
            </a:r>
            <a:r>
              <a:rPr sz="1350" spc="80" dirty="0">
                <a:latin typeface="Times New Roman"/>
                <a:cs typeface="Times New Roman"/>
              </a:rPr>
              <a:t>s</a:t>
            </a:r>
            <a:r>
              <a:rPr sz="1350" spc="90" dirty="0">
                <a:latin typeface="Times New Roman"/>
                <a:cs typeface="Times New Roman"/>
              </a:rPr>
              <a:t>t</a:t>
            </a:r>
            <a:r>
              <a:rPr sz="1350" spc="114" dirty="0">
                <a:latin typeface="Times New Roman"/>
                <a:cs typeface="Times New Roman"/>
              </a:rPr>
              <a:t>ruct</a:t>
            </a:r>
            <a:r>
              <a:rPr sz="1350" spc="25" dirty="0">
                <a:latin typeface="Times New Roman"/>
                <a:cs typeface="Times New Roman"/>
              </a:rPr>
              <a:t>i</a:t>
            </a:r>
            <a:r>
              <a:rPr sz="1350" spc="100" dirty="0">
                <a:latin typeface="Times New Roman"/>
                <a:cs typeface="Times New Roman"/>
              </a:rPr>
              <a:t>on  </a:t>
            </a:r>
            <a:r>
              <a:rPr sz="1350" spc="204" dirty="0">
                <a:latin typeface="Times New Roman"/>
                <a:cs typeface="Times New Roman"/>
              </a:rPr>
              <a:t>LD</a:t>
            </a:r>
            <a:endParaRPr sz="1350">
              <a:latin typeface="Times New Roman"/>
              <a:cs typeface="Times New Roman"/>
            </a:endParaRPr>
          </a:p>
          <a:p>
            <a:pPr marL="12700" marR="182245">
              <a:lnSpc>
                <a:spcPct val="108000"/>
              </a:lnSpc>
            </a:pPr>
            <a:r>
              <a:rPr sz="1350" spc="204" dirty="0">
                <a:solidFill>
                  <a:srgbClr val="FF0000"/>
                </a:solidFill>
                <a:latin typeface="Times New Roman"/>
                <a:cs typeface="Times New Roman"/>
              </a:rPr>
              <a:t>LD </a:t>
            </a:r>
            <a:r>
              <a:rPr sz="1350" spc="210" dirty="0">
                <a:solidFill>
                  <a:srgbClr val="FF0000"/>
                </a:solidFill>
                <a:latin typeface="Times New Roman"/>
                <a:cs typeface="Times New Roman"/>
              </a:rPr>
              <a:t> </a:t>
            </a:r>
            <a:r>
              <a:rPr sz="1350" spc="220" dirty="0">
                <a:solidFill>
                  <a:srgbClr val="0000FF"/>
                </a:solidFill>
                <a:latin typeface="Times New Roman"/>
                <a:cs typeface="Times New Roman"/>
              </a:rPr>
              <a:t>M</a:t>
            </a:r>
            <a:r>
              <a:rPr sz="1350" spc="105" dirty="0">
                <a:solidFill>
                  <a:srgbClr val="0000FF"/>
                </a:solidFill>
                <a:latin typeface="Times New Roman"/>
                <a:cs typeface="Times New Roman"/>
              </a:rPr>
              <a:t>U</a:t>
            </a:r>
            <a:r>
              <a:rPr sz="1350" spc="185" dirty="0">
                <a:solidFill>
                  <a:srgbClr val="0000FF"/>
                </a:solidFill>
                <a:latin typeface="Times New Roman"/>
                <a:cs typeface="Times New Roman"/>
              </a:rPr>
              <a:t>L</a:t>
            </a:r>
            <a:r>
              <a:rPr sz="1350" spc="120" dirty="0">
                <a:solidFill>
                  <a:srgbClr val="0000FF"/>
                </a:solidFill>
                <a:latin typeface="Times New Roman"/>
                <a:cs typeface="Times New Roman"/>
              </a:rPr>
              <a:t>T</a:t>
            </a:r>
            <a:r>
              <a:rPr sz="1350" spc="110" dirty="0">
                <a:solidFill>
                  <a:srgbClr val="0000FF"/>
                </a:solidFill>
                <a:latin typeface="Times New Roman"/>
                <a:cs typeface="Times New Roman"/>
              </a:rPr>
              <a:t>D  </a:t>
            </a:r>
            <a:r>
              <a:rPr sz="1350" spc="135" dirty="0">
                <a:solidFill>
                  <a:srgbClr val="FF00FF"/>
                </a:solidFill>
                <a:latin typeface="Times New Roman"/>
                <a:cs typeface="Times New Roman"/>
              </a:rPr>
              <a:t>SUBD </a:t>
            </a:r>
            <a:r>
              <a:rPr sz="1350" spc="140" dirty="0">
                <a:solidFill>
                  <a:srgbClr val="FF00FF"/>
                </a:solidFill>
                <a:latin typeface="Times New Roman"/>
                <a:cs typeface="Times New Roman"/>
              </a:rPr>
              <a:t> </a:t>
            </a:r>
            <a:r>
              <a:rPr sz="1350" spc="140" dirty="0">
                <a:solidFill>
                  <a:srgbClr val="00FF00"/>
                </a:solidFill>
                <a:latin typeface="Times New Roman"/>
                <a:cs typeface="Times New Roman"/>
              </a:rPr>
              <a:t>DIVD </a:t>
            </a:r>
            <a:r>
              <a:rPr sz="1350" spc="145" dirty="0">
                <a:solidFill>
                  <a:srgbClr val="00FF00"/>
                </a:solidFill>
                <a:latin typeface="Times New Roman"/>
                <a:cs typeface="Times New Roman"/>
              </a:rPr>
              <a:t> </a:t>
            </a:r>
            <a:r>
              <a:rPr sz="1350" spc="175" dirty="0">
                <a:latin typeface="Times New Roman"/>
                <a:cs typeface="Times New Roman"/>
              </a:rPr>
              <a:t>ADDD</a:t>
            </a:r>
            <a:endParaRPr sz="1350">
              <a:latin typeface="Times New Roman"/>
              <a:cs typeface="Times New Roman"/>
            </a:endParaRPr>
          </a:p>
        </p:txBody>
      </p:sp>
      <p:sp>
        <p:nvSpPr>
          <p:cNvPr id="11" name="object 8">
            <a:extLst>
              <a:ext uri="{FF2B5EF4-FFF2-40B4-BE49-F238E27FC236}">
                <a16:creationId xmlns:a16="http://schemas.microsoft.com/office/drawing/2014/main" id="{0D365960-6A45-42B6-7B48-42462486ADC2}"/>
              </a:ext>
            </a:extLst>
          </p:cNvPr>
          <p:cNvSpPr txBox="1"/>
          <p:nvPr/>
        </p:nvSpPr>
        <p:spPr>
          <a:xfrm>
            <a:off x="1289249" y="1560961"/>
            <a:ext cx="3570604" cy="1877695"/>
          </a:xfrm>
          <a:prstGeom prst="rect">
            <a:avLst/>
          </a:prstGeom>
        </p:spPr>
        <p:txBody>
          <a:bodyPr vert="horz" wrap="square" lIns="0" tIns="41275" rIns="0" bIns="0" rtlCol="0">
            <a:spAutoFit/>
          </a:bodyPr>
          <a:lstStyle/>
          <a:p>
            <a:pPr marL="2313305">
              <a:lnSpc>
                <a:spcPct val="100000"/>
              </a:lnSpc>
              <a:spcBef>
                <a:spcPts val="325"/>
              </a:spcBef>
              <a:tabLst>
                <a:tab pos="2959735" algn="l"/>
              </a:tabLst>
            </a:pPr>
            <a:r>
              <a:rPr sz="1500" i="1" spc="165" dirty="0">
                <a:latin typeface="Times New Roman"/>
                <a:cs typeface="Times New Roman"/>
              </a:rPr>
              <a:t>Exec	</a:t>
            </a:r>
            <a:r>
              <a:rPr sz="1500" i="1" spc="155" dirty="0">
                <a:latin typeface="Times New Roman"/>
                <a:cs typeface="Times New Roman"/>
              </a:rPr>
              <a:t>Write</a:t>
            </a:r>
            <a:endParaRPr sz="1500">
              <a:latin typeface="Times New Roman"/>
              <a:cs typeface="Times New Roman"/>
            </a:endParaRPr>
          </a:p>
          <a:p>
            <a:pPr marL="702310">
              <a:lnSpc>
                <a:spcPct val="100000"/>
              </a:lnSpc>
              <a:spcBef>
                <a:spcPts val="234"/>
              </a:spcBef>
              <a:tabLst>
                <a:tab pos="1244600" algn="l"/>
                <a:tab pos="1658620" algn="l"/>
                <a:tab pos="2313305" algn="l"/>
              </a:tabLst>
            </a:pPr>
            <a:r>
              <a:rPr sz="1350" i="1" spc="75" dirty="0">
                <a:latin typeface="Times New Roman"/>
                <a:cs typeface="Times New Roman"/>
              </a:rPr>
              <a:t>j	</a:t>
            </a:r>
            <a:r>
              <a:rPr sz="1350" i="1" spc="120" dirty="0">
                <a:latin typeface="Times New Roman"/>
                <a:cs typeface="Times New Roman"/>
              </a:rPr>
              <a:t>k	</a:t>
            </a:r>
            <a:r>
              <a:rPr sz="1500" i="1" spc="150" dirty="0">
                <a:latin typeface="Times New Roman"/>
                <a:cs typeface="Times New Roman"/>
              </a:rPr>
              <a:t>Issue	</a:t>
            </a:r>
            <a:r>
              <a:rPr sz="1500" i="1" spc="210" dirty="0">
                <a:latin typeface="Times New Roman"/>
                <a:cs typeface="Times New Roman"/>
              </a:rPr>
              <a:t>Comp</a:t>
            </a:r>
            <a:r>
              <a:rPr sz="1500" i="1" spc="215" dirty="0">
                <a:latin typeface="Times New Roman"/>
                <a:cs typeface="Times New Roman"/>
              </a:rPr>
              <a:t> </a:t>
            </a:r>
            <a:r>
              <a:rPr sz="1500" i="1" spc="155" dirty="0">
                <a:latin typeface="Times New Roman"/>
                <a:cs typeface="Times New Roman"/>
              </a:rPr>
              <a:t>Result</a:t>
            </a:r>
            <a:endParaRPr sz="1500">
              <a:latin typeface="Times New Roman"/>
              <a:cs typeface="Times New Roman"/>
            </a:endParaRPr>
          </a:p>
          <a:p>
            <a:pPr marL="64135">
              <a:lnSpc>
                <a:spcPct val="100000"/>
              </a:lnSpc>
              <a:spcBef>
                <a:spcPts val="155"/>
              </a:spcBef>
              <a:tabLst>
                <a:tab pos="581025" algn="l"/>
                <a:tab pos="1193165" algn="l"/>
              </a:tabLst>
            </a:pPr>
            <a:r>
              <a:rPr sz="1350" spc="130" dirty="0">
                <a:latin typeface="Times New Roman"/>
                <a:cs typeface="Times New Roman"/>
              </a:rPr>
              <a:t>F6	</a:t>
            </a:r>
            <a:r>
              <a:rPr sz="1350" spc="140" dirty="0">
                <a:latin typeface="Times New Roman"/>
                <a:cs typeface="Times New Roman"/>
              </a:rPr>
              <a:t>34+	</a:t>
            </a:r>
            <a:r>
              <a:rPr sz="1350" spc="155" dirty="0">
                <a:latin typeface="Times New Roman"/>
                <a:cs typeface="Times New Roman"/>
              </a:rPr>
              <a:t>R2</a:t>
            </a:r>
            <a:endParaRPr sz="1350">
              <a:latin typeface="Times New Roman"/>
              <a:cs typeface="Times New Roman"/>
            </a:endParaRPr>
          </a:p>
          <a:p>
            <a:pPr marL="64135">
              <a:lnSpc>
                <a:spcPct val="100000"/>
              </a:lnSpc>
              <a:spcBef>
                <a:spcPts val="130"/>
              </a:spcBef>
              <a:tabLst>
                <a:tab pos="581025" algn="l"/>
                <a:tab pos="1193165" algn="l"/>
              </a:tabLst>
            </a:pPr>
            <a:r>
              <a:rPr sz="1350" spc="130" dirty="0">
                <a:solidFill>
                  <a:srgbClr val="FF0000"/>
                </a:solidFill>
                <a:latin typeface="Times New Roman"/>
                <a:cs typeface="Times New Roman"/>
              </a:rPr>
              <a:t>F2	</a:t>
            </a:r>
            <a:r>
              <a:rPr sz="1350" spc="140" dirty="0">
                <a:solidFill>
                  <a:srgbClr val="FF0000"/>
                </a:solidFill>
                <a:latin typeface="Times New Roman"/>
                <a:cs typeface="Times New Roman"/>
              </a:rPr>
              <a:t>45+	</a:t>
            </a:r>
            <a:r>
              <a:rPr sz="1350" spc="155" dirty="0">
                <a:solidFill>
                  <a:srgbClr val="FF0000"/>
                </a:solidFill>
                <a:latin typeface="Times New Roman"/>
                <a:cs typeface="Times New Roman"/>
              </a:rPr>
              <a:t>R3</a:t>
            </a:r>
            <a:endParaRPr sz="1350">
              <a:latin typeface="Times New Roman"/>
              <a:cs typeface="Times New Roman"/>
            </a:endParaRPr>
          </a:p>
          <a:p>
            <a:pPr marL="64135">
              <a:lnSpc>
                <a:spcPct val="100000"/>
              </a:lnSpc>
              <a:spcBef>
                <a:spcPts val="130"/>
              </a:spcBef>
              <a:tabLst>
                <a:tab pos="641350" algn="l"/>
                <a:tab pos="1201420" algn="l"/>
              </a:tabLst>
            </a:pPr>
            <a:r>
              <a:rPr sz="1350" spc="130" dirty="0">
                <a:solidFill>
                  <a:srgbClr val="0000FF"/>
                </a:solidFill>
                <a:latin typeface="Times New Roman"/>
                <a:cs typeface="Times New Roman"/>
              </a:rPr>
              <a:t>F0	F2	</a:t>
            </a:r>
            <a:r>
              <a:rPr sz="1350" spc="120" dirty="0">
                <a:solidFill>
                  <a:srgbClr val="0000FF"/>
                </a:solidFill>
                <a:latin typeface="Times New Roman"/>
                <a:cs typeface="Times New Roman"/>
              </a:rPr>
              <a:t>F4</a:t>
            </a:r>
            <a:endParaRPr sz="1350">
              <a:latin typeface="Times New Roman"/>
              <a:cs typeface="Times New Roman"/>
            </a:endParaRPr>
          </a:p>
          <a:p>
            <a:pPr marL="64135">
              <a:lnSpc>
                <a:spcPct val="100000"/>
              </a:lnSpc>
              <a:spcBef>
                <a:spcPts val="125"/>
              </a:spcBef>
              <a:tabLst>
                <a:tab pos="641350" algn="l"/>
                <a:tab pos="1201420" algn="l"/>
              </a:tabLst>
            </a:pPr>
            <a:r>
              <a:rPr sz="1350" spc="130" dirty="0">
                <a:solidFill>
                  <a:srgbClr val="FF00FF"/>
                </a:solidFill>
                <a:latin typeface="Times New Roman"/>
                <a:cs typeface="Times New Roman"/>
              </a:rPr>
              <a:t>F8	F6	</a:t>
            </a:r>
            <a:r>
              <a:rPr sz="1350" spc="120" dirty="0">
                <a:solidFill>
                  <a:srgbClr val="FF00FF"/>
                </a:solidFill>
                <a:latin typeface="Times New Roman"/>
                <a:cs typeface="Times New Roman"/>
              </a:rPr>
              <a:t>F2</a:t>
            </a:r>
            <a:endParaRPr sz="1350">
              <a:latin typeface="Times New Roman"/>
              <a:cs typeface="Times New Roman"/>
            </a:endParaRPr>
          </a:p>
          <a:p>
            <a:pPr marL="12700">
              <a:lnSpc>
                <a:spcPct val="100000"/>
              </a:lnSpc>
              <a:spcBef>
                <a:spcPts val="135"/>
              </a:spcBef>
              <a:tabLst>
                <a:tab pos="641350" algn="l"/>
                <a:tab pos="1201420" algn="l"/>
              </a:tabLst>
            </a:pPr>
            <a:r>
              <a:rPr sz="1350" spc="135" dirty="0">
                <a:solidFill>
                  <a:srgbClr val="00FF00"/>
                </a:solidFill>
                <a:latin typeface="Times New Roman"/>
                <a:cs typeface="Times New Roman"/>
              </a:rPr>
              <a:t>F10	</a:t>
            </a:r>
            <a:r>
              <a:rPr sz="1350" spc="130" dirty="0">
                <a:solidFill>
                  <a:srgbClr val="00FF00"/>
                </a:solidFill>
                <a:latin typeface="Times New Roman"/>
                <a:cs typeface="Times New Roman"/>
              </a:rPr>
              <a:t>F0	</a:t>
            </a:r>
            <a:r>
              <a:rPr sz="1350" spc="120" dirty="0">
                <a:solidFill>
                  <a:srgbClr val="00FF00"/>
                </a:solidFill>
                <a:latin typeface="Times New Roman"/>
                <a:cs typeface="Times New Roman"/>
              </a:rPr>
              <a:t>F6</a:t>
            </a:r>
            <a:endParaRPr sz="1350">
              <a:latin typeface="Times New Roman"/>
              <a:cs typeface="Times New Roman"/>
            </a:endParaRPr>
          </a:p>
          <a:p>
            <a:pPr marL="64135">
              <a:lnSpc>
                <a:spcPct val="100000"/>
              </a:lnSpc>
              <a:spcBef>
                <a:spcPts val="125"/>
              </a:spcBef>
              <a:tabLst>
                <a:tab pos="641350" algn="l"/>
                <a:tab pos="1201420" algn="l"/>
              </a:tabLst>
            </a:pPr>
            <a:r>
              <a:rPr sz="1350" spc="130" dirty="0">
                <a:latin typeface="Times New Roman"/>
                <a:cs typeface="Times New Roman"/>
              </a:rPr>
              <a:t>F6	F8	</a:t>
            </a:r>
            <a:r>
              <a:rPr sz="1350" spc="120" dirty="0">
                <a:latin typeface="Times New Roman"/>
                <a:cs typeface="Times New Roman"/>
              </a:rPr>
              <a:t>F2</a:t>
            </a:r>
            <a:endParaRPr sz="1350">
              <a:latin typeface="Times New Roman"/>
              <a:cs typeface="Times New Roman"/>
            </a:endParaRPr>
          </a:p>
        </p:txBody>
      </p:sp>
      <p:sp>
        <p:nvSpPr>
          <p:cNvPr id="12" name="object 9">
            <a:extLst>
              <a:ext uri="{FF2B5EF4-FFF2-40B4-BE49-F238E27FC236}">
                <a16:creationId xmlns:a16="http://schemas.microsoft.com/office/drawing/2014/main" id="{1914FEE4-359F-0D5D-6886-FCF62BDBC9AD}"/>
              </a:ext>
            </a:extLst>
          </p:cNvPr>
          <p:cNvSpPr txBox="1"/>
          <p:nvPr/>
        </p:nvSpPr>
        <p:spPr>
          <a:xfrm>
            <a:off x="3163788" y="2079790"/>
            <a:ext cx="116205" cy="1358900"/>
          </a:xfrm>
          <a:prstGeom prst="rect">
            <a:avLst/>
          </a:prstGeom>
        </p:spPr>
        <p:txBody>
          <a:bodyPr vert="horz" wrap="square" lIns="0" tIns="29209" rIns="0" bIns="0" rtlCol="0">
            <a:spAutoFit/>
          </a:bodyPr>
          <a:lstStyle/>
          <a:p>
            <a:pPr>
              <a:lnSpc>
                <a:spcPct val="100000"/>
              </a:lnSpc>
              <a:spcBef>
                <a:spcPts val="229"/>
              </a:spcBef>
            </a:pPr>
            <a:r>
              <a:rPr sz="1350" spc="135" dirty="0">
                <a:latin typeface="Times New Roman"/>
                <a:cs typeface="Times New Roman"/>
              </a:rPr>
              <a:t>1</a:t>
            </a:r>
            <a:endParaRPr sz="1350">
              <a:latin typeface="Times New Roman"/>
              <a:cs typeface="Times New Roman"/>
            </a:endParaRPr>
          </a:p>
          <a:p>
            <a:pPr>
              <a:lnSpc>
                <a:spcPct val="100000"/>
              </a:lnSpc>
              <a:spcBef>
                <a:spcPts val="130"/>
              </a:spcBef>
            </a:pPr>
            <a:r>
              <a:rPr sz="1350" spc="135" dirty="0">
                <a:latin typeface="Times New Roman"/>
                <a:cs typeface="Times New Roman"/>
              </a:rPr>
              <a:t>2</a:t>
            </a:r>
            <a:endParaRPr sz="1350">
              <a:latin typeface="Times New Roman"/>
              <a:cs typeface="Times New Roman"/>
            </a:endParaRPr>
          </a:p>
          <a:p>
            <a:pPr>
              <a:lnSpc>
                <a:spcPct val="100000"/>
              </a:lnSpc>
              <a:spcBef>
                <a:spcPts val="130"/>
              </a:spcBef>
            </a:pPr>
            <a:r>
              <a:rPr sz="1350" spc="135" dirty="0">
                <a:latin typeface="Times New Roman"/>
                <a:cs typeface="Times New Roman"/>
              </a:rPr>
              <a:t>3</a:t>
            </a:r>
            <a:endParaRPr sz="1350">
              <a:latin typeface="Times New Roman"/>
              <a:cs typeface="Times New Roman"/>
            </a:endParaRPr>
          </a:p>
          <a:p>
            <a:pPr>
              <a:lnSpc>
                <a:spcPct val="100000"/>
              </a:lnSpc>
              <a:spcBef>
                <a:spcPts val="125"/>
              </a:spcBef>
            </a:pPr>
            <a:r>
              <a:rPr sz="1350" spc="135" dirty="0">
                <a:latin typeface="Times New Roman"/>
                <a:cs typeface="Times New Roman"/>
              </a:rPr>
              <a:t>4</a:t>
            </a:r>
            <a:endParaRPr sz="1350">
              <a:latin typeface="Times New Roman"/>
              <a:cs typeface="Times New Roman"/>
            </a:endParaRPr>
          </a:p>
          <a:p>
            <a:pPr>
              <a:lnSpc>
                <a:spcPct val="100000"/>
              </a:lnSpc>
              <a:spcBef>
                <a:spcPts val="130"/>
              </a:spcBef>
            </a:pPr>
            <a:r>
              <a:rPr sz="1350" spc="135" dirty="0">
                <a:latin typeface="Times New Roman"/>
                <a:cs typeface="Times New Roman"/>
              </a:rPr>
              <a:t>5</a:t>
            </a:r>
            <a:endParaRPr sz="1350">
              <a:latin typeface="Times New Roman"/>
              <a:cs typeface="Times New Roman"/>
            </a:endParaRPr>
          </a:p>
          <a:p>
            <a:pPr>
              <a:lnSpc>
                <a:spcPct val="100000"/>
              </a:lnSpc>
              <a:spcBef>
                <a:spcPts val="130"/>
              </a:spcBef>
            </a:pPr>
            <a:r>
              <a:rPr sz="1350" spc="135" dirty="0">
                <a:latin typeface="Times New Roman"/>
                <a:cs typeface="Times New Roman"/>
              </a:rPr>
              <a:t>6</a:t>
            </a:r>
            <a:endParaRPr sz="1350">
              <a:latin typeface="Times New Roman"/>
              <a:cs typeface="Times New Roman"/>
            </a:endParaRPr>
          </a:p>
        </p:txBody>
      </p:sp>
      <p:sp>
        <p:nvSpPr>
          <p:cNvPr id="13" name="object 10">
            <a:extLst>
              <a:ext uri="{FF2B5EF4-FFF2-40B4-BE49-F238E27FC236}">
                <a16:creationId xmlns:a16="http://schemas.microsoft.com/office/drawing/2014/main" id="{835E1B8D-AF6F-4A2E-9D05-757076FFCBD9}"/>
              </a:ext>
            </a:extLst>
          </p:cNvPr>
          <p:cNvSpPr txBox="1"/>
          <p:nvPr/>
        </p:nvSpPr>
        <p:spPr>
          <a:xfrm>
            <a:off x="5521141" y="2079790"/>
            <a:ext cx="559435" cy="692785"/>
          </a:xfrm>
          <a:prstGeom prst="rect">
            <a:avLst/>
          </a:prstGeom>
        </p:spPr>
        <p:txBody>
          <a:bodyPr vert="horz" wrap="square" lIns="0" tIns="12700" rIns="0" bIns="0" rtlCol="0">
            <a:spAutoFit/>
          </a:bodyPr>
          <a:lstStyle/>
          <a:p>
            <a:pPr marL="12700" marR="5080" algn="just">
              <a:lnSpc>
                <a:spcPct val="108000"/>
              </a:lnSpc>
              <a:spcBef>
                <a:spcPts val="100"/>
              </a:spcBef>
            </a:pPr>
            <a:r>
              <a:rPr sz="1350" spc="185" dirty="0">
                <a:latin typeface="Times New Roman"/>
                <a:cs typeface="Times New Roman"/>
              </a:rPr>
              <a:t>L</a:t>
            </a:r>
            <a:r>
              <a:rPr sz="1350" spc="135" dirty="0">
                <a:latin typeface="Times New Roman"/>
                <a:cs typeface="Times New Roman"/>
              </a:rPr>
              <a:t>oa</a:t>
            </a:r>
            <a:r>
              <a:rPr sz="1350" spc="100" dirty="0">
                <a:latin typeface="Times New Roman"/>
                <a:cs typeface="Times New Roman"/>
              </a:rPr>
              <a:t>d1  </a:t>
            </a:r>
            <a:r>
              <a:rPr sz="1350" spc="185" dirty="0">
                <a:latin typeface="Times New Roman"/>
                <a:cs typeface="Times New Roman"/>
              </a:rPr>
              <a:t>L</a:t>
            </a:r>
            <a:r>
              <a:rPr sz="1350" spc="135" dirty="0">
                <a:latin typeface="Times New Roman"/>
                <a:cs typeface="Times New Roman"/>
              </a:rPr>
              <a:t>oa</a:t>
            </a:r>
            <a:r>
              <a:rPr sz="1350" spc="100" dirty="0">
                <a:latin typeface="Times New Roman"/>
                <a:cs typeface="Times New Roman"/>
              </a:rPr>
              <a:t>d2  </a:t>
            </a:r>
            <a:r>
              <a:rPr sz="1350" spc="185" dirty="0">
                <a:latin typeface="Times New Roman"/>
                <a:cs typeface="Times New Roman"/>
              </a:rPr>
              <a:t>L</a:t>
            </a:r>
            <a:r>
              <a:rPr sz="1350" spc="135" dirty="0">
                <a:latin typeface="Times New Roman"/>
                <a:cs typeface="Times New Roman"/>
              </a:rPr>
              <a:t>oad3</a:t>
            </a:r>
            <a:endParaRPr sz="1350">
              <a:latin typeface="Times New Roman"/>
              <a:cs typeface="Times New Roman"/>
            </a:endParaRPr>
          </a:p>
        </p:txBody>
      </p:sp>
      <p:sp>
        <p:nvSpPr>
          <p:cNvPr id="14" name="object 11">
            <a:extLst>
              <a:ext uri="{FF2B5EF4-FFF2-40B4-BE49-F238E27FC236}">
                <a16:creationId xmlns:a16="http://schemas.microsoft.com/office/drawing/2014/main" id="{1047D515-B36F-E7C4-F38A-4F4199A5C503}"/>
              </a:ext>
            </a:extLst>
          </p:cNvPr>
          <p:cNvSpPr txBox="1"/>
          <p:nvPr/>
        </p:nvSpPr>
        <p:spPr>
          <a:xfrm>
            <a:off x="6149984" y="2104812"/>
            <a:ext cx="1525905" cy="666750"/>
          </a:xfrm>
          <a:prstGeom prst="rect">
            <a:avLst/>
          </a:prstGeom>
          <a:ln w="8653">
            <a:solidFill>
              <a:srgbClr val="000000"/>
            </a:solidFill>
          </a:ln>
        </p:spPr>
        <p:txBody>
          <a:bodyPr vert="horz" wrap="square" lIns="0" tIns="3810" rIns="0" bIns="0" rtlCol="0">
            <a:spAutoFit/>
          </a:bodyPr>
          <a:lstStyle/>
          <a:p>
            <a:pPr marL="193675">
              <a:lnSpc>
                <a:spcPct val="100000"/>
              </a:lnSpc>
              <a:spcBef>
                <a:spcPts val="30"/>
              </a:spcBef>
            </a:pPr>
            <a:r>
              <a:rPr sz="1350" spc="145" dirty="0">
                <a:latin typeface="Times New Roman"/>
                <a:cs typeface="Times New Roman"/>
              </a:rPr>
              <a:t>No</a:t>
            </a:r>
            <a:endParaRPr sz="1350">
              <a:latin typeface="Times New Roman"/>
              <a:cs typeface="Times New Roman"/>
            </a:endParaRPr>
          </a:p>
          <a:p>
            <a:pPr marL="193675" marR="1076960">
              <a:lnSpc>
                <a:spcPct val="108000"/>
              </a:lnSpc>
            </a:pPr>
            <a:r>
              <a:rPr sz="1350" spc="110" dirty="0">
                <a:latin typeface="Times New Roman"/>
                <a:cs typeface="Times New Roman"/>
              </a:rPr>
              <a:t>No  No</a:t>
            </a:r>
            <a:endParaRPr sz="1350">
              <a:latin typeface="Times New Roman"/>
              <a:cs typeface="Times New Roman"/>
            </a:endParaRPr>
          </a:p>
        </p:txBody>
      </p:sp>
      <p:sp>
        <p:nvSpPr>
          <p:cNvPr id="15" name="object 12">
            <a:extLst>
              <a:ext uri="{FF2B5EF4-FFF2-40B4-BE49-F238E27FC236}">
                <a16:creationId xmlns:a16="http://schemas.microsoft.com/office/drawing/2014/main" id="{C314E326-37BE-EF91-F031-73BC5396D683}"/>
              </a:ext>
            </a:extLst>
          </p:cNvPr>
          <p:cNvSpPr txBox="1"/>
          <p:nvPr/>
        </p:nvSpPr>
        <p:spPr>
          <a:xfrm>
            <a:off x="65507" y="3507115"/>
            <a:ext cx="3292475" cy="574040"/>
          </a:xfrm>
          <a:prstGeom prst="rect">
            <a:avLst/>
          </a:prstGeom>
        </p:spPr>
        <p:txBody>
          <a:bodyPr vert="horz" wrap="square" lIns="0" tIns="35560" rIns="0" bIns="0" rtlCol="0">
            <a:spAutoFit/>
          </a:bodyPr>
          <a:lstStyle/>
          <a:p>
            <a:pPr marL="12700">
              <a:lnSpc>
                <a:spcPct val="100000"/>
              </a:lnSpc>
              <a:spcBef>
                <a:spcPts val="280"/>
              </a:spcBef>
            </a:pPr>
            <a:r>
              <a:rPr sz="1800" i="1" spc="150" dirty="0">
                <a:solidFill>
                  <a:srgbClr val="FF0000"/>
                </a:solidFill>
                <a:latin typeface="Times New Roman"/>
                <a:cs typeface="Times New Roman"/>
              </a:rPr>
              <a:t>Reservation</a:t>
            </a:r>
            <a:r>
              <a:rPr sz="1800" i="1" spc="75" dirty="0">
                <a:solidFill>
                  <a:srgbClr val="FF0000"/>
                </a:solidFill>
                <a:latin typeface="Times New Roman"/>
                <a:cs typeface="Times New Roman"/>
              </a:rPr>
              <a:t> </a:t>
            </a:r>
            <a:r>
              <a:rPr sz="1800" i="1" spc="140" dirty="0">
                <a:solidFill>
                  <a:srgbClr val="FF0000"/>
                </a:solidFill>
                <a:latin typeface="Times New Roman"/>
                <a:cs typeface="Times New Roman"/>
              </a:rPr>
              <a:t>Stations:</a:t>
            </a:r>
            <a:endParaRPr sz="1800">
              <a:latin typeface="Times New Roman"/>
              <a:cs typeface="Times New Roman"/>
            </a:endParaRPr>
          </a:p>
          <a:p>
            <a:pPr marL="1149985">
              <a:lnSpc>
                <a:spcPct val="100000"/>
              </a:lnSpc>
              <a:spcBef>
                <a:spcPts val="170"/>
              </a:spcBef>
              <a:tabLst>
                <a:tab pos="1692910" algn="l"/>
                <a:tab pos="2985770" algn="l"/>
              </a:tabLst>
            </a:pPr>
            <a:r>
              <a:rPr sz="1350" i="1" spc="130" dirty="0">
                <a:latin typeface="Times New Roman"/>
                <a:cs typeface="Times New Roman"/>
              </a:rPr>
              <a:t>T</a:t>
            </a:r>
            <a:r>
              <a:rPr sz="1350" i="1" spc="90" dirty="0">
                <a:latin typeface="Times New Roman"/>
                <a:cs typeface="Times New Roman"/>
              </a:rPr>
              <a:t>i</a:t>
            </a:r>
            <a:r>
              <a:rPr sz="1350" i="1" spc="175"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60" dirty="0">
                <a:latin typeface="Times New Roman"/>
                <a:cs typeface="Times New Roman"/>
              </a:rPr>
              <a:t>Na</a:t>
            </a:r>
            <a:r>
              <a:rPr sz="1350" i="1" spc="170"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05" dirty="0">
                <a:latin typeface="Times New Roman"/>
                <a:cs typeface="Times New Roman"/>
              </a:rPr>
              <a:t> </a:t>
            </a:r>
            <a:r>
              <a:rPr sz="1500" i="1" spc="195" dirty="0">
                <a:latin typeface="Times New Roman"/>
                <a:cs typeface="Times New Roman"/>
              </a:rPr>
              <a:t>Bus</a:t>
            </a:r>
            <a:r>
              <a:rPr sz="1500" i="1" spc="145" dirty="0">
                <a:latin typeface="Times New Roman"/>
                <a:cs typeface="Times New Roman"/>
              </a:rPr>
              <a:t>y</a:t>
            </a:r>
            <a:r>
              <a:rPr sz="1500" i="1" dirty="0">
                <a:latin typeface="Times New Roman"/>
                <a:cs typeface="Times New Roman"/>
              </a:rPr>
              <a:t>	</a:t>
            </a:r>
            <a:r>
              <a:rPr sz="1500" i="1" spc="229" dirty="0">
                <a:latin typeface="Times New Roman"/>
                <a:cs typeface="Times New Roman"/>
              </a:rPr>
              <a:t>Op</a:t>
            </a:r>
            <a:endParaRPr sz="1500">
              <a:latin typeface="Times New Roman"/>
              <a:cs typeface="Times New Roman"/>
            </a:endParaRPr>
          </a:p>
        </p:txBody>
      </p:sp>
      <p:sp>
        <p:nvSpPr>
          <p:cNvPr id="16" name="object 13">
            <a:extLst>
              <a:ext uri="{FF2B5EF4-FFF2-40B4-BE49-F238E27FC236}">
                <a16:creationId xmlns:a16="http://schemas.microsoft.com/office/drawing/2014/main" id="{B8380836-71F5-29A6-21A6-D899C8FA6151}"/>
              </a:ext>
            </a:extLst>
          </p:cNvPr>
          <p:cNvSpPr txBox="1"/>
          <p:nvPr/>
        </p:nvSpPr>
        <p:spPr>
          <a:xfrm>
            <a:off x="3737152" y="3539191"/>
            <a:ext cx="266700" cy="541655"/>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S1</a:t>
            </a:r>
            <a:endParaRPr sz="1500">
              <a:latin typeface="Times New Roman"/>
              <a:cs typeface="Times New Roman"/>
            </a:endParaRPr>
          </a:p>
          <a:p>
            <a:pPr marL="38100">
              <a:lnSpc>
                <a:spcPct val="100000"/>
              </a:lnSpc>
              <a:spcBef>
                <a:spcPts val="234"/>
              </a:spcBef>
            </a:pPr>
            <a:r>
              <a:rPr sz="1500" i="1" spc="110" dirty="0">
                <a:latin typeface="Times New Roman"/>
                <a:cs typeface="Times New Roman"/>
              </a:rPr>
              <a:t>Vj</a:t>
            </a:r>
            <a:endParaRPr sz="1500">
              <a:latin typeface="Times New Roman"/>
              <a:cs typeface="Times New Roman"/>
            </a:endParaRPr>
          </a:p>
        </p:txBody>
      </p:sp>
      <p:sp>
        <p:nvSpPr>
          <p:cNvPr id="17" name="object 14">
            <a:extLst>
              <a:ext uri="{FF2B5EF4-FFF2-40B4-BE49-F238E27FC236}">
                <a16:creationId xmlns:a16="http://schemas.microsoft.com/office/drawing/2014/main" id="{17E98E82-D52E-D9F3-6A65-0CCF0E960EBF}"/>
              </a:ext>
            </a:extLst>
          </p:cNvPr>
          <p:cNvSpPr txBox="1"/>
          <p:nvPr/>
        </p:nvSpPr>
        <p:spPr>
          <a:xfrm>
            <a:off x="4383446" y="3539191"/>
            <a:ext cx="266700" cy="541655"/>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S2</a:t>
            </a:r>
            <a:endParaRPr sz="1500">
              <a:latin typeface="Times New Roman"/>
              <a:cs typeface="Times New Roman"/>
            </a:endParaRPr>
          </a:p>
          <a:p>
            <a:pPr marL="12700">
              <a:lnSpc>
                <a:spcPct val="100000"/>
              </a:lnSpc>
              <a:spcBef>
                <a:spcPts val="234"/>
              </a:spcBef>
            </a:pPr>
            <a:r>
              <a:rPr sz="1500" i="1" spc="140" dirty="0">
                <a:latin typeface="Times New Roman"/>
                <a:cs typeface="Times New Roman"/>
              </a:rPr>
              <a:t>Vk</a:t>
            </a:r>
            <a:endParaRPr sz="1500">
              <a:latin typeface="Times New Roman"/>
              <a:cs typeface="Times New Roman"/>
            </a:endParaRPr>
          </a:p>
        </p:txBody>
      </p:sp>
      <p:sp>
        <p:nvSpPr>
          <p:cNvPr id="18" name="object 15">
            <a:extLst>
              <a:ext uri="{FF2B5EF4-FFF2-40B4-BE49-F238E27FC236}">
                <a16:creationId xmlns:a16="http://schemas.microsoft.com/office/drawing/2014/main" id="{9275909E-011A-2609-C93B-2AE78DB8FE93}"/>
              </a:ext>
            </a:extLst>
          </p:cNvPr>
          <p:cNvSpPr txBox="1"/>
          <p:nvPr/>
        </p:nvSpPr>
        <p:spPr>
          <a:xfrm>
            <a:off x="5021103" y="3539191"/>
            <a:ext cx="943610" cy="541655"/>
          </a:xfrm>
          <a:prstGeom prst="rect">
            <a:avLst/>
          </a:prstGeom>
        </p:spPr>
        <p:txBody>
          <a:bodyPr vert="horz" wrap="square" lIns="0" tIns="41275" rIns="0" bIns="0" rtlCol="0">
            <a:spAutoFit/>
          </a:bodyPr>
          <a:lstStyle/>
          <a:p>
            <a:pPr marL="12700">
              <a:lnSpc>
                <a:spcPct val="100000"/>
              </a:lnSpc>
              <a:spcBef>
                <a:spcPts val="325"/>
              </a:spcBef>
              <a:tabLst>
                <a:tab pos="658495" algn="l"/>
              </a:tabLst>
            </a:pPr>
            <a:r>
              <a:rPr sz="1500" i="1" spc="195" dirty="0">
                <a:latin typeface="Times New Roman"/>
                <a:cs typeface="Times New Roman"/>
              </a:rPr>
              <a:t>RS	</a:t>
            </a:r>
            <a:r>
              <a:rPr sz="1500" i="1" spc="210" dirty="0">
                <a:latin typeface="Times New Roman"/>
                <a:cs typeface="Times New Roman"/>
              </a:rPr>
              <a:t>RS</a:t>
            </a:r>
            <a:endParaRPr sz="1500">
              <a:latin typeface="Times New Roman"/>
              <a:cs typeface="Times New Roman"/>
            </a:endParaRPr>
          </a:p>
          <a:p>
            <a:pPr marL="29845">
              <a:lnSpc>
                <a:spcPct val="100000"/>
              </a:lnSpc>
              <a:spcBef>
                <a:spcPts val="234"/>
              </a:spcBef>
              <a:tabLst>
                <a:tab pos="650240" algn="l"/>
              </a:tabLst>
            </a:pPr>
            <a:r>
              <a:rPr sz="1500" i="1" spc="270" dirty="0">
                <a:latin typeface="Times New Roman"/>
                <a:cs typeface="Times New Roman"/>
              </a:rPr>
              <a:t>Q</a:t>
            </a:r>
            <a:r>
              <a:rPr sz="1500" i="1" spc="90" dirty="0">
                <a:latin typeface="Times New Roman"/>
                <a:cs typeface="Times New Roman"/>
              </a:rPr>
              <a:t>j</a:t>
            </a:r>
            <a:r>
              <a:rPr sz="1500" i="1" dirty="0">
                <a:latin typeface="Times New Roman"/>
                <a:cs typeface="Times New Roman"/>
              </a:rPr>
              <a:t>	</a:t>
            </a:r>
            <a:r>
              <a:rPr sz="1500" i="1" spc="220" dirty="0">
                <a:latin typeface="Times New Roman"/>
                <a:cs typeface="Times New Roman"/>
              </a:rPr>
              <a:t>Qk</a:t>
            </a:r>
            <a:endParaRPr sz="1500">
              <a:latin typeface="Times New Roman"/>
              <a:cs typeface="Times New Roman"/>
            </a:endParaRPr>
          </a:p>
        </p:txBody>
      </p:sp>
      <p:sp>
        <p:nvSpPr>
          <p:cNvPr id="19" name="object 16">
            <a:extLst>
              <a:ext uri="{FF2B5EF4-FFF2-40B4-BE49-F238E27FC236}">
                <a16:creationId xmlns:a16="http://schemas.microsoft.com/office/drawing/2014/main" id="{C976070B-61F1-9E03-4E95-5615CD680787}"/>
              </a:ext>
            </a:extLst>
          </p:cNvPr>
          <p:cNvSpPr txBox="1"/>
          <p:nvPr/>
        </p:nvSpPr>
        <p:spPr>
          <a:xfrm>
            <a:off x="2439643" y="4058211"/>
            <a:ext cx="2986405" cy="914400"/>
          </a:xfrm>
          <a:prstGeom prst="rect">
            <a:avLst/>
          </a:prstGeom>
        </p:spPr>
        <p:txBody>
          <a:bodyPr vert="horz" wrap="square" lIns="0" tIns="28575" rIns="0" bIns="0" rtlCol="0">
            <a:spAutoFit/>
          </a:bodyPr>
          <a:lstStyle/>
          <a:p>
            <a:pPr>
              <a:lnSpc>
                <a:spcPct val="100000"/>
              </a:lnSpc>
              <a:spcBef>
                <a:spcPts val="225"/>
              </a:spcBef>
              <a:tabLst>
                <a:tab pos="508000" algn="l"/>
              </a:tabLst>
            </a:pPr>
            <a:r>
              <a:rPr sz="1350" spc="140" dirty="0">
                <a:latin typeface="Times New Roman"/>
                <a:cs typeface="Times New Roman"/>
              </a:rPr>
              <a:t>Yes	</a:t>
            </a:r>
            <a:r>
              <a:rPr sz="1350" spc="135" dirty="0">
                <a:solidFill>
                  <a:srgbClr val="FF00FF"/>
                </a:solidFill>
                <a:latin typeface="Times New Roman"/>
                <a:cs typeface="Times New Roman"/>
              </a:rPr>
              <a:t>SUBD </a:t>
            </a:r>
            <a:r>
              <a:rPr sz="1350" spc="140" dirty="0">
                <a:solidFill>
                  <a:srgbClr val="FF00FF"/>
                </a:solidFill>
                <a:latin typeface="Times New Roman"/>
                <a:cs typeface="Times New Roman"/>
              </a:rPr>
              <a:t> </a:t>
            </a:r>
            <a:r>
              <a:rPr sz="1350" spc="145" dirty="0">
                <a:latin typeface="Times New Roman"/>
                <a:cs typeface="Times New Roman"/>
              </a:rPr>
              <a:t>M(A1)</a:t>
            </a:r>
            <a:r>
              <a:rPr sz="1350" spc="245" dirty="0">
                <a:latin typeface="Times New Roman"/>
                <a:cs typeface="Times New Roman"/>
              </a:rPr>
              <a:t> </a:t>
            </a:r>
            <a:r>
              <a:rPr sz="1350" spc="145" dirty="0">
                <a:solidFill>
                  <a:srgbClr val="FF0000"/>
                </a:solidFill>
                <a:latin typeface="Times New Roman"/>
                <a:cs typeface="Times New Roman"/>
              </a:rPr>
              <a:t>M(A2)</a:t>
            </a:r>
            <a:endParaRPr sz="1350">
              <a:latin typeface="Times New Roman"/>
              <a:cs typeface="Times New Roman"/>
            </a:endParaRPr>
          </a:p>
          <a:p>
            <a:pPr>
              <a:lnSpc>
                <a:spcPct val="100000"/>
              </a:lnSpc>
              <a:spcBef>
                <a:spcPts val="130"/>
              </a:spcBef>
              <a:tabLst>
                <a:tab pos="456565" algn="l"/>
                <a:tab pos="1809114" algn="l"/>
                <a:tab pos="2516505" algn="l"/>
              </a:tabLst>
            </a:pPr>
            <a:r>
              <a:rPr sz="1350" spc="175" dirty="0">
                <a:latin typeface="Times New Roman"/>
                <a:cs typeface="Times New Roman"/>
              </a:rPr>
              <a:t>Y</a:t>
            </a:r>
            <a:r>
              <a:rPr sz="1350" spc="140" dirty="0">
                <a:latin typeface="Times New Roman"/>
                <a:cs typeface="Times New Roman"/>
              </a:rPr>
              <a:t>e</a:t>
            </a:r>
            <a:r>
              <a:rPr sz="1350" spc="105" dirty="0">
                <a:latin typeface="Times New Roman"/>
                <a:cs typeface="Times New Roman"/>
              </a:rPr>
              <a:t>s</a:t>
            </a:r>
            <a:r>
              <a:rPr sz="1350" dirty="0">
                <a:latin typeface="Times New Roman"/>
                <a:cs typeface="Times New Roman"/>
              </a:rPr>
              <a:t>	</a:t>
            </a:r>
            <a:r>
              <a:rPr sz="1350" spc="175" dirty="0">
                <a:latin typeface="Times New Roman"/>
                <a:cs typeface="Times New Roman"/>
              </a:rPr>
              <a:t>ADD</a:t>
            </a:r>
            <a:r>
              <a:rPr sz="1350" spc="200" dirty="0">
                <a:latin typeface="Times New Roman"/>
                <a:cs typeface="Times New Roman"/>
              </a:rPr>
              <a:t>D</a:t>
            </a:r>
            <a:r>
              <a:rPr sz="1350" dirty="0">
                <a:latin typeface="Times New Roman"/>
                <a:cs typeface="Times New Roman"/>
              </a:rPr>
              <a:t>	</a:t>
            </a:r>
            <a:r>
              <a:rPr sz="1350" spc="220" dirty="0">
                <a:solidFill>
                  <a:srgbClr val="FF0000"/>
                </a:solidFill>
                <a:latin typeface="Times New Roman"/>
                <a:cs typeface="Times New Roman"/>
              </a:rPr>
              <a:t>M</a:t>
            </a:r>
            <a:r>
              <a:rPr sz="1350" spc="90" dirty="0">
                <a:solidFill>
                  <a:srgbClr val="FF0000"/>
                </a:solidFill>
                <a:latin typeface="Times New Roman"/>
                <a:cs typeface="Times New Roman"/>
              </a:rPr>
              <a:t>(</a:t>
            </a:r>
            <a:r>
              <a:rPr sz="1350" spc="175" dirty="0">
                <a:solidFill>
                  <a:srgbClr val="FF0000"/>
                </a:solidFill>
                <a:latin typeface="Times New Roman"/>
                <a:cs typeface="Times New Roman"/>
              </a:rPr>
              <a:t>A</a:t>
            </a:r>
            <a:r>
              <a:rPr sz="1350" spc="114" dirty="0">
                <a:solidFill>
                  <a:srgbClr val="FF0000"/>
                </a:solidFill>
                <a:latin typeface="Times New Roman"/>
                <a:cs typeface="Times New Roman"/>
              </a:rPr>
              <a:t>2)</a:t>
            </a:r>
            <a:r>
              <a:rPr sz="1350" dirty="0">
                <a:solidFill>
                  <a:srgbClr val="FF0000"/>
                </a:solidFill>
                <a:latin typeface="Times New Roman"/>
                <a:cs typeface="Times New Roman"/>
              </a:rPr>
              <a:t>	</a:t>
            </a:r>
            <a:r>
              <a:rPr sz="1350" spc="175" dirty="0">
                <a:solidFill>
                  <a:srgbClr val="FF00FF"/>
                </a:solidFill>
                <a:latin typeface="Times New Roman"/>
                <a:cs typeface="Times New Roman"/>
              </a:rPr>
              <a:t>A</a:t>
            </a:r>
            <a:r>
              <a:rPr sz="1350" spc="135" dirty="0">
                <a:solidFill>
                  <a:srgbClr val="FF00FF"/>
                </a:solidFill>
                <a:latin typeface="Times New Roman"/>
                <a:cs typeface="Times New Roman"/>
              </a:rPr>
              <a:t>dd1</a:t>
            </a:r>
            <a:endParaRPr sz="1350">
              <a:latin typeface="Times New Roman"/>
              <a:cs typeface="Times New Roman"/>
            </a:endParaRPr>
          </a:p>
          <a:p>
            <a:pPr marL="34290">
              <a:lnSpc>
                <a:spcPct val="100000"/>
              </a:lnSpc>
              <a:spcBef>
                <a:spcPts val="130"/>
              </a:spcBef>
            </a:pPr>
            <a:r>
              <a:rPr sz="1350" spc="145" dirty="0">
                <a:latin typeface="Times New Roman"/>
                <a:cs typeface="Times New Roman"/>
              </a:rPr>
              <a:t>No</a:t>
            </a:r>
            <a:endParaRPr sz="1350">
              <a:latin typeface="Times New Roman"/>
              <a:cs typeface="Times New Roman"/>
            </a:endParaRPr>
          </a:p>
          <a:p>
            <a:pPr>
              <a:lnSpc>
                <a:spcPct val="100000"/>
              </a:lnSpc>
              <a:spcBef>
                <a:spcPts val="130"/>
              </a:spcBef>
            </a:pPr>
            <a:r>
              <a:rPr sz="1350" spc="175" dirty="0">
                <a:latin typeface="Times New Roman"/>
                <a:cs typeface="Times New Roman"/>
              </a:rPr>
              <a:t>Y</a:t>
            </a:r>
            <a:r>
              <a:rPr sz="1350" spc="140" dirty="0">
                <a:latin typeface="Times New Roman"/>
                <a:cs typeface="Times New Roman"/>
              </a:rPr>
              <a:t>e</a:t>
            </a:r>
            <a:r>
              <a:rPr sz="1350" spc="105" dirty="0">
                <a:latin typeface="Times New Roman"/>
                <a:cs typeface="Times New Roman"/>
              </a:rPr>
              <a:t>s</a:t>
            </a:r>
            <a:r>
              <a:rPr sz="1350" dirty="0">
                <a:latin typeface="Times New Roman"/>
                <a:cs typeface="Times New Roman"/>
              </a:rPr>
              <a:t> </a:t>
            </a:r>
            <a:r>
              <a:rPr sz="1350" spc="50" dirty="0">
                <a:latin typeface="Times New Roman"/>
                <a:cs typeface="Times New Roman"/>
              </a:rPr>
              <a:t> </a:t>
            </a:r>
            <a:r>
              <a:rPr sz="1350" spc="220" dirty="0">
                <a:solidFill>
                  <a:srgbClr val="3333CC"/>
                </a:solidFill>
                <a:latin typeface="Times New Roman"/>
                <a:cs typeface="Times New Roman"/>
              </a:rPr>
              <a:t>M</a:t>
            </a:r>
            <a:r>
              <a:rPr sz="1350" spc="105" dirty="0">
                <a:solidFill>
                  <a:srgbClr val="3333CC"/>
                </a:solidFill>
                <a:latin typeface="Times New Roman"/>
                <a:cs typeface="Times New Roman"/>
              </a:rPr>
              <a:t>U</a:t>
            </a:r>
            <a:r>
              <a:rPr sz="1350" spc="185" dirty="0">
                <a:solidFill>
                  <a:srgbClr val="3333CC"/>
                </a:solidFill>
                <a:latin typeface="Times New Roman"/>
                <a:cs typeface="Times New Roman"/>
              </a:rPr>
              <a:t>L</a:t>
            </a:r>
            <a:r>
              <a:rPr sz="1350" spc="120" dirty="0">
                <a:solidFill>
                  <a:srgbClr val="3333CC"/>
                </a:solidFill>
                <a:latin typeface="Times New Roman"/>
                <a:cs typeface="Times New Roman"/>
              </a:rPr>
              <a:t>T</a:t>
            </a:r>
            <a:r>
              <a:rPr sz="1350" spc="200" dirty="0">
                <a:solidFill>
                  <a:srgbClr val="3333CC"/>
                </a:solidFill>
                <a:latin typeface="Times New Roman"/>
                <a:cs typeface="Times New Roman"/>
              </a:rPr>
              <a:t>D</a:t>
            </a:r>
            <a:r>
              <a:rPr sz="1350" spc="-90" dirty="0">
                <a:solidFill>
                  <a:srgbClr val="3333CC"/>
                </a:solidFill>
                <a:latin typeface="Times New Roman"/>
                <a:cs typeface="Times New Roman"/>
              </a:rPr>
              <a:t> </a:t>
            </a:r>
            <a:r>
              <a:rPr sz="1350" spc="220" dirty="0">
                <a:solidFill>
                  <a:srgbClr val="FF0000"/>
                </a:solidFill>
                <a:latin typeface="Times New Roman"/>
                <a:cs typeface="Times New Roman"/>
              </a:rPr>
              <a:t>M</a:t>
            </a:r>
            <a:r>
              <a:rPr sz="1350" spc="90" dirty="0">
                <a:solidFill>
                  <a:srgbClr val="FF0000"/>
                </a:solidFill>
                <a:latin typeface="Times New Roman"/>
                <a:cs typeface="Times New Roman"/>
              </a:rPr>
              <a:t>(</a:t>
            </a:r>
            <a:r>
              <a:rPr sz="1350" spc="175" dirty="0">
                <a:solidFill>
                  <a:srgbClr val="FF0000"/>
                </a:solidFill>
                <a:latin typeface="Times New Roman"/>
                <a:cs typeface="Times New Roman"/>
              </a:rPr>
              <a:t>A</a:t>
            </a:r>
            <a:r>
              <a:rPr sz="1350" spc="114" dirty="0">
                <a:solidFill>
                  <a:srgbClr val="FF0000"/>
                </a:solidFill>
                <a:latin typeface="Times New Roman"/>
                <a:cs typeface="Times New Roman"/>
              </a:rPr>
              <a:t>2)</a:t>
            </a:r>
            <a:endParaRPr sz="1350">
              <a:latin typeface="Times New Roman"/>
              <a:cs typeface="Times New Roman"/>
            </a:endParaRPr>
          </a:p>
        </p:txBody>
      </p:sp>
      <p:sp>
        <p:nvSpPr>
          <p:cNvPr id="20" name="object 17">
            <a:extLst>
              <a:ext uri="{FF2B5EF4-FFF2-40B4-BE49-F238E27FC236}">
                <a16:creationId xmlns:a16="http://schemas.microsoft.com/office/drawing/2014/main" id="{BF982BDF-C387-F008-0231-ED7AB4DF528F}"/>
              </a:ext>
            </a:extLst>
          </p:cNvPr>
          <p:cNvSpPr txBox="1"/>
          <p:nvPr/>
        </p:nvSpPr>
        <p:spPr>
          <a:xfrm>
            <a:off x="1582338" y="4058211"/>
            <a:ext cx="688975" cy="1136650"/>
          </a:xfrm>
          <a:prstGeom prst="rect">
            <a:avLst/>
          </a:prstGeom>
        </p:spPr>
        <p:txBody>
          <a:bodyPr vert="horz" wrap="square" lIns="0" tIns="12700" rIns="0" bIns="0" rtlCol="0">
            <a:spAutoFit/>
          </a:bodyPr>
          <a:lstStyle/>
          <a:p>
            <a:pPr marL="176530" marR="47625" indent="-164465" algn="just">
              <a:lnSpc>
                <a:spcPct val="108000"/>
              </a:lnSpc>
              <a:spcBef>
                <a:spcPts val="100"/>
              </a:spcBef>
            </a:pPr>
            <a:r>
              <a:rPr sz="1350" spc="135" dirty="0">
                <a:latin typeface="Times New Roman"/>
                <a:cs typeface="Times New Roman"/>
              </a:rPr>
              <a:t>1</a:t>
            </a:r>
            <a:r>
              <a:rPr sz="1350" spc="55" dirty="0">
                <a:latin typeface="Times New Roman"/>
                <a:cs typeface="Times New Roman"/>
              </a:rPr>
              <a:t> </a:t>
            </a:r>
            <a:r>
              <a:rPr sz="1350" spc="145" dirty="0">
                <a:latin typeface="Times New Roman"/>
                <a:cs typeface="Times New Roman"/>
              </a:rPr>
              <a:t>Add1 </a:t>
            </a:r>
            <a:r>
              <a:rPr sz="1350" spc="-325" dirty="0">
                <a:latin typeface="Times New Roman"/>
                <a:cs typeface="Times New Roman"/>
              </a:rPr>
              <a:t> </a:t>
            </a:r>
            <a:r>
              <a:rPr sz="1350" spc="175" dirty="0">
                <a:latin typeface="Times New Roman"/>
                <a:cs typeface="Times New Roman"/>
              </a:rPr>
              <a:t>A</a:t>
            </a:r>
            <a:r>
              <a:rPr sz="1350" spc="110" dirty="0">
                <a:latin typeface="Times New Roman"/>
                <a:cs typeface="Times New Roman"/>
              </a:rPr>
              <a:t>dd2  </a:t>
            </a:r>
            <a:r>
              <a:rPr sz="1350" spc="175" dirty="0">
                <a:latin typeface="Times New Roman"/>
                <a:cs typeface="Times New Roman"/>
              </a:rPr>
              <a:t>A</a:t>
            </a:r>
            <a:r>
              <a:rPr sz="1350" spc="135" dirty="0">
                <a:latin typeface="Times New Roman"/>
                <a:cs typeface="Times New Roman"/>
              </a:rPr>
              <a:t>dd3</a:t>
            </a:r>
            <a:endParaRPr sz="1350">
              <a:latin typeface="Times New Roman"/>
              <a:cs typeface="Times New Roman"/>
            </a:endParaRPr>
          </a:p>
          <a:p>
            <a:pPr marL="176530" marR="5080" indent="-164465" algn="just">
              <a:lnSpc>
                <a:spcPct val="108000"/>
              </a:lnSpc>
            </a:pPr>
            <a:r>
              <a:rPr sz="1350" spc="135" dirty="0">
                <a:latin typeface="Times New Roman"/>
                <a:cs typeface="Times New Roman"/>
              </a:rPr>
              <a:t>9</a:t>
            </a:r>
            <a:r>
              <a:rPr sz="1350" spc="65" dirty="0">
                <a:latin typeface="Times New Roman"/>
                <a:cs typeface="Times New Roman"/>
              </a:rPr>
              <a:t> </a:t>
            </a:r>
            <a:r>
              <a:rPr sz="1350" spc="120" dirty="0">
                <a:latin typeface="Times New Roman"/>
                <a:cs typeface="Times New Roman"/>
              </a:rPr>
              <a:t>Mult1 </a:t>
            </a:r>
            <a:r>
              <a:rPr sz="1350" spc="-325" dirty="0">
                <a:latin typeface="Times New Roman"/>
                <a:cs typeface="Times New Roman"/>
              </a:rPr>
              <a:t> </a:t>
            </a:r>
            <a:r>
              <a:rPr sz="1350" spc="220" dirty="0">
                <a:latin typeface="Times New Roman"/>
                <a:cs typeface="Times New Roman"/>
              </a:rPr>
              <a:t>M</a:t>
            </a:r>
            <a:r>
              <a:rPr sz="1350" spc="135" dirty="0">
                <a:latin typeface="Times New Roman"/>
                <a:cs typeface="Times New Roman"/>
              </a:rPr>
              <a:t>u</a:t>
            </a:r>
            <a:r>
              <a:rPr sz="1350" spc="25" dirty="0">
                <a:latin typeface="Times New Roman"/>
                <a:cs typeface="Times New Roman"/>
              </a:rPr>
              <a:t>l</a:t>
            </a:r>
            <a:r>
              <a:rPr sz="1350" spc="90" dirty="0">
                <a:latin typeface="Times New Roman"/>
                <a:cs typeface="Times New Roman"/>
              </a:rPr>
              <a:t>t</a:t>
            </a:r>
            <a:r>
              <a:rPr sz="1350" spc="135" dirty="0">
                <a:latin typeface="Times New Roman"/>
                <a:cs typeface="Times New Roman"/>
              </a:rPr>
              <a:t>2</a:t>
            </a:r>
            <a:endParaRPr sz="1350">
              <a:latin typeface="Times New Roman"/>
              <a:cs typeface="Times New Roman"/>
            </a:endParaRPr>
          </a:p>
        </p:txBody>
      </p:sp>
      <p:sp>
        <p:nvSpPr>
          <p:cNvPr id="21" name="object 18">
            <a:extLst>
              <a:ext uri="{FF2B5EF4-FFF2-40B4-BE49-F238E27FC236}">
                <a16:creationId xmlns:a16="http://schemas.microsoft.com/office/drawing/2014/main" id="{4281E7A9-8002-2F92-78E2-494DB2953258}"/>
              </a:ext>
            </a:extLst>
          </p:cNvPr>
          <p:cNvSpPr txBox="1"/>
          <p:nvPr/>
        </p:nvSpPr>
        <p:spPr>
          <a:xfrm>
            <a:off x="2439643" y="4962552"/>
            <a:ext cx="1041400" cy="232410"/>
          </a:xfrm>
          <a:prstGeom prst="rect">
            <a:avLst/>
          </a:prstGeom>
        </p:spPr>
        <p:txBody>
          <a:bodyPr vert="horz" wrap="square" lIns="0" tIns="13335" rIns="0" bIns="0" rtlCol="0">
            <a:spAutoFit/>
          </a:bodyPr>
          <a:lstStyle/>
          <a:p>
            <a:pPr>
              <a:lnSpc>
                <a:spcPct val="100000"/>
              </a:lnSpc>
              <a:spcBef>
                <a:spcPts val="105"/>
              </a:spcBef>
              <a:tabLst>
                <a:tab pos="525145" algn="l"/>
              </a:tabLst>
            </a:pPr>
            <a:r>
              <a:rPr sz="1350" spc="175" dirty="0">
                <a:latin typeface="Times New Roman"/>
                <a:cs typeface="Times New Roman"/>
              </a:rPr>
              <a:t>Y</a:t>
            </a:r>
            <a:r>
              <a:rPr sz="1350" spc="140" dirty="0">
                <a:latin typeface="Times New Roman"/>
                <a:cs typeface="Times New Roman"/>
              </a:rPr>
              <a:t>e</a:t>
            </a:r>
            <a:r>
              <a:rPr sz="1350" spc="105" dirty="0">
                <a:latin typeface="Times New Roman"/>
                <a:cs typeface="Times New Roman"/>
              </a:rPr>
              <a:t>s</a:t>
            </a:r>
            <a:r>
              <a:rPr sz="1350" dirty="0">
                <a:latin typeface="Times New Roman"/>
                <a:cs typeface="Times New Roman"/>
              </a:rPr>
              <a:t>	</a:t>
            </a:r>
            <a:r>
              <a:rPr sz="1350" spc="175" dirty="0">
                <a:solidFill>
                  <a:srgbClr val="00FF00"/>
                </a:solidFill>
                <a:latin typeface="Times New Roman"/>
                <a:cs typeface="Times New Roman"/>
              </a:rPr>
              <a:t>D</a:t>
            </a:r>
            <a:r>
              <a:rPr sz="1350" spc="90" dirty="0">
                <a:solidFill>
                  <a:srgbClr val="00FF00"/>
                </a:solidFill>
                <a:latin typeface="Times New Roman"/>
                <a:cs typeface="Times New Roman"/>
              </a:rPr>
              <a:t>I</a:t>
            </a:r>
            <a:r>
              <a:rPr sz="1350" spc="105" dirty="0">
                <a:solidFill>
                  <a:srgbClr val="00FF00"/>
                </a:solidFill>
                <a:latin typeface="Times New Roman"/>
                <a:cs typeface="Times New Roman"/>
              </a:rPr>
              <a:t>V</a:t>
            </a:r>
            <a:r>
              <a:rPr sz="1350" spc="200" dirty="0">
                <a:solidFill>
                  <a:srgbClr val="00FF00"/>
                </a:solidFill>
                <a:latin typeface="Times New Roman"/>
                <a:cs typeface="Times New Roman"/>
              </a:rPr>
              <a:t>D</a:t>
            </a:r>
            <a:endParaRPr sz="1350">
              <a:latin typeface="Times New Roman"/>
              <a:cs typeface="Times New Roman"/>
            </a:endParaRPr>
          </a:p>
        </p:txBody>
      </p:sp>
      <p:sp>
        <p:nvSpPr>
          <p:cNvPr id="22" name="object 19">
            <a:extLst>
              <a:ext uri="{FF2B5EF4-FFF2-40B4-BE49-F238E27FC236}">
                <a16:creationId xmlns:a16="http://schemas.microsoft.com/office/drawing/2014/main" id="{57DBCC66-6ECD-318E-C2D5-2A7D5DAFDD84}"/>
              </a:ext>
            </a:extLst>
          </p:cNvPr>
          <p:cNvSpPr txBox="1"/>
          <p:nvPr/>
        </p:nvSpPr>
        <p:spPr>
          <a:xfrm>
            <a:off x="4249428" y="4724780"/>
            <a:ext cx="1193800" cy="470534"/>
          </a:xfrm>
          <a:prstGeom prst="rect">
            <a:avLst/>
          </a:prstGeom>
        </p:spPr>
        <p:txBody>
          <a:bodyPr vert="horz" wrap="square" lIns="0" tIns="28575" rIns="0" bIns="0" rtlCol="0">
            <a:spAutoFit/>
          </a:bodyPr>
          <a:lstStyle/>
          <a:p>
            <a:pPr marL="42545">
              <a:lnSpc>
                <a:spcPct val="100000"/>
              </a:lnSpc>
              <a:spcBef>
                <a:spcPts val="225"/>
              </a:spcBef>
            </a:pPr>
            <a:r>
              <a:rPr sz="1350" spc="125" dirty="0">
                <a:solidFill>
                  <a:srgbClr val="3333CC"/>
                </a:solidFill>
                <a:latin typeface="Times New Roman"/>
                <a:cs typeface="Times New Roman"/>
              </a:rPr>
              <a:t>R(F4)</a:t>
            </a:r>
            <a:endParaRPr sz="1350">
              <a:latin typeface="Times New Roman"/>
              <a:cs typeface="Times New Roman"/>
            </a:endParaRPr>
          </a:p>
          <a:p>
            <a:pPr>
              <a:lnSpc>
                <a:spcPct val="100000"/>
              </a:lnSpc>
              <a:spcBef>
                <a:spcPts val="130"/>
              </a:spcBef>
            </a:pPr>
            <a:r>
              <a:rPr sz="1350" spc="145" dirty="0">
                <a:latin typeface="Times New Roman"/>
                <a:cs typeface="Times New Roman"/>
              </a:rPr>
              <a:t>M(A1)</a:t>
            </a:r>
            <a:r>
              <a:rPr sz="1350" spc="475" dirty="0">
                <a:latin typeface="Times New Roman"/>
                <a:cs typeface="Times New Roman"/>
              </a:rPr>
              <a:t> </a:t>
            </a:r>
            <a:r>
              <a:rPr sz="1350" spc="120" dirty="0">
                <a:solidFill>
                  <a:srgbClr val="3333CC"/>
                </a:solidFill>
                <a:latin typeface="Times New Roman"/>
                <a:cs typeface="Times New Roman"/>
              </a:rPr>
              <a:t>Mult1</a:t>
            </a:r>
            <a:endParaRPr sz="1350">
              <a:latin typeface="Times New Roman"/>
              <a:cs typeface="Times New Roman"/>
            </a:endParaRPr>
          </a:p>
        </p:txBody>
      </p:sp>
      <p:sp>
        <p:nvSpPr>
          <p:cNvPr id="23" name="object 20">
            <a:extLst>
              <a:ext uri="{FF2B5EF4-FFF2-40B4-BE49-F238E27FC236}">
                <a16:creationId xmlns:a16="http://schemas.microsoft.com/office/drawing/2014/main" id="{5B5FC58C-66CA-6626-80E9-3124DFE11BE2}"/>
              </a:ext>
            </a:extLst>
          </p:cNvPr>
          <p:cNvSpPr txBox="1"/>
          <p:nvPr/>
        </p:nvSpPr>
        <p:spPr>
          <a:xfrm>
            <a:off x="65507" y="5285088"/>
            <a:ext cx="2423795" cy="300990"/>
          </a:xfrm>
          <a:prstGeom prst="rect">
            <a:avLst/>
          </a:prstGeom>
        </p:spPr>
        <p:txBody>
          <a:bodyPr vert="horz" wrap="square" lIns="0" tIns="13335" rIns="0" bIns="0" rtlCol="0">
            <a:spAutoFit/>
          </a:bodyPr>
          <a:lstStyle/>
          <a:p>
            <a:pPr marL="12700">
              <a:lnSpc>
                <a:spcPct val="100000"/>
              </a:lnSpc>
              <a:spcBef>
                <a:spcPts val="105"/>
              </a:spcBef>
            </a:pPr>
            <a:r>
              <a:rPr sz="1800" i="1" spc="150" dirty="0">
                <a:solidFill>
                  <a:srgbClr val="FF0000"/>
                </a:solidFill>
                <a:latin typeface="Times New Roman"/>
                <a:cs typeface="Times New Roman"/>
              </a:rPr>
              <a:t>Register</a:t>
            </a:r>
            <a:r>
              <a:rPr sz="1800" i="1" spc="30" dirty="0">
                <a:solidFill>
                  <a:srgbClr val="FF0000"/>
                </a:solidFill>
                <a:latin typeface="Times New Roman"/>
                <a:cs typeface="Times New Roman"/>
              </a:rPr>
              <a:t> </a:t>
            </a:r>
            <a:r>
              <a:rPr sz="1800" i="1" spc="125" dirty="0">
                <a:solidFill>
                  <a:srgbClr val="FF0000"/>
                </a:solidFill>
                <a:latin typeface="Times New Roman"/>
                <a:cs typeface="Times New Roman"/>
              </a:rPr>
              <a:t>result</a:t>
            </a:r>
            <a:r>
              <a:rPr sz="1800" i="1" spc="7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graphicFrame>
        <p:nvGraphicFramePr>
          <p:cNvPr id="24" name="object 21">
            <a:extLst>
              <a:ext uri="{FF2B5EF4-FFF2-40B4-BE49-F238E27FC236}">
                <a16:creationId xmlns:a16="http://schemas.microsoft.com/office/drawing/2014/main" id="{C5E2C50A-E5D0-24D7-3E2B-4699EF70B8FE}"/>
              </a:ext>
            </a:extLst>
          </p:cNvPr>
          <p:cNvGraphicFramePr>
            <a:graphicFrameLocks noGrp="1"/>
          </p:cNvGraphicFramePr>
          <p:nvPr/>
        </p:nvGraphicFramePr>
        <p:xfrm>
          <a:off x="382534" y="5616678"/>
          <a:ext cx="8423271" cy="487809"/>
        </p:xfrm>
        <a:graphic>
          <a:graphicData uri="http://schemas.openxmlformats.org/drawingml/2006/table">
            <a:tbl>
              <a:tblPr firstRow="1" bandRow="1">
                <a:tableStyleId>{2D5ABB26-0587-4C30-8999-92F81FD0307C}</a:tableStyleId>
              </a:tblPr>
              <a:tblGrid>
                <a:gridCol w="1376045">
                  <a:extLst>
                    <a:ext uri="{9D8B030D-6E8A-4147-A177-3AD203B41FA5}">
                      <a16:colId xmlns:a16="http://schemas.microsoft.com/office/drawing/2014/main" val="20000"/>
                    </a:ext>
                  </a:extLst>
                </a:gridCol>
                <a:gridCol w="1099184">
                  <a:extLst>
                    <a:ext uri="{9D8B030D-6E8A-4147-A177-3AD203B41FA5}">
                      <a16:colId xmlns:a16="http://schemas.microsoft.com/office/drawing/2014/main" val="20001"/>
                    </a:ext>
                  </a:extLst>
                </a:gridCol>
                <a:gridCol w="676275">
                  <a:extLst>
                    <a:ext uri="{9D8B030D-6E8A-4147-A177-3AD203B41FA5}">
                      <a16:colId xmlns:a16="http://schemas.microsoft.com/office/drawing/2014/main" val="20002"/>
                    </a:ext>
                  </a:extLst>
                </a:gridCol>
                <a:gridCol w="732789">
                  <a:extLst>
                    <a:ext uri="{9D8B030D-6E8A-4147-A177-3AD203B41FA5}">
                      <a16:colId xmlns:a16="http://schemas.microsoft.com/office/drawing/2014/main" val="20003"/>
                    </a:ext>
                  </a:extLst>
                </a:gridCol>
                <a:gridCol w="541020">
                  <a:extLst>
                    <a:ext uri="{9D8B030D-6E8A-4147-A177-3AD203B41FA5}">
                      <a16:colId xmlns:a16="http://schemas.microsoft.com/office/drawing/2014/main" val="20004"/>
                    </a:ext>
                  </a:extLst>
                </a:gridCol>
                <a:gridCol w="700404">
                  <a:extLst>
                    <a:ext uri="{9D8B030D-6E8A-4147-A177-3AD203B41FA5}">
                      <a16:colId xmlns:a16="http://schemas.microsoft.com/office/drawing/2014/main" val="20005"/>
                    </a:ext>
                  </a:extLst>
                </a:gridCol>
                <a:gridCol w="633729">
                  <a:extLst>
                    <a:ext uri="{9D8B030D-6E8A-4147-A177-3AD203B41FA5}">
                      <a16:colId xmlns:a16="http://schemas.microsoft.com/office/drawing/2014/main" val="20006"/>
                    </a:ext>
                  </a:extLst>
                </a:gridCol>
                <a:gridCol w="715645">
                  <a:extLst>
                    <a:ext uri="{9D8B030D-6E8A-4147-A177-3AD203B41FA5}">
                      <a16:colId xmlns:a16="http://schemas.microsoft.com/office/drawing/2014/main" val="20007"/>
                    </a:ext>
                  </a:extLst>
                </a:gridCol>
                <a:gridCol w="1948180">
                  <a:extLst>
                    <a:ext uri="{9D8B030D-6E8A-4147-A177-3AD203B41FA5}">
                      <a16:colId xmlns:a16="http://schemas.microsoft.com/office/drawing/2014/main" val="20008"/>
                    </a:ext>
                  </a:extLst>
                </a:gridCol>
              </a:tblGrid>
              <a:tr h="265461">
                <a:tc>
                  <a:txBody>
                    <a:bodyPr/>
                    <a:lstStyle/>
                    <a:p>
                      <a:pPr marL="31750">
                        <a:lnSpc>
                          <a:spcPts val="1970"/>
                        </a:lnSpc>
                      </a:pPr>
                      <a:r>
                        <a:rPr sz="1800" spc="165" dirty="0">
                          <a:latin typeface="Times New Roman"/>
                          <a:cs typeface="Times New Roman"/>
                        </a:rPr>
                        <a:t>Clock</a:t>
                      </a:r>
                      <a:endParaRPr sz="1800">
                        <a:latin typeface="Times New Roman"/>
                        <a:cs typeface="Times New Roman"/>
                      </a:endParaRPr>
                    </a:p>
                  </a:txBody>
                  <a:tcPr marL="0" marR="0" marT="0" marB="0"/>
                </a:tc>
                <a:tc>
                  <a:txBody>
                    <a:bodyPr/>
                    <a:lstStyle/>
                    <a:p>
                      <a:pPr>
                        <a:lnSpc>
                          <a:spcPct val="100000"/>
                        </a:lnSpc>
                      </a:pPr>
                      <a:endParaRPr sz="1600">
                        <a:latin typeface="Times New Roman"/>
                        <a:cs typeface="Times New Roman"/>
                      </a:endParaRPr>
                    </a:p>
                  </a:txBody>
                  <a:tcPr marL="0" marR="0" marT="0" marB="0"/>
                </a:tc>
                <a:tc>
                  <a:txBody>
                    <a:bodyPr/>
                    <a:lstStyle/>
                    <a:p>
                      <a:pPr marR="1270" algn="ctr">
                        <a:lnSpc>
                          <a:spcPts val="1970"/>
                        </a:lnSpc>
                      </a:pPr>
                      <a:r>
                        <a:rPr sz="1800" i="1" spc="165" dirty="0">
                          <a:latin typeface="Times New Roman"/>
                          <a:cs typeface="Times New Roman"/>
                        </a:rPr>
                        <a:t>F0</a:t>
                      </a:r>
                      <a:endParaRPr sz="1800">
                        <a:latin typeface="Times New Roman"/>
                        <a:cs typeface="Times New Roman"/>
                      </a:endParaRPr>
                    </a:p>
                  </a:txBody>
                  <a:tcPr marL="0" marR="0" marT="0" marB="0">
                    <a:lnB w="9525">
                      <a:solidFill>
                        <a:srgbClr val="000000"/>
                      </a:solidFill>
                      <a:prstDash val="solid"/>
                    </a:lnB>
                  </a:tcPr>
                </a:tc>
                <a:tc>
                  <a:txBody>
                    <a:bodyPr/>
                    <a:lstStyle/>
                    <a:p>
                      <a:pPr marR="65405" algn="ctr">
                        <a:lnSpc>
                          <a:spcPts val="1970"/>
                        </a:lnSpc>
                      </a:pPr>
                      <a:r>
                        <a:rPr sz="1800" i="1" spc="165" dirty="0">
                          <a:latin typeface="Times New Roman"/>
                          <a:cs typeface="Times New Roman"/>
                        </a:rPr>
                        <a:t>F2</a:t>
                      </a:r>
                      <a:endParaRPr sz="1800">
                        <a:latin typeface="Times New Roman"/>
                        <a:cs typeface="Times New Roman"/>
                      </a:endParaRPr>
                    </a:p>
                  </a:txBody>
                  <a:tcPr marL="0" marR="0" marT="0" marB="0">
                    <a:lnB w="9525">
                      <a:solidFill>
                        <a:srgbClr val="000000"/>
                      </a:solidFill>
                      <a:prstDash val="solid"/>
                    </a:lnB>
                  </a:tcPr>
                </a:tc>
                <a:tc>
                  <a:txBody>
                    <a:bodyPr/>
                    <a:lstStyle/>
                    <a:p>
                      <a:pPr marL="94615">
                        <a:lnSpc>
                          <a:spcPts val="1970"/>
                        </a:lnSpc>
                      </a:pPr>
                      <a:r>
                        <a:rPr sz="1800" i="1" spc="165" dirty="0">
                          <a:latin typeface="Times New Roman"/>
                          <a:cs typeface="Times New Roman"/>
                        </a:rPr>
                        <a:t>F4</a:t>
                      </a:r>
                      <a:endParaRPr sz="1800">
                        <a:latin typeface="Times New Roman"/>
                        <a:cs typeface="Times New Roman"/>
                      </a:endParaRPr>
                    </a:p>
                  </a:txBody>
                  <a:tcPr marL="0" marR="0" marT="0" marB="0">
                    <a:lnB w="9525">
                      <a:solidFill>
                        <a:srgbClr val="000000"/>
                      </a:solidFill>
                      <a:prstDash val="solid"/>
                    </a:lnB>
                  </a:tcPr>
                </a:tc>
                <a:tc>
                  <a:txBody>
                    <a:bodyPr/>
                    <a:lstStyle/>
                    <a:p>
                      <a:pPr algn="ctr">
                        <a:lnSpc>
                          <a:spcPts val="1970"/>
                        </a:lnSpc>
                      </a:pPr>
                      <a:r>
                        <a:rPr sz="1800" i="1" spc="165" dirty="0">
                          <a:latin typeface="Times New Roman"/>
                          <a:cs typeface="Times New Roman"/>
                        </a:rPr>
                        <a:t>F6</a:t>
                      </a:r>
                      <a:endParaRPr sz="1800">
                        <a:latin typeface="Times New Roman"/>
                        <a:cs typeface="Times New Roman"/>
                      </a:endParaRPr>
                    </a:p>
                  </a:txBody>
                  <a:tcPr marL="0" marR="0" marT="0" marB="0">
                    <a:lnB w="9525">
                      <a:solidFill>
                        <a:srgbClr val="000000"/>
                      </a:solidFill>
                      <a:prstDash val="solid"/>
                    </a:lnB>
                  </a:tcPr>
                </a:tc>
                <a:tc>
                  <a:txBody>
                    <a:bodyPr/>
                    <a:lstStyle/>
                    <a:p>
                      <a:pPr marR="35560" algn="ctr">
                        <a:lnSpc>
                          <a:spcPts val="1970"/>
                        </a:lnSpc>
                      </a:pPr>
                      <a:r>
                        <a:rPr sz="1800" i="1" spc="165" dirty="0">
                          <a:latin typeface="Times New Roman"/>
                          <a:cs typeface="Times New Roman"/>
                        </a:rPr>
                        <a:t>F8</a:t>
                      </a:r>
                      <a:endParaRPr sz="1800">
                        <a:latin typeface="Times New Roman"/>
                        <a:cs typeface="Times New Roman"/>
                      </a:endParaRPr>
                    </a:p>
                  </a:txBody>
                  <a:tcPr marL="0" marR="0" marT="0" marB="0">
                    <a:lnB w="9525">
                      <a:solidFill>
                        <a:srgbClr val="000000"/>
                      </a:solidFill>
                      <a:prstDash val="solid"/>
                    </a:lnB>
                  </a:tcPr>
                </a:tc>
                <a:tc>
                  <a:txBody>
                    <a:bodyPr/>
                    <a:lstStyle/>
                    <a:p>
                      <a:pPr marL="90170">
                        <a:lnSpc>
                          <a:spcPts val="1970"/>
                        </a:lnSpc>
                      </a:pPr>
                      <a:r>
                        <a:rPr sz="1800" i="1" spc="185" dirty="0">
                          <a:latin typeface="Times New Roman"/>
                          <a:cs typeface="Times New Roman"/>
                        </a:rPr>
                        <a:t>F10</a:t>
                      </a:r>
                      <a:endParaRPr sz="1800">
                        <a:latin typeface="Times New Roman"/>
                        <a:cs typeface="Times New Roman"/>
                      </a:endParaRPr>
                    </a:p>
                  </a:txBody>
                  <a:tcPr marL="0" marR="0" marT="0" marB="0">
                    <a:lnB w="9525">
                      <a:solidFill>
                        <a:srgbClr val="000000"/>
                      </a:solidFill>
                      <a:prstDash val="solid"/>
                    </a:lnB>
                  </a:tcPr>
                </a:tc>
                <a:tc>
                  <a:txBody>
                    <a:bodyPr/>
                    <a:lstStyle/>
                    <a:p>
                      <a:pPr marL="133350">
                        <a:lnSpc>
                          <a:spcPts val="1970"/>
                        </a:lnSpc>
                        <a:tabLst>
                          <a:tab pos="960755" algn="l"/>
                          <a:tab pos="1409065" algn="l"/>
                        </a:tabLst>
                      </a:pPr>
                      <a:r>
                        <a:rPr sz="1800" i="1" spc="185" dirty="0">
                          <a:latin typeface="Times New Roman"/>
                          <a:cs typeface="Times New Roman"/>
                        </a:rPr>
                        <a:t>F12	</a:t>
                      </a:r>
                      <a:r>
                        <a:rPr sz="1800" i="1" spc="85" dirty="0">
                          <a:latin typeface="Times New Roman"/>
                          <a:cs typeface="Times New Roman"/>
                        </a:rPr>
                        <a:t>...	</a:t>
                      </a:r>
                      <a:r>
                        <a:rPr sz="1800" i="1" spc="185" dirty="0">
                          <a:latin typeface="Times New Roman"/>
                          <a:cs typeface="Times New Roman"/>
                        </a:rPr>
                        <a:t>F30</a:t>
                      </a:r>
                      <a:endParaRPr sz="18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222348">
                <a:tc>
                  <a:txBody>
                    <a:bodyPr/>
                    <a:lstStyle/>
                    <a:p>
                      <a:pPr marL="350520">
                        <a:lnSpc>
                          <a:spcPts val="1620"/>
                        </a:lnSpc>
                        <a:spcBef>
                          <a:spcPts val="30"/>
                        </a:spcBef>
                      </a:pPr>
                      <a:r>
                        <a:rPr sz="1350" b="1" dirty="0">
                          <a:latin typeface="Times New Roman"/>
                          <a:cs typeface="Times New Roman"/>
                        </a:rPr>
                        <a:t>6</a:t>
                      </a:r>
                      <a:endParaRPr sz="1350">
                        <a:latin typeface="Times New Roman"/>
                        <a:cs typeface="Times New Roman"/>
                      </a:endParaRPr>
                    </a:p>
                  </a:txBody>
                  <a:tcPr marL="0" marR="0" marT="3810" marB="0"/>
                </a:tc>
                <a:tc>
                  <a:txBody>
                    <a:bodyPr/>
                    <a:lstStyle/>
                    <a:p>
                      <a:pPr marL="689610">
                        <a:lnSpc>
                          <a:spcPts val="1620"/>
                        </a:lnSpc>
                        <a:spcBef>
                          <a:spcPts val="30"/>
                        </a:spcBef>
                      </a:pPr>
                      <a:r>
                        <a:rPr sz="1350" i="1" spc="204" dirty="0">
                          <a:latin typeface="Times New Roman"/>
                          <a:cs typeface="Times New Roman"/>
                        </a:rPr>
                        <a:t>FU</a:t>
                      </a:r>
                      <a:endParaRPr sz="1350">
                        <a:latin typeface="Times New Roman"/>
                        <a:cs typeface="Times New Roman"/>
                      </a:endParaRPr>
                    </a:p>
                  </a:txBody>
                  <a:tcPr marL="0" marR="0" marT="3810" marB="0">
                    <a:lnR w="9525">
                      <a:solidFill>
                        <a:srgbClr val="000000"/>
                      </a:solidFill>
                      <a:prstDash val="solid"/>
                    </a:lnR>
                  </a:tcPr>
                </a:tc>
                <a:tc>
                  <a:txBody>
                    <a:bodyPr/>
                    <a:lstStyle/>
                    <a:p>
                      <a:pPr marL="38100" algn="ctr">
                        <a:lnSpc>
                          <a:spcPts val="1620"/>
                        </a:lnSpc>
                        <a:spcBef>
                          <a:spcPts val="30"/>
                        </a:spcBef>
                      </a:pPr>
                      <a:r>
                        <a:rPr sz="1350" spc="120" dirty="0">
                          <a:solidFill>
                            <a:srgbClr val="0000FF"/>
                          </a:solidFill>
                          <a:latin typeface="Times New Roman"/>
                          <a:cs typeface="Times New Roman"/>
                        </a:rPr>
                        <a:t>Mult1</a:t>
                      </a:r>
                      <a:endParaRPr sz="1350">
                        <a:latin typeface="Times New Roman"/>
                        <a:cs typeface="Times New Roman"/>
                      </a:endParaRPr>
                    </a:p>
                  </a:txBody>
                  <a:tcPr marL="0" marR="0" marT="381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17780" algn="ctr">
                        <a:lnSpc>
                          <a:spcPts val="1620"/>
                        </a:lnSpc>
                        <a:spcBef>
                          <a:spcPts val="30"/>
                        </a:spcBef>
                      </a:pPr>
                      <a:r>
                        <a:rPr sz="1350" spc="145" dirty="0">
                          <a:solidFill>
                            <a:srgbClr val="FF0000"/>
                          </a:solidFill>
                          <a:latin typeface="Times New Roman"/>
                          <a:cs typeface="Times New Roman"/>
                        </a:rPr>
                        <a:t>M(A2)</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marL="53340" algn="ctr">
                        <a:lnSpc>
                          <a:spcPts val="1620"/>
                        </a:lnSpc>
                        <a:spcBef>
                          <a:spcPts val="30"/>
                        </a:spcBef>
                      </a:pPr>
                      <a:r>
                        <a:rPr sz="1350" spc="145" dirty="0">
                          <a:latin typeface="Times New Roman"/>
                          <a:cs typeface="Times New Roman"/>
                        </a:rPr>
                        <a:t>Add2</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marL="12700" algn="ctr">
                        <a:lnSpc>
                          <a:spcPts val="1620"/>
                        </a:lnSpc>
                        <a:spcBef>
                          <a:spcPts val="30"/>
                        </a:spcBef>
                      </a:pPr>
                      <a:r>
                        <a:rPr sz="1350" spc="145" dirty="0">
                          <a:solidFill>
                            <a:srgbClr val="FF00FF"/>
                          </a:solidFill>
                          <a:latin typeface="Times New Roman"/>
                          <a:cs typeface="Times New Roman"/>
                        </a:rPr>
                        <a:t>Add1</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marL="81280">
                        <a:lnSpc>
                          <a:spcPts val="1620"/>
                        </a:lnSpc>
                        <a:spcBef>
                          <a:spcPts val="30"/>
                        </a:spcBef>
                      </a:pPr>
                      <a:r>
                        <a:rPr sz="1350" spc="120" dirty="0">
                          <a:solidFill>
                            <a:srgbClr val="00FF00"/>
                          </a:solidFill>
                          <a:latin typeface="Times New Roman"/>
                          <a:cs typeface="Times New Roman"/>
                        </a:rPr>
                        <a:t>Mult2</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bl>
          </a:graphicData>
        </a:graphic>
      </p:graphicFrame>
      <p:grpSp>
        <p:nvGrpSpPr>
          <p:cNvPr id="25" name="object 22">
            <a:extLst>
              <a:ext uri="{FF2B5EF4-FFF2-40B4-BE49-F238E27FC236}">
                <a16:creationId xmlns:a16="http://schemas.microsoft.com/office/drawing/2014/main" id="{C59E1DCB-F570-2AD5-2FAC-525664032AEB}"/>
              </a:ext>
            </a:extLst>
          </p:cNvPr>
          <p:cNvGrpSpPr/>
          <p:nvPr/>
        </p:nvGrpSpPr>
        <p:grpSpPr>
          <a:xfrm>
            <a:off x="2853495" y="2101181"/>
            <a:ext cx="2008505" cy="1340485"/>
            <a:chOff x="2833578" y="1459055"/>
            <a:chExt cx="2008505" cy="1340485"/>
          </a:xfrm>
        </p:grpSpPr>
        <p:sp>
          <p:nvSpPr>
            <p:cNvPr id="26" name="object 23">
              <a:extLst>
                <a:ext uri="{FF2B5EF4-FFF2-40B4-BE49-F238E27FC236}">
                  <a16:creationId xmlns:a16="http://schemas.microsoft.com/office/drawing/2014/main" id="{5A9A3192-986D-37F8-CBD8-94F0A2D9C980}"/>
                </a:ext>
              </a:extLst>
            </p:cNvPr>
            <p:cNvSpPr/>
            <p:nvPr/>
          </p:nvSpPr>
          <p:spPr>
            <a:xfrm>
              <a:off x="2846520" y="1462698"/>
              <a:ext cx="1990725" cy="0"/>
            </a:xfrm>
            <a:custGeom>
              <a:avLst/>
              <a:gdLst/>
              <a:ahLst/>
              <a:cxnLst/>
              <a:rect l="l" t="t" r="r" b="b"/>
              <a:pathLst>
                <a:path w="1990725">
                  <a:moveTo>
                    <a:pt x="0" y="0"/>
                  </a:moveTo>
                  <a:lnTo>
                    <a:pt x="1990591" y="0"/>
                  </a:lnTo>
                </a:path>
              </a:pathLst>
            </a:custGeom>
            <a:ln w="7168">
              <a:solidFill>
                <a:srgbClr val="000000"/>
              </a:solidFill>
            </a:ln>
          </p:spPr>
          <p:txBody>
            <a:bodyPr wrap="square" lIns="0" tIns="0" rIns="0" bIns="0" rtlCol="0"/>
            <a:lstStyle/>
            <a:p>
              <a:endParaRPr/>
            </a:p>
          </p:txBody>
        </p:sp>
        <p:sp>
          <p:nvSpPr>
            <p:cNvPr id="27" name="object 24">
              <a:extLst>
                <a:ext uri="{FF2B5EF4-FFF2-40B4-BE49-F238E27FC236}">
                  <a16:creationId xmlns:a16="http://schemas.microsoft.com/office/drawing/2014/main" id="{29F55F23-24EC-5A68-924C-77530150969F}"/>
                </a:ext>
              </a:extLst>
            </p:cNvPr>
            <p:cNvSpPr/>
            <p:nvPr/>
          </p:nvSpPr>
          <p:spPr>
            <a:xfrm>
              <a:off x="2842144" y="1459089"/>
              <a:ext cx="1999614" cy="7620"/>
            </a:xfrm>
            <a:custGeom>
              <a:avLst/>
              <a:gdLst/>
              <a:ahLst/>
              <a:cxnLst/>
              <a:rect l="l" t="t" r="r" b="b"/>
              <a:pathLst>
                <a:path w="1999614" h="7619">
                  <a:moveTo>
                    <a:pt x="1999228" y="0"/>
                  </a:moveTo>
                  <a:lnTo>
                    <a:pt x="0" y="0"/>
                  </a:lnTo>
                  <a:lnTo>
                    <a:pt x="0" y="7157"/>
                  </a:lnTo>
                  <a:lnTo>
                    <a:pt x="1999228" y="7157"/>
                  </a:lnTo>
                  <a:lnTo>
                    <a:pt x="1999228" y="0"/>
                  </a:lnTo>
                  <a:close/>
                </a:path>
              </a:pathLst>
            </a:custGeom>
            <a:solidFill>
              <a:srgbClr val="000000"/>
            </a:solidFill>
          </p:spPr>
          <p:txBody>
            <a:bodyPr wrap="square" lIns="0" tIns="0" rIns="0" bIns="0" rtlCol="0"/>
            <a:lstStyle/>
            <a:p>
              <a:endParaRPr/>
            </a:p>
          </p:txBody>
        </p:sp>
        <p:sp>
          <p:nvSpPr>
            <p:cNvPr id="28" name="object 25">
              <a:extLst>
                <a:ext uri="{FF2B5EF4-FFF2-40B4-BE49-F238E27FC236}">
                  <a16:creationId xmlns:a16="http://schemas.microsoft.com/office/drawing/2014/main" id="{5F24A632-9771-8568-2367-FE1C242D542E}"/>
                </a:ext>
              </a:extLst>
            </p:cNvPr>
            <p:cNvSpPr/>
            <p:nvPr/>
          </p:nvSpPr>
          <p:spPr>
            <a:xfrm>
              <a:off x="2837883" y="1462698"/>
              <a:ext cx="0" cy="1333500"/>
            </a:xfrm>
            <a:custGeom>
              <a:avLst/>
              <a:gdLst/>
              <a:ahLst/>
              <a:cxnLst/>
              <a:rect l="l" t="t" r="r" b="b"/>
              <a:pathLst>
                <a:path h="1333500">
                  <a:moveTo>
                    <a:pt x="0" y="0"/>
                  </a:moveTo>
                  <a:lnTo>
                    <a:pt x="0" y="1333138"/>
                  </a:lnTo>
                </a:path>
              </a:pathLst>
            </a:custGeom>
            <a:ln w="8610">
              <a:solidFill>
                <a:srgbClr val="000000"/>
              </a:solidFill>
            </a:ln>
          </p:spPr>
          <p:txBody>
            <a:bodyPr wrap="square" lIns="0" tIns="0" rIns="0" bIns="0" rtlCol="0"/>
            <a:lstStyle/>
            <a:p>
              <a:endParaRPr/>
            </a:p>
          </p:txBody>
        </p:sp>
        <p:sp>
          <p:nvSpPr>
            <p:cNvPr id="29" name="object 26">
              <a:extLst>
                <a:ext uri="{FF2B5EF4-FFF2-40B4-BE49-F238E27FC236}">
                  <a16:creationId xmlns:a16="http://schemas.microsoft.com/office/drawing/2014/main" id="{07263008-7FAE-A3F7-9BA3-67E171392295}"/>
                </a:ext>
              </a:extLst>
            </p:cNvPr>
            <p:cNvSpPr/>
            <p:nvPr/>
          </p:nvSpPr>
          <p:spPr>
            <a:xfrm>
              <a:off x="2833622" y="1459055"/>
              <a:ext cx="8890" cy="1340485"/>
            </a:xfrm>
            <a:custGeom>
              <a:avLst/>
              <a:gdLst/>
              <a:ahLst/>
              <a:cxnLst/>
              <a:rect l="l" t="t" r="r" b="b"/>
              <a:pathLst>
                <a:path w="8889" h="1340485">
                  <a:moveTo>
                    <a:pt x="8609" y="0"/>
                  </a:moveTo>
                  <a:lnTo>
                    <a:pt x="0" y="0"/>
                  </a:lnTo>
                  <a:lnTo>
                    <a:pt x="0" y="1340329"/>
                  </a:lnTo>
                  <a:lnTo>
                    <a:pt x="8609" y="1340329"/>
                  </a:lnTo>
                  <a:lnTo>
                    <a:pt x="8609" y="0"/>
                  </a:lnTo>
                  <a:close/>
                </a:path>
              </a:pathLst>
            </a:custGeom>
            <a:solidFill>
              <a:srgbClr val="000000"/>
            </a:solidFill>
          </p:spPr>
          <p:txBody>
            <a:bodyPr wrap="square" lIns="0" tIns="0" rIns="0" bIns="0" rtlCol="0"/>
            <a:lstStyle/>
            <a:p>
              <a:endParaRPr/>
            </a:p>
          </p:txBody>
        </p:sp>
        <p:sp>
          <p:nvSpPr>
            <p:cNvPr id="30" name="object 27">
              <a:extLst>
                <a:ext uri="{FF2B5EF4-FFF2-40B4-BE49-F238E27FC236}">
                  <a16:creationId xmlns:a16="http://schemas.microsoft.com/office/drawing/2014/main" id="{31A59AE9-0BAA-A1E7-F9BE-1D09C4CAFA26}"/>
                </a:ext>
              </a:extLst>
            </p:cNvPr>
            <p:cNvSpPr/>
            <p:nvPr/>
          </p:nvSpPr>
          <p:spPr>
            <a:xfrm>
              <a:off x="4837111" y="1469889"/>
              <a:ext cx="0" cy="1326515"/>
            </a:xfrm>
            <a:custGeom>
              <a:avLst/>
              <a:gdLst/>
              <a:ahLst/>
              <a:cxnLst/>
              <a:rect l="l" t="t" r="r" b="b"/>
              <a:pathLst>
                <a:path h="1326514">
                  <a:moveTo>
                    <a:pt x="0" y="0"/>
                  </a:moveTo>
                  <a:lnTo>
                    <a:pt x="0" y="1325946"/>
                  </a:lnTo>
                </a:path>
              </a:pathLst>
            </a:custGeom>
            <a:ln w="8610">
              <a:solidFill>
                <a:srgbClr val="000000"/>
              </a:solidFill>
            </a:ln>
          </p:spPr>
          <p:txBody>
            <a:bodyPr wrap="square" lIns="0" tIns="0" rIns="0" bIns="0" rtlCol="0"/>
            <a:lstStyle/>
            <a:p>
              <a:endParaRPr/>
            </a:p>
          </p:txBody>
        </p:sp>
        <p:sp>
          <p:nvSpPr>
            <p:cNvPr id="31" name="object 28">
              <a:extLst>
                <a:ext uri="{FF2B5EF4-FFF2-40B4-BE49-F238E27FC236}">
                  <a16:creationId xmlns:a16="http://schemas.microsoft.com/office/drawing/2014/main" id="{93B1392F-988A-A0FB-92C6-DFA7DEF28548}"/>
                </a:ext>
              </a:extLst>
            </p:cNvPr>
            <p:cNvSpPr/>
            <p:nvPr/>
          </p:nvSpPr>
          <p:spPr>
            <a:xfrm>
              <a:off x="4832850" y="1466246"/>
              <a:ext cx="8890" cy="1333500"/>
            </a:xfrm>
            <a:custGeom>
              <a:avLst/>
              <a:gdLst/>
              <a:ahLst/>
              <a:cxnLst/>
              <a:rect l="l" t="t" r="r" b="b"/>
              <a:pathLst>
                <a:path w="8889" h="1333500">
                  <a:moveTo>
                    <a:pt x="8610" y="0"/>
                  </a:moveTo>
                  <a:lnTo>
                    <a:pt x="0" y="0"/>
                  </a:lnTo>
                  <a:lnTo>
                    <a:pt x="0" y="1333138"/>
                  </a:lnTo>
                  <a:lnTo>
                    <a:pt x="8610" y="1333138"/>
                  </a:lnTo>
                  <a:lnTo>
                    <a:pt x="8610" y="0"/>
                  </a:lnTo>
                  <a:close/>
                </a:path>
              </a:pathLst>
            </a:custGeom>
            <a:solidFill>
              <a:srgbClr val="000000"/>
            </a:solidFill>
          </p:spPr>
          <p:txBody>
            <a:bodyPr wrap="square" lIns="0" tIns="0" rIns="0" bIns="0" rtlCol="0"/>
            <a:lstStyle/>
            <a:p>
              <a:endParaRPr/>
            </a:p>
          </p:txBody>
        </p:sp>
        <p:sp>
          <p:nvSpPr>
            <p:cNvPr id="32" name="object 29">
              <a:extLst>
                <a:ext uri="{FF2B5EF4-FFF2-40B4-BE49-F238E27FC236}">
                  <a16:creationId xmlns:a16="http://schemas.microsoft.com/office/drawing/2014/main" id="{DA80588E-890A-AB1D-B1F3-7C48C92ABCC7}"/>
                </a:ext>
              </a:extLst>
            </p:cNvPr>
            <p:cNvSpPr/>
            <p:nvPr/>
          </p:nvSpPr>
          <p:spPr>
            <a:xfrm>
              <a:off x="2846520" y="2795836"/>
              <a:ext cx="1990725" cy="0"/>
            </a:xfrm>
            <a:custGeom>
              <a:avLst/>
              <a:gdLst/>
              <a:ahLst/>
              <a:cxnLst/>
              <a:rect l="l" t="t" r="r" b="b"/>
              <a:pathLst>
                <a:path w="1990725">
                  <a:moveTo>
                    <a:pt x="0" y="0"/>
                  </a:moveTo>
                  <a:lnTo>
                    <a:pt x="1990591" y="0"/>
                  </a:lnTo>
                </a:path>
              </a:pathLst>
            </a:custGeom>
            <a:ln w="7168">
              <a:solidFill>
                <a:srgbClr val="000000"/>
              </a:solidFill>
            </a:ln>
          </p:spPr>
          <p:txBody>
            <a:bodyPr wrap="square" lIns="0" tIns="0" rIns="0" bIns="0" rtlCol="0"/>
            <a:lstStyle/>
            <a:p>
              <a:endParaRPr/>
            </a:p>
          </p:txBody>
        </p:sp>
        <p:sp>
          <p:nvSpPr>
            <p:cNvPr id="33" name="object 30">
              <a:extLst>
                <a:ext uri="{FF2B5EF4-FFF2-40B4-BE49-F238E27FC236}">
                  <a16:creationId xmlns:a16="http://schemas.microsoft.com/office/drawing/2014/main" id="{C8D8E795-4F36-FACE-32D1-63345D3CED42}"/>
                </a:ext>
              </a:extLst>
            </p:cNvPr>
            <p:cNvSpPr/>
            <p:nvPr/>
          </p:nvSpPr>
          <p:spPr>
            <a:xfrm>
              <a:off x="2842144" y="2792227"/>
              <a:ext cx="1999614" cy="7620"/>
            </a:xfrm>
            <a:custGeom>
              <a:avLst/>
              <a:gdLst/>
              <a:ahLst/>
              <a:cxnLst/>
              <a:rect l="l" t="t" r="r" b="b"/>
              <a:pathLst>
                <a:path w="1999614" h="7619">
                  <a:moveTo>
                    <a:pt x="1999228" y="0"/>
                  </a:moveTo>
                  <a:lnTo>
                    <a:pt x="0" y="0"/>
                  </a:lnTo>
                  <a:lnTo>
                    <a:pt x="0" y="7157"/>
                  </a:lnTo>
                  <a:lnTo>
                    <a:pt x="1999228" y="7157"/>
                  </a:lnTo>
                  <a:lnTo>
                    <a:pt x="1999228" y="0"/>
                  </a:lnTo>
                  <a:close/>
                </a:path>
              </a:pathLst>
            </a:custGeom>
            <a:solidFill>
              <a:srgbClr val="000000"/>
            </a:solidFill>
          </p:spPr>
          <p:txBody>
            <a:bodyPr wrap="square" lIns="0" tIns="0" rIns="0" bIns="0" rtlCol="0"/>
            <a:lstStyle/>
            <a:p>
              <a:endParaRPr/>
            </a:p>
          </p:txBody>
        </p:sp>
      </p:grpSp>
      <p:grpSp>
        <p:nvGrpSpPr>
          <p:cNvPr id="34" name="object 31">
            <a:extLst>
              <a:ext uri="{FF2B5EF4-FFF2-40B4-BE49-F238E27FC236}">
                <a16:creationId xmlns:a16="http://schemas.microsoft.com/office/drawing/2014/main" id="{CA3A15DE-4D79-2D2F-E503-81427564036A}"/>
              </a:ext>
            </a:extLst>
          </p:cNvPr>
          <p:cNvGrpSpPr/>
          <p:nvPr/>
        </p:nvGrpSpPr>
        <p:grpSpPr>
          <a:xfrm>
            <a:off x="2336298" y="4079470"/>
            <a:ext cx="3818254" cy="1118870"/>
            <a:chOff x="2316381" y="3437344"/>
            <a:chExt cx="3818254" cy="1118870"/>
          </a:xfrm>
        </p:grpSpPr>
        <p:sp>
          <p:nvSpPr>
            <p:cNvPr id="35" name="object 32">
              <a:extLst>
                <a:ext uri="{FF2B5EF4-FFF2-40B4-BE49-F238E27FC236}">
                  <a16:creationId xmlns:a16="http://schemas.microsoft.com/office/drawing/2014/main" id="{8B3DA34F-2363-6137-37F1-983E4DF3B32D}"/>
                </a:ext>
              </a:extLst>
            </p:cNvPr>
            <p:cNvSpPr/>
            <p:nvPr/>
          </p:nvSpPr>
          <p:spPr>
            <a:xfrm>
              <a:off x="6130045" y="3448119"/>
              <a:ext cx="0" cy="1104265"/>
            </a:xfrm>
            <a:custGeom>
              <a:avLst/>
              <a:gdLst/>
              <a:ahLst/>
              <a:cxnLst/>
              <a:rect l="l" t="t" r="r" b="b"/>
              <a:pathLst>
                <a:path h="1104264">
                  <a:moveTo>
                    <a:pt x="0" y="0"/>
                  </a:moveTo>
                  <a:lnTo>
                    <a:pt x="0" y="1103885"/>
                  </a:lnTo>
                </a:path>
              </a:pathLst>
            </a:custGeom>
            <a:ln w="8610">
              <a:solidFill>
                <a:srgbClr val="000000"/>
              </a:solidFill>
            </a:ln>
          </p:spPr>
          <p:txBody>
            <a:bodyPr wrap="square" lIns="0" tIns="0" rIns="0" bIns="0" rtlCol="0"/>
            <a:lstStyle/>
            <a:p>
              <a:endParaRPr/>
            </a:p>
          </p:txBody>
        </p:sp>
        <p:sp>
          <p:nvSpPr>
            <p:cNvPr id="36" name="object 33">
              <a:extLst>
                <a:ext uri="{FF2B5EF4-FFF2-40B4-BE49-F238E27FC236}">
                  <a16:creationId xmlns:a16="http://schemas.microsoft.com/office/drawing/2014/main" id="{3662A9C6-F8CD-7471-A0BD-7C08DBC6FD60}"/>
                </a:ext>
              </a:extLst>
            </p:cNvPr>
            <p:cNvSpPr/>
            <p:nvPr/>
          </p:nvSpPr>
          <p:spPr>
            <a:xfrm>
              <a:off x="6125784" y="3444571"/>
              <a:ext cx="8890" cy="1111250"/>
            </a:xfrm>
            <a:custGeom>
              <a:avLst/>
              <a:gdLst/>
              <a:ahLst/>
              <a:cxnLst/>
              <a:rect l="l" t="t" r="r" b="b"/>
              <a:pathLst>
                <a:path w="8889" h="1111250">
                  <a:moveTo>
                    <a:pt x="8609" y="0"/>
                  </a:moveTo>
                  <a:lnTo>
                    <a:pt x="0" y="0"/>
                  </a:lnTo>
                  <a:lnTo>
                    <a:pt x="0" y="1110980"/>
                  </a:lnTo>
                  <a:lnTo>
                    <a:pt x="8609" y="1110980"/>
                  </a:lnTo>
                  <a:lnTo>
                    <a:pt x="8609" y="0"/>
                  </a:lnTo>
                  <a:close/>
                </a:path>
              </a:pathLst>
            </a:custGeom>
            <a:solidFill>
              <a:srgbClr val="000000"/>
            </a:solidFill>
          </p:spPr>
          <p:txBody>
            <a:bodyPr wrap="square" lIns="0" tIns="0" rIns="0" bIns="0" rtlCol="0"/>
            <a:lstStyle/>
            <a:p>
              <a:endParaRPr/>
            </a:p>
          </p:txBody>
        </p:sp>
        <p:sp>
          <p:nvSpPr>
            <p:cNvPr id="37" name="object 34">
              <a:extLst>
                <a:ext uri="{FF2B5EF4-FFF2-40B4-BE49-F238E27FC236}">
                  <a16:creationId xmlns:a16="http://schemas.microsoft.com/office/drawing/2014/main" id="{F05D9333-94B8-C2FF-0755-EDECE7C13544}"/>
                </a:ext>
              </a:extLst>
            </p:cNvPr>
            <p:cNvSpPr/>
            <p:nvPr/>
          </p:nvSpPr>
          <p:spPr>
            <a:xfrm>
              <a:off x="2320686" y="3440928"/>
              <a:ext cx="0" cy="1111250"/>
            </a:xfrm>
            <a:custGeom>
              <a:avLst/>
              <a:gdLst/>
              <a:ahLst/>
              <a:cxnLst/>
              <a:rect l="l" t="t" r="r" b="b"/>
              <a:pathLst>
                <a:path h="1111250">
                  <a:moveTo>
                    <a:pt x="0" y="0"/>
                  </a:moveTo>
                  <a:lnTo>
                    <a:pt x="0" y="1111076"/>
                  </a:lnTo>
                </a:path>
              </a:pathLst>
            </a:custGeom>
            <a:ln w="8610">
              <a:solidFill>
                <a:srgbClr val="000000"/>
              </a:solidFill>
            </a:ln>
          </p:spPr>
          <p:txBody>
            <a:bodyPr wrap="square" lIns="0" tIns="0" rIns="0" bIns="0" rtlCol="0"/>
            <a:lstStyle/>
            <a:p>
              <a:endParaRPr/>
            </a:p>
          </p:txBody>
        </p:sp>
        <p:sp>
          <p:nvSpPr>
            <p:cNvPr id="38" name="object 35">
              <a:extLst>
                <a:ext uri="{FF2B5EF4-FFF2-40B4-BE49-F238E27FC236}">
                  <a16:creationId xmlns:a16="http://schemas.microsoft.com/office/drawing/2014/main" id="{2CED024D-1DA3-0A51-CCA9-F0012B5E0424}"/>
                </a:ext>
              </a:extLst>
            </p:cNvPr>
            <p:cNvSpPr/>
            <p:nvPr/>
          </p:nvSpPr>
          <p:spPr>
            <a:xfrm>
              <a:off x="2316425" y="3437380"/>
              <a:ext cx="8890" cy="1118235"/>
            </a:xfrm>
            <a:custGeom>
              <a:avLst/>
              <a:gdLst/>
              <a:ahLst/>
              <a:cxnLst/>
              <a:rect l="l" t="t" r="r" b="b"/>
              <a:pathLst>
                <a:path w="8889" h="1118235">
                  <a:moveTo>
                    <a:pt x="8609" y="0"/>
                  </a:moveTo>
                  <a:lnTo>
                    <a:pt x="0" y="0"/>
                  </a:lnTo>
                  <a:lnTo>
                    <a:pt x="0" y="1118171"/>
                  </a:lnTo>
                  <a:lnTo>
                    <a:pt x="8609" y="1118171"/>
                  </a:lnTo>
                  <a:lnTo>
                    <a:pt x="8609" y="0"/>
                  </a:lnTo>
                  <a:close/>
                </a:path>
              </a:pathLst>
            </a:custGeom>
            <a:solidFill>
              <a:srgbClr val="000000"/>
            </a:solidFill>
          </p:spPr>
          <p:txBody>
            <a:bodyPr wrap="square" lIns="0" tIns="0" rIns="0" bIns="0" rtlCol="0"/>
            <a:lstStyle/>
            <a:p>
              <a:endParaRPr/>
            </a:p>
          </p:txBody>
        </p:sp>
        <p:sp>
          <p:nvSpPr>
            <p:cNvPr id="39" name="object 36">
              <a:extLst>
                <a:ext uri="{FF2B5EF4-FFF2-40B4-BE49-F238E27FC236}">
                  <a16:creationId xmlns:a16="http://schemas.microsoft.com/office/drawing/2014/main" id="{3450739B-E167-C588-9D2E-D6F77DF58242}"/>
                </a:ext>
              </a:extLst>
            </p:cNvPr>
            <p:cNvSpPr/>
            <p:nvPr/>
          </p:nvSpPr>
          <p:spPr>
            <a:xfrm>
              <a:off x="2329323" y="3440928"/>
              <a:ext cx="3801110" cy="0"/>
            </a:xfrm>
            <a:custGeom>
              <a:avLst/>
              <a:gdLst/>
              <a:ahLst/>
              <a:cxnLst/>
              <a:rect l="l" t="t" r="r" b="b"/>
              <a:pathLst>
                <a:path w="3801110">
                  <a:moveTo>
                    <a:pt x="0" y="0"/>
                  </a:moveTo>
                  <a:lnTo>
                    <a:pt x="3800721" y="0"/>
                  </a:lnTo>
                </a:path>
              </a:pathLst>
            </a:custGeom>
            <a:ln w="7168">
              <a:solidFill>
                <a:srgbClr val="000000"/>
              </a:solidFill>
            </a:ln>
          </p:spPr>
          <p:txBody>
            <a:bodyPr wrap="square" lIns="0" tIns="0" rIns="0" bIns="0" rtlCol="0"/>
            <a:lstStyle/>
            <a:p>
              <a:endParaRPr/>
            </a:p>
          </p:txBody>
        </p:sp>
        <p:sp>
          <p:nvSpPr>
            <p:cNvPr id="40" name="object 37">
              <a:extLst>
                <a:ext uri="{FF2B5EF4-FFF2-40B4-BE49-F238E27FC236}">
                  <a16:creationId xmlns:a16="http://schemas.microsoft.com/office/drawing/2014/main" id="{0A214D78-FDEC-51BD-890B-6E3B810CA6BD}"/>
                </a:ext>
              </a:extLst>
            </p:cNvPr>
            <p:cNvSpPr/>
            <p:nvPr/>
          </p:nvSpPr>
          <p:spPr>
            <a:xfrm>
              <a:off x="2325062" y="3437414"/>
              <a:ext cx="3809365" cy="7620"/>
            </a:xfrm>
            <a:custGeom>
              <a:avLst/>
              <a:gdLst/>
              <a:ahLst/>
              <a:cxnLst/>
              <a:rect l="l" t="t" r="r" b="b"/>
              <a:pathLst>
                <a:path w="3809365" h="7620">
                  <a:moveTo>
                    <a:pt x="3809359" y="0"/>
                  </a:moveTo>
                  <a:lnTo>
                    <a:pt x="0" y="0"/>
                  </a:lnTo>
                  <a:lnTo>
                    <a:pt x="0" y="7157"/>
                  </a:lnTo>
                  <a:lnTo>
                    <a:pt x="3809359" y="7157"/>
                  </a:lnTo>
                  <a:lnTo>
                    <a:pt x="3809359" y="0"/>
                  </a:lnTo>
                  <a:close/>
                </a:path>
              </a:pathLst>
            </a:custGeom>
            <a:solidFill>
              <a:srgbClr val="000000"/>
            </a:solidFill>
          </p:spPr>
          <p:txBody>
            <a:bodyPr wrap="square" lIns="0" tIns="0" rIns="0" bIns="0" rtlCol="0"/>
            <a:lstStyle/>
            <a:p>
              <a:endParaRPr/>
            </a:p>
          </p:txBody>
        </p:sp>
        <p:sp>
          <p:nvSpPr>
            <p:cNvPr id="41" name="object 38">
              <a:extLst>
                <a:ext uri="{FF2B5EF4-FFF2-40B4-BE49-F238E27FC236}">
                  <a16:creationId xmlns:a16="http://schemas.microsoft.com/office/drawing/2014/main" id="{47F501D9-FDA7-AB5D-D805-6C62631502D2}"/>
                </a:ext>
              </a:extLst>
            </p:cNvPr>
            <p:cNvSpPr/>
            <p:nvPr/>
          </p:nvSpPr>
          <p:spPr>
            <a:xfrm>
              <a:off x="2329323" y="4552004"/>
              <a:ext cx="3801110" cy="0"/>
            </a:xfrm>
            <a:custGeom>
              <a:avLst/>
              <a:gdLst/>
              <a:ahLst/>
              <a:cxnLst/>
              <a:rect l="l" t="t" r="r" b="b"/>
              <a:pathLst>
                <a:path w="3801110">
                  <a:moveTo>
                    <a:pt x="0" y="0"/>
                  </a:moveTo>
                  <a:lnTo>
                    <a:pt x="3800721" y="0"/>
                  </a:lnTo>
                </a:path>
              </a:pathLst>
            </a:custGeom>
            <a:ln w="7168">
              <a:solidFill>
                <a:srgbClr val="000000"/>
              </a:solidFill>
            </a:ln>
          </p:spPr>
          <p:txBody>
            <a:bodyPr wrap="square" lIns="0" tIns="0" rIns="0" bIns="0" rtlCol="0"/>
            <a:lstStyle/>
            <a:p>
              <a:endParaRPr/>
            </a:p>
          </p:txBody>
        </p:sp>
        <p:sp>
          <p:nvSpPr>
            <p:cNvPr id="42" name="object 39">
              <a:extLst>
                <a:ext uri="{FF2B5EF4-FFF2-40B4-BE49-F238E27FC236}">
                  <a16:creationId xmlns:a16="http://schemas.microsoft.com/office/drawing/2014/main" id="{98853B1B-EDF1-10E3-59F6-778EDD7B6CDD}"/>
                </a:ext>
              </a:extLst>
            </p:cNvPr>
            <p:cNvSpPr/>
            <p:nvPr/>
          </p:nvSpPr>
          <p:spPr>
            <a:xfrm>
              <a:off x="2325062" y="4548395"/>
              <a:ext cx="3809365" cy="7620"/>
            </a:xfrm>
            <a:custGeom>
              <a:avLst/>
              <a:gdLst/>
              <a:ahLst/>
              <a:cxnLst/>
              <a:rect l="l" t="t" r="r" b="b"/>
              <a:pathLst>
                <a:path w="3809365" h="7620">
                  <a:moveTo>
                    <a:pt x="3809359" y="0"/>
                  </a:moveTo>
                  <a:lnTo>
                    <a:pt x="0" y="0"/>
                  </a:lnTo>
                  <a:lnTo>
                    <a:pt x="0" y="7157"/>
                  </a:lnTo>
                  <a:lnTo>
                    <a:pt x="3809359" y="7157"/>
                  </a:lnTo>
                  <a:lnTo>
                    <a:pt x="3809359"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26134712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254B4-4F1F-9067-629D-BEC2BA136A9A}"/>
              </a:ext>
            </a:extLst>
          </p:cNvPr>
          <p:cNvSpPr>
            <a:spLocks noGrp="1"/>
          </p:cNvSpPr>
          <p:nvPr>
            <p:ph type="title"/>
          </p:nvPr>
        </p:nvSpPr>
        <p:spPr/>
        <p:txBody>
          <a:bodyPr/>
          <a:lstStyle/>
          <a:p>
            <a:r>
              <a:rPr lang="en-US" dirty="0"/>
              <a:t>Cycle-7</a:t>
            </a:r>
            <a:endParaRPr lang="en-IN" dirty="0"/>
          </a:p>
        </p:txBody>
      </p:sp>
      <p:sp>
        <p:nvSpPr>
          <p:cNvPr id="4" name="Footer Placeholder 3">
            <a:extLst>
              <a:ext uri="{FF2B5EF4-FFF2-40B4-BE49-F238E27FC236}">
                <a16:creationId xmlns:a16="http://schemas.microsoft.com/office/drawing/2014/main" id="{4F115660-CA36-8748-4AC7-EA1B1AA0A74B}"/>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7E174B57-EEF4-C533-8F45-DF1F18701508}"/>
              </a:ext>
            </a:extLst>
          </p:cNvPr>
          <p:cNvSpPr>
            <a:spLocks noGrp="1"/>
          </p:cNvSpPr>
          <p:nvPr>
            <p:ph type="sldNum" sz="quarter" idx="12"/>
          </p:nvPr>
        </p:nvSpPr>
        <p:spPr/>
        <p:txBody>
          <a:bodyPr/>
          <a:lstStyle/>
          <a:p>
            <a:fld id="{B8651ABE-1138-46C6-9A43-7FCD4EB2550C}" type="slidenum">
              <a:rPr lang="en-IN" smtClean="0"/>
              <a:pPr/>
              <a:t>28</a:t>
            </a:fld>
            <a:endParaRPr lang="en-IN" dirty="0"/>
          </a:p>
        </p:txBody>
      </p:sp>
      <p:sp>
        <p:nvSpPr>
          <p:cNvPr id="6" name="object 3">
            <a:extLst>
              <a:ext uri="{FF2B5EF4-FFF2-40B4-BE49-F238E27FC236}">
                <a16:creationId xmlns:a16="http://schemas.microsoft.com/office/drawing/2014/main" id="{D823DAC6-C2AD-776C-6257-CB63A7E9C454}"/>
              </a:ext>
            </a:extLst>
          </p:cNvPr>
          <p:cNvSpPr txBox="1"/>
          <p:nvPr/>
        </p:nvSpPr>
        <p:spPr>
          <a:xfrm>
            <a:off x="65507" y="1560961"/>
            <a:ext cx="2028189" cy="301625"/>
          </a:xfrm>
          <a:prstGeom prst="rect">
            <a:avLst/>
          </a:prstGeom>
        </p:spPr>
        <p:txBody>
          <a:bodyPr vert="horz" wrap="square" lIns="0" tIns="13335" rIns="0" bIns="0" rtlCol="0">
            <a:spAutoFit/>
          </a:bodyPr>
          <a:lstStyle/>
          <a:p>
            <a:pPr marL="12700">
              <a:lnSpc>
                <a:spcPct val="100000"/>
              </a:lnSpc>
              <a:spcBef>
                <a:spcPts val="105"/>
              </a:spcBef>
            </a:pPr>
            <a:r>
              <a:rPr sz="1800" i="1" spc="140" dirty="0">
                <a:solidFill>
                  <a:srgbClr val="FF0000"/>
                </a:solidFill>
                <a:latin typeface="Times New Roman"/>
                <a:cs typeface="Times New Roman"/>
              </a:rPr>
              <a:t>Instruction</a:t>
            </a:r>
            <a:r>
              <a:rPr sz="1800" i="1" spc="5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sp>
        <p:nvSpPr>
          <p:cNvPr id="7" name="object 4">
            <a:extLst>
              <a:ext uri="{FF2B5EF4-FFF2-40B4-BE49-F238E27FC236}">
                <a16:creationId xmlns:a16="http://schemas.microsoft.com/office/drawing/2014/main" id="{218F8903-BD9E-A78E-16C2-91349B9FFA2A}"/>
              </a:ext>
            </a:extLst>
          </p:cNvPr>
          <p:cNvSpPr txBox="1"/>
          <p:nvPr/>
        </p:nvSpPr>
        <p:spPr>
          <a:xfrm>
            <a:off x="6176072" y="1855006"/>
            <a:ext cx="1425575" cy="258445"/>
          </a:xfrm>
          <a:prstGeom prst="rect">
            <a:avLst/>
          </a:prstGeom>
        </p:spPr>
        <p:txBody>
          <a:bodyPr vert="horz" wrap="square" lIns="0" tIns="15875" rIns="0" bIns="0" rtlCol="0">
            <a:spAutoFit/>
          </a:bodyPr>
          <a:lstStyle/>
          <a:p>
            <a:pPr marL="12700">
              <a:lnSpc>
                <a:spcPct val="100000"/>
              </a:lnSpc>
              <a:spcBef>
                <a:spcPts val="125"/>
              </a:spcBef>
              <a:tabLst>
                <a:tab pos="650240" algn="l"/>
              </a:tabLst>
            </a:pPr>
            <a:r>
              <a:rPr sz="1500" spc="165" dirty="0">
                <a:latin typeface="Times New Roman"/>
                <a:cs typeface="Times New Roman"/>
              </a:rPr>
              <a:t>Busy	</a:t>
            </a:r>
            <a:r>
              <a:rPr sz="1500" spc="150" dirty="0">
                <a:latin typeface="Times New Roman"/>
                <a:cs typeface="Times New Roman"/>
              </a:rPr>
              <a:t>Address</a:t>
            </a:r>
            <a:endParaRPr sz="1500">
              <a:latin typeface="Times New Roman"/>
              <a:cs typeface="Times New Roman"/>
            </a:endParaRPr>
          </a:p>
        </p:txBody>
      </p:sp>
      <p:sp>
        <p:nvSpPr>
          <p:cNvPr id="8" name="object 5">
            <a:extLst>
              <a:ext uri="{FF2B5EF4-FFF2-40B4-BE49-F238E27FC236}">
                <a16:creationId xmlns:a16="http://schemas.microsoft.com/office/drawing/2014/main" id="{4CD459EE-C1DF-2A53-E77B-9E6E90AF2A6F}"/>
              </a:ext>
            </a:extLst>
          </p:cNvPr>
          <p:cNvSpPr txBox="1"/>
          <p:nvPr/>
        </p:nvSpPr>
        <p:spPr>
          <a:xfrm>
            <a:off x="3835878" y="2090225"/>
            <a:ext cx="116205" cy="470534"/>
          </a:xfrm>
          <a:prstGeom prst="rect">
            <a:avLst/>
          </a:prstGeom>
        </p:spPr>
        <p:txBody>
          <a:bodyPr vert="horz" wrap="square" lIns="0" tIns="29209" rIns="0" bIns="0" rtlCol="0">
            <a:spAutoFit/>
          </a:bodyPr>
          <a:lstStyle/>
          <a:p>
            <a:pPr>
              <a:lnSpc>
                <a:spcPct val="100000"/>
              </a:lnSpc>
              <a:spcBef>
                <a:spcPts val="229"/>
              </a:spcBef>
            </a:pPr>
            <a:r>
              <a:rPr sz="1350" spc="135" dirty="0">
                <a:latin typeface="Times New Roman"/>
                <a:cs typeface="Times New Roman"/>
              </a:rPr>
              <a:t>3</a:t>
            </a:r>
            <a:endParaRPr sz="1350">
              <a:latin typeface="Times New Roman"/>
              <a:cs typeface="Times New Roman"/>
            </a:endParaRPr>
          </a:p>
          <a:p>
            <a:pPr>
              <a:lnSpc>
                <a:spcPct val="100000"/>
              </a:lnSpc>
              <a:spcBef>
                <a:spcPts val="130"/>
              </a:spcBef>
            </a:pPr>
            <a:r>
              <a:rPr sz="1350" spc="135" dirty="0">
                <a:latin typeface="Times New Roman"/>
                <a:cs typeface="Times New Roman"/>
              </a:rPr>
              <a:t>4</a:t>
            </a:r>
            <a:endParaRPr sz="1350">
              <a:latin typeface="Times New Roman"/>
              <a:cs typeface="Times New Roman"/>
            </a:endParaRPr>
          </a:p>
        </p:txBody>
      </p:sp>
      <p:sp>
        <p:nvSpPr>
          <p:cNvPr id="9" name="object 6">
            <a:extLst>
              <a:ext uri="{FF2B5EF4-FFF2-40B4-BE49-F238E27FC236}">
                <a16:creationId xmlns:a16="http://schemas.microsoft.com/office/drawing/2014/main" id="{4CA6FA15-EAA1-CDE4-8540-E38ED69AB47D}"/>
              </a:ext>
            </a:extLst>
          </p:cNvPr>
          <p:cNvSpPr txBox="1"/>
          <p:nvPr/>
        </p:nvSpPr>
        <p:spPr>
          <a:xfrm>
            <a:off x="4482173" y="2090225"/>
            <a:ext cx="116205" cy="470534"/>
          </a:xfrm>
          <a:prstGeom prst="rect">
            <a:avLst/>
          </a:prstGeom>
        </p:spPr>
        <p:txBody>
          <a:bodyPr vert="horz" wrap="square" lIns="0" tIns="29209" rIns="0" bIns="0" rtlCol="0">
            <a:spAutoFit/>
          </a:bodyPr>
          <a:lstStyle/>
          <a:p>
            <a:pPr>
              <a:lnSpc>
                <a:spcPct val="100000"/>
              </a:lnSpc>
              <a:spcBef>
                <a:spcPts val="229"/>
              </a:spcBef>
            </a:pPr>
            <a:r>
              <a:rPr sz="1350" spc="135" dirty="0">
                <a:latin typeface="Times New Roman"/>
                <a:cs typeface="Times New Roman"/>
              </a:rPr>
              <a:t>4</a:t>
            </a:r>
            <a:endParaRPr sz="1350">
              <a:latin typeface="Times New Roman"/>
              <a:cs typeface="Times New Roman"/>
            </a:endParaRPr>
          </a:p>
          <a:p>
            <a:pPr>
              <a:lnSpc>
                <a:spcPct val="100000"/>
              </a:lnSpc>
              <a:spcBef>
                <a:spcPts val="130"/>
              </a:spcBef>
            </a:pPr>
            <a:r>
              <a:rPr sz="1350" spc="135" dirty="0">
                <a:latin typeface="Times New Roman"/>
                <a:cs typeface="Times New Roman"/>
              </a:rPr>
              <a:t>5</a:t>
            </a:r>
            <a:endParaRPr sz="1350">
              <a:latin typeface="Times New Roman"/>
              <a:cs typeface="Times New Roman"/>
            </a:endParaRPr>
          </a:p>
        </p:txBody>
      </p:sp>
      <p:sp>
        <p:nvSpPr>
          <p:cNvPr id="10" name="object 7">
            <a:extLst>
              <a:ext uri="{FF2B5EF4-FFF2-40B4-BE49-F238E27FC236}">
                <a16:creationId xmlns:a16="http://schemas.microsoft.com/office/drawing/2014/main" id="{060A9FE6-C2B4-F0A3-F015-75BCEEE556D4}"/>
              </a:ext>
            </a:extLst>
          </p:cNvPr>
          <p:cNvSpPr txBox="1"/>
          <p:nvPr/>
        </p:nvSpPr>
        <p:spPr>
          <a:xfrm>
            <a:off x="5521141" y="2090225"/>
            <a:ext cx="559435" cy="692785"/>
          </a:xfrm>
          <a:prstGeom prst="rect">
            <a:avLst/>
          </a:prstGeom>
        </p:spPr>
        <p:txBody>
          <a:bodyPr vert="horz" wrap="square" lIns="0" tIns="12065" rIns="0" bIns="0" rtlCol="0">
            <a:spAutoFit/>
          </a:bodyPr>
          <a:lstStyle/>
          <a:p>
            <a:pPr marL="12700" marR="5080" algn="just">
              <a:lnSpc>
                <a:spcPct val="108100"/>
              </a:lnSpc>
              <a:spcBef>
                <a:spcPts val="95"/>
              </a:spcBef>
            </a:pPr>
            <a:r>
              <a:rPr sz="1350" spc="185" dirty="0">
                <a:latin typeface="Times New Roman"/>
                <a:cs typeface="Times New Roman"/>
              </a:rPr>
              <a:t>L</a:t>
            </a:r>
            <a:r>
              <a:rPr sz="1350" spc="135" dirty="0">
                <a:latin typeface="Times New Roman"/>
                <a:cs typeface="Times New Roman"/>
              </a:rPr>
              <a:t>oa</a:t>
            </a:r>
            <a:r>
              <a:rPr sz="1350" spc="100" dirty="0">
                <a:latin typeface="Times New Roman"/>
                <a:cs typeface="Times New Roman"/>
              </a:rPr>
              <a:t>d1  </a:t>
            </a:r>
            <a:r>
              <a:rPr sz="1350" spc="185" dirty="0">
                <a:latin typeface="Times New Roman"/>
                <a:cs typeface="Times New Roman"/>
              </a:rPr>
              <a:t>L</a:t>
            </a:r>
            <a:r>
              <a:rPr sz="1350" spc="135" dirty="0">
                <a:latin typeface="Times New Roman"/>
                <a:cs typeface="Times New Roman"/>
              </a:rPr>
              <a:t>oa</a:t>
            </a:r>
            <a:r>
              <a:rPr sz="1350" spc="100" dirty="0">
                <a:latin typeface="Times New Roman"/>
                <a:cs typeface="Times New Roman"/>
              </a:rPr>
              <a:t>d2  </a:t>
            </a:r>
            <a:r>
              <a:rPr sz="1350" spc="185" dirty="0">
                <a:latin typeface="Times New Roman"/>
                <a:cs typeface="Times New Roman"/>
              </a:rPr>
              <a:t>L</a:t>
            </a:r>
            <a:r>
              <a:rPr sz="1350" spc="135" dirty="0">
                <a:latin typeface="Times New Roman"/>
                <a:cs typeface="Times New Roman"/>
              </a:rPr>
              <a:t>oad3</a:t>
            </a:r>
            <a:endParaRPr sz="1350">
              <a:latin typeface="Times New Roman"/>
              <a:cs typeface="Times New Roman"/>
            </a:endParaRPr>
          </a:p>
        </p:txBody>
      </p:sp>
      <p:sp>
        <p:nvSpPr>
          <p:cNvPr id="11" name="object 8">
            <a:extLst>
              <a:ext uri="{FF2B5EF4-FFF2-40B4-BE49-F238E27FC236}">
                <a16:creationId xmlns:a16="http://schemas.microsoft.com/office/drawing/2014/main" id="{5D6F3C60-0897-A08D-6B7D-C68BFF1E8FCD}"/>
              </a:ext>
            </a:extLst>
          </p:cNvPr>
          <p:cNvSpPr txBox="1"/>
          <p:nvPr/>
        </p:nvSpPr>
        <p:spPr>
          <a:xfrm>
            <a:off x="6149984" y="2115251"/>
            <a:ext cx="1525905" cy="667385"/>
          </a:xfrm>
          <a:prstGeom prst="rect">
            <a:avLst/>
          </a:prstGeom>
          <a:ln w="8653">
            <a:solidFill>
              <a:srgbClr val="000000"/>
            </a:solidFill>
          </a:ln>
        </p:spPr>
        <p:txBody>
          <a:bodyPr vert="horz" wrap="square" lIns="0" tIns="3810" rIns="0" bIns="0" rtlCol="0">
            <a:spAutoFit/>
          </a:bodyPr>
          <a:lstStyle/>
          <a:p>
            <a:pPr marL="193675">
              <a:lnSpc>
                <a:spcPct val="100000"/>
              </a:lnSpc>
              <a:spcBef>
                <a:spcPts val="30"/>
              </a:spcBef>
            </a:pPr>
            <a:r>
              <a:rPr sz="1350" spc="145" dirty="0">
                <a:latin typeface="Times New Roman"/>
                <a:cs typeface="Times New Roman"/>
              </a:rPr>
              <a:t>No</a:t>
            </a:r>
            <a:endParaRPr sz="1350">
              <a:latin typeface="Times New Roman"/>
              <a:cs typeface="Times New Roman"/>
            </a:endParaRPr>
          </a:p>
          <a:p>
            <a:pPr marL="193675" marR="1076960">
              <a:lnSpc>
                <a:spcPct val="108000"/>
              </a:lnSpc>
              <a:spcBef>
                <a:spcPts val="5"/>
              </a:spcBef>
            </a:pPr>
            <a:r>
              <a:rPr sz="1350" spc="110" dirty="0">
                <a:latin typeface="Times New Roman"/>
                <a:cs typeface="Times New Roman"/>
              </a:rPr>
              <a:t>No  No</a:t>
            </a:r>
            <a:endParaRPr sz="1350">
              <a:latin typeface="Times New Roman"/>
              <a:cs typeface="Times New Roman"/>
            </a:endParaRPr>
          </a:p>
        </p:txBody>
      </p:sp>
      <p:sp>
        <p:nvSpPr>
          <p:cNvPr id="12" name="object 9">
            <a:extLst>
              <a:ext uri="{FF2B5EF4-FFF2-40B4-BE49-F238E27FC236}">
                <a16:creationId xmlns:a16="http://schemas.microsoft.com/office/drawing/2014/main" id="{2C102430-8404-B8DE-B6FA-2F043CD43D6E}"/>
              </a:ext>
            </a:extLst>
          </p:cNvPr>
          <p:cNvSpPr txBox="1"/>
          <p:nvPr/>
        </p:nvSpPr>
        <p:spPr>
          <a:xfrm>
            <a:off x="3835878" y="2772620"/>
            <a:ext cx="116205" cy="232410"/>
          </a:xfrm>
          <a:prstGeom prst="rect">
            <a:avLst/>
          </a:prstGeom>
        </p:spPr>
        <p:txBody>
          <a:bodyPr vert="horz" wrap="square" lIns="0" tIns="13335" rIns="0" bIns="0" rtlCol="0">
            <a:spAutoFit/>
          </a:bodyPr>
          <a:lstStyle/>
          <a:p>
            <a:pPr>
              <a:lnSpc>
                <a:spcPct val="100000"/>
              </a:lnSpc>
              <a:spcBef>
                <a:spcPts val="105"/>
              </a:spcBef>
            </a:pPr>
            <a:r>
              <a:rPr sz="1350" spc="135" dirty="0">
                <a:latin typeface="Times New Roman"/>
                <a:cs typeface="Times New Roman"/>
              </a:rPr>
              <a:t>7</a:t>
            </a:r>
            <a:endParaRPr sz="1350">
              <a:latin typeface="Times New Roman"/>
              <a:cs typeface="Times New Roman"/>
            </a:endParaRPr>
          </a:p>
        </p:txBody>
      </p:sp>
      <p:sp>
        <p:nvSpPr>
          <p:cNvPr id="13" name="object 10">
            <a:extLst>
              <a:ext uri="{FF2B5EF4-FFF2-40B4-BE49-F238E27FC236}">
                <a16:creationId xmlns:a16="http://schemas.microsoft.com/office/drawing/2014/main" id="{060EC722-5480-C526-1F23-37017D56F92B}"/>
              </a:ext>
            </a:extLst>
          </p:cNvPr>
          <p:cNvSpPr txBox="1"/>
          <p:nvPr/>
        </p:nvSpPr>
        <p:spPr>
          <a:xfrm>
            <a:off x="392970" y="1853995"/>
            <a:ext cx="920750" cy="1595755"/>
          </a:xfrm>
          <a:prstGeom prst="rect">
            <a:avLst/>
          </a:prstGeom>
        </p:spPr>
        <p:txBody>
          <a:bodyPr vert="horz" wrap="square" lIns="0" tIns="12065" rIns="0" bIns="0" rtlCol="0">
            <a:spAutoFit/>
          </a:bodyPr>
          <a:lstStyle/>
          <a:p>
            <a:pPr marL="12700" marR="5080">
              <a:lnSpc>
                <a:spcPct val="111500"/>
              </a:lnSpc>
              <a:spcBef>
                <a:spcPts val="95"/>
              </a:spcBef>
            </a:pPr>
            <a:r>
              <a:rPr sz="1350" spc="114" dirty="0">
                <a:latin typeface="Times New Roman"/>
                <a:cs typeface="Times New Roman"/>
              </a:rPr>
              <a:t>In</a:t>
            </a:r>
            <a:r>
              <a:rPr sz="1350" spc="80" dirty="0">
                <a:latin typeface="Times New Roman"/>
                <a:cs typeface="Times New Roman"/>
              </a:rPr>
              <a:t>s</a:t>
            </a:r>
            <a:r>
              <a:rPr sz="1350" spc="90" dirty="0">
                <a:latin typeface="Times New Roman"/>
                <a:cs typeface="Times New Roman"/>
              </a:rPr>
              <a:t>t</a:t>
            </a:r>
            <a:r>
              <a:rPr sz="1350" spc="114" dirty="0">
                <a:latin typeface="Times New Roman"/>
                <a:cs typeface="Times New Roman"/>
              </a:rPr>
              <a:t>ruct</a:t>
            </a:r>
            <a:r>
              <a:rPr sz="1350" spc="25" dirty="0">
                <a:latin typeface="Times New Roman"/>
                <a:cs typeface="Times New Roman"/>
              </a:rPr>
              <a:t>i</a:t>
            </a:r>
            <a:r>
              <a:rPr sz="1350" spc="100" dirty="0">
                <a:latin typeface="Times New Roman"/>
                <a:cs typeface="Times New Roman"/>
              </a:rPr>
              <a:t>on  </a:t>
            </a:r>
            <a:r>
              <a:rPr sz="1350" spc="204" dirty="0">
                <a:latin typeface="Times New Roman"/>
                <a:cs typeface="Times New Roman"/>
              </a:rPr>
              <a:t>LD</a:t>
            </a:r>
            <a:endParaRPr sz="1350">
              <a:latin typeface="Times New Roman"/>
              <a:cs typeface="Times New Roman"/>
            </a:endParaRPr>
          </a:p>
          <a:p>
            <a:pPr marL="12700" marR="182245">
              <a:lnSpc>
                <a:spcPct val="108000"/>
              </a:lnSpc>
              <a:spcBef>
                <a:spcPts val="5"/>
              </a:spcBef>
            </a:pPr>
            <a:r>
              <a:rPr sz="1350" spc="204" dirty="0">
                <a:solidFill>
                  <a:srgbClr val="FF0000"/>
                </a:solidFill>
                <a:latin typeface="Times New Roman"/>
                <a:cs typeface="Times New Roman"/>
              </a:rPr>
              <a:t>LD </a:t>
            </a:r>
            <a:r>
              <a:rPr sz="1350" spc="210" dirty="0">
                <a:solidFill>
                  <a:srgbClr val="FF0000"/>
                </a:solidFill>
                <a:latin typeface="Times New Roman"/>
                <a:cs typeface="Times New Roman"/>
              </a:rPr>
              <a:t> </a:t>
            </a:r>
            <a:r>
              <a:rPr sz="1350" spc="220" dirty="0">
                <a:solidFill>
                  <a:srgbClr val="0000FF"/>
                </a:solidFill>
                <a:latin typeface="Times New Roman"/>
                <a:cs typeface="Times New Roman"/>
              </a:rPr>
              <a:t>M</a:t>
            </a:r>
            <a:r>
              <a:rPr sz="1350" spc="105" dirty="0">
                <a:solidFill>
                  <a:srgbClr val="0000FF"/>
                </a:solidFill>
                <a:latin typeface="Times New Roman"/>
                <a:cs typeface="Times New Roman"/>
              </a:rPr>
              <a:t>U</a:t>
            </a:r>
            <a:r>
              <a:rPr sz="1350" spc="185" dirty="0">
                <a:solidFill>
                  <a:srgbClr val="0000FF"/>
                </a:solidFill>
                <a:latin typeface="Times New Roman"/>
                <a:cs typeface="Times New Roman"/>
              </a:rPr>
              <a:t>L</a:t>
            </a:r>
            <a:r>
              <a:rPr sz="1350" spc="120" dirty="0">
                <a:solidFill>
                  <a:srgbClr val="0000FF"/>
                </a:solidFill>
                <a:latin typeface="Times New Roman"/>
                <a:cs typeface="Times New Roman"/>
              </a:rPr>
              <a:t>T</a:t>
            </a:r>
            <a:r>
              <a:rPr sz="1350" spc="110" dirty="0">
                <a:solidFill>
                  <a:srgbClr val="0000FF"/>
                </a:solidFill>
                <a:latin typeface="Times New Roman"/>
                <a:cs typeface="Times New Roman"/>
              </a:rPr>
              <a:t>D  </a:t>
            </a:r>
            <a:r>
              <a:rPr sz="1350" spc="135" dirty="0">
                <a:solidFill>
                  <a:srgbClr val="FF00FF"/>
                </a:solidFill>
                <a:latin typeface="Times New Roman"/>
                <a:cs typeface="Times New Roman"/>
              </a:rPr>
              <a:t>SUBD </a:t>
            </a:r>
            <a:r>
              <a:rPr sz="1350" spc="140" dirty="0">
                <a:solidFill>
                  <a:srgbClr val="FF00FF"/>
                </a:solidFill>
                <a:latin typeface="Times New Roman"/>
                <a:cs typeface="Times New Roman"/>
              </a:rPr>
              <a:t> </a:t>
            </a:r>
            <a:r>
              <a:rPr sz="1350" spc="140" dirty="0">
                <a:solidFill>
                  <a:srgbClr val="00FF00"/>
                </a:solidFill>
                <a:latin typeface="Times New Roman"/>
                <a:cs typeface="Times New Roman"/>
              </a:rPr>
              <a:t>DIVD </a:t>
            </a:r>
            <a:r>
              <a:rPr sz="1350" spc="145" dirty="0">
                <a:solidFill>
                  <a:srgbClr val="00FF00"/>
                </a:solidFill>
                <a:latin typeface="Times New Roman"/>
                <a:cs typeface="Times New Roman"/>
              </a:rPr>
              <a:t> </a:t>
            </a:r>
            <a:r>
              <a:rPr sz="1350" spc="175" dirty="0">
                <a:latin typeface="Times New Roman"/>
                <a:cs typeface="Times New Roman"/>
              </a:rPr>
              <a:t>ADDD</a:t>
            </a:r>
            <a:endParaRPr sz="1350">
              <a:latin typeface="Times New Roman"/>
              <a:cs typeface="Times New Roman"/>
            </a:endParaRPr>
          </a:p>
        </p:txBody>
      </p:sp>
      <p:sp>
        <p:nvSpPr>
          <p:cNvPr id="14" name="object 11">
            <a:extLst>
              <a:ext uri="{FF2B5EF4-FFF2-40B4-BE49-F238E27FC236}">
                <a16:creationId xmlns:a16="http://schemas.microsoft.com/office/drawing/2014/main" id="{C944D526-C36A-BD64-02E1-8689A6053F91}"/>
              </a:ext>
            </a:extLst>
          </p:cNvPr>
          <p:cNvSpPr txBox="1"/>
          <p:nvPr/>
        </p:nvSpPr>
        <p:spPr>
          <a:xfrm>
            <a:off x="1289249" y="1571235"/>
            <a:ext cx="3570604" cy="1878330"/>
          </a:xfrm>
          <a:prstGeom prst="rect">
            <a:avLst/>
          </a:prstGeom>
        </p:spPr>
        <p:txBody>
          <a:bodyPr vert="horz" wrap="square" lIns="0" tIns="41275" rIns="0" bIns="0" rtlCol="0">
            <a:spAutoFit/>
          </a:bodyPr>
          <a:lstStyle/>
          <a:p>
            <a:pPr marL="2313305">
              <a:lnSpc>
                <a:spcPct val="100000"/>
              </a:lnSpc>
              <a:spcBef>
                <a:spcPts val="325"/>
              </a:spcBef>
              <a:tabLst>
                <a:tab pos="2959735" algn="l"/>
              </a:tabLst>
            </a:pPr>
            <a:r>
              <a:rPr sz="1500" i="1" spc="165" dirty="0">
                <a:latin typeface="Times New Roman"/>
                <a:cs typeface="Times New Roman"/>
              </a:rPr>
              <a:t>Exec	</a:t>
            </a:r>
            <a:r>
              <a:rPr sz="1500" i="1" spc="155" dirty="0">
                <a:latin typeface="Times New Roman"/>
                <a:cs typeface="Times New Roman"/>
              </a:rPr>
              <a:t>Write</a:t>
            </a:r>
            <a:endParaRPr sz="1500">
              <a:latin typeface="Times New Roman"/>
              <a:cs typeface="Times New Roman"/>
            </a:endParaRPr>
          </a:p>
          <a:p>
            <a:pPr marL="702310">
              <a:lnSpc>
                <a:spcPct val="100000"/>
              </a:lnSpc>
              <a:spcBef>
                <a:spcPts val="235"/>
              </a:spcBef>
              <a:tabLst>
                <a:tab pos="1244600" algn="l"/>
                <a:tab pos="1658620" algn="l"/>
                <a:tab pos="2313305" algn="l"/>
              </a:tabLst>
            </a:pPr>
            <a:r>
              <a:rPr sz="1350" i="1" spc="75" dirty="0">
                <a:latin typeface="Times New Roman"/>
                <a:cs typeface="Times New Roman"/>
              </a:rPr>
              <a:t>j	</a:t>
            </a:r>
            <a:r>
              <a:rPr sz="1350" i="1" spc="120" dirty="0">
                <a:latin typeface="Times New Roman"/>
                <a:cs typeface="Times New Roman"/>
              </a:rPr>
              <a:t>k	</a:t>
            </a:r>
            <a:r>
              <a:rPr sz="1500" i="1" spc="150" dirty="0">
                <a:latin typeface="Times New Roman"/>
                <a:cs typeface="Times New Roman"/>
              </a:rPr>
              <a:t>Issue	</a:t>
            </a:r>
            <a:r>
              <a:rPr sz="1500" i="1" spc="210" dirty="0">
                <a:latin typeface="Times New Roman"/>
                <a:cs typeface="Times New Roman"/>
              </a:rPr>
              <a:t>Comp</a:t>
            </a:r>
            <a:r>
              <a:rPr sz="1500" i="1" spc="215" dirty="0">
                <a:latin typeface="Times New Roman"/>
                <a:cs typeface="Times New Roman"/>
              </a:rPr>
              <a:t> </a:t>
            </a:r>
            <a:r>
              <a:rPr sz="1500" i="1" spc="155" dirty="0">
                <a:latin typeface="Times New Roman"/>
                <a:cs typeface="Times New Roman"/>
              </a:rPr>
              <a:t>Result</a:t>
            </a:r>
            <a:endParaRPr sz="1500">
              <a:latin typeface="Times New Roman"/>
              <a:cs typeface="Times New Roman"/>
            </a:endParaRPr>
          </a:p>
          <a:p>
            <a:pPr marL="64135">
              <a:lnSpc>
                <a:spcPct val="100000"/>
              </a:lnSpc>
              <a:spcBef>
                <a:spcPts val="155"/>
              </a:spcBef>
              <a:tabLst>
                <a:tab pos="581025" algn="l"/>
                <a:tab pos="1193165" algn="l"/>
              </a:tabLst>
            </a:pPr>
            <a:r>
              <a:rPr sz="1350" spc="130" dirty="0">
                <a:latin typeface="Times New Roman"/>
                <a:cs typeface="Times New Roman"/>
              </a:rPr>
              <a:t>F6	</a:t>
            </a:r>
            <a:r>
              <a:rPr sz="1350" spc="140" dirty="0">
                <a:latin typeface="Times New Roman"/>
                <a:cs typeface="Times New Roman"/>
              </a:rPr>
              <a:t>34+	</a:t>
            </a:r>
            <a:r>
              <a:rPr sz="1350" spc="155" dirty="0">
                <a:latin typeface="Times New Roman"/>
                <a:cs typeface="Times New Roman"/>
              </a:rPr>
              <a:t>R2</a:t>
            </a:r>
            <a:endParaRPr sz="1350">
              <a:latin typeface="Times New Roman"/>
              <a:cs typeface="Times New Roman"/>
            </a:endParaRPr>
          </a:p>
          <a:p>
            <a:pPr marL="64135">
              <a:lnSpc>
                <a:spcPct val="100000"/>
              </a:lnSpc>
              <a:spcBef>
                <a:spcPts val="130"/>
              </a:spcBef>
              <a:tabLst>
                <a:tab pos="581025" algn="l"/>
                <a:tab pos="1193165" algn="l"/>
              </a:tabLst>
            </a:pPr>
            <a:r>
              <a:rPr sz="1350" spc="130" dirty="0">
                <a:solidFill>
                  <a:srgbClr val="FF0000"/>
                </a:solidFill>
                <a:latin typeface="Times New Roman"/>
                <a:cs typeface="Times New Roman"/>
              </a:rPr>
              <a:t>F2	</a:t>
            </a:r>
            <a:r>
              <a:rPr sz="1350" spc="140" dirty="0">
                <a:solidFill>
                  <a:srgbClr val="FF0000"/>
                </a:solidFill>
                <a:latin typeface="Times New Roman"/>
                <a:cs typeface="Times New Roman"/>
              </a:rPr>
              <a:t>45+	</a:t>
            </a:r>
            <a:r>
              <a:rPr sz="1350" spc="155" dirty="0">
                <a:solidFill>
                  <a:srgbClr val="FF0000"/>
                </a:solidFill>
                <a:latin typeface="Times New Roman"/>
                <a:cs typeface="Times New Roman"/>
              </a:rPr>
              <a:t>R3</a:t>
            </a:r>
            <a:endParaRPr sz="1350">
              <a:latin typeface="Times New Roman"/>
              <a:cs typeface="Times New Roman"/>
            </a:endParaRPr>
          </a:p>
          <a:p>
            <a:pPr marL="64135">
              <a:lnSpc>
                <a:spcPct val="100000"/>
              </a:lnSpc>
              <a:spcBef>
                <a:spcPts val="130"/>
              </a:spcBef>
              <a:tabLst>
                <a:tab pos="641350" algn="l"/>
                <a:tab pos="1201420" algn="l"/>
              </a:tabLst>
            </a:pPr>
            <a:r>
              <a:rPr sz="1350" spc="130" dirty="0">
                <a:solidFill>
                  <a:srgbClr val="0000FF"/>
                </a:solidFill>
                <a:latin typeface="Times New Roman"/>
                <a:cs typeface="Times New Roman"/>
              </a:rPr>
              <a:t>F0	F2	</a:t>
            </a:r>
            <a:r>
              <a:rPr sz="1350" spc="120" dirty="0">
                <a:solidFill>
                  <a:srgbClr val="0000FF"/>
                </a:solidFill>
                <a:latin typeface="Times New Roman"/>
                <a:cs typeface="Times New Roman"/>
              </a:rPr>
              <a:t>F4</a:t>
            </a:r>
            <a:endParaRPr sz="1350">
              <a:latin typeface="Times New Roman"/>
              <a:cs typeface="Times New Roman"/>
            </a:endParaRPr>
          </a:p>
          <a:p>
            <a:pPr marL="64135">
              <a:lnSpc>
                <a:spcPct val="100000"/>
              </a:lnSpc>
              <a:spcBef>
                <a:spcPts val="130"/>
              </a:spcBef>
              <a:tabLst>
                <a:tab pos="641350" algn="l"/>
                <a:tab pos="1201420" algn="l"/>
              </a:tabLst>
            </a:pPr>
            <a:r>
              <a:rPr sz="1350" spc="130" dirty="0">
                <a:solidFill>
                  <a:srgbClr val="FF00FF"/>
                </a:solidFill>
                <a:latin typeface="Times New Roman"/>
                <a:cs typeface="Times New Roman"/>
              </a:rPr>
              <a:t>F8	F6	</a:t>
            </a:r>
            <a:r>
              <a:rPr sz="1350" spc="120" dirty="0">
                <a:solidFill>
                  <a:srgbClr val="FF00FF"/>
                </a:solidFill>
                <a:latin typeface="Times New Roman"/>
                <a:cs typeface="Times New Roman"/>
              </a:rPr>
              <a:t>F2</a:t>
            </a:r>
            <a:endParaRPr sz="1350">
              <a:latin typeface="Times New Roman"/>
              <a:cs typeface="Times New Roman"/>
            </a:endParaRPr>
          </a:p>
          <a:p>
            <a:pPr marL="12700">
              <a:lnSpc>
                <a:spcPct val="100000"/>
              </a:lnSpc>
              <a:spcBef>
                <a:spcPts val="130"/>
              </a:spcBef>
              <a:tabLst>
                <a:tab pos="641350" algn="l"/>
                <a:tab pos="1201420" algn="l"/>
              </a:tabLst>
            </a:pPr>
            <a:r>
              <a:rPr sz="1350" spc="135" dirty="0">
                <a:solidFill>
                  <a:srgbClr val="00FF00"/>
                </a:solidFill>
                <a:latin typeface="Times New Roman"/>
                <a:cs typeface="Times New Roman"/>
              </a:rPr>
              <a:t>F10	</a:t>
            </a:r>
            <a:r>
              <a:rPr sz="1350" spc="130" dirty="0">
                <a:solidFill>
                  <a:srgbClr val="00FF00"/>
                </a:solidFill>
                <a:latin typeface="Times New Roman"/>
                <a:cs typeface="Times New Roman"/>
              </a:rPr>
              <a:t>F0	</a:t>
            </a:r>
            <a:r>
              <a:rPr sz="1350" spc="120" dirty="0">
                <a:solidFill>
                  <a:srgbClr val="00FF00"/>
                </a:solidFill>
                <a:latin typeface="Times New Roman"/>
                <a:cs typeface="Times New Roman"/>
              </a:rPr>
              <a:t>F6</a:t>
            </a:r>
            <a:endParaRPr sz="1350">
              <a:latin typeface="Times New Roman"/>
              <a:cs typeface="Times New Roman"/>
            </a:endParaRPr>
          </a:p>
          <a:p>
            <a:pPr marL="64135">
              <a:lnSpc>
                <a:spcPct val="100000"/>
              </a:lnSpc>
              <a:spcBef>
                <a:spcPts val="130"/>
              </a:spcBef>
              <a:tabLst>
                <a:tab pos="641350" algn="l"/>
                <a:tab pos="1201420" algn="l"/>
              </a:tabLst>
            </a:pPr>
            <a:r>
              <a:rPr sz="1350" spc="130" dirty="0">
                <a:latin typeface="Times New Roman"/>
                <a:cs typeface="Times New Roman"/>
              </a:rPr>
              <a:t>F6	F8	</a:t>
            </a:r>
            <a:r>
              <a:rPr sz="1350" spc="120" dirty="0">
                <a:latin typeface="Times New Roman"/>
                <a:cs typeface="Times New Roman"/>
              </a:rPr>
              <a:t>F2</a:t>
            </a:r>
            <a:endParaRPr sz="1350">
              <a:latin typeface="Times New Roman"/>
              <a:cs typeface="Times New Roman"/>
            </a:endParaRPr>
          </a:p>
        </p:txBody>
      </p:sp>
      <p:sp>
        <p:nvSpPr>
          <p:cNvPr id="15" name="object 12">
            <a:extLst>
              <a:ext uri="{FF2B5EF4-FFF2-40B4-BE49-F238E27FC236}">
                <a16:creationId xmlns:a16="http://schemas.microsoft.com/office/drawing/2014/main" id="{B12D9C07-0D43-9939-63DA-AA1F2BBDA5D6}"/>
              </a:ext>
            </a:extLst>
          </p:cNvPr>
          <p:cNvSpPr txBox="1"/>
          <p:nvPr/>
        </p:nvSpPr>
        <p:spPr>
          <a:xfrm>
            <a:off x="3163788" y="2090225"/>
            <a:ext cx="116205" cy="1359535"/>
          </a:xfrm>
          <a:prstGeom prst="rect">
            <a:avLst/>
          </a:prstGeom>
        </p:spPr>
        <p:txBody>
          <a:bodyPr vert="horz" wrap="square" lIns="0" tIns="29209" rIns="0" bIns="0" rtlCol="0">
            <a:spAutoFit/>
          </a:bodyPr>
          <a:lstStyle/>
          <a:p>
            <a:pPr>
              <a:lnSpc>
                <a:spcPct val="100000"/>
              </a:lnSpc>
              <a:spcBef>
                <a:spcPts val="229"/>
              </a:spcBef>
            </a:pPr>
            <a:r>
              <a:rPr sz="1350" spc="135" dirty="0">
                <a:latin typeface="Times New Roman"/>
                <a:cs typeface="Times New Roman"/>
              </a:rPr>
              <a:t>1</a:t>
            </a:r>
            <a:endParaRPr sz="1350">
              <a:latin typeface="Times New Roman"/>
              <a:cs typeface="Times New Roman"/>
            </a:endParaRPr>
          </a:p>
          <a:p>
            <a:pPr>
              <a:lnSpc>
                <a:spcPct val="100000"/>
              </a:lnSpc>
              <a:spcBef>
                <a:spcPts val="130"/>
              </a:spcBef>
            </a:pPr>
            <a:r>
              <a:rPr sz="1350" spc="135" dirty="0">
                <a:latin typeface="Times New Roman"/>
                <a:cs typeface="Times New Roman"/>
              </a:rPr>
              <a:t>2</a:t>
            </a:r>
            <a:endParaRPr sz="1350">
              <a:latin typeface="Times New Roman"/>
              <a:cs typeface="Times New Roman"/>
            </a:endParaRPr>
          </a:p>
          <a:p>
            <a:pPr>
              <a:lnSpc>
                <a:spcPct val="100000"/>
              </a:lnSpc>
              <a:spcBef>
                <a:spcPts val="130"/>
              </a:spcBef>
            </a:pPr>
            <a:r>
              <a:rPr sz="1350" spc="135" dirty="0">
                <a:latin typeface="Times New Roman"/>
                <a:cs typeface="Times New Roman"/>
              </a:rPr>
              <a:t>3</a:t>
            </a:r>
            <a:endParaRPr sz="1350">
              <a:latin typeface="Times New Roman"/>
              <a:cs typeface="Times New Roman"/>
            </a:endParaRPr>
          </a:p>
          <a:p>
            <a:pPr>
              <a:lnSpc>
                <a:spcPct val="100000"/>
              </a:lnSpc>
              <a:spcBef>
                <a:spcPts val="130"/>
              </a:spcBef>
            </a:pPr>
            <a:r>
              <a:rPr sz="1350" spc="135" dirty="0">
                <a:latin typeface="Times New Roman"/>
                <a:cs typeface="Times New Roman"/>
              </a:rPr>
              <a:t>4</a:t>
            </a:r>
            <a:endParaRPr sz="1350">
              <a:latin typeface="Times New Roman"/>
              <a:cs typeface="Times New Roman"/>
            </a:endParaRPr>
          </a:p>
          <a:p>
            <a:pPr>
              <a:lnSpc>
                <a:spcPct val="100000"/>
              </a:lnSpc>
              <a:spcBef>
                <a:spcPts val="130"/>
              </a:spcBef>
            </a:pPr>
            <a:r>
              <a:rPr sz="1350" spc="135" dirty="0">
                <a:latin typeface="Times New Roman"/>
                <a:cs typeface="Times New Roman"/>
              </a:rPr>
              <a:t>5</a:t>
            </a:r>
            <a:endParaRPr sz="1350">
              <a:latin typeface="Times New Roman"/>
              <a:cs typeface="Times New Roman"/>
            </a:endParaRPr>
          </a:p>
          <a:p>
            <a:pPr>
              <a:lnSpc>
                <a:spcPct val="100000"/>
              </a:lnSpc>
              <a:spcBef>
                <a:spcPts val="130"/>
              </a:spcBef>
            </a:pPr>
            <a:r>
              <a:rPr sz="1350" spc="135" dirty="0">
                <a:latin typeface="Times New Roman"/>
                <a:cs typeface="Times New Roman"/>
              </a:rPr>
              <a:t>6</a:t>
            </a:r>
            <a:endParaRPr sz="1350">
              <a:latin typeface="Times New Roman"/>
              <a:cs typeface="Times New Roman"/>
            </a:endParaRPr>
          </a:p>
        </p:txBody>
      </p:sp>
      <p:sp>
        <p:nvSpPr>
          <p:cNvPr id="16" name="object 13">
            <a:extLst>
              <a:ext uri="{FF2B5EF4-FFF2-40B4-BE49-F238E27FC236}">
                <a16:creationId xmlns:a16="http://schemas.microsoft.com/office/drawing/2014/main" id="{BB331E3E-C915-5096-A6C1-4CBD2DF1657A}"/>
              </a:ext>
            </a:extLst>
          </p:cNvPr>
          <p:cNvSpPr txBox="1"/>
          <p:nvPr/>
        </p:nvSpPr>
        <p:spPr>
          <a:xfrm>
            <a:off x="65507" y="3517994"/>
            <a:ext cx="3292475" cy="574040"/>
          </a:xfrm>
          <a:prstGeom prst="rect">
            <a:avLst/>
          </a:prstGeom>
        </p:spPr>
        <p:txBody>
          <a:bodyPr vert="horz" wrap="square" lIns="0" tIns="35560" rIns="0" bIns="0" rtlCol="0">
            <a:spAutoFit/>
          </a:bodyPr>
          <a:lstStyle/>
          <a:p>
            <a:pPr marL="12700">
              <a:lnSpc>
                <a:spcPct val="100000"/>
              </a:lnSpc>
              <a:spcBef>
                <a:spcPts val="280"/>
              </a:spcBef>
            </a:pPr>
            <a:r>
              <a:rPr sz="1800" i="1" spc="150" dirty="0">
                <a:solidFill>
                  <a:srgbClr val="FF0000"/>
                </a:solidFill>
                <a:latin typeface="Times New Roman"/>
                <a:cs typeface="Times New Roman"/>
              </a:rPr>
              <a:t>Reservation</a:t>
            </a:r>
            <a:r>
              <a:rPr sz="1800" i="1" spc="75" dirty="0">
                <a:solidFill>
                  <a:srgbClr val="FF0000"/>
                </a:solidFill>
                <a:latin typeface="Times New Roman"/>
                <a:cs typeface="Times New Roman"/>
              </a:rPr>
              <a:t> </a:t>
            </a:r>
            <a:r>
              <a:rPr sz="1800" i="1" spc="140" dirty="0">
                <a:solidFill>
                  <a:srgbClr val="FF0000"/>
                </a:solidFill>
                <a:latin typeface="Times New Roman"/>
                <a:cs typeface="Times New Roman"/>
              </a:rPr>
              <a:t>Stations:</a:t>
            </a:r>
            <a:endParaRPr sz="1800">
              <a:latin typeface="Times New Roman"/>
              <a:cs typeface="Times New Roman"/>
            </a:endParaRPr>
          </a:p>
          <a:p>
            <a:pPr marL="1149985">
              <a:lnSpc>
                <a:spcPct val="100000"/>
              </a:lnSpc>
              <a:spcBef>
                <a:spcPts val="170"/>
              </a:spcBef>
              <a:tabLst>
                <a:tab pos="1692910" algn="l"/>
                <a:tab pos="2985770" algn="l"/>
              </a:tabLst>
            </a:pPr>
            <a:r>
              <a:rPr sz="1350" i="1" spc="130" dirty="0">
                <a:latin typeface="Times New Roman"/>
                <a:cs typeface="Times New Roman"/>
              </a:rPr>
              <a:t>T</a:t>
            </a:r>
            <a:r>
              <a:rPr sz="1350" i="1" spc="90" dirty="0">
                <a:latin typeface="Times New Roman"/>
                <a:cs typeface="Times New Roman"/>
              </a:rPr>
              <a:t>i</a:t>
            </a:r>
            <a:r>
              <a:rPr sz="1350" i="1" spc="175"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60" dirty="0">
                <a:latin typeface="Times New Roman"/>
                <a:cs typeface="Times New Roman"/>
              </a:rPr>
              <a:t>Na</a:t>
            </a:r>
            <a:r>
              <a:rPr sz="1350" i="1" spc="170"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05" dirty="0">
                <a:latin typeface="Times New Roman"/>
                <a:cs typeface="Times New Roman"/>
              </a:rPr>
              <a:t> </a:t>
            </a:r>
            <a:r>
              <a:rPr sz="1500" i="1" spc="195" dirty="0">
                <a:latin typeface="Times New Roman"/>
                <a:cs typeface="Times New Roman"/>
              </a:rPr>
              <a:t>Bus</a:t>
            </a:r>
            <a:r>
              <a:rPr sz="1500" i="1" spc="145" dirty="0">
                <a:latin typeface="Times New Roman"/>
                <a:cs typeface="Times New Roman"/>
              </a:rPr>
              <a:t>y</a:t>
            </a:r>
            <a:r>
              <a:rPr sz="1500" i="1" dirty="0">
                <a:latin typeface="Times New Roman"/>
                <a:cs typeface="Times New Roman"/>
              </a:rPr>
              <a:t>	</a:t>
            </a:r>
            <a:r>
              <a:rPr sz="1500" i="1" spc="229" dirty="0">
                <a:latin typeface="Times New Roman"/>
                <a:cs typeface="Times New Roman"/>
              </a:rPr>
              <a:t>Op</a:t>
            </a:r>
            <a:endParaRPr sz="1500">
              <a:latin typeface="Times New Roman"/>
              <a:cs typeface="Times New Roman"/>
            </a:endParaRPr>
          </a:p>
        </p:txBody>
      </p:sp>
      <p:sp>
        <p:nvSpPr>
          <p:cNvPr id="17" name="object 14">
            <a:extLst>
              <a:ext uri="{FF2B5EF4-FFF2-40B4-BE49-F238E27FC236}">
                <a16:creationId xmlns:a16="http://schemas.microsoft.com/office/drawing/2014/main" id="{D43581E4-D3D5-2C29-33E4-5B3AB0C1D593}"/>
              </a:ext>
            </a:extLst>
          </p:cNvPr>
          <p:cNvSpPr txBox="1"/>
          <p:nvPr/>
        </p:nvSpPr>
        <p:spPr>
          <a:xfrm>
            <a:off x="3737152" y="3550080"/>
            <a:ext cx="266700" cy="542290"/>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S1</a:t>
            </a:r>
            <a:endParaRPr sz="1500">
              <a:latin typeface="Times New Roman"/>
              <a:cs typeface="Times New Roman"/>
            </a:endParaRPr>
          </a:p>
          <a:p>
            <a:pPr marL="38100">
              <a:lnSpc>
                <a:spcPct val="100000"/>
              </a:lnSpc>
              <a:spcBef>
                <a:spcPts val="235"/>
              </a:spcBef>
            </a:pPr>
            <a:r>
              <a:rPr sz="1500" i="1" spc="110" dirty="0">
                <a:latin typeface="Times New Roman"/>
                <a:cs typeface="Times New Roman"/>
              </a:rPr>
              <a:t>Vj</a:t>
            </a:r>
            <a:endParaRPr sz="1500">
              <a:latin typeface="Times New Roman"/>
              <a:cs typeface="Times New Roman"/>
            </a:endParaRPr>
          </a:p>
        </p:txBody>
      </p:sp>
      <p:sp>
        <p:nvSpPr>
          <p:cNvPr id="18" name="object 15">
            <a:extLst>
              <a:ext uri="{FF2B5EF4-FFF2-40B4-BE49-F238E27FC236}">
                <a16:creationId xmlns:a16="http://schemas.microsoft.com/office/drawing/2014/main" id="{B703AE74-8219-6171-52D2-BC60FADF32BE}"/>
              </a:ext>
            </a:extLst>
          </p:cNvPr>
          <p:cNvSpPr txBox="1"/>
          <p:nvPr/>
        </p:nvSpPr>
        <p:spPr>
          <a:xfrm>
            <a:off x="4383446" y="3550080"/>
            <a:ext cx="266700" cy="542290"/>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S2</a:t>
            </a:r>
            <a:endParaRPr sz="1500">
              <a:latin typeface="Times New Roman"/>
              <a:cs typeface="Times New Roman"/>
            </a:endParaRPr>
          </a:p>
          <a:p>
            <a:pPr marL="12700">
              <a:lnSpc>
                <a:spcPct val="100000"/>
              </a:lnSpc>
              <a:spcBef>
                <a:spcPts val="235"/>
              </a:spcBef>
            </a:pPr>
            <a:r>
              <a:rPr sz="1500" i="1" spc="140" dirty="0">
                <a:latin typeface="Times New Roman"/>
                <a:cs typeface="Times New Roman"/>
              </a:rPr>
              <a:t>Vk</a:t>
            </a:r>
            <a:endParaRPr sz="1500">
              <a:latin typeface="Times New Roman"/>
              <a:cs typeface="Times New Roman"/>
            </a:endParaRPr>
          </a:p>
        </p:txBody>
      </p:sp>
      <p:sp>
        <p:nvSpPr>
          <p:cNvPr id="19" name="object 16">
            <a:extLst>
              <a:ext uri="{FF2B5EF4-FFF2-40B4-BE49-F238E27FC236}">
                <a16:creationId xmlns:a16="http://schemas.microsoft.com/office/drawing/2014/main" id="{173F5E5A-827B-D5E5-8646-846D6548F608}"/>
              </a:ext>
            </a:extLst>
          </p:cNvPr>
          <p:cNvSpPr txBox="1"/>
          <p:nvPr/>
        </p:nvSpPr>
        <p:spPr>
          <a:xfrm>
            <a:off x="5021103" y="3550080"/>
            <a:ext cx="943610" cy="542290"/>
          </a:xfrm>
          <a:prstGeom prst="rect">
            <a:avLst/>
          </a:prstGeom>
        </p:spPr>
        <p:txBody>
          <a:bodyPr vert="horz" wrap="square" lIns="0" tIns="41275" rIns="0" bIns="0" rtlCol="0">
            <a:spAutoFit/>
          </a:bodyPr>
          <a:lstStyle/>
          <a:p>
            <a:pPr marL="12700">
              <a:lnSpc>
                <a:spcPct val="100000"/>
              </a:lnSpc>
              <a:spcBef>
                <a:spcPts val="325"/>
              </a:spcBef>
              <a:tabLst>
                <a:tab pos="658495" algn="l"/>
              </a:tabLst>
            </a:pPr>
            <a:r>
              <a:rPr sz="1500" i="1" spc="195" dirty="0">
                <a:latin typeface="Times New Roman"/>
                <a:cs typeface="Times New Roman"/>
              </a:rPr>
              <a:t>RS	</a:t>
            </a:r>
            <a:r>
              <a:rPr sz="1500" i="1" spc="210" dirty="0">
                <a:latin typeface="Times New Roman"/>
                <a:cs typeface="Times New Roman"/>
              </a:rPr>
              <a:t>RS</a:t>
            </a:r>
            <a:endParaRPr sz="1500">
              <a:latin typeface="Times New Roman"/>
              <a:cs typeface="Times New Roman"/>
            </a:endParaRPr>
          </a:p>
          <a:p>
            <a:pPr marL="29845">
              <a:lnSpc>
                <a:spcPct val="100000"/>
              </a:lnSpc>
              <a:spcBef>
                <a:spcPts val="235"/>
              </a:spcBef>
              <a:tabLst>
                <a:tab pos="650240" algn="l"/>
              </a:tabLst>
            </a:pPr>
            <a:r>
              <a:rPr sz="1500" i="1" spc="270" dirty="0">
                <a:latin typeface="Times New Roman"/>
                <a:cs typeface="Times New Roman"/>
              </a:rPr>
              <a:t>Q</a:t>
            </a:r>
            <a:r>
              <a:rPr sz="1500" i="1" spc="90" dirty="0">
                <a:latin typeface="Times New Roman"/>
                <a:cs typeface="Times New Roman"/>
              </a:rPr>
              <a:t>j</a:t>
            </a:r>
            <a:r>
              <a:rPr sz="1500" i="1" dirty="0">
                <a:latin typeface="Times New Roman"/>
                <a:cs typeface="Times New Roman"/>
              </a:rPr>
              <a:t>	</a:t>
            </a:r>
            <a:r>
              <a:rPr sz="1500" i="1" spc="220" dirty="0">
                <a:latin typeface="Times New Roman"/>
                <a:cs typeface="Times New Roman"/>
              </a:rPr>
              <a:t>Qk</a:t>
            </a:r>
            <a:endParaRPr sz="1500">
              <a:latin typeface="Times New Roman"/>
              <a:cs typeface="Times New Roman"/>
            </a:endParaRPr>
          </a:p>
        </p:txBody>
      </p:sp>
      <p:sp>
        <p:nvSpPr>
          <p:cNvPr id="20" name="object 17">
            <a:extLst>
              <a:ext uri="{FF2B5EF4-FFF2-40B4-BE49-F238E27FC236}">
                <a16:creationId xmlns:a16="http://schemas.microsoft.com/office/drawing/2014/main" id="{60348513-2F75-14DC-F68C-85032914CCB1}"/>
              </a:ext>
            </a:extLst>
          </p:cNvPr>
          <p:cNvSpPr txBox="1"/>
          <p:nvPr/>
        </p:nvSpPr>
        <p:spPr>
          <a:xfrm>
            <a:off x="2439643" y="4069262"/>
            <a:ext cx="2986405" cy="915035"/>
          </a:xfrm>
          <a:prstGeom prst="rect">
            <a:avLst/>
          </a:prstGeom>
        </p:spPr>
        <p:txBody>
          <a:bodyPr vert="horz" wrap="square" lIns="0" tIns="29209" rIns="0" bIns="0" rtlCol="0">
            <a:spAutoFit/>
          </a:bodyPr>
          <a:lstStyle/>
          <a:p>
            <a:pPr>
              <a:lnSpc>
                <a:spcPct val="100000"/>
              </a:lnSpc>
              <a:spcBef>
                <a:spcPts val="229"/>
              </a:spcBef>
              <a:tabLst>
                <a:tab pos="508000" algn="l"/>
              </a:tabLst>
            </a:pPr>
            <a:r>
              <a:rPr sz="1350" spc="140" dirty="0">
                <a:latin typeface="Times New Roman"/>
                <a:cs typeface="Times New Roman"/>
              </a:rPr>
              <a:t>Yes	</a:t>
            </a:r>
            <a:r>
              <a:rPr sz="1350" spc="135" dirty="0">
                <a:solidFill>
                  <a:srgbClr val="FF00FF"/>
                </a:solidFill>
                <a:latin typeface="Times New Roman"/>
                <a:cs typeface="Times New Roman"/>
              </a:rPr>
              <a:t>SUBD </a:t>
            </a:r>
            <a:r>
              <a:rPr sz="1350" spc="140" dirty="0">
                <a:solidFill>
                  <a:srgbClr val="FF00FF"/>
                </a:solidFill>
                <a:latin typeface="Times New Roman"/>
                <a:cs typeface="Times New Roman"/>
              </a:rPr>
              <a:t> </a:t>
            </a:r>
            <a:r>
              <a:rPr sz="1350" spc="145" dirty="0">
                <a:latin typeface="Times New Roman"/>
                <a:cs typeface="Times New Roman"/>
              </a:rPr>
              <a:t>M(A1)</a:t>
            </a:r>
            <a:r>
              <a:rPr sz="1350" spc="245" dirty="0">
                <a:latin typeface="Times New Roman"/>
                <a:cs typeface="Times New Roman"/>
              </a:rPr>
              <a:t> </a:t>
            </a:r>
            <a:r>
              <a:rPr sz="1350" spc="145" dirty="0">
                <a:solidFill>
                  <a:srgbClr val="FF0000"/>
                </a:solidFill>
                <a:latin typeface="Times New Roman"/>
                <a:cs typeface="Times New Roman"/>
              </a:rPr>
              <a:t>M(A2)</a:t>
            </a:r>
            <a:endParaRPr sz="1350">
              <a:latin typeface="Times New Roman"/>
              <a:cs typeface="Times New Roman"/>
            </a:endParaRPr>
          </a:p>
          <a:p>
            <a:pPr>
              <a:lnSpc>
                <a:spcPct val="100000"/>
              </a:lnSpc>
              <a:spcBef>
                <a:spcPts val="130"/>
              </a:spcBef>
              <a:tabLst>
                <a:tab pos="456565" algn="l"/>
                <a:tab pos="1809114" algn="l"/>
                <a:tab pos="2516505" algn="l"/>
              </a:tabLst>
            </a:pPr>
            <a:r>
              <a:rPr sz="1350" spc="175" dirty="0">
                <a:latin typeface="Times New Roman"/>
                <a:cs typeface="Times New Roman"/>
              </a:rPr>
              <a:t>Y</a:t>
            </a:r>
            <a:r>
              <a:rPr sz="1350" spc="140" dirty="0">
                <a:latin typeface="Times New Roman"/>
                <a:cs typeface="Times New Roman"/>
              </a:rPr>
              <a:t>e</a:t>
            </a:r>
            <a:r>
              <a:rPr sz="1350" spc="105" dirty="0">
                <a:latin typeface="Times New Roman"/>
                <a:cs typeface="Times New Roman"/>
              </a:rPr>
              <a:t>s</a:t>
            </a:r>
            <a:r>
              <a:rPr sz="1350" dirty="0">
                <a:latin typeface="Times New Roman"/>
                <a:cs typeface="Times New Roman"/>
              </a:rPr>
              <a:t>	</a:t>
            </a:r>
            <a:r>
              <a:rPr sz="1350" spc="175" dirty="0">
                <a:latin typeface="Times New Roman"/>
                <a:cs typeface="Times New Roman"/>
              </a:rPr>
              <a:t>ADD</a:t>
            </a:r>
            <a:r>
              <a:rPr sz="1350" spc="200" dirty="0">
                <a:latin typeface="Times New Roman"/>
                <a:cs typeface="Times New Roman"/>
              </a:rPr>
              <a:t>D</a:t>
            </a:r>
            <a:r>
              <a:rPr sz="1350" dirty="0">
                <a:latin typeface="Times New Roman"/>
                <a:cs typeface="Times New Roman"/>
              </a:rPr>
              <a:t>	</a:t>
            </a:r>
            <a:r>
              <a:rPr sz="1350" spc="220" dirty="0">
                <a:solidFill>
                  <a:srgbClr val="FF0000"/>
                </a:solidFill>
                <a:latin typeface="Times New Roman"/>
                <a:cs typeface="Times New Roman"/>
              </a:rPr>
              <a:t>M</a:t>
            </a:r>
            <a:r>
              <a:rPr sz="1350" spc="90" dirty="0">
                <a:solidFill>
                  <a:srgbClr val="FF0000"/>
                </a:solidFill>
                <a:latin typeface="Times New Roman"/>
                <a:cs typeface="Times New Roman"/>
              </a:rPr>
              <a:t>(</a:t>
            </a:r>
            <a:r>
              <a:rPr sz="1350" spc="175" dirty="0">
                <a:solidFill>
                  <a:srgbClr val="FF0000"/>
                </a:solidFill>
                <a:latin typeface="Times New Roman"/>
                <a:cs typeface="Times New Roman"/>
              </a:rPr>
              <a:t>A</a:t>
            </a:r>
            <a:r>
              <a:rPr sz="1350" spc="114" dirty="0">
                <a:solidFill>
                  <a:srgbClr val="FF0000"/>
                </a:solidFill>
                <a:latin typeface="Times New Roman"/>
                <a:cs typeface="Times New Roman"/>
              </a:rPr>
              <a:t>2)</a:t>
            </a:r>
            <a:r>
              <a:rPr sz="1350" dirty="0">
                <a:solidFill>
                  <a:srgbClr val="FF0000"/>
                </a:solidFill>
                <a:latin typeface="Times New Roman"/>
                <a:cs typeface="Times New Roman"/>
              </a:rPr>
              <a:t>	</a:t>
            </a:r>
            <a:r>
              <a:rPr sz="1350" spc="175" dirty="0">
                <a:solidFill>
                  <a:srgbClr val="FF00FF"/>
                </a:solidFill>
                <a:latin typeface="Times New Roman"/>
                <a:cs typeface="Times New Roman"/>
              </a:rPr>
              <a:t>A</a:t>
            </a:r>
            <a:r>
              <a:rPr sz="1350" spc="135" dirty="0">
                <a:solidFill>
                  <a:srgbClr val="FF00FF"/>
                </a:solidFill>
                <a:latin typeface="Times New Roman"/>
                <a:cs typeface="Times New Roman"/>
              </a:rPr>
              <a:t>dd1</a:t>
            </a:r>
            <a:endParaRPr sz="1350">
              <a:latin typeface="Times New Roman"/>
              <a:cs typeface="Times New Roman"/>
            </a:endParaRPr>
          </a:p>
          <a:p>
            <a:pPr marL="34290">
              <a:lnSpc>
                <a:spcPct val="100000"/>
              </a:lnSpc>
              <a:spcBef>
                <a:spcPts val="130"/>
              </a:spcBef>
            </a:pPr>
            <a:r>
              <a:rPr sz="1350" spc="145" dirty="0">
                <a:latin typeface="Times New Roman"/>
                <a:cs typeface="Times New Roman"/>
              </a:rPr>
              <a:t>No</a:t>
            </a:r>
            <a:endParaRPr sz="1350">
              <a:latin typeface="Times New Roman"/>
              <a:cs typeface="Times New Roman"/>
            </a:endParaRPr>
          </a:p>
          <a:p>
            <a:pPr>
              <a:lnSpc>
                <a:spcPct val="100000"/>
              </a:lnSpc>
              <a:spcBef>
                <a:spcPts val="130"/>
              </a:spcBef>
            </a:pPr>
            <a:r>
              <a:rPr sz="1350" spc="175" dirty="0">
                <a:latin typeface="Times New Roman"/>
                <a:cs typeface="Times New Roman"/>
              </a:rPr>
              <a:t>Y</a:t>
            </a:r>
            <a:r>
              <a:rPr sz="1350" spc="140" dirty="0">
                <a:latin typeface="Times New Roman"/>
                <a:cs typeface="Times New Roman"/>
              </a:rPr>
              <a:t>e</a:t>
            </a:r>
            <a:r>
              <a:rPr sz="1350" spc="105" dirty="0">
                <a:latin typeface="Times New Roman"/>
                <a:cs typeface="Times New Roman"/>
              </a:rPr>
              <a:t>s</a:t>
            </a:r>
            <a:r>
              <a:rPr sz="1350" dirty="0">
                <a:latin typeface="Times New Roman"/>
                <a:cs typeface="Times New Roman"/>
              </a:rPr>
              <a:t> </a:t>
            </a:r>
            <a:r>
              <a:rPr sz="1350" spc="50" dirty="0">
                <a:latin typeface="Times New Roman"/>
                <a:cs typeface="Times New Roman"/>
              </a:rPr>
              <a:t> </a:t>
            </a:r>
            <a:r>
              <a:rPr sz="1350" spc="220" dirty="0">
                <a:solidFill>
                  <a:srgbClr val="3333CC"/>
                </a:solidFill>
                <a:latin typeface="Times New Roman"/>
                <a:cs typeface="Times New Roman"/>
              </a:rPr>
              <a:t>M</a:t>
            </a:r>
            <a:r>
              <a:rPr sz="1350" spc="105" dirty="0">
                <a:solidFill>
                  <a:srgbClr val="3333CC"/>
                </a:solidFill>
                <a:latin typeface="Times New Roman"/>
                <a:cs typeface="Times New Roman"/>
              </a:rPr>
              <a:t>U</a:t>
            </a:r>
            <a:r>
              <a:rPr sz="1350" spc="185" dirty="0">
                <a:solidFill>
                  <a:srgbClr val="3333CC"/>
                </a:solidFill>
                <a:latin typeface="Times New Roman"/>
                <a:cs typeface="Times New Roman"/>
              </a:rPr>
              <a:t>L</a:t>
            </a:r>
            <a:r>
              <a:rPr sz="1350" spc="120" dirty="0">
                <a:solidFill>
                  <a:srgbClr val="3333CC"/>
                </a:solidFill>
                <a:latin typeface="Times New Roman"/>
                <a:cs typeface="Times New Roman"/>
              </a:rPr>
              <a:t>T</a:t>
            </a:r>
            <a:r>
              <a:rPr sz="1350" spc="200" dirty="0">
                <a:solidFill>
                  <a:srgbClr val="3333CC"/>
                </a:solidFill>
                <a:latin typeface="Times New Roman"/>
                <a:cs typeface="Times New Roman"/>
              </a:rPr>
              <a:t>D</a:t>
            </a:r>
            <a:r>
              <a:rPr sz="1350" spc="-90" dirty="0">
                <a:solidFill>
                  <a:srgbClr val="3333CC"/>
                </a:solidFill>
                <a:latin typeface="Times New Roman"/>
                <a:cs typeface="Times New Roman"/>
              </a:rPr>
              <a:t> </a:t>
            </a:r>
            <a:r>
              <a:rPr sz="1350" spc="220" dirty="0">
                <a:solidFill>
                  <a:srgbClr val="FF0000"/>
                </a:solidFill>
                <a:latin typeface="Times New Roman"/>
                <a:cs typeface="Times New Roman"/>
              </a:rPr>
              <a:t>M</a:t>
            </a:r>
            <a:r>
              <a:rPr sz="1350" spc="90" dirty="0">
                <a:solidFill>
                  <a:srgbClr val="FF0000"/>
                </a:solidFill>
                <a:latin typeface="Times New Roman"/>
                <a:cs typeface="Times New Roman"/>
              </a:rPr>
              <a:t>(</a:t>
            </a:r>
            <a:r>
              <a:rPr sz="1350" spc="175" dirty="0">
                <a:solidFill>
                  <a:srgbClr val="FF0000"/>
                </a:solidFill>
                <a:latin typeface="Times New Roman"/>
                <a:cs typeface="Times New Roman"/>
              </a:rPr>
              <a:t>A</a:t>
            </a:r>
            <a:r>
              <a:rPr sz="1350" spc="114" dirty="0">
                <a:solidFill>
                  <a:srgbClr val="FF0000"/>
                </a:solidFill>
                <a:latin typeface="Times New Roman"/>
                <a:cs typeface="Times New Roman"/>
              </a:rPr>
              <a:t>2)</a:t>
            </a:r>
            <a:endParaRPr sz="1350">
              <a:latin typeface="Times New Roman"/>
              <a:cs typeface="Times New Roman"/>
            </a:endParaRPr>
          </a:p>
        </p:txBody>
      </p:sp>
      <p:sp>
        <p:nvSpPr>
          <p:cNvPr id="21" name="object 18">
            <a:extLst>
              <a:ext uri="{FF2B5EF4-FFF2-40B4-BE49-F238E27FC236}">
                <a16:creationId xmlns:a16="http://schemas.microsoft.com/office/drawing/2014/main" id="{B8528D6E-CF4C-BDC3-3376-952D054B4C6A}"/>
              </a:ext>
            </a:extLst>
          </p:cNvPr>
          <p:cNvSpPr txBox="1"/>
          <p:nvPr/>
        </p:nvSpPr>
        <p:spPr>
          <a:xfrm>
            <a:off x="1582338" y="4069262"/>
            <a:ext cx="688975" cy="1137285"/>
          </a:xfrm>
          <a:prstGeom prst="rect">
            <a:avLst/>
          </a:prstGeom>
        </p:spPr>
        <p:txBody>
          <a:bodyPr vert="horz" wrap="square" lIns="0" tIns="12700" rIns="0" bIns="0" rtlCol="0">
            <a:spAutoFit/>
          </a:bodyPr>
          <a:lstStyle/>
          <a:p>
            <a:pPr marL="176530" marR="47625" indent="-164465" algn="just">
              <a:lnSpc>
                <a:spcPct val="108000"/>
              </a:lnSpc>
              <a:spcBef>
                <a:spcPts val="100"/>
              </a:spcBef>
            </a:pPr>
            <a:r>
              <a:rPr sz="1350" spc="135" dirty="0">
                <a:latin typeface="Times New Roman"/>
                <a:cs typeface="Times New Roman"/>
              </a:rPr>
              <a:t>0</a:t>
            </a:r>
            <a:r>
              <a:rPr sz="1350" spc="55" dirty="0">
                <a:latin typeface="Times New Roman"/>
                <a:cs typeface="Times New Roman"/>
              </a:rPr>
              <a:t> </a:t>
            </a:r>
            <a:r>
              <a:rPr sz="1350" spc="145" dirty="0">
                <a:latin typeface="Times New Roman"/>
                <a:cs typeface="Times New Roman"/>
              </a:rPr>
              <a:t>Add1 </a:t>
            </a:r>
            <a:r>
              <a:rPr sz="1350" spc="-325" dirty="0">
                <a:latin typeface="Times New Roman"/>
                <a:cs typeface="Times New Roman"/>
              </a:rPr>
              <a:t> </a:t>
            </a:r>
            <a:r>
              <a:rPr sz="1350" spc="175" dirty="0">
                <a:latin typeface="Times New Roman"/>
                <a:cs typeface="Times New Roman"/>
              </a:rPr>
              <a:t>A</a:t>
            </a:r>
            <a:r>
              <a:rPr sz="1350" spc="110" dirty="0">
                <a:latin typeface="Times New Roman"/>
                <a:cs typeface="Times New Roman"/>
              </a:rPr>
              <a:t>dd2  </a:t>
            </a:r>
            <a:r>
              <a:rPr sz="1350" spc="175" dirty="0">
                <a:latin typeface="Times New Roman"/>
                <a:cs typeface="Times New Roman"/>
              </a:rPr>
              <a:t>A</a:t>
            </a:r>
            <a:r>
              <a:rPr sz="1350" spc="135" dirty="0">
                <a:latin typeface="Times New Roman"/>
                <a:cs typeface="Times New Roman"/>
              </a:rPr>
              <a:t>dd3</a:t>
            </a:r>
            <a:endParaRPr sz="1350">
              <a:latin typeface="Times New Roman"/>
              <a:cs typeface="Times New Roman"/>
            </a:endParaRPr>
          </a:p>
          <a:p>
            <a:pPr marL="176530" marR="5080" indent="-164465" algn="just">
              <a:lnSpc>
                <a:spcPts val="1750"/>
              </a:lnSpc>
              <a:spcBef>
                <a:spcPts val="80"/>
              </a:spcBef>
            </a:pPr>
            <a:r>
              <a:rPr sz="1350" spc="135" dirty="0">
                <a:latin typeface="Times New Roman"/>
                <a:cs typeface="Times New Roman"/>
              </a:rPr>
              <a:t>8</a:t>
            </a:r>
            <a:r>
              <a:rPr sz="1350" spc="65" dirty="0">
                <a:latin typeface="Times New Roman"/>
                <a:cs typeface="Times New Roman"/>
              </a:rPr>
              <a:t> </a:t>
            </a:r>
            <a:r>
              <a:rPr sz="1350" spc="120" dirty="0">
                <a:latin typeface="Times New Roman"/>
                <a:cs typeface="Times New Roman"/>
              </a:rPr>
              <a:t>Mult1 </a:t>
            </a:r>
            <a:r>
              <a:rPr sz="1350" spc="-325" dirty="0">
                <a:latin typeface="Times New Roman"/>
                <a:cs typeface="Times New Roman"/>
              </a:rPr>
              <a:t> </a:t>
            </a:r>
            <a:r>
              <a:rPr sz="1350" spc="220" dirty="0">
                <a:latin typeface="Times New Roman"/>
                <a:cs typeface="Times New Roman"/>
              </a:rPr>
              <a:t>M</a:t>
            </a:r>
            <a:r>
              <a:rPr sz="1350" spc="135" dirty="0">
                <a:latin typeface="Times New Roman"/>
                <a:cs typeface="Times New Roman"/>
              </a:rPr>
              <a:t>u</a:t>
            </a:r>
            <a:r>
              <a:rPr sz="1350" spc="25" dirty="0">
                <a:latin typeface="Times New Roman"/>
                <a:cs typeface="Times New Roman"/>
              </a:rPr>
              <a:t>l</a:t>
            </a:r>
            <a:r>
              <a:rPr sz="1350" spc="90" dirty="0">
                <a:latin typeface="Times New Roman"/>
                <a:cs typeface="Times New Roman"/>
              </a:rPr>
              <a:t>t</a:t>
            </a:r>
            <a:r>
              <a:rPr sz="1350" spc="135" dirty="0">
                <a:latin typeface="Times New Roman"/>
                <a:cs typeface="Times New Roman"/>
              </a:rPr>
              <a:t>2</a:t>
            </a:r>
            <a:endParaRPr sz="1350">
              <a:latin typeface="Times New Roman"/>
              <a:cs typeface="Times New Roman"/>
            </a:endParaRPr>
          </a:p>
        </p:txBody>
      </p:sp>
      <p:sp>
        <p:nvSpPr>
          <p:cNvPr id="22" name="object 19">
            <a:extLst>
              <a:ext uri="{FF2B5EF4-FFF2-40B4-BE49-F238E27FC236}">
                <a16:creationId xmlns:a16="http://schemas.microsoft.com/office/drawing/2014/main" id="{E2E8C455-2E96-9646-2FC0-49BF3739A9F5}"/>
              </a:ext>
            </a:extLst>
          </p:cNvPr>
          <p:cNvSpPr txBox="1"/>
          <p:nvPr/>
        </p:nvSpPr>
        <p:spPr>
          <a:xfrm>
            <a:off x="2439643" y="4973884"/>
            <a:ext cx="1041400" cy="232410"/>
          </a:xfrm>
          <a:prstGeom prst="rect">
            <a:avLst/>
          </a:prstGeom>
        </p:spPr>
        <p:txBody>
          <a:bodyPr vert="horz" wrap="square" lIns="0" tIns="13335" rIns="0" bIns="0" rtlCol="0">
            <a:spAutoFit/>
          </a:bodyPr>
          <a:lstStyle/>
          <a:p>
            <a:pPr>
              <a:lnSpc>
                <a:spcPct val="100000"/>
              </a:lnSpc>
              <a:spcBef>
                <a:spcPts val="105"/>
              </a:spcBef>
              <a:tabLst>
                <a:tab pos="525145" algn="l"/>
              </a:tabLst>
            </a:pPr>
            <a:r>
              <a:rPr sz="1350" spc="175" dirty="0">
                <a:latin typeface="Times New Roman"/>
                <a:cs typeface="Times New Roman"/>
              </a:rPr>
              <a:t>Y</a:t>
            </a:r>
            <a:r>
              <a:rPr sz="1350" spc="140" dirty="0">
                <a:latin typeface="Times New Roman"/>
                <a:cs typeface="Times New Roman"/>
              </a:rPr>
              <a:t>e</a:t>
            </a:r>
            <a:r>
              <a:rPr sz="1350" spc="105" dirty="0">
                <a:latin typeface="Times New Roman"/>
                <a:cs typeface="Times New Roman"/>
              </a:rPr>
              <a:t>s</a:t>
            </a:r>
            <a:r>
              <a:rPr sz="1350" dirty="0">
                <a:latin typeface="Times New Roman"/>
                <a:cs typeface="Times New Roman"/>
              </a:rPr>
              <a:t>	</a:t>
            </a:r>
            <a:r>
              <a:rPr sz="1350" spc="175" dirty="0">
                <a:solidFill>
                  <a:srgbClr val="00FF00"/>
                </a:solidFill>
                <a:latin typeface="Times New Roman"/>
                <a:cs typeface="Times New Roman"/>
              </a:rPr>
              <a:t>D</a:t>
            </a:r>
            <a:r>
              <a:rPr sz="1350" spc="90" dirty="0">
                <a:solidFill>
                  <a:srgbClr val="00FF00"/>
                </a:solidFill>
                <a:latin typeface="Times New Roman"/>
                <a:cs typeface="Times New Roman"/>
              </a:rPr>
              <a:t>I</a:t>
            </a:r>
            <a:r>
              <a:rPr sz="1350" spc="105" dirty="0">
                <a:solidFill>
                  <a:srgbClr val="00FF00"/>
                </a:solidFill>
                <a:latin typeface="Times New Roman"/>
                <a:cs typeface="Times New Roman"/>
              </a:rPr>
              <a:t>V</a:t>
            </a:r>
            <a:r>
              <a:rPr sz="1350" spc="200" dirty="0">
                <a:solidFill>
                  <a:srgbClr val="00FF00"/>
                </a:solidFill>
                <a:latin typeface="Times New Roman"/>
                <a:cs typeface="Times New Roman"/>
              </a:rPr>
              <a:t>D</a:t>
            </a:r>
            <a:endParaRPr sz="1350">
              <a:latin typeface="Times New Roman"/>
              <a:cs typeface="Times New Roman"/>
            </a:endParaRPr>
          </a:p>
        </p:txBody>
      </p:sp>
      <p:sp>
        <p:nvSpPr>
          <p:cNvPr id="23" name="object 20">
            <a:extLst>
              <a:ext uri="{FF2B5EF4-FFF2-40B4-BE49-F238E27FC236}">
                <a16:creationId xmlns:a16="http://schemas.microsoft.com/office/drawing/2014/main" id="{A9E46450-24F4-987F-BF87-53B1E2C69C3D}"/>
              </a:ext>
            </a:extLst>
          </p:cNvPr>
          <p:cNvSpPr txBox="1"/>
          <p:nvPr/>
        </p:nvSpPr>
        <p:spPr>
          <a:xfrm>
            <a:off x="4249428" y="4736039"/>
            <a:ext cx="1193800" cy="470534"/>
          </a:xfrm>
          <a:prstGeom prst="rect">
            <a:avLst/>
          </a:prstGeom>
        </p:spPr>
        <p:txBody>
          <a:bodyPr vert="horz" wrap="square" lIns="0" tIns="29209" rIns="0" bIns="0" rtlCol="0">
            <a:spAutoFit/>
          </a:bodyPr>
          <a:lstStyle/>
          <a:p>
            <a:pPr marL="42545">
              <a:lnSpc>
                <a:spcPct val="100000"/>
              </a:lnSpc>
              <a:spcBef>
                <a:spcPts val="229"/>
              </a:spcBef>
            </a:pPr>
            <a:r>
              <a:rPr sz="1350" spc="125" dirty="0">
                <a:solidFill>
                  <a:srgbClr val="3333CC"/>
                </a:solidFill>
                <a:latin typeface="Times New Roman"/>
                <a:cs typeface="Times New Roman"/>
              </a:rPr>
              <a:t>R(F4)</a:t>
            </a:r>
            <a:endParaRPr sz="1350">
              <a:latin typeface="Times New Roman"/>
              <a:cs typeface="Times New Roman"/>
            </a:endParaRPr>
          </a:p>
          <a:p>
            <a:pPr>
              <a:lnSpc>
                <a:spcPct val="100000"/>
              </a:lnSpc>
              <a:spcBef>
                <a:spcPts val="130"/>
              </a:spcBef>
            </a:pPr>
            <a:r>
              <a:rPr sz="1350" spc="145" dirty="0">
                <a:latin typeface="Times New Roman"/>
                <a:cs typeface="Times New Roman"/>
              </a:rPr>
              <a:t>M(A1)</a:t>
            </a:r>
            <a:r>
              <a:rPr sz="1350" spc="475" dirty="0">
                <a:latin typeface="Times New Roman"/>
                <a:cs typeface="Times New Roman"/>
              </a:rPr>
              <a:t> </a:t>
            </a:r>
            <a:r>
              <a:rPr sz="1350" spc="120" dirty="0">
                <a:solidFill>
                  <a:srgbClr val="3333CC"/>
                </a:solidFill>
                <a:latin typeface="Times New Roman"/>
                <a:cs typeface="Times New Roman"/>
              </a:rPr>
              <a:t>Mult1</a:t>
            </a:r>
            <a:endParaRPr sz="1350">
              <a:latin typeface="Times New Roman"/>
              <a:cs typeface="Times New Roman"/>
            </a:endParaRPr>
          </a:p>
        </p:txBody>
      </p:sp>
      <p:sp>
        <p:nvSpPr>
          <p:cNvPr id="24" name="object 21">
            <a:extLst>
              <a:ext uri="{FF2B5EF4-FFF2-40B4-BE49-F238E27FC236}">
                <a16:creationId xmlns:a16="http://schemas.microsoft.com/office/drawing/2014/main" id="{71E72E8A-C65C-3658-1729-7A7920C59E35}"/>
              </a:ext>
            </a:extLst>
          </p:cNvPr>
          <p:cNvSpPr txBox="1"/>
          <p:nvPr/>
        </p:nvSpPr>
        <p:spPr>
          <a:xfrm>
            <a:off x="65507" y="5296521"/>
            <a:ext cx="2423795" cy="301625"/>
          </a:xfrm>
          <a:prstGeom prst="rect">
            <a:avLst/>
          </a:prstGeom>
        </p:spPr>
        <p:txBody>
          <a:bodyPr vert="horz" wrap="square" lIns="0" tIns="13335" rIns="0" bIns="0" rtlCol="0">
            <a:spAutoFit/>
          </a:bodyPr>
          <a:lstStyle/>
          <a:p>
            <a:pPr marL="12700">
              <a:lnSpc>
                <a:spcPct val="100000"/>
              </a:lnSpc>
              <a:spcBef>
                <a:spcPts val="105"/>
              </a:spcBef>
            </a:pPr>
            <a:r>
              <a:rPr sz="1800" i="1" spc="150" dirty="0">
                <a:solidFill>
                  <a:srgbClr val="FF0000"/>
                </a:solidFill>
                <a:latin typeface="Times New Roman"/>
                <a:cs typeface="Times New Roman"/>
              </a:rPr>
              <a:t>Register</a:t>
            </a:r>
            <a:r>
              <a:rPr sz="1800" i="1" spc="30" dirty="0">
                <a:solidFill>
                  <a:srgbClr val="FF0000"/>
                </a:solidFill>
                <a:latin typeface="Times New Roman"/>
                <a:cs typeface="Times New Roman"/>
              </a:rPr>
              <a:t> </a:t>
            </a:r>
            <a:r>
              <a:rPr sz="1800" i="1" spc="125" dirty="0">
                <a:solidFill>
                  <a:srgbClr val="FF0000"/>
                </a:solidFill>
                <a:latin typeface="Times New Roman"/>
                <a:cs typeface="Times New Roman"/>
              </a:rPr>
              <a:t>result</a:t>
            </a:r>
            <a:r>
              <a:rPr sz="1800" i="1" spc="7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graphicFrame>
        <p:nvGraphicFramePr>
          <p:cNvPr id="25" name="object 22">
            <a:extLst>
              <a:ext uri="{FF2B5EF4-FFF2-40B4-BE49-F238E27FC236}">
                <a16:creationId xmlns:a16="http://schemas.microsoft.com/office/drawing/2014/main" id="{C2BE488F-6286-09F2-8AAF-10337466DCE6}"/>
              </a:ext>
            </a:extLst>
          </p:cNvPr>
          <p:cNvGraphicFramePr>
            <a:graphicFrameLocks noGrp="1"/>
          </p:cNvGraphicFramePr>
          <p:nvPr/>
        </p:nvGraphicFramePr>
        <p:xfrm>
          <a:off x="382534" y="5628210"/>
          <a:ext cx="8423271" cy="487960"/>
        </p:xfrm>
        <a:graphic>
          <a:graphicData uri="http://schemas.openxmlformats.org/drawingml/2006/table">
            <a:tbl>
              <a:tblPr firstRow="1" bandRow="1">
                <a:tableStyleId>{2D5ABB26-0587-4C30-8999-92F81FD0307C}</a:tableStyleId>
              </a:tblPr>
              <a:tblGrid>
                <a:gridCol w="1376045">
                  <a:extLst>
                    <a:ext uri="{9D8B030D-6E8A-4147-A177-3AD203B41FA5}">
                      <a16:colId xmlns:a16="http://schemas.microsoft.com/office/drawing/2014/main" val="20000"/>
                    </a:ext>
                  </a:extLst>
                </a:gridCol>
                <a:gridCol w="1099184">
                  <a:extLst>
                    <a:ext uri="{9D8B030D-6E8A-4147-A177-3AD203B41FA5}">
                      <a16:colId xmlns:a16="http://schemas.microsoft.com/office/drawing/2014/main" val="20001"/>
                    </a:ext>
                  </a:extLst>
                </a:gridCol>
                <a:gridCol w="676275">
                  <a:extLst>
                    <a:ext uri="{9D8B030D-6E8A-4147-A177-3AD203B41FA5}">
                      <a16:colId xmlns:a16="http://schemas.microsoft.com/office/drawing/2014/main" val="20002"/>
                    </a:ext>
                  </a:extLst>
                </a:gridCol>
                <a:gridCol w="732789">
                  <a:extLst>
                    <a:ext uri="{9D8B030D-6E8A-4147-A177-3AD203B41FA5}">
                      <a16:colId xmlns:a16="http://schemas.microsoft.com/office/drawing/2014/main" val="20003"/>
                    </a:ext>
                  </a:extLst>
                </a:gridCol>
                <a:gridCol w="541020">
                  <a:extLst>
                    <a:ext uri="{9D8B030D-6E8A-4147-A177-3AD203B41FA5}">
                      <a16:colId xmlns:a16="http://schemas.microsoft.com/office/drawing/2014/main" val="20004"/>
                    </a:ext>
                  </a:extLst>
                </a:gridCol>
                <a:gridCol w="700404">
                  <a:extLst>
                    <a:ext uri="{9D8B030D-6E8A-4147-A177-3AD203B41FA5}">
                      <a16:colId xmlns:a16="http://schemas.microsoft.com/office/drawing/2014/main" val="20005"/>
                    </a:ext>
                  </a:extLst>
                </a:gridCol>
                <a:gridCol w="633729">
                  <a:extLst>
                    <a:ext uri="{9D8B030D-6E8A-4147-A177-3AD203B41FA5}">
                      <a16:colId xmlns:a16="http://schemas.microsoft.com/office/drawing/2014/main" val="20006"/>
                    </a:ext>
                  </a:extLst>
                </a:gridCol>
                <a:gridCol w="715645">
                  <a:extLst>
                    <a:ext uri="{9D8B030D-6E8A-4147-A177-3AD203B41FA5}">
                      <a16:colId xmlns:a16="http://schemas.microsoft.com/office/drawing/2014/main" val="20007"/>
                    </a:ext>
                  </a:extLst>
                </a:gridCol>
                <a:gridCol w="1948180">
                  <a:extLst>
                    <a:ext uri="{9D8B030D-6E8A-4147-A177-3AD203B41FA5}">
                      <a16:colId xmlns:a16="http://schemas.microsoft.com/office/drawing/2014/main" val="20008"/>
                    </a:ext>
                  </a:extLst>
                </a:gridCol>
              </a:tblGrid>
              <a:tr h="265543">
                <a:tc>
                  <a:txBody>
                    <a:bodyPr/>
                    <a:lstStyle/>
                    <a:p>
                      <a:pPr marL="31750">
                        <a:lnSpc>
                          <a:spcPts val="1970"/>
                        </a:lnSpc>
                      </a:pPr>
                      <a:r>
                        <a:rPr sz="1800" spc="165" dirty="0">
                          <a:latin typeface="Times New Roman"/>
                          <a:cs typeface="Times New Roman"/>
                        </a:rPr>
                        <a:t>Clock</a:t>
                      </a:r>
                      <a:endParaRPr sz="1800">
                        <a:latin typeface="Times New Roman"/>
                        <a:cs typeface="Times New Roman"/>
                      </a:endParaRPr>
                    </a:p>
                  </a:txBody>
                  <a:tcPr marL="0" marR="0" marT="0" marB="0"/>
                </a:tc>
                <a:tc>
                  <a:txBody>
                    <a:bodyPr/>
                    <a:lstStyle/>
                    <a:p>
                      <a:pPr>
                        <a:lnSpc>
                          <a:spcPct val="100000"/>
                        </a:lnSpc>
                      </a:pPr>
                      <a:endParaRPr sz="1600">
                        <a:latin typeface="Times New Roman"/>
                        <a:cs typeface="Times New Roman"/>
                      </a:endParaRPr>
                    </a:p>
                  </a:txBody>
                  <a:tcPr marL="0" marR="0" marT="0" marB="0"/>
                </a:tc>
                <a:tc>
                  <a:txBody>
                    <a:bodyPr/>
                    <a:lstStyle/>
                    <a:p>
                      <a:pPr marR="1270" algn="ctr">
                        <a:lnSpc>
                          <a:spcPts val="1970"/>
                        </a:lnSpc>
                      </a:pPr>
                      <a:r>
                        <a:rPr sz="1800" i="1" spc="165" dirty="0">
                          <a:latin typeface="Times New Roman"/>
                          <a:cs typeface="Times New Roman"/>
                        </a:rPr>
                        <a:t>F0</a:t>
                      </a:r>
                      <a:endParaRPr sz="1800">
                        <a:latin typeface="Times New Roman"/>
                        <a:cs typeface="Times New Roman"/>
                      </a:endParaRPr>
                    </a:p>
                  </a:txBody>
                  <a:tcPr marL="0" marR="0" marT="0" marB="0">
                    <a:lnB w="9525">
                      <a:solidFill>
                        <a:srgbClr val="000000"/>
                      </a:solidFill>
                      <a:prstDash val="solid"/>
                    </a:lnB>
                  </a:tcPr>
                </a:tc>
                <a:tc>
                  <a:txBody>
                    <a:bodyPr/>
                    <a:lstStyle/>
                    <a:p>
                      <a:pPr marR="65405" algn="ctr">
                        <a:lnSpc>
                          <a:spcPts val="1970"/>
                        </a:lnSpc>
                      </a:pPr>
                      <a:r>
                        <a:rPr sz="1800" i="1" spc="165" dirty="0">
                          <a:latin typeface="Times New Roman"/>
                          <a:cs typeface="Times New Roman"/>
                        </a:rPr>
                        <a:t>F2</a:t>
                      </a:r>
                      <a:endParaRPr sz="1800">
                        <a:latin typeface="Times New Roman"/>
                        <a:cs typeface="Times New Roman"/>
                      </a:endParaRPr>
                    </a:p>
                  </a:txBody>
                  <a:tcPr marL="0" marR="0" marT="0" marB="0">
                    <a:lnB w="9525">
                      <a:solidFill>
                        <a:srgbClr val="000000"/>
                      </a:solidFill>
                      <a:prstDash val="solid"/>
                    </a:lnB>
                  </a:tcPr>
                </a:tc>
                <a:tc>
                  <a:txBody>
                    <a:bodyPr/>
                    <a:lstStyle/>
                    <a:p>
                      <a:pPr marL="94615">
                        <a:lnSpc>
                          <a:spcPts val="1970"/>
                        </a:lnSpc>
                      </a:pPr>
                      <a:r>
                        <a:rPr sz="1800" i="1" spc="165" dirty="0">
                          <a:latin typeface="Times New Roman"/>
                          <a:cs typeface="Times New Roman"/>
                        </a:rPr>
                        <a:t>F4</a:t>
                      </a:r>
                      <a:endParaRPr sz="1800">
                        <a:latin typeface="Times New Roman"/>
                        <a:cs typeface="Times New Roman"/>
                      </a:endParaRPr>
                    </a:p>
                  </a:txBody>
                  <a:tcPr marL="0" marR="0" marT="0" marB="0">
                    <a:lnB w="9525">
                      <a:solidFill>
                        <a:srgbClr val="000000"/>
                      </a:solidFill>
                      <a:prstDash val="solid"/>
                    </a:lnB>
                  </a:tcPr>
                </a:tc>
                <a:tc>
                  <a:txBody>
                    <a:bodyPr/>
                    <a:lstStyle/>
                    <a:p>
                      <a:pPr algn="ctr">
                        <a:lnSpc>
                          <a:spcPts val="1970"/>
                        </a:lnSpc>
                      </a:pPr>
                      <a:r>
                        <a:rPr sz="1800" i="1" spc="165" dirty="0">
                          <a:latin typeface="Times New Roman"/>
                          <a:cs typeface="Times New Roman"/>
                        </a:rPr>
                        <a:t>F6</a:t>
                      </a:r>
                      <a:endParaRPr sz="1800">
                        <a:latin typeface="Times New Roman"/>
                        <a:cs typeface="Times New Roman"/>
                      </a:endParaRPr>
                    </a:p>
                  </a:txBody>
                  <a:tcPr marL="0" marR="0" marT="0" marB="0">
                    <a:lnB w="9525">
                      <a:solidFill>
                        <a:srgbClr val="000000"/>
                      </a:solidFill>
                      <a:prstDash val="solid"/>
                    </a:lnB>
                  </a:tcPr>
                </a:tc>
                <a:tc>
                  <a:txBody>
                    <a:bodyPr/>
                    <a:lstStyle/>
                    <a:p>
                      <a:pPr marR="35560" algn="ctr">
                        <a:lnSpc>
                          <a:spcPts val="1970"/>
                        </a:lnSpc>
                      </a:pPr>
                      <a:r>
                        <a:rPr sz="1800" i="1" spc="165" dirty="0">
                          <a:latin typeface="Times New Roman"/>
                          <a:cs typeface="Times New Roman"/>
                        </a:rPr>
                        <a:t>F8</a:t>
                      </a:r>
                      <a:endParaRPr sz="1800">
                        <a:latin typeface="Times New Roman"/>
                        <a:cs typeface="Times New Roman"/>
                      </a:endParaRPr>
                    </a:p>
                  </a:txBody>
                  <a:tcPr marL="0" marR="0" marT="0" marB="0">
                    <a:lnB w="9525">
                      <a:solidFill>
                        <a:srgbClr val="000000"/>
                      </a:solidFill>
                      <a:prstDash val="solid"/>
                    </a:lnB>
                  </a:tcPr>
                </a:tc>
                <a:tc>
                  <a:txBody>
                    <a:bodyPr/>
                    <a:lstStyle/>
                    <a:p>
                      <a:pPr marL="90170">
                        <a:lnSpc>
                          <a:spcPts val="1970"/>
                        </a:lnSpc>
                      </a:pPr>
                      <a:r>
                        <a:rPr sz="1800" i="1" spc="185" dirty="0">
                          <a:latin typeface="Times New Roman"/>
                          <a:cs typeface="Times New Roman"/>
                        </a:rPr>
                        <a:t>F10</a:t>
                      </a:r>
                      <a:endParaRPr sz="1800">
                        <a:latin typeface="Times New Roman"/>
                        <a:cs typeface="Times New Roman"/>
                      </a:endParaRPr>
                    </a:p>
                  </a:txBody>
                  <a:tcPr marL="0" marR="0" marT="0" marB="0">
                    <a:lnB w="9525">
                      <a:solidFill>
                        <a:srgbClr val="000000"/>
                      </a:solidFill>
                      <a:prstDash val="solid"/>
                    </a:lnB>
                  </a:tcPr>
                </a:tc>
                <a:tc>
                  <a:txBody>
                    <a:bodyPr/>
                    <a:lstStyle/>
                    <a:p>
                      <a:pPr marL="133350">
                        <a:lnSpc>
                          <a:spcPts val="1970"/>
                        </a:lnSpc>
                        <a:tabLst>
                          <a:tab pos="960755" algn="l"/>
                          <a:tab pos="1409065" algn="l"/>
                        </a:tabLst>
                      </a:pPr>
                      <a:r>
                        <a:rPr sz="1800" i="1" spc="185" dirty="0">
                          <a:latin typeface="Times New Roman"/>
                          <a:cs typeface="Times New Roman"/>
                        </a:rPr>
                        <a:t>F12	</a:t>
                      </a:r>
                      <a:r>
                        <a:rPr sz="1800" i="1" spc="85" dirty="0">
                          <a:latin typeface="Times New Roman"/>
                          <a:cs typeface="Times New Roman"/>
                        </a:rPr>
                        <a:t>...	</a:t>
                      </a:r>
                      <a:r>
                        <a:rPr sz="1800" i="1" spc="185" dirty="0">
                          <a:latin typeface="Times New Roman"/>
                          <a:cs typeface="Times New Roman"/>
                        </a:rPr>
                        <a:t>F30</a:t>
                      </a:r>
                      <a:endParaRPr sz="18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222417">
                <a:tc>
                  <a:txBody>
                    <a:bodyPr/>
                    <a:lstStyle/>
                    <a:p>
                      <a:pPr marL="350520">
                        <a:lnSpc>
                          <a:spcPts val="1620"/>
                        </a:lnSpc>
                        <a:spcBef>
                          <a:spcPts val="30"/>
                        </a:spcBef>
                      </a:pPr>
                      <a:r>
                        <a:rPr sz="1350" b="1" dirty="0">
                          <a:latin typeface="Times New Roman"/>
                          <a:cs typeface="Times New Roman"/>
                        </a:rPr>
                        <a:t>7</a:t>
                      </a:r>
                      <a:endParaRPr sz="1350">
                        <a:latin typeface="Times New Roman"/>
                        <a:cs typeface="Times New Roman"/>
                      </a:endParaRPr>
                    </a:p>
                  </a:txBody>
                  <a:tcPr marL="0" marR="0" marT="3810" marB="0"/>
                </a:tc>
                <a:tc>
                  <a:txBody>
                    <a:bodyPr/>
                    <a:lstStyle/>
                    <a:p>
                      <a:pPr marL="689610">
                        <a:lnSpc>
                          <a:spcPts val="1620"/>
                        </a:lnSpc>
                        <a:spcBef>
                          <a:spcPts val="30"/>
                        </a:spcBef>
                      </a:pPr>
                      <a:r>
                        <a:rPr sz="1350" i="1" spc="204" dirty="0">
                          <a:latin typeface="Times New Roman"/>
                          <a:cs typeface="Times New Roman"/>
                        </a:rPr>
                        <a:t>FU</a:t>
                      </a:r>
                      <a:endParaRPr sz="1350">
                        <a:latin typeface="Times New Roman"/>
                        <a:cs typeface="Times New Roman"/>
                      </a:endParaRPr>
                    </a:p>
                  </a:txBody>
                  <a:tcPr marL="0" marR="0" marT="3810" marB="0">
                    <a:lnR w="9525">
                      <a:solidFill>
                        <a:srgbClr val="000000"/>
                      </a:solidFill>
                      <a:prstDash val="solid"/>
                    </a:lnR>
                  </a:tcPr>
                </a:tc>
                <a:tc>
                  <a:txBody>
                    <a:bodyPr/>
                    <a:lstStyle/>
                    <a:p>
                      <a:pPr marL="38100" algn="ctr">
                        <a:lnSpc>
                          <a:spcPts val="1620"/>
                        </a:lnSpc>
                        <a:spcBef>
                          <a:spcPts val="30"/>
                        </a:spcBef>
                      </a:pPr>
                      <a:r>
                        <a:rPr sz="1350" spc="120" dirty="0">
                          <a:solidFill>
                            <a:srgbClr val="0000FF"/>
                          </a:solidFill>
                          <a:latin typeface="Times New Roman"/>
                          <a:cs typeface="Times New Roman"/>
                        </a:rPr>
                        <a:t>Mult1</a:t>
                      </a:r>
                      <a:endParaRPr sz="1350">
                        <a:latin typeface="Times New Roman"/>
                        <a:cs typeface="Times New Roman"/>
                      </a:endParaRPr>
                    </a:p>
                  </a:txBody>
                  <a:tcPr marL="0" marR="0" marT="381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17780" algn="ctr">
                        <a:lnSpc>
                          <a:spcPts val="1620"/>
                        </a:lnSpc>
                        <a:spcBef>
                          <a:spcPts val="30"/>
                        </a:spcBef>
                      </a:pPr>
                      <a:r>
                        <a:rPr sz="1350" spc="145" dirty="0">
                          <a:solidFill>
                            <a:srgbClr val="FF0000"/>
                          </a:solidFill>
                          <a:latin typeface="Times New Roman"/>
                          <a:cs typeface="Times New Roman"/>
                        </a:rPr>
                        <a:t>M(A2)</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marL="53340" algn="ctr">
                        <a:lnSpc>
                          <a:spcPts val="1620"/>
                        </a:lnSpc>
                        <a:spcBef>
                          <a:spcPts val="30"/>
                        </a:spcBef>
                      </a:pPr>
                      <a:r>
                        <a:rPr sz="1350" spc="145" dirty="0">
                          <a:latin typeface="Times New Roman"/>
                          <a:cs typeface="Times New Roman"/>
                        </a:rPr>
                        <a:t>Add2</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marL="12700" algn="ctr">
                        <a:lnSpc>
                          <a:spcPts val="1620"/>
                        </a:lnSpc>
                        <a:spcBef>
                          <a:spcPts val="30"/>
                        </a:spcBef>
                      </a:pPr>
                      <a:r>
                        <a:rPr sz="1350" spc="145" dirty="0">
                          <a:solidFill>
                            <a:srgbClr val="FF00FF"/>
                          </a:solidFill>
                          <a:latin typeface="Times New Roman"/>
                          <a:cs typeface="Times New Roman"/>
                        </a:rPr>
                        <a:t>Add1</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marL="81280">
                        <a:lnSpc>
                          <a:spcPts val="1620"/>
                        </a:lnSpc>
                        <a:spcBef>
                          <a:spcPts val="30"/>
                        </a:spcBef>
                      </a:pPr>
                      <a:r>
                        <a:rPr sz="1350" spc="120" dirty="0">
                          <a:solidFill>
                            <a:srgbClr val="00FF00"/>
                          </a:solidFill>
                          <a:latin typeface="Times New Roman"/>
                          <a:cs typeface="Times New Roman"/>
                        </a:rPr>
                        <a:t>Mult2</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bl>
          </a:graphicData>
        </a:graphic>
      </p:graphicFrame>
      <p:grpSp>
        <p:nvGrpSpPr>
          <p:cNvPr id="26" name="object 23">
            <a:extLst>
              <a:ext uri="{FF2B5EF4-FFF2-40B4-BE49-F238E27FC236}">
                <a16:creationId xmlns:a16="http://schemas.microsoft.com/office/drawing/2014/main" id="{70A607E3-FA7B-66F2-AF18-C0C1F5A1770F}"/>
              </a:ext>
            </a:extLst>
          </p:cNvPr>
          <p:cNvGrpSpPr/>
          <p:nvPr/>
        </p:nvGrpSpPr>
        <p:grpSpPr>
          <a:xfrm>
            <a:off x="2853495" y="2111619"/>
            <a:ext cx="2008505" cy="1341120"/>
            <a:chOff x="2836626" y="1515582"/>
            <a:chExt cx="2008505" cy="1341120"/>
          </a:xfrm>
        </p:grpSpPr>
        <p:sp>
          <p:nvSpPr>
            <p:cNvPr id="27" name="object 24">
              <a:extLst>
                <a:ext uri="{FF2B5EF4-FFF2-40B4-BE49-F238E27FC236}">
                  <a16:creationId xmlns:a16="http://schemas.microsoft.com/office/drawing/2014/main" id="{279213AA-BD85-F7B7-A8E5-FD0C95825999}"/>
                </a:ext>
              </a:extLst>
            </p:cNvPr>
            <p:cNvSpPr/>
            <p:nvPr/>
          </p:nvSpPr>
          <p:spPr>
            <a:xfrm>
              <a:off x="2849568" y="1519226"/>
              <a:ext cx="1990725" cy="0"/>
            </a:xfrm>
            <a:custGeom>
              <a:avLst/>
              <a:gdLst/>
              <a:ahLst/>
              <a:cxnLst/>
              <a:rect l="l" t="t" r="r" b="b"/>
              <a:pathLst>
                <a:path w="1990725">
                  <a:moveTo>
                    <a:pt x="0" y="0"/>
                  </a:moveTo>
                  <a:lnTo>
                    <a:pt x="1990591" y="0"/>
                  </a:lnTo>
                </a:path>
              </a:pathLst>
            </a:custGeom>
            <a:ln w="7170">
              <a:solidFill>
                <a:srgbClr val="000000"/>
              </a:solidFill>
            </a:ln>
          </p:spPr>
          <p:txBody>
            <a:bodyPr wrap="square" lIns="0" tIns="0" rIns="0" bIns="0" rtlCol="0"/>
            <a:lstStyle/>
            <a:p>
              <a:endParaRPr/>
            </a:p>
          </p:txBody>
        </p:sp>
        <p:sp>
          <p:nvSpPr>
            <p:cNvPr id="28" name="object 25">
              <a:extLst>
                <a:ext uri="{FF2B5EF4-FFF2-40B4-BE49-F238E27FC236}">
                  <a16:creationId xmlns:a16="http://schemas.microsoft.com/office/drawing/2014/main" id="{E3BF3AC9-6D73-36C7-D534-CBB5232F2F0A}"/>
                </a:ext>
              </a:extLst>
            </p:cNvPr>
            <p:cNvSpPr/>
            <p:nvPr/>
          </p:nvSpPr>
          <p:spPr>
            <a:xfrm>
              <a:off x="2845192" y="1515615"/>
              <a:ext cx="1999614" cy="7620"/>
            </a:xfrm>
            <a:custGeom>
              <a:avLst/>
              <a:gdLst/>
              <a:ahLst/>
              <a:cxnLst/>
              <a:rect l="l" t="t" r="r" b="b"/>
              <a:pathLst>
                <a:path w="1999614" h="7619">
                  <a:moveTo>
                    <a:pt x="1999228" y="0"/>
                  </a:moveTo>
                  <a:lnTo>
                    <a:pt x="0" y="0"/>
                  </a:lnTo>
                  <a:lnTo>
                    <a:pt x="0" y="7159"/>
                  </a:lnTo>
                  <a:lnTo>
                    <a:pt x="1999228" y="7159"/>
                  </a:lnTo>
                  <a:lnTo>
                    <a:pt x="1999228" y="0"/>
                  </a:lnTo>
                  <a:close/>
                </a:path>
              </a:pathLst>
            </a:custGeom>
            <a:solidFill>
              <a:srgbClr val="000000"/>
            </a:solidFill>
          </p:spPr>
          <p:txBody>
            <a:bodyPr wrap="square" lIns="0" tIns="0" rIns="0" bIns="0" rtlCol="0"/>
            <a:lstStyle/>
            <a:p>
              <a:endParaRPr/>
            </a:p>
          </p:txBody>
        </p:sp>
        <p:sp>
          <p:nvSpPr>
            <p:cNvPr id="29" name="object 26">
              <a:extLst>
                <a:ext uri="{FF2B5EF4-FFF2-40B4-BE49-F238E27FC236}">
                  <a16:creationId xmlns:a16="http://schemas.microsoft.com/office/drawing/2014/main" id="{ABF501A8-5F12-EF4E-22E0-CB8B46557230}"/>
                </a:ext>
              </a:extLst>
            </p:cNvPr>
            <p:cNvSpPr/>
            <p:nvPr/>
          </p:nvSpPr>
          <p:spPr>
            <a:xfrm>
              <a:off x="2840931" y="1519226"/>
              <a:ext cx="0" cy="1334135"/>
            </a:xfrm>
            <a:custGeom>
              <a:avLst/>
              <a:gdLst/>
              <a:ahLst/>
              <a:cxnLst/>
              <a:rect l="l" t="t" r="r" b="b"/>
              <a:pathLst>
                <a:path h="1334135">
                  <a:moveTo>
                    <a:pt x="0" y="0"/>
                  </a:moveTo>
                  <a:lnTo>
                    <a:pt x="0" y="1333552"/>
                  </a:lnTo>
                </a:path>
              </a:pathLst>
            </a:custGeom>
            <a:ln w="8610">
              <a:solidFill>
                <a:srgbClr val="000000"/>
              </a:solidFill>
            </a:ln>
          </p:spPr>
          <p:txBody>
            <a:bodyPr wrap="square" lIns="0" tIns="0" rIns="0" bIns="0" rtlCol="0"/>
            <a:lstStyle/>
            <a:p>
              <a:endParaRPr/>
            </a:p>
          </p:txBody>
        </p:sp>
        <p:sp>
          <p:nvSpPr>
            <p:cNvPr id="30" name="object 27">
              <a:extLst>
                <a:ext uri="{FF2B5EF4-FFF2-40B4-BE49-F238E27FC236}">
                  <a16:creationId xmlns:a16="http://schemas.microsoft.com/office/drawing/2014/main" id="{AD6BA544-6403-83B5-F723-73F69A6FACDA}"/>
                </a:ext>
              </a:extLst>
            </p:cNvPr>
            <p:cNvSpPr/>
            <p:nvPr/>
          </p:nvSpPr>
          <p:spPr>
            <a:xfrm>
              <a:off x="2836670" y="1515582"/>
              <a:ext cx="8890" cy="1341120"/>
            </a:xfrm>
            <a:custGeom>
              <a:avLst/>
              <a:gdLst/>
              <a:ahLst/>
              <a:cxnLst/>
              <a:rect l="l" t="t" r="r" b="b"/>
              <a:pathLst>
                <a:path w="8889" h="1341120">
                  <a:moveTo>
                    <a:pt x="8609" y="0"/>
                  </a:moveTo>
                  <a:lnTo>
                    <a:pt x="0" y="0"/>
                  </a:lnTo>
                  <a:lnTo>
                    <a:pt x="0" y="1340746"/>
                  </a:lnTo>
                  <a:lnTo>
                    <a:pt x="8609" y="1340746"/>
                  </a:lnTo>
                  <a:lnTo>
                    <a:pt x="8609" y="0"/>
                  </a:lnTo>
                  <a:close/>
                </a:path>
              </a:pathLst>
            </a:custGeom>
            <a:solidFill>
              <a:srgbClr val="000000"/>
            </a:solidFill>
          </p:spPr>
          <p:txBody>
            <a:bodyPr wrap="square" lIns="0" tIns="0" rIns="0" bIns="0" rtlCol="0"/>
            <a:lstStyle/>
            <a:p>
              <a:endParaRPr/>
            </a:p>
          </p:txBody>
        </p:sp>
        <p:sp>
          <p:nvSpPr>
            <p:cNvPr id="31" name="object 28">
              <a:extLst>
                <a:ext uri="{FF2B5EF4-FFF2-40B4-BE49-F238E27FC236}">
                  <a16:creationId xmlns:a16="http://schemas.microsoft.com/office/drawing/2014/main" id="{D8D879E8-6450-CAA3-7812-80AC532A1B19}"/>
                </a:ext>
              </a:extLst>
            </p:cNvPr>
            <p:cNvSpPr/>
            <p:nvPr/>
          </p:nvSpPr>
          <p:spPr>
            <a:xfrm>
              <a:off x="4840159" y="1526420"/>
              <a:ext cx="0" cy="1326515"/>
            </a:xfrm>
            <a:custGeom>
              <a:avLst/>
              <a:gdLst/>
              <a:ahLst/>
              <a:cxnLst/>
              <a:rect l="l" t="t" r="r" b="b"/>
              <a:pathLst>
                <a:path h="1326514">
                  <a:moveTo>
                    <a:pt x="0" y="0"/>
                  </a:moveTo>
                  <a:lnTo>
                    <a:pt x="0" y="1326359"/>
                  </a:lnTo>
                </a:path>
              </a:pathLst>
            </a:custGeom>
            <a:ln w="8610">
              <a:solidFill>
                <a:srgbClr val="000000"/>
              </a:solidFill>
            </a:ln>
          </p:spPr>
          <p:txBody>
            <a:bodyPr wrap="square" lIns="0" tIns="0" rIns="0" bIns="0" rtlCol="0"/>
            <a:lstStyle/>
            <a:p>
              <a:endParaRPr/>
            </a:p>
          </p:txBody>
        </p:sp>
        <p:sp>
          <p:nvSpPr>
            <p:cNvPr id="32" name="object 29">
              <a:extLst>
                <a:ext uri="{FF2B5EF4-FFF2-40B4-BE49-F238E27FC236}">
                  <a16:creationId xmlns:a16="http://schemas.microsoft.com/office/drawing/2014/main" id="{BBD362A5-236D-9460-4F7B-CCEAEFE47B6D}"/>
                </a:ext>
              </a:extLst>
            </p:cNvPr>
            <p:cNvSpPr/>
            <p:nvPr/>
          </p:nvSpPr>
          <p:spPr>
            <a:xfrm>
              <a:off x="4835898" y="1522775"/>
              <a:ext cx="8890" cy="1334135"/>
            </a:xfrm>
            <a:custGeom>
              <a:avLst/>
              <a:gdLst/>
              <a:ahLst/>
              <a:cxnLst/>
              <a:rect l="l" t="t" r="r" b="b"/>
              <a:pathLst>
                <a:path w="8889" h="1334135">
                  <a:moveTo>
                    <a:pt x="8610" y="0"/>
                  </a:moveTo>
                  <a:lnTo>
                    <a:pt x="0" y="0"/>
                  </a:lnTo>
                  <a:lnTo>
                    <a:pt x="0" y="1333552"/>
                  </a:lnTo>
                  <a:lnTo>
                    <a:pt x="8610" y="1333552"/>
                  </a:lnTo>
                  <a:lnTo>
                    <a:pt x="8610" y="0"/>
                  </a:lnTo>
                  <a:close/>
                </a:path>
              </a:pathLst>
            </a:custGeom>
            <a:solidFill>
              <a:srgbClr val="000000"/>
            </a:solidFill>
          </p:spPr>
          <p:txBody>
            <a:bodyPr wrap="square" lIns="0" tIns="0" rIns="0" bIns="0" rtlCol="0"/>
            <a:lstStyle/>
            <a:p>
              <a:endParaRPr/>
            </a:p>
          </p:txBody>
        </p:sp>
        <p:sp>
          <p:nvSpPr>
            <p:cNvPr id="33" name="object 30">
              <a:extLst>
                <a:ext uri="{FF2B5EF4-FFF2-40B4-BE49-F238E27FC236}">
                  <a16:creationId xmlns:a16="http://schemas.microsoft.com/office/drawing/2014/main" id="{F2BF8784-9E54-EB42-84F9-7AFAA2066B2B}"/>
                </a:ext>
              </a:extLst>
            </p:cNvPr>
            <p:cNvSpPr/>
            <p:nvPr/>
          </p:nvSpPr>
          <p:spPr>
            <a:xfrm>
              <a:off x="2849568" y="2852779"/>
              <a:ext cx="1990725" cy="0"/>
            </a:xfrm>
            <a:custGeom>
              <a:avLst/>
              <a:gdLst/>
              <a:ahLst/>
              <a:cxnLst/>
              <a:rect l="l" t="t" r="r" b="b"/>
              <a:pathLst>
                <a:path w="1990725">
                  <a:moveTo>
                    <a:pt x="0" y="0"/>
                  </a:moveTo>
                  <a:lnTo>
                    <a:pt x="1990591" y="0"/>
                  </a:lnTo>
                </a:path>
              </a:pathLst>
            </a:custGeom>
            <a:ln w="7170">
              <a:solidFill>
                <a:srgbClr val="000000"/>
              </a:solidFill>
            </a:ln>
          </p:spPr>
          <p:txBody>
            <a:bodyPr wrap="square" lIns="0" tIns="0" rIns="0" bIns="0" rtlCol="0"/>
            <a:lstStyle/>
            <a:p>
              <a:endParaRPr/>
            </a:p>
          </p:txBody>
        </p:sp>
        <p:sp>
          <p:nvSpPr>
            <p:cNvPr id="34" name="object 31">
              <a:extLst>
                <a:ext uri="{FF2B5EF4-FFF2-40B4-BE49-F238E27FC236}">
                  <a16:creationId xmlns:a16="http://schemas.microsoft.com/office/drawing/2014/main" id="{89BBB739-E337-ADCF-F493-6E99E57BC13B}"/>
                </a:ext>
              </a:extLst>
            </p:cNvPr>
            <p:cNvSpPr/>
            <p:nvPr/>
          </p:nvSpPr>
          <p:spPr>
            <a:xfrm>
              <a:off x="2845192" y="2849168"/>
              <a:ext cx="1999614" cy="7620"/>
            </a:xfrm>
            <a:custGeom>
              <a:avLst/>
              <a:gdLst/>
              <a:ahLst/>
              <a:cxnLst/>
              <a:rect l="l" t="t" r="r" b="b"/>
              <a:pathLst>
                <a:path w="1999614" h="7619">
                  <a:moveTo>
                    <a:pt x="1999228" y="0"/>
                  </a:moveTo>
                  <a:lnTo>
                    <a:pt x="0" y="0"/>
                  </a:lnTo>
                  <a:lnTo>
                    <a:pt x="0" y="7159"/>
                  </a:lnTo>
                  <a:lnTo>
                    <a:pt x="1999228" y="7159"/>
                  </a:lnTo>
                  <a:lnTo>
                    <a:pt x="1999228" y="0"/>
                  </a:lnTo>
                  <a:close/>
                </a:path>
              </a:pathLst>
            </a:custGeom>
            <a:solidFill>
              <a:srgbClr val="000000"/>
            </a:solidFill>
          </p:spPr>
          <p:txBody>
            <a:bodyPr wrap="square" lIns="0" tIns="0" rIns="0" bIns="0" rtlCol="0"/>
            <a:lstStyle/>
            <a:p>
              <a:endParaRPr/>
            </a:p>
          </p:txBody>
        </p:sp>
      </p:grpSp>
      <p:grpSp>
        <p:nvGrpSpPr>
          <p:cNvPr id="35" name="object 32">
            <a:extLst>
              <a:ext uri="{FF2B5EF4-FFF2-40B4-BE49-F238E27FC236}">
                <a16:creationId xmlns:a16="http://schemas.microsoft.com/office/drawing/2014/main" id="{C9A0260F-781B-F273-156B-2C200DC1414A}"/>
              </a:ext>
            </a:extLst>
          </p:cNvPr>
          <p:cNvGrpSpPr/>
          <p:nvPr/>
        </p:nvGrpSpPr>
        <p:grpSpPr>
          <a:xfrm>
            <a:off x="2336298" y="4090523"/>
            <a:ext cx="3818254" cy="1118870"/>
            <a:chOff x="2319429" y="3494486"/>
            <a:chExt cx="3818254" cy="1118870"/>
          </a:xfrm>
        </p:grpSpPr>
        <p:sp>
          <p:nvSpPr>
            <p:cNvPr id="36" name="object 33">
              <a:extLst>
                <a:ext uri="{FF2B5EF4-FFF2-40B4-BE49-F238E27FC236}">
                  <a16:creationId xmlns:a16="http://schemas.microsoft.com/office/drawing/2014/main" id="{EB34376C-2C6D-3594-9AD4-B7E28C5A4B38}"/>
                </a:ext>
              </a:extLst>
            </p:cNvPr>
            <p:cNvSpPr/>
            <p:nvPr/>
          </p:nvSpPr>
          <p:spPr>
            <a:xfrm>
              <a:off x="6133093" y="3505265"/>
              <a:ext cx="0" cy="1104265"/>
            </a:xfrm>
            <a:custGeom>
              <a:avLst/>
              <a:gdLst/>
              <a:ahLst/>
              <a:cxnLst/>
              <a:rect l="l" t="t" r="r" b="b"/>
              <a:pathLst>
                <a:path h="1104264">
                  <a:moveTo>
                    <a:pt x="0" y="0"/>
                  </a:moveTo>
                  <a:lnTo>
                    <a:pt x="0" y="1104228"/>
                  </a:lnTo>
                </a:path>
              </a:pathLst>
            </a:custGeom>
            <a:ln w="8610">
              <a:solidFill>
                <a:srgbClr val="000000"/>
              </a:solidFill>
            </a:ln>
          </p:spPr>
          <p:txBody>
            <a:bodyPr wrap="square" lIns="0" tIns="0" rIns="0" bIns="0" rtlCol="0"/>
            <a:lstStyle/>
            <a:p>
              <a:endParaRPr/>
            </a:p>
          </p:txBody>
        </p:sp>
        <p:sp>
          <p:nvSpPr>
            <p:cNvPr id="37" name="object 34">
              <a:extLst>
                <a:ext uri="{FF2B5EF4-FFF2-40B4-BE49-F238E27FC236}">
                  <a16:creationId xmlns:a16="http://schemas.microsoft.com/office/drawing/2014/main" id="{3C9B2DC7-6862-B10B-37F7-3C9D1CA9AFC5}"/>
                </a:ext>
              </a:extLst>
            </p:cNvPr>
            <p:cNvSpPr/>
            <p:nvPr/>
          </p:nvSpPr>
          <p:spPr>
            <a:xfrm>
              <a:off x="6128832" y="3501716"/>
              <a:ext cx="8890" cy="1111885"/>
            </a:xfrm>
            <a:custGeom>
              <a:avLst/>
              <a:gdLst/>
              <a:ahLst/>
              <a:cxnLst/>
              <a:rect l="l" t="t" r="r" b="b"/>
              <a:pathLst>
                <a:path w="8889" h="1111885">
                  <a:moveTo>
                    <a:pt x="8609" y="0"/>
                  </a:moveTo>
                  <a:lnTo>
                    <a:pt x="0" y="0"/>
                  </a:lnTo>
                  <a:lnTo>
                    <a:pt x="0" y="1111326"/>
                  </a:lnTo>
                  <a:lnTo>
                    <a:pt x="8609" y="1111326"/>
                  </a:lnTo>
                  <a:lnTo>
                    <a:pt x="8609" y="0"/>
                  </a:lnTo>
                  <a:close/>
                </a:path>
              </a:pathLst>
            </a:custGeom>
            <a:solidFill>
              <a:srgbClr val="000000"/>
            </a:solidFill>
          </p:spPr>
          <p:txBody>
            <a:bodyPr wrap="square" lIns="0" tIns="0" rIns="0" bIns="0" rtlCol="0"/>
            <a:lstStyle/>
            <a:p>
              <a:endParaRPr/>
            </a:p>
          </p:txBody>
        </p:sp>
        <p:sp>
          <p:nvSpPr>
            <p:cNvPr id="38" name="object 35">
              <a:extLst>
                <a:ext uri="{FF2B5EF4-FFF2-40B4-BE49-F238E27FC236}">
                  <a16:creationId xmlns:a16="http://schemas.microsoft.com/office/drawing/2014/main" id="{F666D1CE-CD59-E5E7-4BFD-72CAE1F8C3AC}"/>
                </a:ext>
              </a:extLst>
            </p:cNvPr>
            <p:cNvSpPr/>
            <p:nvPr/>
          </p:nvSpPr>
          <p:spPr>
            <a:xfrm>
              <a:off x="2323734" y="3498072"/>
              <a:ext cx="0" cy="1111885"/>
            </a:xfrm>
            <a:custGeom>
              <a:avLst/>
              <a:gdLst/>
              <a:ahLst/>
              <a:cxnLst/>
              <a:rect l="l" t="t" r="r" b="b"/>
              <a:pathLst>
                <a:path h="1111885">
                  <a:moveTo>
                    <a:pt x="0" y="0"/>
                  </a:moveTo>
                  <a:lnTo>
                    <a:pt x="0" y="1111422"/>
                  </a:lnTo>
                </a:path>
              </a:pathLst>
            </a:custGeom>
            <a:ln w="8610">
              <a:solidFill>
                <a:srgbClr val="000000"/>
              </a:solidFill>
            </a:ln>
          </p:spPr>
          <p:txBody>
            <a:bodyPr wrap="square" lIns="0" tIns="0" rIns="0" bIns="0" rtlCol="0"/>
            <a:lstStyle/>
            <a:p>
              <a:endParaRPr/>
            </a:p>
          </p:txBody>
        </p:sp>
        <p:sp>
          <p:nvSpPr>
            <p:cNvPr id="39" name="object 36">
              <a:extLst>
                <a:ext uri="{FF2B5EF4-FFF2-40B4-BE49-F238E27FC236}">
                  <a16:creationId xmlns:a16="http://schemas.microsoft.com/office/drawing/2014/main" id="{88DB8FCB-C024-5215-0C1A-84C7215436D0}"/>
                </a:ext>
              </a:extLst>
            </p:cNvPr>
            <p:cNvSpPr/>
            <p:nvPr/>
          </p:nvSpPr>
          <p:spPr>
            <a:xfrm>
              <a:off x="2319473" y="3494523"/>
              <a:ext cx="8890" cy="1118870"/>
            </a:xfrm>
            <a:custGeom>
              <a:avLst/>
              <a:gdLst/>
              <a:ahLst/>
              <a:cxnLst/>
              <a:rect l="l" t="t" r="r" b="b"/>
              <a:pathLst>
                <a:path w="8889" h="1118870">
                  <a:moveTo>
                    <a:pt x="8609" y="0"/>
                  </a:moveTo>
                  <a:lnTo>
                    <a:pt x="0" y="0"/>
                  </a:lnTo>
                  <a:lnTo>
                    <a:pt x="0" y="1118519"/>
                  </a:lnTo>
                  <a:lnTo>
                    <a:pt x="8609" y="1118519"/>
                  </a:lnTo>
                  <a:lnTo>
                    <a:pt x="8609" y="0"/>
                  </a:lnTo>
                  <a:close/>
                </a:path>
              </a:pathLst>
            </a:custGeom>
            <a:solidFill>
              <a:srgbClr val="000000"/>
            </a:solidFill>
          </p:spPr>
          <p:txBody>
            <a:bodyPr wrap="square" lIns="0" tIns="0" rIns="0" bIns="0" rtlCol="0"/>
            <a:lstStyle/>
            <a:p>
              <a:endParaRPr/>
            </a:p>
          </p:txBody>
        </p:sp>
        <p:sp>
          <p:nvSpPr>
            <p:cNvPr id="40" name="object 37">
              <a:extLst>
                <a:ext uri="{FF2B5EF4-FFF2-40B4-BE49-F238E27FC236}">
                  <a16:creationId xmlns:a16="http://schemas.microsoft.com/office/drawing/2014/main" id="{738B80E2-7D4B-E710-054F-EC881F44F0BA}"/>
                </a:ext>
              </a:extLst>
            </p:cNvPr>
            <p:cNvSpPr/>
            <p:nvPr/>
          </p:nvSpPr>
          <p:spPr>
            <a:xfrm>
              <a:off x="2332371" y="3498072"/>
              <a:ext cx="3801110" cy="0"/>
            </a:xfrm>
            <a:custGeom>
              <a:avLst/>
              <a:gdLst/>
              <a:ahLst/>
              <a:cxnLst/>
              <a:rect l="l" t="t" r="r" b="b"/>
              <a:pathLst>
                <a:path w="3801110">
                  <a:moveTo>
                    <a:pt x="0" y="0"/>
                  </a:moveTo>
                  <a:lnTo>
                    <a:pt x="3800721" y="0"/>
                  </a:lnTo>
                </a:path>
              </a:pathLst>
            </a:custGeom>
            <a:ln w="7170">
              <a:solidFill>
                <a:srgbClr val="000000"/>
              </a:solidFill>
            </a:ln>
          </p:spPr>
          <p:txBody>
            <a:bodyPr wrap="square" lIns="0" tIns="0" rIns="0" bIns="0" rtlCol="0"/>
            <a:lstStyle/>
            <a:p>
              <a:endParaRPr/>
            </a:p>
          </p:txBody>
        </p:sp>
        <p:sp>
          <p:nvSpPr>
            <p:cNvPr id="41" name="object 38">
              <a:extLst>
                <a:ext uri="{FF2B5EF4-FFF2-40B4-BE49-F238E27FC236}">
                  <a16:creationId xmlns:a16="http://schemas.microsoft.com/office/drawing/2014/main" id="{AB3F5DCD-F96E-62C3-A32E-3D88D63A37CF}"/>
                </a:ext>
              </a:extLst>
            </p:cNvPr>
            <p:cNvSpPr/>
            <p:nvPr/>
          </p:nvSpPr>
          <p:spPr>
            <a:xfrm>
              <a:off x="2328110" y="3494557"/>
              <a:ext cx="3809365" cy="7620"/>
            </a:xfrm>
            <a:custGeom>
              <a:avLst/>
              <a:gdLst/>
              <a:ahLst/>
              <a:cxnLst/>
              <a:rect l="l" t="t" r="r" b="b"/>
              <a:pathLst>
                <a:path w="3809365" h="7620">
                  <a:moveTo>
                    <a:pt x="3809359" y="0"/>
                  </a:moveTo>
                  <a:lnTo>
                    <a:pt x="0" y="0"/>
                  </a:lnTo>
                  <a:lnTo>
                    <a:pt x="0" y="7159"/>
                  </a:lnTo>
                  <a:lnTo>
                    <a:pt x="3809359" y="7159"/>
                  </a:lnTo>
                  <a:lnTo>
                    <a:pt x="3809359" y="0"/>
                  </a:lnTo>
                  <a:close/>
                </a:path>
              </a:pathLst>
            </a:custGeom>
            <a:solidFill>
              <a:srgbClr val="000000"/>
            </a:solidFill>
          </p:spPr>
          <p:txBody>
            <a:bodyPr wrap="square" lIns="0" tIns="0" rIns="0" bIns="0" rtlCol="0"/>
            <a:lstStyle/>
            <a:p>
              <a:endParaRPr/>
            </a:p>
          </p:txBody>
        </p:sp>
        <p:sp>
          <p:nvSpPr>
            <p:cNvPr id="42" name="object 39">
              <a:extLst>
                <a:ext uri="{FF2B5EF4-FFF2-40B4-BE49-F238E27FC236}">
                  <a16:creationId xmlns:a16="http://schemas.microsoft.com/office/drawing/2014/main" id="{B77A7C52-3AE5-7D0E-E2A5-D57F8A3C596B}"/>
                </a:ext>
              </a:extLst>
            </p:cNvPr>
            <p:cNvSpPr/>
            <p:nvPr/>
          </p:nvSpPr>
          <p:spPr>
            <a:xfrm>
              <a:off x="2332371" y="4609494"/>
              <a:ext cx="3801110" cy="0"/>
            </a:xfrm>
            <a:custGeom>
              <a:avLst/>
              <a:gdLst/>
              <a:ahLst/>
              <a:cxnLst/>
              <a:rect l="l" t="t" r="r" b="b"/>
              <a:pathLst>
                <a:path w="3801110">
                  <a:moveTo>
                    <a:pt x="0" y="0"/>
                  </a:moveTo>
                  <a:lnTo>
                    <a:pt x="3800721" y="0"/>
                  </a:lnTo>
                </a:path>
              </a:pathLst>
            </a:custGeom>
            <a:ln w="7170">
              <a:solidFill>
                <a:srgbClr val="000000"/>
              </a:solidFill>
            </a:ln>
          </p:spPr>
          <p:txBody>
            <a:bodyPr wrap="square" lIns="0" tIns="0" rIns="0" bIns="0" rtlCol="0"/>
            <a:lstStyle/>
            <a:p>
              <a:endParaRPr/>
            </a:p>
          </p:txBody>
        </p:sp>
        <p:sp>
          <p:nvSpPr>
            <p:cNvPr id="43" name="object 40">
              <a:extLst>
                <a:ext uri="{FF2B5EF4-FFF2-40B4-BE49-F238E27FC236}">
                  <a16:creationId xmlns:a16="http://schemas.microsoft.com/office/drawing/2014/main" id="{3207FBA2-BD13-EC5A-E3C7-ECCDD687B8FB}"/>
                </a:ext>
              </a:extLst>
            </p:cNvPr>
            <p:cNvSpPr/>
            <p:nvPr/>
          </p:nvSpPr>
          <p:spPr>
            <a:xfrm>
              <a:off x="2328110" y="4605883"/>
              <a:ext cx="3809365" cy="7620"/>
            </a:xfrm>
            <a:custGeom>
              <a:avLst/>
              <a:gdLst/>
              <a:ahLst/>
              <a:cxnLst/>
              <a:rect l="l" t="t" r="r" b="b"/>
              <a:pathLst>
                <a:path w="3809365" h="7620">
                  <a:moveTo>
                    <a:pt x="3809359" y="0"/>
                  </a:moveTo>
                  <a:lnTo>
                    <a:pt x="0" y="0"/>
                  </a:lnTo>
                  <a:lnTo>
                    <a:pt x="0" y="7159"/>
                  </a:lnTo>
                  <a:lnTo>
                    <a:pt x="3809359" y="7159"/>
                  </a:lnTo>
                  <a:lnTo>
                    <a:pt x="3809359"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40567907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3A2C3-469F-4E37-8172-1360B89FF064}"/>
              </a:ext>
            </a:extLst>
          </p:cNvPr>
          <p:cNvSpPr>
            <a:spLocks noGrp="1"/>
          </p:cNvSpPr>
          <p:nvPr>
            <p:ph type="title"/>
          </p:nvPr>
        </p:nvSpPr>
        <p:spPr/>
        <p:txBody>
          <a:bodyPr/>
          <a:lstStyle/>
          <a:p>
            <a:r>
              <a:rPr lang="en-US" dirty="0"/>
              <a:t>Cycle-8</a:t>
            </a:r>
            <a:endParaRPr lang="en-IN" dirty="0"/>
          </a:p>
        </p:txBody>
      </p:sp>
      <p:sp>
        <p:nvSpPr>
          <p:cNvPr id="4" name="Footer Placeholder 3">
            <a:extLst>
              <a:ext uri="{FF2B5EF4-FFF2-40B4-BE49-F238E27FC236}">
                <a16:creationId xmlns:a16="http://schemas.microsoft.com/office/drawing/2014/main" id="{43E18894-5241-0179-981A-736C7FBBBBC5}"/>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C1B704D4-B538-6C0A-5B48-0D0EB955C52F}"/>
              </a:ext>
            </a:extLst>
          </p:cNvPr>
          <p:cNvSpPr>
            <a:spLocks noGrp="1"/>
          </p:cNvSpPr>
          <p:nvPr>
            <p:ph type="sldNum" sz="quarter" idx="12"/>
          </p:nvPr>
        </p:nvSpPr>
        <p:spPr/>
        <p:txBody>
          <a:bodyPr/>
          <a:lstStyle/>
          <a:p>
            <a:fld id="{B8651ABE-1138-46C6-9A43-7FCD4EB2550C}" type="slidenum">
              <a:rPr lang="en-IN" smtClean="0"/>
              <a:pPr/>
              <a:t>29</a:t>
            </a:fld>
            <a:endParaRPr lang="en-IN" dirty="0"/>
          </a:p>
        </p:txBody>
      </p:sp>
      <p:sp>
        <p:nvSpPr>
          <p:cNvPr id="6" name="object 3">
            <a:extLst>
              <a:ext uri="{FF2B5EF4-FFF2-40B4-BE49-F238E27FC236}">
                <a16:creationId xmlns:a16="http://schemas.microsoft.com/office/drawing/2014/main" id="{47CF636B-8609-374C-688F-484F9A246DFE}"/>
              </a:ext>
            </a:extLst>
          </p:cNvPr>
          <p:cNvSpPr txBox="1"/>
          <p:nvPr/>
        </p:nvSpPr>
        <p:spPr>
          <a:xfrm>
            <a:off x="50901" y="1579886"/>
            <a:ext cx="2042795" cy="302895"/>
          </a:xfrm>
          <a:prstGeom prst="rect">
            <a:avLst/>
          </a:prstGeom>
        </p:spPr>
        <p:txBody>
          <a:bodyPr vert="horz" wrap="square" lIns="0" tIns="15240" rIns="0" bIns="0" rtlCol="0">
            <a:spAutoFit/>
          </a:bodyPr>
          <a:lstStyle/>
          <a:p>
            <a:pPr marL="12700">
              <a:lnSpc>
                <a:spcPct val="100000"/>
              </a:lnSpc>
              <a:spcBef>
                <a:spcPts val="120"/>
              </a:spcBef>
            </a:pPr>
            <a:r>
              <a:rPr sz="1800" i="1" spc="145" dirty="0">
                <a:solidFill>
                  <a:srgbClr val="FF0000"/>
                </a:solidFill>
                <a:latin typeface="Times New Roman"/>
                <a:cs typeface="Times New Roman"/>
              </a:rPr>
              <a:t>Instruction</a:t>
            </a:r>
            <a:r>
              <a:rPr sz="1800" i="1" spc="75" dirty="0">
                <a:solidFill>
                  <a:srgbClr val="FF0000"/>
                </a:solidFill>
                <a:latin typeface="Times New Roman"/>
                <a:cs typeface="Times New Roman"/>
              </a:rPr>
              <a:t> </a:t>
            </a:r>
            <a:r>
              <a:rPr sz="1800" i="1" spc="135" dirty="0">
                <a:solidFill>
                  <a:srgbClr val="FF0000"/>
                </a:solidFill>
                <a:latin typeface="Times New Roman"/>
                <a:cs typeface="Times New Roman"/>
              </a:rPr>
              <a:t>status:</a:t>
            </a:r>
            <a:endParaRPr sz="1800">
              <a:latin typeface="Times New Roman"/>
              <a:cs typeface="Times New Roman"/>
            </a:endParaRPr>
          </a:p>
        </p:txBody>
      </p:sp>
      <p:sp>
        <p:nvSpPr>
          <p:cNvPr id="7" name="object 4">
            <a:extLst>
              <a:ext uri="{FF2B5EF4-FFF2-40B4-BE49-F238E27FC236}">
                <a16:creationId xmlns:a16="http://schemas.microsoft.com/office/drawing/2014/main" id="{AE53F201-E63D-88BE-B832-2A99E3D74A82}"/>
              </a:ext>
            </a:extLst>
          </p:cNvPr>
          <p:cNvSpPr txBox="1"/>
          <p:nvPr/>
        </p:nvSpPr>
        <p:spPr>
          <a:xfrm>
            <a:off x="6207063" y="1875819"/>
            <a:ext cx="1435735" cy="259715"/>
          </a:xfrm>
          <a:prstGeom prst="rect">
            <a:avLst/>
          </a:prstGeom>
        </p:spPr>
        <p:txBody>
          <a:bodyPr vert="horz" wrap="square" lIns="0" tIns="17145" rIns="0" bIns="0" rtlCol="0">
            <a:spAutoFit/>
          </a:bodyPr>
          <a:lstStyle/>
          <a:p>
            <a:pPr marL="12700">
              <a:lnSpc>
                <a:spcPct val="100000"/>
              </a:lnSpc>
              <a:spcBef>
                <a:spcPts val="135"/>
              </a:spcBef>
              <a:tabLst>
                <a:tab pos="654685" algn="l"/>
              </a:tabLst>
            </a:pPr>
            <a:r>
              <a:rPr sz="1500" spc="175" dirty="0">
                <a:latin typeface="Times New Roman"/>
                <a:cs typeface="Times New Roman"/>
              </a:rPr>
              <a:t>Busy	</a:t>
            </a:r>
            <a:r>
              <a:rPr sz="1500" spc="155" dirty="0">
                <a:latin typeface="Times New Roman"/>
                <a:cs typeface="Times New Roman"/>
              </a:rPr>
              <a:t>Address</a:t>
            </a:r>
            <a:endParaRPr sz="1500">
              <a:latin typeface="Times New Roman"/>
              <a:cs typeface="Times New Roman"/>
            </a:endParaRPr>
          </a:p>
        </p:txBody>
      </p:sp>
      <p:sp>
        <p:nvSpPr>
          <p:cNvPr id="8" name="object 5">
            <a:extLst>
              <a:ext uri="{FF2B5EF4-FFF2-40B4-BE49-F238E27FC236}">
                <a16:creationId xmlns:a16="http://schemas.microsoft.com/office/drawing/2014/main" id="{152FCFD6-75D7-28E0-CFB6-38958938172F}"/>
              </a:ext>
            </a:extLst>
          </p:cNvPr>
          <p:cNvSpPr txBox="1"/>
          <p:nvPr/>
        </p:nvSpPr>
        <p:spPr>
          <a:xfrm>
            <a:off x="3849312" y="2112548"/>
            <a:ext cx="117475" cy="473709"/>
          </a:xfrm>
          <a:prstGeom prst="rect">
            <a:avLst/>
          </a:prstGeom>
        </p:spPr>
        <p:txBody>
          <a:bodyPr vert="horz" wrap="square" lIns="0" tIns="30480" rIns="0" bIns="0" rtlCol="0">
            <a:spAutoFit/>
          </a:bodyPr>
          <a:lstStyle/>
          <a:p>
            <a:pPr>
              <a:lnSpc>
                <a:spcPct val="100000"/>
              </a:lnSpc>
              <a:spcBef>
                <a:spcPts val="240"/>
              </a:spcBef>
            </a:pPr>
            <a:r>
              <a:rPr sz="1350" spc="145" dirty="0">
                <a:latin typeface="Times New Roman"/>
                <a:cs typeface="Times New Roman"/>
              </a:rPr>
              <a:t>3</a:t>
            </a:r>
            <a:endParaRPr sz="1350">
              <a:latin typeface="Times New Roman"/>
              <a:cs typeface="Times New Roman"/>
            </a:endParaRPr>
          </a:p>
          <a:p>
            <a:pPr>
              <a:lnSpc>
                <a:spcPct val="100000"/>
              </a:lnSpc>
              <a:spcBef>
                <a:spcPts val="140"/>
              </a:spcBef>
            </a:pPr>
            <a:r>
              <a:rPr sz="1350" spc="145" dirty="0">
                <a:latin typeface="Times New Roman"/>
                <a:cs typeface="Times New Roman"/>
              </a:rPr>
              <a:t>4</a:t>
            </a:r>
            <a:endParaRPr sz="1350">
              <a:latin typeface="Times New Roman"/>
              <a:cs typeface="Times New Roman"/>
            </a:endParaRPr>
          </a:p>
        </p:txBody>
      </p:sp>
      <p:sp>
        <p:nvSpPr>
          <p:cNvPr id="9" name="object 6">
            <a:extLst>
              <a:ext uri="{FF2B5EF4-FFF2-40B4-BE49-F238E27FC236}">
                <a16:creationId xmlns:a16="http://schemas.microsoft.com/office/drawing/2014/main" id="{1A8483E9-FF2C-F65B-E25C-B593C4623F99}"/>
              </a:ext>
            </a:extLst>
          </p:cNvPr>
          <p:cNvSpPr txBox="1"/>
          <p:nvPr/>
        </p:nvSpPr>
        <p:spPr>
          <a:xfrm>
            <a:off x="4500429" y="2112548"/>
            <a:ext cx="117475" cy="473709"/>
          </a:xfrm>
          <a:prstGeom prst="rect">
            <a:avLst/>
          </a:prstGeom>
        </p:spPr>
        <p:txBody>
          <a:bodyPr vert="horz" wrap="square" lIns="0" tIns="30480" rIns="0" bIns="0" rtlCol="0">
            <a:spAutoFit/>
          </a:bodyPr>
          <a:lstStyle/>
          <a:p>
            <a:pPr>
              <a:lnSpc>
                <a:spcPct val="100000"/>
              </a:lnSpc>
              <a:spcBef>
                <a:spcPts val="240"/>
              </a:spcBef>
            </a:pPr>
            <a:r>
              <a:rPr sz="1350" spc="145" dirty="0">
                <a:latin typeface="Times New Roman"/>
                <a:cs typeface="Times New Roman"/>
              </a:rPr>
              <a:t>4</a:t>
            </a:r>
            <a:endParaRPr sz="1350">
              <a:latin typeface="Times New Roman"/>
              <a:cs typeface="Times New Roman"/>
            </a:endParaRPr>
          </a:p>
          <a:p>
            <a:pPr>
              <a:lnSpc>
                <a:spcPct val="100000"/>
              </a:lnSpc>
              <a:spcBef>
                <a:spcPts val="140"/>
              </a:spcBef>
            </a:pPr>
            <a:r>
              <a:rPr sz="1350" spc="145" dirty="0">
                <a:latin typeface="Times New Roman"/>
                <a:cs typeface="Times New Roman"/>
              </a:rPr>
              <a:t>5</a:t>
            </a:r>
            <a:endParaRPr sz="1350">
              <a:latin typeface="Times New Roman"/>
              <a:cs typeface="Times New Roman"/>
            </a:endParaRPr>
          </a:p>
        </p:txBody>
      </p:sp>
      <p:sp>
        <p:nvSpPr>
          <p:cNvPr id="10" name="object 7">
            <a:extLst>
              <a:ext uri="{FF2B5EF4-FFF2-40B4-BE49-F238E27FC236}">
                <a16:creationId xmlns:a16="http://schemas.microsoft.com/office/drawing/2014/main" id="{E084D189-5B73-FF0B-64FA-8A98CB1CE229}"/>
              </a:ext>
            </a:extLst>
          </p:cNvPr>
          <p:cNvSpPr txBox="1"/>
          <p:nvPr/>
        </p:nvSpPr>
        <p:spPr>
          <a:xfrm>
            <a:off x="5547244" y="2112548"/>
            <a:ext cx="563245" cy="697230"/>
          </a:xfrm>
          <a:prstGeom prst="rect">
            <a:avLst/>
          </a:prstGeom>
        </p:spPr>
        <p:txBody>
          <a:bodyPr vert="horz" wrap="square" lIns="0" tIns="12065" rIns="0" bIns="0" rtlCol="0">
            <a:spAutoFit/>
          </a:bodyPr>
          <a:lstStyle/>
          <a:p>
            <a:pPr marL="12700" marR="5080" algn="just">
              <a:lnSpc>
                <a:spcPct val="108800"/>
              </a:lnSpc>
              <a:spcBef>
                <a:spcPts val="95"/>
              </a:spcBef>
            </a:pPr>
            <a:r>
              <a:rPr sz="1350" spc="190" dirty="0">
                <a:latin typeface="Times New Roman"/>
                <a:cs typeface="Times New Roman"/>
              </a:rPr>
              <a:t>L</a:t>
            </a:r>
            <a:r>
              <a:rPr sz="1350" spc="145" dirty="0">
                <a:latin typeface="Times New Roman"/>
                <a:cs typeface="Times New Roman"/>
              </a:rPr>
              <a:t>o</a:t>
            </a:r>
            <a:r>
              <a:rPr sz="1350" spc="140" dirty="0">
                <a:latin typeface="Times New Roman"/>
                <a:cs typeface="Times New Roman"/>
              </a:rPr>
              <a:t>a</a:t>
            </a:r>
            <a:r>
              <a:rPr sz="1350" spc="105" dirty="0">
                <a:latin typeface="Times New Roman"/>
                <a:cs typeface="Times New Roman"/>
              </a:rPr>
              <a:t>d1  </a:t>
            </a:r>
            <a:r>
              <a:rPr sz="1350" spc="190" dirty="0">
                <a:latin typeface="Times New Roman"/>
                <a:cs typeface="Times New Roman"/>
              </a:rPr>
              <a:t>L</a:t>
            </a:r>
            <a:r>
              <a:rPr sz="1350" spc="145" dirty="0">
                <a:latin typeface="Times New Roman"/>
                <a:cs typeface="Times New Roman"/>
              </a:rPr>
              <a:t>o</a:t>
            </a:r>
            <a:r>
              <a:rPr sz="1350" spc="140" dirty="0">
                <a:latin typeface="Times New Roman"/>
                <a:cs typeface="Times New Roman"/>
              </a:rPr>
              <a:t>a</a:t>
            </a:r>
            <a:r>
              <a:rPr sz="1350" spc="105" dirty="0">
                <a:latin typeface="Times New Roman"/>
                <a:cs typeface="Times New Roman"/>
              </a:rPr>
              <a:t>d2  </a:t>
            </a:r>
            <a:r>
              <a:rPr sz="1350" spc="190" dirty="0">
                <a:latin typeface="Times New Roman"/>
                <a:cs typeface="Times New Roman"/>
              </a:rPr>
              <a:t>L</a:t>
            </a:r>
            <a:r>
              <a:rPr sz="1350" spc="145" dirty="0">
                <a:latin typeface="Times New Roman"/>
                <a:cs typeface="Times New Roman"/>
              </a:rPr>
              <a:t>o</a:t>
            </a:r>
            <a:r>
              <a:rPr sz="1350" spc="140" dirty="0">
                <a:latin typeface="Times New Roman"/>
                <a:cs typeface="Times New Roman"/>
              </a:rPr>
              <a:t>a</a:t>
            </a:r>
            <a:r>
              <a:rPr sz="1350" spc="145" dirty="0">
                <a:latin typeface="Times New Roman"/>
                <a:cs typeface="Times New Roman"/>
              </a:rPr>
              <a:t>d3</a:t>
            </a:r>
            <a:endParaRPr sz="1350">
              <a:latin typeface="Times New Roman"/>
              <a:cs typeface="Times New Roman"/>
            </a:endParaRPr>
          </a:p>
        </p:txBody>
      </p:sp>
      <p:sp>
        <p:nvSpPr>
          <p:cNvPr id="11" name="object 8">
            <a:extLst>
              <a:ext uri="{FF2B5EF4-FFF2-40B4-BE49-F238E27FC236}">
                <a16:creationId xmlns:a16="http://schemas.microsoft.com/office/drawing/2014/main" id="{ACDF6A72-EE0A-49D5-F5BA-F13E310ECBEB}"/>
              </a:ext>
            </a:extLst>
          </p:cNvPr>
          <p:cNvSpPr txBox="1"/>
          <p:nvPr/>
        </p:nvSpPr>
        <p:spPr>
          <a:xfrm>
            <a:off x="6180685" y="2137652"/>
            <a:ext cx="1537335" cy="671195"/>
          </a:xfrm>
          <a:prstGeom prst="rect">
            <a:avLst/>
          </a:prstGeom>
          <a:ln w="8718">
            <a:solidFill>
              <a:srgbClr val="000000"/>
            </a:solidFill>
          </a:ln>
        </p:spPr>
        <p:txBody>
          <a:bodyPr vert="horz" wrap="square" lIns="0" tIns="5080" rIns="0" bIns="0" rtlCol="0">
            <a:spAutoFit/>
          </a:bodyPr>
          <a:lstStyle/>
          <a:p>
            <a:pPr marL="194945">
              <a:lnSpc>
                <a:spcPct val="100000"/>
              </a:lnSpc>
              <a:spcBef>
                <a:spcPts val="40"/>
              </a:spcBef>
            </a:pPr>
            <a:r>
              <a:rPr sz="1350" spc="150" dirty="0">
                <a:latin typeface="Times New Roman"/>
                <a:cs typeface="Times New Roman"/>
              </a:rPr>
              <a:t>No</a:t>
            </a:r>
            <a:endParaRPr sz="1350">
              <a:latin typeface="Times New Roman"/>
              <a:cs typeface="Times New Roman"/>
            </a:endParaRPr>
          </a:p>
          <a:p>
            <a:pPr marL="194945" marR="1085215">
              <a:lnSpc>
                <a:spcPct val="108700"/>
              </a:lnSpc>
            </a:pPr>
            <a:r>
              <a:rPr sz="1350" spc="114" dirty="0">
                <a:latin typeface="Times New Roman"/>
                <a:cs typeface="Times New Roman"/>
              </a:rPr>
              <a:t>No  No</a:t>
            </a:r>
            <a:endParaRPr sz="1350">
              <a:latin typeface="Times New Roman"/>
              <a:cs typeface="Times New Roman"/>
            </a:endParaRPr>
          </a:p>
        </p:txBody>
      </p:sp>
      <p:sp>
        <p:nvSpPr>
          <p:cNvPr id="12" name="object 9">
            <a:extLst>
              <a:ext uri="{FF2B5EF4-FFF2-40B4-BE49-F238E27FC236}">
                <a16:creationId xmlns:a16="http://schemas.microsoft.com/office/drawing/2014/main" id="{C6F0A833-B2C6-73D3-73E7-79CE1FAFD9BE}"/>
              </a:ext>
            </a:extLst>
          </p:cNvPr>
          <p:cNvSpPr txBox="1"/>
          <p:nvPr/>
        </p:nvSpPr>
        <p:spPr>
          <a:xfrm>
            <a:off x="3849312" y="2799323"/>
            <a:ext cx="117475" cy="233679"/>
          </a:xfrm>
          <a:prstGeom prst="rect">
            <a:avLst/>
          </a:prstGeom>
        </p:spPr>
        <p:txBody>
          <a:bodyPr vert="horz" wrap="square" lIns="0" tIns="14604" rIns="0" bIns="0" rtlCol="0">
            <a:spAutoFit/>
          </a:bodyPr>
          <a:lstStyle/>
          <a:p>
            <a:pPr>
              <a:lnSpc>
                <a:spcPct val="100000"/>
              </a:lnSpc>
              <a:spcBef>
                <a:spcPts val="114"/>
              </a:spcBef>
            </a:pPr>
            <a:r>
              <a:rPr sz="1350" spc="145" dirty="0">
                <a:latin typeface="Times New Roman"/>
                <a:cs typeface="Times New Roman"/>
              </a:rPr>
              <a:t>7</a:t>
            </a:r>
            <a:endParaRPr sz="1350">
              <a:latin typeface="Times New Roman"/>
              <a:cs typeface="Times New Roman"/>
            </a:endParaRPr>
          </a:p>
        </p:txBody>
      </p:sp>
      <p:sp>
        <p:nvSpPr>
          <p:cNvPr id="13" name="object 10">
            <a:extLst>
              <a:ext uri="{FF2B5EF4-FFF2-40B4-BE49-F238E27FC236}">
                <a16:creationId xmlns:a16="http://schemas.microsoft.com/office/drawing/2014/main" id="{CCEF000B-E538-4E84-0D65-0F0C7ED690FB}"/>
              </a:ext>
            </a:extLst>
          </p:cNvPr>
          <p:cNvSpPr txBox="1"/>
          <p:nvPr/>
        </p:nvSpPr>
        <p:spPr>
          <a:xfrm>
            <a:off x="4500429" y="2799323"/>
            <a:ext cx="117475" cy="233679"/>
          </a:xfrm>
          <a:prstGeom prst="rect">
            <a:avLst/>
          </a:prstGeom>
        </p:spPr>
        <p:txBody>
          <a:bodyPr vert="horz" wrap="square" lIns="0" tIns="14604" rIns="0" bIns="0" rtlCol="0">
            <a:spAutoFit/>
          </a:bodyPr>
          <a:lstStyle/>
          <a:p>
            <a:pPr>
              <a:lnSpc>
                <a:spcPct val="100000"/>
              </a:lnSpc>
              <a:spcBef>
                <a:spcPts val="114"/>
              </a:spcBef>
            </a:pPr>
            <a:r>
              <a:rPr sz="1350" spc="145" dirty="0">
                <a:latin typeface="Times New Roman"/>
                <a:cs typeface="Times New Roman"/>
              </a:rPr>
              <a:t>8</a:t>
            </a:r>
            <a:endParaRPr sz="1350">
              <a:latin typeface="Times New Roman"/>
              <a:cs typeface="Times New Roman"/>
            </a:endParaRPr>
          </a:p>
        </p:txBody>
      </p:sp>
      <p:sp>
        <p:nvSpPr>
          <p:cNvPr id="14" name="object 11">
            <a:extLst>
              <a:ext uri="{FF2B5EF4-FFF2-40B4-BE49-F238E27FC236}">
                <a16:creationId xmlns:a16="http://schemas.microsoft.com/office/drawing/2014/main" id="{60F94CB5-66E9-8573-5DA1-D90F92F5B039}"/>
              </a:ext>
            </a:extLst>
          </p:cNvPr>
          <p:cNvSpPr txBox="1"/>
          <p:nvPr/>
        </p:nvSpPr>
        <p:spPr>
          <a:xfrm>
            <a:off x="380808" y="1874801"/>
            <a:ext cx="927735" cy="1605915"/>
          </a:xfrm>
          <a:prstGeom prst="rect">
            <a:avLst/>
          </a:prstGeom>
        </p:spPr>
        <p:txBody>
          <a:bodyPr vert="horz" wrap="square" lIns="0" tIns="12065" rIns="0" bIns="0" rtlCol="0">
            <a:spAutoFit/>
          </a:bodyPr>
          <a:lstStyle/>
          <a:p>
            <a:pPr marL="12700" marR="5080">
              <a:lnSpc>
                <a:spcPct val="112200"/>
              </a:lnSpc>
              <a:spcBef>
                <a:spcPts val="95"/>
              </a:spcBef>
            </a:pPr>
            <a:r>
              <a:rPr sz="1350" spc="120" dirty="0">
                <a:latin typeface="Times New Roman"/>
                <a:cs typeface="Times New Roman"/>
              </a:rPr>
              <a:t>In</a:t>
            </a:r>
            <a:r>
              <a:rPr sz="1350" spc="85" dirty="0">
                <a:latin typeface="Times New Roman"/>
                <a:cs typeface="Times New Roman"/>
              </a:rPr>
              <a:t>s</a:t>
            </a:r>
            <a:r>
              <a:rPr sz="1350" spc="95" dirty="0">
                <a:latin typeface="Times New Roman"/>
                <a:cs typeface="Times New Roman"/>
              </a:rPr>
              <a:t>t</a:t>
            </a:r>
            <a:r>
              <a:rPr sz="1350" spc="120" dirty="0">
                <a:latin typeface="Times New Roman"/>
                <a:cs typeface="Times New Roman"/>
              </a:rPr>
              <a:t>ruct</a:t>
            </a:r>
            <a:r>
              <a:rPr sz="1350" spc="30" dirty="0">
                <a:latin typeface="Times New Roman"/>
                <a:cs typeface="Times New Roman"/>
              </a:rPr>
              <a:t>i</a:t>
            </a:r>
            <a:r>
              <a:rPr sz="1350" spc="105" dirty="0">
                <a:latin typeface="Times New Roman"/>
                <a:cs typeface="Times New Roman"/>
              </a:rPr>
              <a:t>on  </a:t>
            </a:r>
            <a:r>
              <a:rPr sz="1350" spc="210" dirty="0">
                <a:latin typeface="Times New Roman"/>
                <a:cs typeface="Times New Roman"/>
              </a:rPr>
              <a:t>LD</a:t>
            </a:r>
            <a:endParaRPr sz="1350">
              <a:latin typeface="Times New Roman"/>
              <a:cs typeface="Times New Roman"/>
            </a:endParaRPr>
          </a:p>
          <a:p>
            <a:pPr marL="12700" marR="183515">
              <a:lnSpc>
                <a:spcPct val="108700"/>
              </a:lnSpc>
            </a:pPr>
            <a:r>
              <a:rPr sz="1350" spc="210" dirty="0">
                <a:solidFill>
                  <a:srgbClr val="FF0000"/>
                </a:solidFill>
                <a:latin typeface="Times New Roman"/>
                <a:cs typeface="Times New Roman"/>
              </a:rPr>
              <a:t>LD </a:t>
            </a:r>
            <a:r>
              <a:rPr sz="1350" spc="215" dirty="0">
                <a:solidFill>
                  <a:srgbClr val="FF0000"/>
                </a:solidFill>
                <a:latin typeface="Times New Roman"/>
                <a:cs typeface="Times New Roman"/>
              </a:rPr>
              <a:t> </a:t>
            </a:r>
            <a:r>
              <a:rPr sz="1350" spc="229" dirty="0">
                <a:solidFill>
                  <a:srgbClr val="0000FF"/>
                </a:solidFill>
                <a:latin typeface="Times New Roman"/>
                <a:cs typeface="Times New Roman"/>
              </a:rPr>
              <a:t>M</a:t>
            </a:r>
            <a:r>
              <a:rPr sz="1350" spc="114" dirty="0">
                <a:solidFill>
                  <a:srgbClr val="0000FF"/>
                </a:solidFill>
                <a:latin typeface="Times New Roman"/>
                <a:cs typeface="Times New Roman"/>
              </a:rPr>
              <a:t>U</a:t>
            </a:r>
            <a:r>
              <a:rPr sz="1350" spc="190" dirty="0">
                <a:solidFill>
                  <a:srgbClr val="0000FF"/>
                </a:solidFill>
                <a:latin typeface="Times New Roman"/>
                <a:cs typeface="Times New Roman"/>
              </a:rPr>
              <a:t>L</a:t>
            </a:r>
            <a:r>
              <a:rPr sz="1350" spc="125" dirty="0">
                <a:solidFill>
                  <a:srgbClr val="0000FF"/>
                </a:solidFill>
                <a:latin typeface="Times New Roman"/>
                <a:cs typeface="Times New Roman"/>
              </a:rPr>
              <a:t>T</a:t>
            </a:r>
            <a:r>
              <a:rPr sz="1350" spc="114" dirty="0">
                <a:solidFill>
                  <a:srgbClr val="0000FF"/>
                </a:solidFill>
                <a:latin typeface="Times New Roman"/>
                <a:cs typeface="Times New Roman"/>
              </a:rPr>
              <a:t>D  </a:t>
            </a:r>
            <a:r>
              <a:rPr sz="1350" spc="145" dirty="0">
                <a:solidFill>
                  <a:srgbClr val="FF00FF"/>
                </a:solidFill>
                <a:latin typeface="Times New Roman"/>
                <a:cs typeface="Times New Roman"/>
              </a:rPr>
              <a:t>SUBD </a:t>
            </a:r>
            <a:r>
              <a:rPr sz="1350" spc="150" dirty="0">
                <a:solidFill>
                  <a:srgbClr val="FF00FF"/>
                </a:solidFill>
                <a:latin typeface="Times New Roman"/>
                <a:cs typeface="Times New Roman"/>
              </a:rPr>
              <a:t> </a:t>
            </a:r>
            <a:r>
              <a:rPr sz="1350" spc="150" dirty="0">
                <a:solidFill>
                  <a:srgbClr val="00FF00"/>
                </a:solidFill>
                <a:latin typeface="Times New Roman"/>
                <a:cs typeface="Times New Roman"/>
              </a:rPr>
              <a:t>DIVD </a:t>
            </a:r>
            <a:r>
              <a:rPr sz="1350" spc="155" dirty="0">
                <a:solidFill>
                  <a:srgbClr val="00FF00"/>
                </a:solidFill>
                <a:latin typeface="Times New Roman"/>
                <a:cs typeface="Times New Roman"/>
              </a:rPr>
              <a:t> </a:t>
            </a:r>
            <a:r>
              <a:rPr sz="1350" spc="185" dirty="0">
                <a:latin typeface="Times New Roman"/>
                <a:cs typeface="Times New Roman"/>
              </a:rPr>
              <a:t>ADDD</a:t>
            </a:r>
            <a:endParaRPr sz="1350">
              <a:latin typeface="Times New Roman"/>
              <a:cs typeface="Times New Roman"/>
            </a:endParaRPr>
          </a:p>
        </p:txBody>
      </p:sp>
      <p:sp>
        <p:nvSpPr>
          <p:cNvPr id="15" name="object 12">
            <a:extLst>
              <a:ext uri="{FF2B5EF4-FFF2-40B4-BE49-F238E27FC236}">
                <a16:creationId xmlns:a16="http://schemas.microsoft.com/office/drawing/2014/main" id="{D349AD50-B6FE-BFA7-F08F-76E1A6448C6E}"/>
              </a:ext>
            </a:extLst>
          </p:cNvPr>
          <p:cNvSpPr txBox="1"/>
          <p:nvPr/>
        </p:nvSpPr>
        <p:spPr>
          <a:xfrm>
            <a:off x="1283774" y="1590226"/>
            <a:ext cx="3597275" cy="1890395"/>
          </a:xfrm>
          <a:prstGeom prst="rect">
            <a:avLst/>
          </a:prstGeom>
        </p:spPr>
        <p:txBody>
          <a:bodyPr vert="horz" wrap="square" lIns="0" tIns="42545" rIns="0" bIns="0" rtlCol="0">
            <a:spAutoFit/>
          </a:bodyPr>
          <a:lstStyle/>
          <a:p>
            <a:pPr marL="2330450">
              <a:lnSpc>
                <a:spcPct val="100000"/>
              </a:lnSpc>
              <a:spcBef>
                <a:spcPts val="335"/>
              </a:spcBef>
              <a:tabLst>
                <a:tab pos="2981960" algn="l"/>
              </a:tabLst>
            </a:pPr>
            <a:r>
              <a:rPr sz="1500" i="1" spc="175" dirty="0">
                <a:latin typeface="Times New Roman"/>
                <a:cs typeface="Times New Roman"/>
              </a:rPr>
              <a:t>Exec	</a:t>
            </a:r>
            <a:r>
              <a:rPr sz="1500" i="1" spc="160" dirty="0">
                <a:latin typeface="Times New Roman"/>
                <a:cs typeface="Times New Roman"/>
              </a:rPr>
              <a:t>Write</a:t>
            </a:r>
            <a:endParaRPr sz="1500">
              <a:latin typeface="Times New Roman"/>
              <a:cs typeface="Times New Roman"/>
            </a:endParaRPr>
          </a:p>
          <a:p>
            <a:pPr marL="707390">
              <a:lnSpc>
                <a:spcPct val="100000"/>
              </a:lnSpc>
              <a:spcBef>
                <a:spcPts val="250"/>
              </a:spcBef>
              <a:tabLst>
                <a:tab pos="1254125" algn="l"/>
                <a:tab pos="1670685" algn="l"/>
                <a:tab pos="2330450" algn="l"/>
              </a:tabLst>
            </a:pPr>
            <a:r>
              <a:rPr sz="1350" i="1" spc="80" dirty="0">
                <a:latin typeface="Times New Roman"/>
                <a:cs typeface="Times New Roman"/>
              </a:rPr>
              <a:t>j	</a:t>
            </a:r>
            <a:r>
              <a:rPr sz="1350" i="1" spc="125" dirty="0">
                <a:latin typeface="Times New Roman"/>
                <a:cs typeface="Times New Roman"/>
              </a:rPr>
              <a:t>k	</a:t>
            </a:r>
            <a:r>
              <a:rPr sz="1500" i="1" spc="160" dirty="0">
                <a:latin typeface="Times New Roman"/>
                <a:cs typeface="Times New Roman"/>
              </a:rPr>
              <a:t>Issue	</a:t>
            </a:r>
            <a:r>
              <a:rPr sz="1500" i="1" spc="220" dirty="0">
                <a:latin typeface="Times New Roman"/>
                <a:cs typeface="Times New Roman"/>
              </a:rPr>
              <a:t>Comp</a:t>
            </a:r>
            <a:r>
              <a:rPr sz="1500" i="1" spc="215" dirty="0">
                <a:latin typeface="Times New Roman"/>
                <a:cs typeface="Times New Roman"/>
              </a:rPr>
              <a:t> </a:t>
            </a:r>
            <a:r>
              <a:rPr sz="1500" i="1" spc="160" dirty="0">
                <a:latin typeface="Times New Roman"/>
                <a:cs typeface="Times New Roman"/>
              </a:rPr>
              <a:t>Result</a:t>
            </a:r>
            <a:endParaRPr sz="1500">
              <a:latin typeface="Times New Roman"/>
              <a:cs typeface="Times New Roman"/>
            </a:endParaRPr>
          </a:p>
          <a:p>
            <a:pPr marL="64769">
              <a:lnSpc>
                <a:spcPct val="100000"/>
              </a:lnSpc>
              <a:spcBef>
                <a:spcPts val="165"/>
              </a:spcBef>
              <a:tabLst>
                <a:tab pos="585470" algn="l"/>
                <a:tab pos="1202055" algn="l"/>
              </a:tabLst>
            </a:pPr>
            <a:r>
              <a:rPr sz="1350" spc="140" dirty="0">
                <a:latin typeface="Times New Roman"/>
                <a:cs typeface="Times New Roman"/>
              </a:rPr>
              <a:t>F6	</a:t>
            </a:r>
            <a:r>
              <a:rPr sz="1350" spc="145" dirty="0">
                <a:latin typeface="Times New Roman"/>
                <a:cs typeface="Times New Roman"/>
              </a:rPr>
              <a:t>34+	</a:t>
            </a:r>
            <a:r>
              <a:rPr sz="1350" spc="165" dirty="0">
                <a:latin typeface="Times New Roman"/>
                <a:cs typeface="Times New Roman"/>
              </a:rPr>
              <a:t>R2</a:t>
            </a:r>
            <a:endParaRPr sz="1350">
              <a:latin typeface="Times New Roman"/>
              <a:cs typeface="Times New Roman"/>
            </a:endParaRPr>
          </a:p>
          <a:p>
            <a:pPr marL="64769">
              <a:lnSpc>
                <a:spcPct val="100000"/>
              </a:lnSpc>
              <a:spcBef>
                <a:spcPts val="145"/>
              </a:spcBef>
              <a:tabLst>
                <a:tab pos="585470" algn="l"/>
                <a:tab pos="1202055" algn="l"/>
              </a:tabLst>
            </a:pPr>
            <a:r>
              <a:rPr sz="1350" spc="140" dirty="0">
                <a:solidFill>
                  <a:srgbClr val="FF0000"/>
                </a:solidFill>
                <a:latin typeface="Times New Roman"/>
                <a:cs typeface="Times New Roman"/>
              </a:rPr>
              <a:t>F2	</a:t>
            </a:r>
            <a:r>
              <a:rPr sz="1350" spc="145" dirty="0">
                <a:solidFill>
                  <a:srgbClr val="FF0000"/>
                </a:solidFill>
                <a:latin typeface="Times New Roman"/>
                <a:cs typeface="Times New Roman"/>
              </a:rPr>
              <a:t>45+	</a:t>
            </a:r>
            <a:r>
              <a:rPr sz="1350" spc="165" dirty="0">
                <a:solidFill>
                  <a:srgbClr val="FF0000"/>
                </a:solidFill>
                <a:latin typeface="Times New Roman"/>
                <a:cs typeface="Times New Roman"/>
              </a:rPr>
              <a:t>R3</a:t>
            </a:r>
            <a:endParaRPr sz="1350">
              <a:latin typeface="Times New Roman"/>
              <a:cs typeface="Times New Roman"/>
            </a:endParaRPr>
          </a:p>
          <a:p>
            <a:pPr marL="64769">
              <a:lnSpc>
                <a:spcPct val="100000"/>
              </a:lnSpc>
              <a:spcBef>
                <a:spcPts val="140"/>
              </a:spcBef>
              <a:tabLst>
                <a:tab pos="646430" algn="l"/>
                <a:tab pos="1210310" algn="l"/>
              </a:tabLst>
            </a:pPr>
            <a:r>
              <a:rPr sz="1350" spc="140" dirty="0">
                <a:solidFill>
                  <a:srgbClr val="0000FF"/>
                </a:solidFill>
                <a:latin typeface="Times New Roman"/>
                <a:cs typeface="Times New Roman"/>
              </a:rPr>
              <a:t>F0	F2	</a:t>
            </a:r>
            <a:r>
              <a:rPr sz="1350" spc="125" dirty="0">
                <a:solidFill>
                  <a:srgbClr val="0000FF"/>
                </a:solidFill>
                <a:latin typeface="Times New Roman"/>
                <a:cs typeface="Times New Roman"/>
              </a:rPr>
              <a:t>F4</a:t>
            </a:r>
            <a:endParaRPr sz="1350">
              <a:latin typeface="Times New Roman"/>
              <a:cs typeface="Times New Roman"/>
            </a:endParaRPr>
          </a:p>
          <a:p>
            <a:pPr marL="64769">
              <a:lnSpc>
                <a:spcPct val="100000"/>
              </a:lnSpc>
              <a:spcBef>
                <a:spcPts val="140"/>
              </a:spcBef>
              <a:tabLst>
                <a:tab pos="646430" algn="l"/>
                <a:tab pos="1210310" algn="l"/>
              </a:tabLst>
            </a:pPr>
            <a:r>
              <a:rPr sz="1350" spc="140" dirty="0">
                <a:solidFill>
                  <a:srgbClr val="FF00FF"/>
                </a:solidFill>
                <a:latin typeface="Times New Roman"/>
                <a:cs typeface="Times New Roman"/>
              </a:rPr>
              <a:t>F8	F6	</a:t>
            </a:r>
            <a:r>
              <a:rPr sz="1350" spc="125" dirty="0">
                <a:solidFill>
                  <a:srgbClr val="FF00FF"/>
                </a:solidFill>
                <a:latin typeface="Times New Roman"/>
                <a:cs typeface="Times New Roman"/>
              </a:rPr>
              <a:t>F2</a:t>
            </a:r>
            <a:endParaRPr sz="1350">
              <a:latin typeface="Times New Roman"/>
              <a:cs typeface="Times New Roman"/>
            </a:endParaRPr>
          </a:p>
          <a:p>
            <a:pPr marL="12700">
              <a:lnSpc>
                <a:spcPct val="100000"/>
              </a:lnSpc>
              <a:spcBef>
                <a:spcPts val="140"/>
              </a:spcBef>
              <a:tabLst>
                <a:tab pos="646430" algn="l"/>
                <a:tab pos="1210310" algn="l"/>
              </a:tabLst>
            </a:pPr>
            <a:r>
              <a:rPr sz="1350" spc="140" dirty="0">
                <a:solidFill>
                  <a:srgbClr val="00FF00"/>
                </a:solidFill>
                <a:latin typeface="Times New Roman"/>
                <a:cs typeface="Times New Roman"/>
              </a:rPr>
              <a:t>F10	F0	</a:t>
            </a:r>
            <a:r>
              <a:rPr sz="1350" spc="125" dirty="0">
                <a:solidFill>
                  <a:srgbClr val="00FF00"/>
                </a:solidFill>
                <a:latin typeface="Times New Roman"/>
                <a:cs typeface="Times New Roman"/>
              </a:rPr>
              <a:t>F6</a:t>
            </a:r>
            <a:endParaRPr sz="1350">
              <a:latin typeface="Times New Roman"/>
              <a:cs typeface="Times New Roman"/>
            </a:endParaRPr>
          </a:p>
          <a:p>
            <a:pPr marL="64769">
              <a:lnSpc>
                <a:spcPct val="100000"/>
              </a:lnSpc>
              <a:spcBef>
                <a:spcPts val="145"/>
              </a:spcBef>
              <a:tabLst>
                <a:tab pos="646430" algn="l"/>
                <a:tab pos="1210310" algn="l"/>
              </a:tabLst>
            </a:pPr>
            <a:r>
              <a:rPr sz="1350" spc="140" dirty="0">
                <a:latin typeface="Times New Roman"/>
                <a:cs typeface="Times New Roman"/>
              </a:rPr>
              <a:t>F6	F8	</a:t>
            </a:r>
            <a:r>
              <a:rPr sz="1350" spc="125" dirty="0">
                <a:latin typeface="Times New Roman"/>
                <a:cs typeface="Times New Roman"/>
              </a:rPr>
              <a:t>F2</a:t>
            </a:r>
            <a:endParaRPr sz="1350">
              <a:latin typeface="Times New Roman"/>
              <a:cs typeface="Times New Roman"/>
            </a:endParaRPr>
          </a:p>
        </p:txBody>
      </p:sp>
      <p:sp>
        <p:nvSpPr>
          <p:cNvPr id="16" name="object 13">
            <a:extLst>
              <a:ext uri="{FF2B5EF4-FFF2-40B4-BE49-F238E27FC236}">
                <a16:creationId xmlns:a16="http://schemas.microsoft.com/office/drawing/2014/main" id="{754BE0B5-55E8-0F39-F906-489793535C1B}"/>
              </a:ext>
            </a:extLst>
          </p:cNvPr>
          <p:cNvSpPr txBox="1"/>
          <p:nvPr/>
        </p:nvSpPr>
        <p:spPr>
          <a:xfrm>
            <a:off x="3172206" y="2112548"/>
            <a:ext cx="117475" cy="1368425"/>
          </a:xfrm>
          <a:prstGeom prst="rect">
            <a:avLst/>
          </a:prstGeom>
        </p:spPr>
        <p:txBody>
          <a:bodyPr vert="horz" wrap="square" lIns="0" tIns="30480" rIns="0" bIns="0" rtlCol="0">
            <a:spAutoFit/>
          </a:bodyPr>
          <a:lstStyle/>
          <a:p>
            <a:pPr>
              <a:lnSpc>
                <a:spcPct val="100000"/>
              </a:lnSpc>
              <a:spcBef>
                <a:spcPts val="240"/>
              </a:spcBef>
            </a:pPr>
            <a:r>
              <a:rPr sz="1350" spc="145" dirty="0">
                <a:latin typeface="Times New Roman"/>
                <a:cs typeface="Times New Roman"/>
              </a:rPr>
              <a:t>1</a:t>
            </a:r>
            <a:endParaRPr sz="1350">
              <a:latin typeface="Times New Roman"/>
              <a:cs typeface="Times New Roman"/>
            </a:endParaRPr>
          </a:p>
          <a:p>
            <a:pPr>
              <a:lnSpc>
                <a:spcPct val="100000"/>
              </a:lnSpc>
              <a:spcBef>
                <a:spcPts val="140"/>
              </a:spcBef>
            </a:pPr>
            <a:r>
              <a:rPr sz="1350" spc="145" dirty="0">
                <a:latin typeface="Times New Roman"/>
                <a:cs typeface="Times New Roman"/>
              </a:rPr>
              <a:t>2</a:t>
            </a:r>
            <a:endParaRPr sz="1350">
              <a:latin typeface="Times New Roman"/>
              <a:cs typeface="Times New Roman"/>
            </a:endParaRPr>
          </a:p>
          <a:p>
            <a:pPr>
              <a:lnSpc>
                <a:spcPct val="100000"/>
              </a:lnSpc>
              <a:spcBef>
                <a:spcPts val="140"/>
              </a:spcBef>
            </a:pPr>
            <a:r>
              <a:rPr sz="1350" spc="145" dirty="0">
                <a:latin typeface="Times New Roman"/>
                <a:cs typeface="Times New Roman"/>
              </a:rPr>
              <a:t>3</a:t>
            </a:r>
            <a:endParaRPr sz="1350">
              <a:latin typeface="Times New Roman"/>
              <a:cs typeface="Times New Roman"/>
            </a:endParaRPr>
          </a:p>
          <a:p>
            <a:pPr>
              <a:lnSpc>
                <a:spcPct val="100000"/>
              </a:lnSpc>
              <a:spcBef>
                <a:spcPts val="140"/>
              </a:spcBef>
            </a:pPr>
            <a:r>
              <a:rPr sz="1350" spc="145" dirty="0">
                <a:latin typeface="Times New Roman"/>
                <a:cs typeface="Times New Roman"/>
              </a:rPr>
              <a:t>4</a:t>
            </a:r>
            <a:endParaRPr sz="1350">
              <a:latin typeface="Times New Roman"/>
              <a:cs typeface="Times New Roman"/>
            </a:endParaRPr>
          </a:p>
          <a:p>
            <a:pPr>
              <a:lnSpc>
                <a:spcPct val="100000"/>
              </a:lnSpc>
              <a:spcBef>
                <a:spcPts val="145"/>
              </a:spcBef>
            </a:pPr>
            <a:r>
              <a:rPr sz="1350" spc="145" dirty="0">
                <a:latin typeface="Times New Roman"/>
                <a:cs typeface="Times New Roman"/>
              </a:rPr>
              <a:t>5</a:t>
            </a:r>
            <a:endParaRPr sz="1350">
              <a:latin typeface="Times New Roman"/>
              <a:cs typeface="Times New Roman"/>
            </a:endParaRPr>
          </a:p>
          <a:p>
            <a:pPr>
              <a:lnSpc>
                <a:spcPct val="100000"/>
              </a:lnSpc>
              <a:spcBef>
                <a:spcPts val="140"/>
              </a:spcBef>
            </a:pPr>
            <a:r>
              <a:rPr sz="1350" spc="145" dirty="0">
                <a:latin typeface="Times New Roman"/>
                <a:cs typeface="Times New Roman"/>
              </a:rPr>
              <a:t>6</a:t>
            </a:r>
            <a:endParaRPr sz="1350">
              <a:latin typeface="Times New Roman"/>
              <a:cs typeface="Times New Roman"/>
            </a:endParaRPr>
          </a:p>
        </p:txBody>
      </p:sp>
      <p:sp>
        <p:nvSpPr>
          <p:cNvPr id="17" name="object 14">
            <a:extLst>
              <a:ext uri="{FF2B5EF4-FFF2-40B4-BE49-F238E27FC236}">
                <a16:creationId xmlns:a16="http://schemas.microsoft.com/office/drawing/2014/main" id="{BD5A5450-190E-0AB3-4467-154A7F348733}"/>
              </a:ext>
            </a:extLst>
          </p:cNvPr>
          <p:cNvSpPr txBox="1"/>
          <p:nvPr/>
        </p:nvSpPr>
        <p:spPr>
          <a:xfrm>
            <a:off x="50901" y="3549483"/>
            <a:ext cx="3316604" cy="577850"/>
          </a:xfrm>
          <a:prstGeom prst="rect">
            <a:avLst/>
          </a:prstGeom>
        </p:spPr>
        <p:txBody>
          <a:bodyPr vert="horz" wrap="square" lIns="0" tIns="36830" rIns="0" bIns="0" rtlCol="0">
            <a:spAutoFit/>
          </a:bodyPr>
          <a:lstStyle/>
          <a:p>
            <a:pPr marL="12700">
              <a:lnSpc>
                <a:spcPct val="100000"/>
              </a:lnSpc>
              <a:spcBef>
                <a:spcPts val="290"/>
              </a:spcBef>
            </a:pPr>
            <a:r>
              <a:rPr sz="1800" i="1" spc="155" dirty="0">
                <a:solidFill>
                  <a:srgbClr val="FF0000"/>
                </a:solidFill>
                <a:latin typeface="Times New Roman"/>
                <a:cs typeface="Times New Roman"/>
              </a:rPr>
              <a:t>Reservation</a:t>
            </a:r>
            <a:r>
              <a:rPr sz="1800" i="1" spc="70" dirty="0">
                <a:solidFill>
                  <a:srgbClr val="FF0000"/>
                </a:solidFill>
                <a:latin typeface="Times New Roman"/>
                <a:cs typeface="Times New Roman"/>
              </a:rPr>
              <a:t> </a:t>
            </a:r>
            <a:r>
              <a:rPr sz="1800" i="1" spc="150" dirty="0">
                <a:solidFill>
                  <a:srgbClr val="FF0000"/>
                </a:solidFill>
                <a:latin typeface="Times New Roman"/>
                <a:cs typeface="Times New Roman"/>
              </a:rPr>
              <a:t>Stations:</a:t>
            </a:r>
            <a:endParaRPr sz="1800">
              <a:latin typeface="Times New Roman"/>
              <a:cs typeface="Times New Roman"/>
            </a:endParaRPr>
          </a:p>
          <a:p>
            <a:pPr marL="1158875">
              <a:lnSpc>
                <a:spcPct val="100000"/>
              </a:lnSpc>
              <a:spcBef>
                <a:spcPts val="190"/>
              </a:spcBef>
              <a:tabLst>
                <a:tab pos="1705610" algn="l"/>
                <a:tab pos="3007995" algn="l"/>
              </a:tabLst>
            </a:pPr>
            <a:r>
              <a:rPr sz="1350" i="1" spc="135" dirty="0">
                <a:latin typeface="Times New Roman"/>
                <a:cs typeface="Times New Roman"/>
              </a:rPr>
              <a:t>T</a:t>
            </a:r>
            <a:r>
              <a:rPr sz="1350" i="1" spc="95" dirty="0">
                <a:latin typeface="Times New Roman"/>
                <a:cs typeface="Times New Roman"/>
              </a:rPr>
              <a:t>i</a:t>
            </a:r>
            <a:r>
              <a:rPr sz="1350" i="1" spc="185" dirty="0">
                <a:latin typeface="Times New Roman"/>
                <a:cs typeface="Times New Roman"/>
              </a:rPr>
              <a:t>m</a:t>
            </a:r>
            <a:r>
              <a:rPr sz="1350" i="1" spc="125" dirty="0">
                <a:latin typeface="Times New Roman"/>
                <a:cs typeface="Times New Roman"/>
              </a:rPr>
              <a:t>e</a:t>
            </a:r>
            <a:r>
              <a:rPr sz="1350" i="1" dirty="0">
                <a:latin typeface="Times New Roman"/>
                <a:cs typeface="Times New Roman"/>
              </a:rPr>
              <a:t>	</a:t>
            </a:r>
            <a:r>
              <a:rPr sz="1350" i="1" spc="170" dirty="0">
                <a:latin typeface="Times New Roman"/>
                <a:cs typeface="Times New Roman"/>
              </a:rPr>
              <a:t>Na</a:t>
            </a:r>
            <a:r>
              <a:rPr sz="1350" i="1" spc="180" dirty="0">
                <a:latin typeface="Times New Roman"/>
                <a:cs typeface="Times New Roman"/>
              </a:rPr>
              <a:t>m</a:t>
            </a:r>
            <a:r>
              <a:rPr sz="1350" i="1" spc="125" dirty="0">
                <a:latin typeface="Times New Roman"/>
                <a:cs typeface="Times New Roman"/>
              </a:rPr>
              <a:t>e</a:t>
            </a:r>
            <a:r>
              <a:rPr sz="1350" i="1" dirty="0">
                <a:latin typeface="Times New Roman"/>
                <a:cs typeface="Times New Roman"/>
              </a:rPr>
              <a:t>  </a:t>
            </a:r>
            <a:r>
              <a:rPr sz="1350" i="1" spc="-100" dirty="0">
                <a:latin typeface="Times New Roman"/>
                <a:cs typeface="Times New Roman"/>
              </a:rPr>
              <a:t> </a:t>
            </a:r>
            <a:r>
              <a:rPr sz="1500" i="1" spc="200" dirty="0">
                <a:latin typeface="Times New Roman"/>
                <a:cs typeface="Times New Roman"/>
              </a:rPr>
              <a:t>Bus</a:t>
            </a:r>
            <a:r>
              <a:rPr sz="1500" i="1" spc="150" dirty="0">
                <a:latin typeface="Times New Roman"/>
                <a:cs typeface="Times New Roman"/>
              </a:rPr>
              <a:t>y</a:t>
            </a:r>
            <a:r>
              <a:rPr sz="1500" i="1" dirty="0">
                <a:latin typeface="Times New Roman"/>
                <a:cs typeface="Times New Roman"/>
              </a:rPr>
              <a:t>	</a:t>
            </a:r>
            <a:r>
              <a:rPr sz="1500" i="1" spc="245" dirty="0">
                <a:latin typeface="Times New Roman"/>
                <a:cs typeface="Times New Roman"/>
              </a:rPr>
              <a:t>Op</a:t>
            </a:r>
            <a:endParaRPr sz="1500">
              <a:latin typeface="Times New Roman"/>
              <a:cs typeface="Times New Roman"/>
            </a:endParaRPr>
          </a:p>
        </p:txBody>
      </p:sp>
      <p:sp>
        <p:nvSpPr>
          <p:cNvPr id="18" name="object 15">
            <a:extLst>
              <a:ext uri="{FF2B5EF4-FFF2-40B4-BE49-F238E27FC236}">
                <a16:creationId xmlns:a16="http://schemas.microsoft.com/office/drawing/2014/main" id="{5BDC08FB-5913-BD7B-9376-BD2EBDDB86ED}"/>
              </a:ext>
            </a:extLst>
          </p:cNvPr>
          <p:cNvSpPr txBox="1"/>
          <p:nvPr/>
        </p:nvSpPr>
        <p:spPr>
          <a:xfrm>
            <a:off x="3749943" y="3581774"/>
            <a:ext cx="268605" cy="545465"/>
          </a:xfrm>
          <a:prstGeom prst="rect">
            <a:avLst/>
          </a:prstGeom>
        </p:spPr>
        <p:txBody>
          <a:bodyPr vert="horz" wrap="square" lIns="0" tIns="42545" rIns="0" bIns="0" rtlCol="0">
            <a:spAutoFit/>
          </a:bodyPr>
          <a:lstStyle/>
          <a:p>
            <a:pPr marL="12700">
              <a:lnSpc>
                <a:spcPct val="100000"/>
              </a:lnSpc>
              <a:spcBef>
                <a:spcPts val="335"/>
              </a:spcBef>
            </a:pPr>
            <a:r>
              <a:rPr sz="1500" i="1" spc="200" dirty="0">
                <a:latin typeface="Times New Roman"/>
                <a:cs typeface="Times New Roman"/>
              </a:rPr>
              <a:t>S1</a:t>
            </a:r>
            <a:endParaRPr sz="1500">
              <a:latin typeface="Times New Roman"/>
              <a:cs typeface="Times New Roman"/>
            </a:endParaRPr>
          </a:p>
          <a:p>
            <a:pPr marL="38100">
              <a:lnSpc>
                <a:spcPct val="100000"/>
              </a:lnSpc>
              <a:spcBef>
                <a:spcPts val="250"/>
              </a:spcBef>
            </a:pPr>
            <a:r>
              <a:rPr sz="1500" i="1" spc="110" dirty="0">
                <a:latin typeface="Times New Roman"/>
                <a:cs typeface="Times New Roman"/>
              </a:rPr>
              <a:t>Vj</a:t>
            </a:r>
            <a:endParaRPr sz="1500">
              <a:latin typeface="Times New Roman"/>
              <a:cs typeface="Times New Roman"/>
            </a:endParaRPr>
          </a:p>
        </p:txBody>
      </p:sp>
      <p:sp>
        <p:nvSpPr>
          <p:cNvPr id="19" name="object 16">
            <a:extLst>
              <a:ext uri="{FF2B5EF4-FFF2-40B4-BE49-F238E27FC236}">
                <a16:creationId xmlns:a16="http://schemas.microsoft.com/office/drawing/2014/main" id="{2CD3F338-79B3-50E2-5910-98CD61FB157D}"/>
              </a:ext>
            </a:extLst>
          </p:cNvPr>
          <p:cNvSpPr txBox="1"/>
          <p:nvPr/>
        </p:nvSpPr>
        <p:spPr>
          <a:xfrm>
            <a:off x="4401060" y="3581774"/>
            <a:ext cx="268605" cy="545465"/>
          </a:xfrm>
          <a:prstGeom prst="rect">
            <a:avLst/>
          </a:prstGeom>
        </p:spPr>
        <p:txBody>
          <a:bodyPr vert="horz" wrap="square" lIns="0" tIns="42545" rIns="0" bIns="0" rtlCol="0">
            <a:spAutoFit/>
          </a:bodyPr>
          <a:lstStyle/>
          <a:p>
            <a:pPr marL="12700">
              <a:lnSpc>
                <a:spcPct val="100000"/>
              </a:lnSpc>
              <a:spcBef>
                <a:spcPts val="335"/>
              </a:spcBef>
            </a:pPr>
            <a:r>
              <a:rPr sz="1500" i="1" spc="200" dirty="0">
                <a:latin typeface="Times New Roman"/>
                <a:cs typeface="Times New Roman"/>
              </a:rPr>
              <a:t>S2</a:t>
            </a:r>
            <a:endParaRPr sz="1500">
              <a:latin typeface="Times New Roman"/>
              <a:cs typeface="Times New Roman"/>
            </a:endParaRPr>
          </a:p>
          <a:p>
            <a:pPr marL="12700">
              <a:lnSpc>
                <a:spcPct val="100000"/>
              </a:lnSpc>
              <a:spcBef>
                <a:spcPts val="250"/>
              </a:spcBef>
            </a:pPr>
            <a:r>
              <a:rPr sz="1500" i="1" spc="140" dirty="0">
                <a:latin typeface="Times New Roman"/>
                <a:cs typeface="Times New Roman"/>
              </a:rPr>
              <a:t>Vk</a:t>
            </a:r>
            <a:endParaRPr sz="1500">
              <a:latin typeface="Times New Roman"/>
              <a:cs typeface="Times New Roman"/>
            </a:endParaRPr>
          </a:p>
        </p:txBody>
      </p:sp>
      <p:sp>
        <p:nvSpPr>
          <p:cNvPr id="20" name="object 17">
            <a:extLst>
              <a:ext uri="{FF2B5EF4-FFF2-40B4-BE49-F238E27FC236}">
                <a16:creationId xmlns:a16="http://schemas.microsoft.com/office/drawing/2014/main" id="{FBB7AB6B-56B5-A5FE-E1FC-73B12E511884}"/>
              </a:ext>
            </a:extLst>
          </p:cNvPr>
          <p:cNvSpPr txBox="1"/>
          <p:nvPr/>
        </p:nvSpPr>
        <p:spPr>
          <a:xfrm>
            <a:off x="5043476" y="3581774"/>
            <a:ext cx="950594" cy="545465"/>
          </a:xfrm>
          <a:prstGeom prst="rect">
            <a:avLst/>
          </a:prstGeom>
        </p:spPr>
        <p:txBody>
          <a:bodyPr vert="horz" wrap="square" lIns="0" tIns="42545" rIns="0" bIns="0" rtlCol="0">
            <a:spAutoFit/>
          </a:bodyPr>
          <a:lstStyle/>
          <a:p>
            <a:pPr marL="12700">
              <a:lnSpc>
                <a:spcPct val="100000"/>
              </a:lnSpc>
              <a:spcBef>
                <a:spcPts val="335"/>
              </a:spcBef>
              <a:tabLst>
                <a:tab pos="663575" algn="l"/>
              </a:tabLst>
            </a:pPr>
            <a:r>
              <a:rPr sz="1500" i="1" spc="204" dirty="0">
                <a:latin typeface="Times New Roman"/>
                <a:cs typeface="Times New Roman"/>
              </a:rPr>
              <a:t>RS	</a:t>
            </a:r>
            <a:r>
              <a:rPr sz="1500" i="1" spc="220" dirty="0">
                <a:latin typeface="Times New Roman"/>
                <a:cs typeface="Times New Roman"/>
              </a:rPr>
              <a:t>RS</a:t>
            </a:r>
            <a:endParaRPr sz="1500">
              <a:latin typeface="Times New Roman"/>
              <a:cs typeface="Times New Roman"/>
            </a:endParaRPr>
          </a:p>
          <a:p>
            <a:pPr marL="29845">
              <a:lnSpc>
                <a:spcPct val="100000"/>
              </a:lnSpc>
              <a:spcBef>
                <a:spcPts val="250"/>
              </a:spcBef>
              <a:tabLst>
                <a:tab pos="654685" algn="l"/>
              </a:tabLst>
            </a:pPr>
            <a:r>
              <a:rPr sz="1500" i="1" spc="280" dirty="0">
                <a:latin typeface="Times New Roman"/>
                <a:cs typeface="Times New Roman"/>
              </a:rPr>
              <a:t>Q</a:t>
            </a:r>
            <a:r>
              <a:rPr sz="1500" i="1" spc="95" dirty="0">
                <a:latin typeface="Times New Roman"/>
                <a:cs typeface="Times New Roman"/>
              </a:rPr>
              <a:t>j</a:t>
            </a:r>
            <a:r>
              <a:rPr sz="1500" i="1" dirty="0">
                <a:latin typeface="Times New Roman"/>
                <a:cs typeface="Times New Roman"/>
              </a:rPr>
              <a:t>	</a:t>
            </a:r>
            <a:r>
              <a:rPr sz="1500" i="1" spc="235" dirty="0">
                <a:latin typeface="Times New Roman"/>
                <a:cs typeface="Times New Roman"/>
              </a:rPr>
              <a:t>Qk</a:t>
            </a:r>
            <a:endParaRPr sz="1500">
              <a:latin typeface="Times New Roman"/>
              <a:cs typeface="Times New Roman"/>
            </a:endParaRPr>
          </a:p>
        </p:txBody>
      </p:sp>
      <p:sp>
        <p:nvSpPr>
          <p:cNvPr id="21" name="object 18">
            <a:extLst>
              <a:ext uri="{FF2B5EF4-FFF2-40B4-BE49-F238E27FC236}">
                <a16:creationId xmlns:a16="http://schemas.microsoft.com/office/drawing/2014/main" id="{508B7E54-CD17-8103-AA1A-D43D611DB4BC}"/>
              </a:ext>
            </a:extLst>
          </p:cNvPr>
          <p:cNvSpPr txBox="1"/>
          <p:nvPr/>
        </p:nvSpPr>
        <p:spPr>
          <a:xfrm>
            <a:off x="1579051" y="4104289"/>
            <a:ext cx="694055" cy="1144270"/>
          </a:xfrm>
          <a:prstGeom prst="rect">
            <a:avLst/>
          </a:prstGeom>
        </p:spPr>
        <p:txBody>
          <a:bodyPr vert="horz" wrap="square" lIns="0" tIns="12065" rIns="0" bIns="0" rtlCol="0">
            <a:spAutoFit/>
          </a:bodyPr>
          <a:lstStyle/>
          <a:p>
            <a:pPr marL="12700" marR="47625" indent="165100" algn="r">
              <a:lnSpc>
                <a:spcPct val="108700"/>
              </a:lnSpc>
              <a:spcBef>
                <a:spcPts val="95"/>
              </a:spcBef>
            </a:pPr>
            <a:r>
              <a:rPr sz="1350" spc="185" dirty="0">
                <a:latin typeface="Times New Roman"/>
                <a:cs typeface="Times New Roman"/>
              </a:rPr>
              <a:t>A</a:t>
            </a:r>
            <a:r>
              <a:rPr sz="1350" spc="114" dirty="0">
                <a:latin typeface="Times New Roman"/>
                <a:cs typeface="Times New Roman"/>
              </a:rPr>
              <a:t>dd1  </a:t>
            </a:r>
            <a:r>
              <a:rPr sz="1350" spc="145" dirty="0">
                <a:latin typeface="Times New Roman"/>
                <a:cs typeface="Times New Roman"/>
              </a:rPr>
              <a:t>2</a:t>
            </a:r>
            <a:r>
              <a:rPr sz="1350" spc="45" dirty="0">
                <a:latin typeface="Times New Roman"/>
                <a:cs typeface="Times New Roman"/>
              </a:rPr>
              <a:t> </a:t>
            </a:r>
            <a:r>
              <a:rPr sz="1350" spc="155" dirty="0">
                <a:latin typeface="Times New Roman"/>
                <a:cs typeface="Times New Roman"/>
              </a:rPr>
              <a:t>Add2 </a:t>
            </a:r>
            <a:r>
              <a:rPr sz="1350" spc="-325" dirty="0">
                <a:latin typeface="Times New Roman"/>
                <a:cs typeface="Times New Roman"/>
              </a:rPr>
              <a:t> </a:t>
            </a:r>
            <a:r>
              <a:rPr sz="1350" spc="155" dirty="0">
                <a:latin typeface="Times New Roman"/>
                <a:cs typeface="Times New Roman"/>
              </a:rPr>
              <a:t>Add3</a:t>
            </a:r>
            <a:endParaRPr sz="1350">
              <a:latin typeface="Times New Roman"/>
              <a:cs typeface="Times New Roman"/>
            </a:endParaRPr>
          </a:p>
          <a:p>
            <a:pPr marL="177165" marR="5080" indent="-165100" algn="r">
              <a:lnSpc>
                <a:spcPts val="1760"/>
              </a:lnSpc>
              <a:spcBef>
                <a:spcPts val="85"/>
              </a:spcBef>
            </a:pPr>
            <a:r>
              <a:rPr sz="1350" spc="145" dirty="0">
                <a:latin typeface="Times New Roman"/>
                <a:cs typeface="Times New Roman"/>
              </a:rPr>
              <a:t>7</a:t>
            </a:r>
            <a:r>
              <a:rPr sz="1350" spc="45" dirty="0">
                <a:latin typeface="Times New Roman"/>
                <a:cs typeface="Times New Roman"/>
              </a:rPr>
              <a:t> </a:t>
            </a:r>
            <a:r>
              <a:rPr sz="1350" spc="130" dirty="0">
                <a:latin typeface="Times New Roman"/>
                <a:cs typeface="Times New Roman"/>
              </a:rPr>
              <a:t>Mult1 </a:t>
            </a:r>
            <a:r>
              <a:rPr sz="1350" spc="-320" dirty="0">
                <a:latin typeface="Times New Roman"/>
                <a:cs typeface="Times New Roman"/>
              </a:rPr>
              <a:t> </a:t>
            </a:r>
            <a:r>
              <a:rPr sz="1350" spc="229" dirty="0">
                <a:latin typeface="Times New Roman"/>
                <a:cs typeface="Times New Roman"/>
              </a:rPr>
              <a:t>M</a:t>
            </a:r>
            <a:r>
              <a:rPr sz="1350" spc="145" dirty="0">
                <a:latin typeface="Times New Roman"/>
                <a:cs typeface="Times New Roman"/>
              </a:rPr>
              <a:t>u</a:t>
            </a:r>
            <a:r>
              <a:rPr sz="1350" spc="30" dirty="0">
                <a:latin typeface="Times New Roman"/>
                <a:cs typeface="Times New Roman"/>
              </a:rPr>
              <a:t>l</a:t>
            </a:r>
            <a:r>
              <a:rPr sz="1350" spc="95" dirty="0">
                <a:latin typeface="Times New Roman"/>
                <a:cs typeface="Times New Roman"/>
              </a:rPr>
              <a:t>t</a:t>
            </a:r>
            <a:r>
              <a:rPr sz="1350" spc="145" dirty="0">
                <a:latin typeface="Times New Roman"/>
                <a:cs typeface="Times New Roman"/>
              </a:rPr>
              <a:t>2</a:t>
            </a:r>
            <a:endParaRPr sz="1350">
              <a:latin typeface="Times New Roman"/>
              <a:cs typeface="Times New Roman"/>
            </a:endParaRPr>
          </a:p>
        </p:txBody>
      </p:sp>
      <p:sp>
        <p:nvSpPr>
          <p:cNvPr id="22" name="object 19">
            <a:extLst>
              <a:ext uri="{FF2B5EF4-FFF2-40B4-BE49-F238E27FC236}">
                <a16:creationId xmlns:a16="http://schemas.microsoft.com/office/drawing/2014/main" id="{5ED204FB-B07E-6162-0C32-814B74181AB7}"/>
              </a:ext>
            </a:extLst>
          </p:cNvPr>
          <p:cNvSpPr txBox="1"/>
          <p:nvPr/>
        </p:nvSpPr>
        <p:spPr>
          <a:xfrm>
            <a:off x="2342901" y="4129243"/>
            <a:ext cx="3837940" cy="1118870"/>
          </a:xfrm>
          <a:prstGeom prst="rect">
            <a:avLst/>
          </a:prstGeom>
          <a:ln w="8718">
            <a:solidFill>
              <a:srgbClr val="000000"/>
            </a:solidFill>
          </a:ln>
        </p:spPr>
        <p:txBody>
          <a:bodyPr vert="horz" wrap="square" lIns="0" tIns="5080" rIns="0" bIns="0" rtlCol="0">
            <a:spAutoFit/>
          </a:bodyPr>
          <a:lstStyle/>
          <a:p>
            <a:pPr marL="133985">
              <a:lnSpc>
                <a:spcPct val="100000"/>
              </a:lnSpc>
              <a:spcBef>
                <a:spcPts val="40"/>
              </a:spcBef>
            </a:pPr>
            <a:r>
              <a:rPr sz="1350" spc="150" dirty="0">
                <a:latin typeface="Times New Roman"/>
                <a:cs typeface="Times New Roman"/>
              </a:rPr>
              <a:t>No</a:t>
            </a:r>
            <a:endParaRPr sz="1350">
              <a:latin typeface="Times New Roman"/>
              <a:cs typeface="Times New Roman"/>
            </a:endParaRPr>
          </a:p>
          <a:p>
            <a:pPr marL="99695">
              <a:lnSpc>
                <a:spcPct val="100000"/>
              </a:lnSpc>
              <a:spcBef>
                <a:spcPts val="140"/>
              </a:spcBef>
              <a:tabLst>
                <a:tab pos="560070" algn="l"/>
              </a:tabLst>
            </a:pPr>
            <a:r>
              <a:rPr sz="1350" spc="145" dirty="0">
                <a:latin typeface="Times New Roman"/>
                <a:cs typeface="Times New Roman"/>
              </a:rPr>
              <a:t>Yes	</a:t>
            </a:r>
            <a:r>
              <a:rPr sz="1350" spc="190" dirty="0">
                <a:latin typeface="Times New Roman"/>
                <a:cs typeface="Times New Roman"/>
              </a:rPr>
              <a:t>ADDD</a:t>
            </a:r>
            <a:r>
              <a:rPr sz="1350" spc="555" dirty="0">
                <a:latin typeface="Times New Roman"/>
                <a:cs typeface="Times New Roman"/>
              </a:rPr>
              <a:t> </a:t>
            </a:r>
            <a:r>
              <a:rPr sz="1350" spc="150" dirty="0">
                <a:solidFill>
                  <a:srgbClr val="FF00FF"/>
                </a:solidFill>
                <a:latin typeface="Times New Roman"/>
                <a:cs typeface="Times New Roman"/>
              </a:rPr>
              <a:t>(M-M)</a:t>
            </a:r>
            <a:r>
              <a:rPr sz="1350" spc="250" dirty="0">
                <a:solidFill>
                  <a:srgbClr val="FF00FF"/>
                </a:solidFill>
                <a:latin typeface="Times New Roman"/>
                <a:cs typeface="Times New Roman"/>
              </a:rPr>
              <a:t> </a:t>
            </a:r>
            <a:r>
              <a:rPr sz="1350" spc="150" dirty="0">
                <a:solidFill>
                  <a:srgbClr val="FF0000"/>
                </a:solidFill>
                <a:latin typeface="Times New Roman"/>
                <a:cs typeface="Times New Roman"/>
              </a:rPr>
              <a:t>M(A2)</a:t>
            </a:r>
            <a:endParaRPr sz="1350">
              <a:latin typeface="Times New Roman"/>
              <a:cs typeface="Times New Roman"/>
            </a:endParaRPr>
          </a:p>
          <a:p>
            <a:pPr marL="133985">
              <a:lnSpc>
                <a:spcPct val="100000"/>
              </a:lnSpc>
              <a:spcBef>
                <a:spcPts val="145"/>
              </a:spcBef>
            </a:pPr>
            <a:r>
              <a:rPr sz="1350" spc="150" dirty="0">
                <a:latin typeface="Times New Roman"/>
                <a:cs typeface="Times New Roman"/>
              </a:rPr>
              <a:t>No</a:t>
            </a:r>
            <a:endParaRPr sz="1350">
              <a:latin typeface="Times New Roman"/>
              <a:cs typeface="Times New Roman"/>
            </a:endParaRPr>
          </a:p>
          <a:p>
            <a:pPr marL="99695">
              <a:lnSpc>
                <a:spcPct val="100000"/>
              </a:lnSpc>
              <a:spcBef>
                <a:spcPts val="140"/>
              </a:spcBef>
            </a:pPr>
            <a:r>
              <a:rPr sz="1350" spc="185" dirty="0">
                <a:latin typeface="Times New Roman"/>
                <a:cs typeface="Times New Roman"/>
              </a:rPr>
              <a:t>Y</a:t>
            </a:r>
            <a:r>
              <a:rPr sz="1350" spc="145" dirty="0">
                <a:latin typeface="Times New Roman"/>
                <a:cs typeface="Times New Roman"/>
              </a:rPr>
              <a:t>e</a:t>
            </a:r>
            <a:r>
              <a:rPr sz="1350" spc="110" dirty="0">
                <a:latin typeface="Times New Roman"/>
                <a:cs typeface="Times New Roman"/>
              </a:rPr>
              <a:t>s</a:t>
            </a:r>
            <a:r>
              <a:rPr sz="1350" dirty="0">
                <a:latin typeface="Times New Roman"/>
                <a:cs typeface="Times New Roman"/>
              </a:rPr>
              <a:t> </a:t>
            </a:r>
            <a:r>
              <a:rPr sz="1350" spc="55" dirty="0">
                <a:latin typeface="Times New Roman"/>
                <a:cs typeface="Times New Roman"/>
              </a:rPr>
              <a:t> </a:t>
            </a:r>
            <a:r>
              <a:rPr sz="1350" spc="229" dirty="0">
                <a:solidFill>
                  <a:srgbClr val="3333CC"/>
                </a:solidFill>
                <a:latin typeface="Times New Roman"/>
                <a:cs typeface="Times New Roman"/>
              </a:rPr>
              <a:t>M</a:t>
            </a:r>
            <a:r>
              <a:rPr sz="1350" spc="114" dirty="0">
                <a:solidFill>
                  <a:srgbClr val="3333CC"/>
                </a:solidFill>
                <a:latin typeface="Times New Roman"/>
                <a:cs typeface="Times New Roman"/>
              </a:rPr>
              <a:t>U</a:t>
            </a:r>
            <a:r>
              <a:rPr sz="1350" spc="190" dirty="0">
                <a:solidFill>
                  <a:srgbClr val="3333CC"/>
                </a:solidFill>
                <a:latin typeface="Times New Roman"/>
                <a:cs typeface="Times New Roman"/>
              </a:rPr>
              <a:t>L</a:t>
            </a:r>
            <a:r>
              <a:rPr sz="1350" spc="125" dirty="0">
                <a:solidFill>
                  <a:srgbClr val="3333CC"/>
                </a:solidFill>
                <a:latin typeface="Times New Roman"/>
                <a:cs typeface="Times New Roman"/>
              </a:rPr>
              <a:t>T</a:t>
            </a:r>
            <a:r>
              <a:rPr sz="1350" spc="210" dirty="0">
                <a:solidFill>
                  <a:srgbClr val="3333CC"/>
                </a:solidFill>
                <a:latin typeface="Times New Roman"/>
                <a:cs typeface="Times New Roman"/>
              </a:rPr>
              <a:t>D</a:t>
            </a:r>
            <a:r>
              <a:rPr sz="1350" spc="-90" dirty="0">
                <a:solidFill>
                  <a:srgbClr val="3333CC"/>
                </a:solidFill>
                <a:latin typeface="Times New Roman"/>
                <a:cs typeface="Times New Roman"/>
              </a:rPr>
              <a:t> </a:t>
            </a:r>
            <a:r>
              <a:rPr sz="1350" spc="229" dirty="0">
                <a:solidFill>
                  <a:srgbClr val="FF0000"/>
                </a:solidFill>
                <a:latin typeface="Times New Roman"/>
                <a:cs typeface="Times New Roman"/>
              </a:rPr>
              <a:t>M</a:t>
            </a:r>
            <a:r>
              <a:rPr sz="1350" spc="95" dirty="0">
                <a:solidFill>
                  <a:srgbClr val="FF0000"/>
                </a:solidFill>
                <a:latin typeface="Times New Roman"/>
                <a:cs typeface="Times New Roman"/>
              </a:rPr>
              <a:t>(</a:t>
            </a:r>
            <a:r>
              <a:rPr sz="1350" spc="185" dirty="0">
                <a:solidFill>
                  <a:srgbClr val="FF0000"/>
                </a:solidFill>
                <a:latin typeface="Times New Roman"/>
                <a:cs typeface="Times New Roman"/>
              </a:rPr>
              <a:t>A</a:t>
            </a:r>
            <a:r>
              <a:rPr sz="1350" spc="120" dirty="0">
                <a:solidFill>
                  <a:srgbClr val="FF0000"/>
                </a:solidFill>
                <a:latin typeface="Times New Roman"/>
                <a:cs typeface="Times New Roman"/>
              </a:rPr>
              <a:t>2)</a:t>
            </a:r>
            <a:r>
              <a:rPr sz="1350" dirty="0">
                <a:solidFill>
                  <a:srgbClr val="FF0000"/>
                </a:solidFill>
                <a:latin typeface="Times New Roman"/>
                <a:cs typeface="Times New Roman"/>
              </a:rPr>
              <a:t>  </a:t>
            </a:r>
            <a:r>
              <a:rPr sz="1350" spc="-55" dirty="0">
                <a:solidFill>
                  <a:srgbClr val="FF0000"/>
                </a:solidFill>
                <a:latin typeface="Times New Roman"/>
                <a:cs typeface="Times New Roman"/>
              </a:rPr>
              <a:t> </a:t>
            </a:r>
            <a:r>
              <a:rPr sz="1350" spc="145" dirty="0">
                <a:solidFill>
                  <a:srgbClr val="3333CC"/>
                </a:solidFill>
                <a:latin typeface="Times New Roman"/>
                <a:cs typeface="Times New Roman"/>
              </a:rPr>
              <a:t>R(</a:t>
            </a:r>
            <a:r>
              <a:rPr sz="1350" spc="130" dirty="0">
                <a:solidFill>
                  <a:srgbClr val="3333CC"/>
                </a:solidFill>
                <a:latin typeface="Times New Roman"/>
                <a:cs typeface="Times New Roman"/>
              </a:rPr>
              <a:t>F</a:t>
            </a:r>
            <a:r>
              <a:rPr sz="1350" spc="120" dirty="0">
                <a:solidFill>
                  <a:srgbClr val="3333CC"/>
                </a:solidFill>
                <a:latin typeface="Times New Roman"/>
                <a:cs typeface="Times New Roman"/>
              </a:rPr>
              <a:t>4)</a:t>
            </a:r>
            <a:endParaRPr sz="1350">
              <a:latin typeface="Times New Roman"/>
              <a:cs typeface="Times New Roman"/>
            </a:endParaRPr>
          </a:p>
          <a:p>
            <a:pPr marL="99695">
              <a:lnSpc>
                <a:spcPct val="100000"/>
              </a:lnSpc>
              <a:spcBef>
                <a:spcPts val="140"/>
              </a:spcBef>
              <a:tabLst>
                <a:tab pos="629285" algn="l"/>
                <a:tab pos="1922780" algn="l"/>
              </a:tabLst>
            </a:pPr>
            <a:r>
              <a:rPr sz="1350" spc="145" dirty="0">
                <a:latin typeface="Times New Roman"/>
                <a:cs typeface="Times New Roman"/>
              </a:rPr>
              <a:t>Yes	</a:t>
            </a:r>
            <a:r>
              <a:rPr sz="1350" spc="150" dirty="0">
                <a:solidFill>
                  <a:srgbClr val="00FF00"/>
                </a:solidFill>
                <a:latin typeface="Times New Roman"/>
                <a:cs typeface="Times New Roman"/>
              </a:rPr>
              <a:t>DIVD	</a:t>
            </a:r>
            <a:r>
              <a:rPr sz="1350" spc="150" dirty="0">
                <a:latin typeface="Times New Roman"/>
                <a:cs typeface="Times New Roman"/>
              </a:rPr>
              <a:t>M(A1)</a:t>
            </a:r>
            <a:r>
              <a:rPr sz="1350" spc="490" dirty="0">
                <a:latin typeface="Times New Roman"/>
                <a:cs typeface="Times New Roman"/>
              </a:rPr>
              <a:t> </a:t>
            </a:r>
            <a:r>
              <a:rPr sz="1350" spc="130" dirty="0">
                <a:solidFill>
                  <a:srgbClr val="3333CC"/>
                </a:solidFill>
                <a:latin typeface="Times New Roman"/>
                <a:cs typeface="Times New Roman"/>
              </a:rPr>
              <a:t>Mult1</a:t>
            </a:r>
            <a:endParaRPr sz="1350">
              <a:latin typeface="Times New Roman"/>
              <a:cs typeface="Times New Roman"/>
            </a:endParaRPr>
          </a:p>
        </p:txBody>
      </p:sp>
      <p:sp>
        <p:nvSpPr>
          <p:cNvPr id="23" name="object 20">
            <a:extLst>
              <a:ext uri="{FF2B5EF4-FFF2-40B4-BE49-F238E27FC236}">
                <a16:creationId xmlns:a16="http://schemas.microsoft.com/office/drawing/2014/main" id="{96F2858D-7D03-66E9-6855-FAE0309A3BFB}"/>
              </a:ext>
            </a:extLst>
          </p:cNvPr>
          <p:cNvSpPr txBox="1"/>
          <p:nvPr/>
        </p:nvSpPr>
        <p:spPr>
          <a:xfrm>
            <a:off x="50901" y="5339426"/>
            <a:ext cx="2441575" cy="302895"/>
          </a:xfrm>
          <a:prstGeom prst="rect">
            <a:avLst/>
          </a:prstGeom>
        </p:spPr>
        <p:txBody>
          <a:bodyPr vert="horz" wrap="square" lIns="0" tIns="15240" rIns="0" bIns="0" rtlCol="0">
            <a:spAutoFit/>
          </a:bodyPr>
          <a:lstStyle/>
          <a:p>
            <a:pPr marL="12700">
              <a:lnSpc>
                <a:spcPct val="100000"/>
              </a:lnSpc>
              <a:spcBef>
                <a:spcPts val="120"/>
              </a:spcBef>
            </a:pPr>
            <a:r>
              <a:rPr sz="1800" i="1" spc="155" dirty="0">
                <a:solidFill>
                  <a:srgbClr val="FF0000"/>
                </a:solidFill>
                <a:latin typeface="Times New Roman"/>
                <a:cs typeface="Times New Roman"/>
              </a:rPr>
              <a:t>Register</a:t>
            </a:r>
            <a:r>
              <a:rPr sz="1800" i="1" spc="45" dirty="0">
                <a:solidFill>
                  <a:srgbClr val="FF0000"/>
                </a:solidFill>
                <a:latin typeface="Times New Roman"/>
                <a:cs typeface="Times New Roman"/>
              </a:rPr>
              <a:t> </a:t>
            </a:r>
            <a:r>
              <a:rPr sz="1800" i="1" spc="130" dirty="0">
                <a:solidFill>
                  <a:srgbClr val="FF0000"/>
                </a:solidFill>
                <a:latin typeface="Times New Roman"/>
                <a:cs typeface="Times New Roman"/>
              </a:rPr>
              <a:t>result</a:t>
            </a:r>
            <a:r>
              <a:rPr sz="1800" i="1" spc="80" dirty="0">
                <a:solidFill>
                  <a:srgbClr val="FF0000"/>
                </a:solidFill>
                <a:latin typeface="Times New Roman"/>
                <a:cs typeface="Times New Roman"/>
              </a:rPr>
              <a:t> </a:t>
            </a:r>
            <a:r>
              <a:rPr sz="1800" i="1" spc="135" dirty="0">
                <a:solidFill>
                  <a:srgbClr val="FF0000"/>
                </a:solidFill>
                <a:latin typeface="Times New Roman"/>
                <a:cs typeface="Times New Roman"/>
              </a:rPr>
              <a:t>status:</a:t>
            </a:r>
            <a:endParaRPr sz="1800">
              <a:latin typeface="Times New Roman"/>
              <a:cs typeface="Times New Roman"/>
            </a:endParaRPr>
          </a:p>
        </p:txBody>
      </p:sp>
      <p:graphicFrame>
        <p:nvGraphicFramePr>
          <p:cNvPr id="24" name="object 21">
            <a:extLst>
              <a:ext uri="{FF2B5EF4-FFF2-40B4-BE49-F238E27FC236}">
                <a16:creationId xmlns:a16="http://schemas.microsoft.com/office/drawing/2014/main" id="{F7985F7D-129B-EBC5-D33D-BE3A0B56AAC9}"/>
              </a:ext>
            </a:extLst>
          </p:cNvPr>
          <p:cNvGraphicFramePr>
            <a:graphicFrameLocks noGrp="1"/>
          </p:cNvGraphicFramePr>
          <p:nvPr/>
        </p:nvGraphicFramePr>
        <p:xfrm>
          <a:off x="370436" y="5673163"/>
          <a:ext cx="8488677" cy="491093"/>
        </p:xfrm>
        <a:graphic>
          <a:graphicData uri="http://schemas.openxmlformats.org/drawingml/2006/table">
            <a:tbl>
              <a:tblPr firstRow="1" bandRow="1">
                <a:tableStyleId>{2D5ABB26-0587-4C30-8999-92F81FD0307C}</a:tableStyleId>
              </a:tblPr>
              <a:tblGrid>
                <a:gridCol w="1386205">
                  <a:extLst>
                    <a:ext uri="{9D8B030D-6E8A-4147-A177-3AD203B41FA5}">
                      <a16:colId xmlns:a16="http://schemas.microsoft.com/office/drawing/2014/main" val="20000"/>
                    </a:ext>
                  </a:extLst>
                </a:gridCol>
                <a:gridCol w="1107440">
                  <a:extLst>
                    <a:ext uri="{9D8B030D-6E8A-4147-A177-3AD203B41FA5}">
                      <a16:colId xmlns:a16="http://schemas.microsoft.com/office/drawing/2014/main" val="20001"/>
                    </a:ext>
                  </a:extLst>
                </a:gridCol>
                <a:gridCol w="681355">
                  <a:extLst>
                    <a:ext uri="{9D8B030D-6E8A-4147-A177-3AD203B41FA5}">
                      <a16:colId xmlns:a16="http://schemas.microsoft.com/office/drawing/2014/main" val="20002"/>
                    </a:ext>
                  </a:extLst>
                </a:gridCol>
                <a:gridCol w="738505">
                  <a:extLst>
                    <a:ext uri="{9D8B030D-6E8A-4147-A177-3AD203B41FA5}">
                      <a16:colId xmlns:a16="http://schemas.microsoft.com/office/drawing/2014/main" val="20003"/>
                    </a:ext>
                  </a:extLst>
                </a:gridCol>
                <a:gridCol w="545464">
                  <a:extLst>
                    <a:ext uri="{9D8B030D-6E8A-4147-A177-3AD203B41FA5}">
                      <a16:colId xmlns:a16="http://schemas.microsoft.com/office/drawing/2014/main" val="20004"/>
                    </a:ext>
                  </a:extLst>
                </a:gridCol>
                <a:gridCol w="675639">
                  <a:extLst>
                    <a:ext uri="{9D8B030D-6E8A-4147-A177-3AD203B41FA5}">
                      <a16:colId xmlns:a16="http://schemas.microsoft.com/office/drawing/2014/main" val="20005"/>
                    </a:ext>
                  </a:extLst>
                </a:gridCol>
                <a:gridCol w="695325">
                  <a:extLst>
                    <a:ext uri="{9D8B030D-6E8A-4147-A177-3AD203B41FA5}">
                      <a16:colId xmlns:a16="http://schemas.microsoft.com/office/drawing/2014/main" val="20006"/>
                    </a:ext>
                  </a:extLst>
                </a:gridCol>
                <a:gridCol w="695324">
                  <a:extLst>
                    <a:ext uri="{9D8B030D-6E8A-4147-A177-3AD203B41FA5}">
                      <a16:colId xmlns:a16="http://schemas.microsoft.com/office/drawing/2014/main" val="20007"/>
                    </a:ext>
                  </a:extLst>
                </a:gridCol>
                <a:gridCol w="1963420">
                  <a:extLst>
                    <a:ext uri="{9D8B030D-6E8A-4147-A177-3AD203B41FA5}">
                      <a16:colId xmlns:a16="http://schemas.microsoft.com/office/drawing/2014/main" val="20008"/>
                    </a:ext>
                  </a:extLst>
                </a:gridCol>
              </a:tblGrid>
              <a:tr h="267248">
                <a:tc>
                  <a:txBody>
                    <a:bodyPr/>
                    <a:lstStyle/>
                    <a:p>
                      <a:pPr marR="655320" algn="ctr">
                        <a:lnSpc>
                          <a:spcPts val="1980"/>
                        </a:lnSpc>
                      </a:pPr>
                      <a:r>
                        <a:rPr sz="1800" spc="175" dirty="0">
                          <a:latin typeface="Times New Roman"/>
                          <a:cs typeface="Times New Roman"/>
                        </a:rPr>
                        <a:t>Clock</a:t>
                      </a:r>
                      <a:endParaRPr sz="1800">
                        <a:latin typeface="Times New Roman"/>
                        <a:cs typeface="Times New Roman"/>
                      </a:endParaRPr>
                    </a:p>
                  </a:txBody>
                  <a:tcPr marL="0" marR="0" marT="0" marB="0"/>
                </a:tc>
                <a:tc>
                  <a:txBody>
                    <a:bodyPr/>
                    <a:lstStyle/>
                    <a:p>
                      <a:pPr>
                        <a:lnSpc>
                          <a:spcPct val="100000"/>
                        </a:lnSpc>
                      </a:pPr>
                      <a:endParaRPr sz="1600">
                        <a:latin typeface="Times New Roman"/>
                        <a:cs typeface="Times New Roman"/>
                      </a:endParaRPr>
                    </a:p>
                  </a:txBody>
                  <a:tcPr marL="0" marR="0" marT="0" marB="0"/>
                </a:tc>
                <a:tc>
                  <a:txBody>
                    <a:bodyPr/>
                    <a:lstStyle/>
                    <a:p>
                      <a:pPr marR="1270" algn="ctr">
                        <a:lnSpc>
                          <a:spcPts val="1980"/>
                        </a:lnSpc>
                      </a:pPr>
                      <a:r>
                        <a:rPr sz="1800" i="1" spc="175" dirty="0">
                          <a:latin typeface="Times New Roman"/>
                          <a:cs typeface="Times New Roman"/>
                        </a:rPr>
                        <a:t>F0</a:t>
                      </a:r>
                      <a:endParaRPr sz="1800">
                        <a:latin typeface="Times New Roman"/>
                        <a:cs typeface="Times New Roman"/>
                      </a:endParaRPr>
                    </a:p>
                  </a:txBody>
                  <a:tcPr marL="0" marR="0" marT="0" marB="0">
                    <a:lnB w="9525">
                      <a:solidFill>
                        <a:srgbClr val="000000"/>
                      </a:solidFill>
                      <a:prstDash val="solid"/>
                    </a:lnB>
                  </a:tcPr>
                </a:tc>
                <a:tc>
                  <a:txBody>
                    <a:bodyPr/>
                    <a:lstStyle/>
                    <a:p>
                      <a:pPr marR="66040" algn="ctr">
                        <a:lnSpc>
                          <a:spcPts val="1980"/>
                        </a:lnSpc>
                      </a:pPr>
                      <a:r>
                        <a:rPr sz="1800" i="1" spc="175" dirty="0">
                          <a:latin typeface="Times New Roman"/>
                          <a:cs typeface="Times New Roman"/>
                        </a:rPr>
                        <a:t>F2</a:t>
                      </a:r>
                      <a:endParaRPr sz="1800">
                        <a:latin typeface="Times New Roman"/>
                        <a:cs typeface="Times New Roman"/>
                      </a:endParaRPr>
                    </a:p>
                  </a:txBody>
                  <a:tcPr marL="0" marR="0" marT="0" marB="0">
                    <a:lnB w="9525">
                      <a:solidFill>
                        <a:srgbClr val="000000"/>
                      </a:solidFill>
                      <a:prstDash val="solid"/>
                    </a:lnB>
                  </a:tcPr>
                </a:tc>
                <a:tc>
                  <a:txBody>
                    <a:bodyPr/>
                    <a:lstStyle/>
                    <a:p>
                      <a:pPr marL="95250">
                        <a:lnSpc>
                          <a:spcPts val="1980"/>
                        </a:lnSpc>
                      </a:pPr>
                      <a:r>
                        <a:rPr sz="1800" i="1" spc="175" dirty="0">
                          <a:latin typeface="Times New Roman"/>
                          <a:cs typeface="Times New Roman"/>
                        </a:rPr>
                        <a:t>F4</a:t>
                      </a:r>
                      <a:endParaRPr sz="1800">
                        <a:latin typeface="Times New Roman"/>
                        <a:cs typeface="Times New Roman"/>
                      </a:endParaRPr>
                    </a:p>
                  </a:txBody>
                  <a:tcPr marL="0" marR="0" marT="0" marB="0">
                    <a:lnB w="9525">
                      <a:solidFill>
                        <a:srgbClr val="000000"/>
                      </a:solidFill>
                      <a:prstDash val="solid"/>
                    </a:lnB>
                  </a:tcPr>
                </a:tc>
                <a:tc>
                  <a:txBody>
                    <a:bodyPr/>
                    <a:lstStyle/>
                    <a:p>
                      <a:pPr marL="27940" algn="ctr">
                        <a:lnSpc>
                          <a:spcPts val="1980"/>
                        </a:lnSpc>
                      </a:pPr>
                      <a:r>
                        <a:rPr sz="1800" i="1" spc="175" dirty="0">
                          <a:latin typeface="Times New Roman"/>
                          <a:cs typeface="Times New Roman"/>
                        </a:rPr>
                        <a:t>F6</a:t>
                      </a:r>
                      <a:endParaRPr sz="1800">
                        <a:latin typeface="Times New Roman"/>
                        <a:cs typeface="Times New Roman"/>
                      </a:endParaRPr>
                    </a:p>
                  </a:txBody>
                  <a:tcPr marL="0" marR="0" marT="0" marB="0">
                    <a:lnB w="9525">
                      <a:solidFill>
                        <a:srgbClr val="000000"/>
                      </a:solidFill>
                      <a:prstDash val="solid"/>
                    </a:lnB>
                  </a:tcPr>
                </a:tc>
                <a:tc>
                  <a:txBody>
                    <a:bodyPr/>
                    <a:lstStyle/>
                    <a:p>
                      <a:pPr marR="31750" algn="ctr">
                        <a:lnSpc>
                          <a:spcPts val="1980"/>
                        </a:lnSpc>
                      </a:pPr>
                      <a:r>
                        <a:rPr sz="1800" i="1" spc="175" dirty="0">
                          <a:latin typeface="Times New Roman"/>
                          <a:cs typeface="Times New Roman"/>
                        </a:rPr>
                        <a:t>F8</a:t>
                      </a:r>
                      <a:endParaRPr sz="1800">
                        <a:latin typeface="Times New Roman"/>
                        <a:cs typeface="Times New Roman"/>
                      </a:endParaRPr>
                    </a:p>
                  </a:txBody>
                  <a:tcPr marL="0" marR="0" marT="0" marB="0">
                    <a:lnB w="9525">
                      <a:solidFill>
                        <a:srgbClr val="000000"/>
                      </a:solidFill>
                      <a:prstDash val="solid"/>
                    </a:lnB>
                  </a:tcPr>
                </a:tc>
                <a:tc>
                  <a:txBody>
                    <a:bodyPr/>
                    <a:lstStyle/>
                    <a:p>
                      <a:pPr marL="64769">
                        <a:lnSpc>
                          <a:spcPts val="1980"/>
                        </a:lnSpc>
                      </a:pPr>
                      <a:r>
                        <a:rPr sz="1800" i="1" spc="190" dirty="0">
                          <a:latin typeface="Times New Roman"/>
                          <a:cs typeface="Times New Roman"/>
                        </a:rPr>
                        <a:t>F10</a:t>
                      </a:r>
                      <a:endParaRPr sz="1800">
                        <a:latin typeface="Times New Roman"/>
                        <a:cs typeface="Times New Roman"/>
                      </a:endParaRPr>
                    </a:p>
                  </a:txBody>
                  <a:tcPr marL="0" marR="0" marT="0" marB="0">
                    <a:lnB w="9525">
                      <a:solidFill>
                        <a:srgbClr val="000000"/>
                      </a:solidFill>
                      <a:prstDash val="solid"/>
                    </a:lnB>
                  </a:tcPr>
                </a:tc>
                <a:tc>
                  <a:txBody>
                    <a:bodyPr/>
                    <a:lstStyle/>
                    <a:p>
                      <a:pPr marL="134620">
                        <a:lnSpc>
                          <a:spcPts val="1980"/>
                        </a:lnSpc>
                        <a:tabLst>
                          <a:tab pos="967740" algn="l"/>
                          <a:tab pos="1419225" algn="l"/>
                        </a:tabLst>
                      </a:pPr>
                      <a:r>
                        <a:rPr sz="1800" i="1" spc="190" dirty="0">
                          <a:latin typeface="Times New Roman"/>
                          <a:cs typeface="Times New Roman"/>
                        </a:rPr>
                        <a:t>F12	</a:t>
                      </a:r>
                      <a:r>
                        <a:rPr sz="1800" i="1" spc="90" dirty="0">
                          <a:latin typeface="Times New Roman"/>
                          <a:cs typeface="Times New Roman"/>
                        </a:rPr>
                        <a:t>...	</a:t>
                      </a:r>
                      <a:r>
                        <a:rPr sz="1800" i="1" spc="190" dirty="0">
                          <a:latin typeface="Times New Roman"/>
                          <a:cs typeface="Times New Roman"/>
                        </a:rPr>
                        <a:t>F30</a:t>
                      </a:r>
                      <a:endParaRPr sz="18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223845">
                <a:tc>
                  <a:txBody>
                    <a:bodyPr/>
                    <a:lstStyle/>
                    <a:p>
                      <a:pPr marR="567690" algn="ctr">
                        <a:lnSpc>
                          <a:spcPct val="100000"/>
                        </a:lnSpc>
                        <a:spcBef>
                          <a:spcPts val="40"/>
                        </a:spcBef>
                      </a:pPr>
                      <a:r>
                        <a:rPr sz="1350" b="1" dirty="0">
                          <a:latin typeface="Times New Roman"/>
                          <a:cs typeface="Times New Roman"/>
                        </a:rPr>
                        <a:t>8</a:t>
                      </a:r>
                      <a:endParaRPr sz="1350">
                        <a:latin typeface="Times New Roman"/>
                        <a:cs typeface="Times New Roman"/>
                      </a:endParaRPr>
                    </a:p>
                  </a:txBody>
                  <a:tcPr marL="0" marR="0" marT="5080" marB="0"/>
                </a:tc>
                <a:tc>
                  <a:txBody>
                    <a:bodyPr/>
                    <a:lstStyle/>
                    <a:p>
                      <a:pPr marL="694690">
                        <a:lnSpc>
                          <a:spcPct val="100000"/>
                        </a:lnSpc>
                        <a:spcBef>
                          <a:spcPts val="40"/>
                        </a:spcBef>
                      </a:pPr>
                      <a:r>
                        <a:rPr sz="1350" i="1" spc="210" dirty="0">
                          <a:latin typeface="Times New Roman"/>
                          <a:cs typeface="Times New Roman"/>
                        </a:rPr>
                        <a:t>FU</a:t>
                      </a:r>
                      <a:endParaRPr sz="1350">
                        <a:latin typeface="Times New Roman"/>
                        <a:cs typeface="Times New Roman"/>
                      </a:endParaRPr>
                    </a:p>
                  </a:txBody>
                  <a:tcPr marL="0" marR="0" marT="5080" marB="0">
                    <a:lnR w="9525">
                      <a:solidFill>
                        <a:srgbClr val="000000"/>
                      </a:solidFill>
                      <a:prstDash val="solid"/>
                    </a:lnR>
                  </a:tcPr>
                </a:tc>
                <a:tc>
                  <a:txBody>
                    <a:bodyPr/>
                    <a:lstStyle/>
                    <a:p>
                      <a:pPr marL="38735" algn="ctr">
                        <a:lnSpc>
                          <a:spcPct val="100000"/>
                        </a:lnSpc>
                        <a:spcBef>
                          <a:spcPts val="40"/>
                        </a:spcBef>
                      </a:pPr>
                      <a:r>
                        <a:rPr sz="1350" spc="130" dirty="0">
                          <a:solidFill>
                            <a:srgbClr val="0000FF"/>
                          </a:solidFill>
                          <a:latin typeface="Times New Roman"/>
                          <a:cs typeface="Times New Roman"/>
                        </a:rPr>
                        <a:t>Mult1</a:t>
                      </a:r>
                      <a:endParaRPr sz="1350">
                        <a:latin typeface="Times New Roman"/>
                        <a:cs typeface="Times New Roman"/>
                      </a:endParaRPr>
                    </a:p>
                  </a:txBody>
                  <a:tcPr marL="0" marR="0" marT="508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18415" algn="ctr">
                        <a:lnSpc>
                          <a:spcPct val="100000"/>
                        </a:lnSpc>
                        <a:spcBef>
                          <a:spcPts val="40"/>
                        </a:spcBef>
                      </a:pPr>
                      <a:r>
                        <a:rPr sz="1350" spc="150" dirty="0">
                          <a:solidFill>
                            <a:srgbClr val="FF0000"/>
                          </a:solidFill>
                          <a:latin typeface="Times New Roman"/>
                          <a:cs typeface="Times New Roman"/>
                        </a:rPr>
                        <a:t>M(A2)</a:t>
                      </a:r>
                      <a:endParaRPr sz="1350">
                        <a:latin typeface="Times New Roman"/>
                        <a:cs typeface="Times New Roman"/>
                      </a:endParaRPr>
                    </a:p>
                  </a:txBody>
                  <a:tcPr marL="0" marR="0" marT="508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marL="84455" algn="ctr">
                        <a:lnSpc>
                          <a:spcPct val="100000"/>
                        </a:lnSpc>
                        <a:spcBef>
                          <a:spcPts val="40"/>
                        </a:spcBef>
                      </a:pPr>
                      <a:r>
                        <a:rPr sz="1350" spc="155" dirty="0">
                          <a:latin typeface="Times New Roman"/>
                          <a:cs typeface="Times New Roman"/>
                        </a:rPr>
                        <a:t>Add2</a:t>
                      </a:r>
                      <a:endParaRPr sz="1350">
                        <a:latin typeface="Times New Roman"/>
                        <a:cs typeface="Times New Roman"/>
                      </a:endParaRPr>
                    </a:p>
                  </a:txBody>
                  <a:tcPr marL="0" marR="0" marT="5080" marB="0">
                    <a:lnT w="9525">
                      <a:solidFill>
                        <a:srgbClr val="000000"/>
                      </a:solidFill>
                      <a:prstDash val="solid"/>
                    </a:lnT>
                    <a:lnB w="9525">
                      <a:solidFill>
                        <a:srgbClr val="000000"/>
                      </a:solidFill>
                      <a:prstDash val="solid"/>
                    </a:lnB>
                  </a:tcPr>
                </a:tc>
                <a:tc>
                  <a:txBody>
                    <a:bodyPr/>
                    <a:lstStyle/>
                    <a:p>
                      <a:pPr marL="8255" algn="ctr">
                        <a:lnSpc>
                          <a:spcPct val="100000"/>
                        </a:lnSpc>
                        <a:spcBef>
                          <a:spcPts val="40"/>
                        </a:spcBef>
                      </a:pPr>
                      <a:r>
                        <a:rPr sz="1350" spc="150" dirty="0">
                          <a:solidFill>
                            <a:srgbClr val="FF00FF"/>
                          </a:solidFill>
                          <a:latin typeface="Times New Roman"/>
                          <a:cs typeface="Times New Roman"/>
                        </a:rPr>
                        <a:t>(M-M)</a:t>
                      </a:r>
                      <a:endParaRPr sz="1350">
                        <a:latin typeface="Times New Roman"/>
                        <a:cs typeface="Times New Roman"/>
                      </a:endParaRPr>
                    </a:p>
                  </a:txBody>
                  <a:tcPr marL="0" marR="0" marT="5080" marB="0">
                    <a:lnT w="9525">
                      <a:solidFill>
                        <a:srgbClr val="000000"/>
                      </a:solidFill>
                      <a:prstDash val="solid"/>
                    </a:lnT>
                    <a:lnB w="9525">
                      <a:solidFill>
                        <a:srgbClr val="000000"/>
                      </a:solidFill>
                      <a:prstDash val="solid"/>
                    </a:lnB>
                  </a:tcPr>
                </a:tc>
                <a:tc>
                  <a:txBody>
                    <a:bodyPr/>
                    <a:lstStyle/>
                    <a:p>
                      <a:pPr marL="55880">
                        <a:lnSpc>
                          <a:spcPct val="100000"/>
                        </a:lnSpc>
                        <a:spcBef>
                          <a:spcPts val="40"/>
                        </a:spcBef>
                      </a:pPr>
                      <a:r>
                        <a:rPr sz="1350" spc="130" dirty="0">
                          <a:solidFill>
                            <a:srgbClr val="00FF00"/>
                          </a:solidFill>
                          <a:latin typeface="Times New Roman"/>
                          <a:cs typeface="Times New Roman"/>
                        </a:rPr>
                        <a:t>Mult2</a:t>
                      </a:r>
                      <a:endParaRPr sz="1350">
                        <a:latin typeface="Times New Roman"/>
                        <a:cs typeface="Times New Roman"/>
                      </a:endParaRPr>
                    </a:p>
                  </a:txBody>
                  <a:tcPr marL="0" marR="0" marT="508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bl>
          </a:graphicData>
        </a:graphic>
      </p:graphicFrame>
      <p:grpSp>
        <p:nvGrpSpPr>
          <p:cNvPr id="25" name="object 22">
            <a:extLst>
              <a:ext uri="{FF2B5EF4-FFF2-40B4-BE49-F238E27FC236}">
                <a16:creationId xmlns:a16="http://schemas.microsoft.com/office/drawing/2014/main" id="{B03FFFBF-66B3-A5DD-C6D8-2308F916B21B}"/>
              </a:ext>
            </a:extLst>
          </p:cNvPr>
          <p:cNvGrpSpPr/>
          <p:nvPr/>
        </p:nvGrpSpPr>
        <p:grpSpPr>
          <a:xfrm>
            <a:off x="2859598" y="2133997"/>
            <a:ext cx="2023110" cy="1350010"/>
            <a:chOff x="2839368" y="1462690"/>
            <a:chExt cx="2023110" cy="1350010"/>
          </a:xfrm>
        </p:grpSpPr>
        <p:sp>
          <p:nvSpPr>
            <p:cNvPr id="26" name="object 23">
              <a:extLst>
                <a:ext uri="{FF2B5EF4-FFF2-40B4-BE49-F238E27FC236}">
                  <a16:creationId xmlns:a16="http://schemas.microsoft.com/office/drawing/2014/main" id="{D5D6BC28-6C2C-9BF1-CDE8-C3A4C008397B}"/>
                </a:ext>
              </a:extLst>
            </p:cNvPr>
            <p:cNvSpPr/>
            <p:nvPr/>
          </p:nvSpPr>
          <p:spPr>
            <a:xfrm>
              <a:off x="2852407" y="1466358"/>
              <a:ext cx="2005964" cy="0"/>
            </a:xfrm>
            <a:custGeom>
              <a:avLst/>
              <a:gdLst/>
              <a:ahLst/>
              <a:cxnLst/>
              <a:rect l="l" t="t" r="r" b="b"/>
              <a:pathLst>
                <a:path w="2005964">
                  <a:moveTo>
                    <a:pt x="0" y="0"/>
                  </a:moveTo>
                  <a:lnTo>
                    <a:pt x="2005444" y="0"/>
                  </a:lnTo>
                </a:path>
              </a:pathLst>
            </a:custGeom>
            <a:ln w="7216">
              <a:solidFill>
                <a:srgbClr val="000000"/>
              </a:solidFill>
            </a:ln>
          </p:spPr>
          <p:txBody>
            <a:bodyPr wrap="square" lIns="0" tIns="0" rIns="0" bIns="0" rtlCol="0"/>
            <a:lstStyle/>
            <a:p>
              <a:endParaRPr/>
            </a:p>
          </p:txBody>
        </p:sp>
        <p:sp>
          <p:nvSpPr>
            <p:cNvPr id="27" name="object 24">
              <a:extLst>
                <a:ext uri="{FF2B5EF4-FFF2-40B4-BE49-F238E27FC236}">
                  <a16:creationId xmlns:a16="http://schemas.microsoft.com/office/drawing/2014/main" id="{B659EBDB-78CB-B011-B566-E81D737F20FB}"/>
                </a:ext>
              </a:extLst>
            </p:cNvPr>
            <p:cNvSpPr/>
            <p:nvPr/>
          </p:nvSpPr>
          <p:spPr>
            <a:xfrm>
              <a:off x="2847998" y="1462724"/>
              <a:ext cx="2014220" cy="7620"/>
            </a:xfrm>
            <a:custGeom>
              <a:avLst/>
              <a:gdLst/>
              <a:ahLst/>
              <a:cxnLst/>
              <a:rect l="l" t="t" r="r" b="b"/>
              <a:pathLst>
                <a:path w="2014220" h="7619">
                  <a:moveTo>
                    <a:pt x="2014146" y="0"/>
                  </a:moveTo>
                  <a:lnTo>
                    <a:pt x="0" y="0"/>
                  </a:lnTo>
                  <a:lnTo>
                    <a:pt x="0" y="7205"/>
                  </a:lnTo>
                  <a:lnTo>
                    <a:pt x="2014146" y="7205"/>
                  </a:lnTo>
                  <a:lnTo>
                    <a:pt x="2014146" y="0"/>
                  </a:lnTo>
                  <a:close/>
                </a:path>
              </a:pathLst>
            </a:custGeom>
            <a:solidFill>
              <a:srgbClr val="000000"/>
            </a:solidFill>
          </p:spPr>
          <p:txBody>
            <a:bodyPr wrap="square" lIns="0" tIns="0" rIns="0" bIns="0" rtlCol="0"/>
            <a:lstStyle/>
            <a:p>
              <a:endParaRPr/>
            </a:p>
          </p:txBody>
        </p:sp>
        <p:sp>
          <p:nvSpPr>
            <p:cNvPr id="28" name="object 25">
              <a:extLst>
                <a:ext uri="{FF2B5EF4-FFF2-40B4-BE49-F238E27FC236}">
                  <a16:creationId xmlns:a16="http://schemas.microsoft.com/office/drawing/2014/main" id="{25DD612B-F7F1-2E0F-93C7-DCF92A977086}"/>
                </a:ext>
              </a:extLst>
            </p:cNvPr>
            <p:cNvSpPr/>
            <p:nvPr/>
          </p:nvSpPr>
          <p:spPr>
            <a:xfrm>
              <a:off x="2843705" y="1466358"/>
              <a:ext cx="0" cy="1342390"/>
            </a:xfrm>
            <a:custGeom>
              <a:avLst/>
              <a:gdLst/>
              <a:ahLst/>
              <a:cxnLst/>
              <a:rect l="l" t="t" r="r" b="b"/>
              <a:pathLst>
                <a:path h="1342389">
                  <a:moveTo>
                    <a:pt x="0" y="0"/>
                  </a:moveTo>
                  <a:lnTo>
                    <a:pt x="0" y="1342113"/>
                  </a:lnTo>
                </a:path>
              </a:pathLst>
            </a:custGeom>
            <a:ln w="8674">
              <a:solidFill>
                <a:srgbClr val="000000"/>
              </a:solidFill>
            </a:ln>
          </p:spPr>
          <p:txBody>
            <a:bodyPr wrap="square" lIns="0" tIns="0" rIns="0" bIns="0" rtlCol="0"/>
            <a:lstStyle/>
            <a:p>
              <a:endParaRPr/>
            </a:p>
          </p:txBody>
        </p:sp>
        <p:sp>
          <p:nvSpPr>
            <p:cNvPr id="29" name="object 26">
              <a:extLst>
                <a:ext uri="{FF2B5EF4-FFF2-40B4-BE49-F238E27FC236}">
                  <a16:creationId xmlns:a16="http://schemas.microsoft.com/office/drawing/2014/main" id="{BD6EBEFA-AF3C-B860-CD90-D6E2EEC66677}"/>
                </a:ext>
              </a:extLst>
            </p:cNvPr>
            <p:cNvSpPr/>
            <p:nvPr/>
          </p:nvSpPr>
          <p:spPr>
            <a:xfrm>
              <a:off x="2839412" y="1462690"/>
              <a:ext cx="8890" cy="1349375"/>
            </a:xfrm>
            <a:custGeom>
              <a:avLst/>
              <a:gdLst/>
              <a:ahLst/>
              <a:cxnLst/>
              <a:rect l="l" t="t" r="r" b="b"/>
              <a:pathLst>
                <a:path w="8889" h="1349375">
                  <a:moveTo>
                    <a:pt x="8674" y="0"/>
                  </a:moveTo>
                  <a:lnTo>
                    <a:pt x="0" y="0"/>
                  </a:lnTo>
                  <a:lnTo>
                    <a:pt x="0" y="1349353"/>
                  </a:lnTo>
                  <a:lnTo>
                    <a:pt x="8674" y="1349353"/>
                  </a:lnTo>
                  <a:lnTo>
                    <a:pt x="8674" y="0"/>
                  </a:lnTo>
                  <a:close/>
                </a:path>
              </a:pathLst>
            </a:custGeom>
            <a:solidFill>
              <a:srgbClr val="000000"/>
            </a:solidFill>
          </p:spPr>
          <p:txBody>
            <a:bodyPr wrap="square" lIns="0" tIns="0" rIns="0" bIns="0" rtlCol="0"/>
            <a:lstStyle/>
            <a:p>
              <a:endParaRPr/>
            </a:p>
          </p:txBody>
        </p:sp>
        <p:sp>
          <p:nvSpPr>
            <p:cNvPr id="30" name="object 27">
              <a:extLst>
                <a:ext uri="{FF2B5EF4-FFF2-40B4-BE49-F238E27FC236}">
                  <a16:creationId xmlns:a16="http://schemas.microsoft.com/office/drawing/2014/main" id="{A3AA062B-8502-C8AF-B093-48BF7E180CC6}"/>
                </a:ext>
              </a:extLst>
            </p:cNvPr>
            <p:cNvSpPr/>
            <p:nvPr/>
          </p:nvSpPr>
          <p:spPr>
            <a:xfrm>
              <a:off x="4857851" y="1473598"/>
              <a:ext cx="0" cy="1335405"/>
            </a:xfrm>
            <a:custGeom>
              <a:avLst/>
              <a:gdLst/>
              <a:ahLst/>
              <a:cxnLst/>
              <a:rect l="l" t="t" r="r" b="b"/>
              <a:pathLst>
                <a:path h="1335405">
                  <a:moveTo>
                    <a:pt x="0" y="0"/>
                  </a:moveTo>
                  <a:lnTo>
                    <a:pt x="0" y="1334874"/>
                  </a:lnTo>
                </a:path>
              </a:pathLst>
            </a:custGeom>
            <a:ln w="8674">
              <a:solidFill>
                <a:srgbClr val="000000"/>
              </a:solidFill>
            </a:ln>
          </p:spPr>
          <p:txBody>
            <a:bodyPr wrap="square" lIns="0" tIns="0" rIns="0" bIns="0" rtlCol="0"/>
            <a:lstStyle/>
            <a:p>
              <a:endParaRPr/>
            </a:p>
          </p:txBody>
        </p:sp>
        <p:sp>
          <p:nvSpPr>
            <p:cNvPr id="31" name="object 28">
              <a:extLst>
                <a:ext uri="{FF2B5EF4-FFF2-40B4-BE49-F238E27FC236}">
                  <a16:creationId xmlns:a16="http://schemas.microsoft.com/office/drawing/2014/main" id="{B2B3E5EB-8ECB-953D-E77C-22616822A433}"/>
                </a:ext>
              </a:extLst>
            </p:cNvPr>
            <p:cNvSpPr/>
            <p:nvPr/>
          </p:nvSpPr>
          <p:spPr>
            <a:xfrm>
              <a:off x="4853558" y="1469930"/>
              <a:ext cx="8890" cy="1342390"/>
            </a:xfrm>
            <a:custGeom>
              <a:avLst/>
              <a:gdLst/>
              <a:ahLst/>
              <a:cxnLst/>
              <a:rect l="l" t="t" r="r" b="b"/>
              <a:pathLst>
                <a:path w="8889" h="1342389">
                  <a:moveTo>
                    <a:pt x="8674" y="0"/>
                  </a:moveTo>
                  <a:lnTo>
                    <a:pt x="0" y="0"/>
                  </a:lnTo>
                  <a:lnTo>
                    <a:pt x="0" y="1342113"/>
                  </a:lnTo>
                  <a:lnTo>
                    <a:pt x="8674" y="1342113"/>
                  </a:lnTo>
                  <a:lnTo>
                    <a:pt x="8674" y="0"/>
                  </a:lnTo>
                  <a:close/>
                </a:path>
              </a:pathLst>
            </a:custGeom>
            <a:solidFill>
              <a:srgbClr val="000000"/>
            </a:solidFill>
          </p:spPr>
          <p:txBody>
            <a:bodyPr wrap="square" lIns="0" tIns="0" rIns="0" bIns="0" rtlCol="0"/>
            <a:lstStyle/>
            <a:p>
              <a:endParaRPr/>
            </a:p>
          </p:txBody>
        </p:sp>
        <p:sp>
          <p:nvSpPr>
            <p:cNvPr id="32" name="object 29">
              <a:extLst>
                <a:ext uri="{FF2B5EF4-FFF2-40B4-BE49-F238E27FC236}">
                  <a16:creationId xmlns:a16="http://schemas.microsoft.com/office/drawing/2014/main" id="{C1A56D01-21A4-B1A0-AD5F-599A4992D20C}"/>
                </a:ext>
              </a:extLst>
            </p:cNvPr>
            <p:cNvSpPr/>
            <p:nvPr/>
          </p:nvSpPr>
          <p:spPr>
            <a:xfrm>
              <a:off x="2852407" y="2808472"/>
              <a:ext cx="2005964" cy="0"/>
            </a:xfrm>
            <a:custGeom>
              <a:avLst/>
              <a:gdLst/>
              <a:ahLst/>
              <a:cxnLst/>
              <a:rect l="l" t="t" r="r" b="b"/>
              <a:pathLst>
                <a:path w="2005964">
                  <a:moveTo>
                    <a:pt x="0" y="0"/>
                  </a:moveTo>
                  <a:lnTo>
                    <a:pt x="2005444" y="0"/>
                  </a:lnTo>
                </a:path>
              </a:pathLst>
            </a:custGeom>
            <a:ln w="7216">
              <a:solidFill>
                <a:srgbClr val="000000"/>
              </a:solidFill>
            </a:ln>
          </p:spPr>
          <p:txBody>
            <a:bodyPr wrap="square" lIns="0" tIns="0" rIns="0" bIns="0" rtlCol="0"/>
            <a:lstStyle/>
            <a:p>
              <a:endParaRPr/>
            </a:p>
          </p:txBody>
        </p:sp>
        <p:sp>
          <p:nvSpPr>
            <p:cNvPr id="33" name="object 30">
              <a:extLst>
                <a:ext uri="{FF2B5EF4-FFF2-40B4-BE49-F238E27FC236}">
                  <a16:creationId xmlns:a16="http://schemas.microsoft.com/office/drawing/2014/main" id="{CE58577A-DA0C-05CF-A0FC-5EB8FC2FD9A7}"/>
                </a:ext>
              </a:extLst>
            </p:cNvPr>
            <p:cNvSpPr/>
            <p:nvPr/>
          </p:nvSpPr>
          <p:spPr>
            <a:xfrm>
              <a:off x="2847998" y="2804838"/>
              <a:ext cx="2014220" cy="7620"/>
            </a:xfrm>
            <a:custGeom>
              <a:avLst/>
              <a:gdLst/>
              <a:ahLst/>
              <a:cxnLst/>
              <a:rect l="l" t="t" r="r" b="b"/>
              <a:pathLst>
                <a:path w="2014220" h="7619">
                  <a:moveTo>
                    <a:pt x="2014146" y="0"/>
                  </a:moveTo>
                  <a:lnTo>
                    <a:pt x="0" y="0"/>
                  </a:lnTo>
                  <a:lnTo>
                    <a:pt x="0" y="7205"/>
                  </a:lnTo>
                  <a:lnTo>
                    <a:pt x="2014146" y="7205"/>
                  </a:lnTo>
                  <a:lnTo>
                    <a:pt x="2014146"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15613772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58256-4F2F-385C-615A-8292B16FCB7A}"/>
              </a:ext>
            </a:extLst>
          </p:cNvPr>
          <p:cNvSpPr>
            <a:spLocks noGrp="1"/>
          </p:cNvSpPr>
          <p:nvPr>
            <p:ph type="title"/>
          </p:nvPr>
        </p:nvSpPr>
        <p:spPr/>
        <p:txBody>
          <a:bodyPr/>
          <a:lstStyle/>
          <a:p>
            <a:r>
              <a:rPr lang="en-US" dirty="0"/>
              <a:t>Cycle-9</a:t>
            </a:r>
            <a:endParaRPr lang="en-IN" dirty="0"/>
          </a:p>
        </p:txBody>
      </p:sp>
      <p:sp>
        <p:nvSpPr>
          <p:cNvPr id="4" name="Footer Placeholder 3">
            <a:extLst>
              <a:ext uri="{FF2B5EF4-FFF2-40B4-BE49-F238E27FC236}">
                <a16:creationId xmlns:a16="http://schemas.microsoft.com/office/drawing/2014/main" id="{F8834C05-4356-8FD9-84EA-CEBF6635F820}"/>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3A791B0B-326B-1DA7-CAAF-6F0D9A4259F0}"/>
              </a:ext>
            </a:extLst>
          </p:cNvPr>
          <p:cNvSpPr>
            <a:spLocks noGrp="1"/>
          </p:cNvSpPr>
          <p:nvPr>
            <p:ph type="sldNum" sz="quarter" idx="12"/>
          </p:nvPr>
        </p:nvSpPr>
        <p:spPr/>
        <p:txBody>
          <a:bodyPr/>
          <a:lstStyle/>
          <a:p>
            <a:fld id="{B8651ABE-1138-46C6-9A43-7FCD4EB2550C}" type="slidenum">
              <a:rPr lang="en-IN" smtClean="0"/>
              <a:pPr/>
              <a:t>30</a:t>
            </a:fld>
            <a:endParaRPr lang="en-IN" dirty="0"/>
          </a:p>
        </p:txBody>
      </p:sp>
      <p:sp>
        <p:nvSpPr>
          <p:cNvPr id="6" name="object 3">
            <a:extLst>
              <a:ext uri="{FF2B5EF4-FFF2-40B4-BE49-F238E27FC236}">
                <a16:creationId xmlns:a16="http://schemas.microsoft.com/office/drawing/2014/main" id="{3A377688-B982-8BA5-4A98-B36EF2EF6D57}"/>
              </a:ext>
            </a:extLst>
          </p:cNvPr>
          <p:cNvSpPr txBox="1"/>
          <p:nvPr/>
        </p:nvSpPr>
        <p:spPr>
          <a:xfrm>
            <a:off x="50901" y="1567186"/>
            <a:ext cx="2043430" cy="315595"/>
          </a:xfrm>
          <a:prstGeom prst="rect">
            <a:avLst/>
          </a:prstGeom>
        </p:spPr>
        <p:txBody>
          <a:bodyPr vert="horz" wrap="square" lIns="0" tIns="12700" rIns="0" bIns="0" rtlCol="0">
            <a:spAutoFit/>
          </a:bodyPr>
          <a:lstStyle/>
          <a:p>
            <a:pPr marL="12700">
              <a:lnSpc>
                <a:spcPct val="100000"/>
              </a:lnSpc>
              <a:spcBef>
                <a:spcPts val="100"/>
              </a:spcBef>
            </a:pPr>
            <a:r>
              <a:rPr sz="1900" i="1" spc="105" dirty="0">
                <a:solidFill>
                  <a:srgbClr val="FF0000"/>
                </a:solidFill>
                <a:latin typeface="Times New Roman"/>
                <a:cs typeface="Times New Roman"/>
              </a:rPr>
              <a:t>Instruction</a:t>
            </a:r>
            <a:r>
              <a:rPr sz="1900" i="1" spc="35" dirty="0">
                <a:solidFill>
                  <a:srgbClr val="FF0000"/>
                </a:solidFill>
                <a:latin typeface="Times New Roman"/>
                <a:cs typeface="Times New Roman"/>
              </a:rPr>
              <a:t> </a:t>
            </a:r>
            <a:r>
              <a:rPr sz="1900" i="1" spc="100" dirty="0">
                <a:solidFill>
                  <a:srgbClr val="FF0000"/>
                </a:solidFill>
                <a:latin typeface="Times New Roman"/>
                <a:cs typeface="Times New Roman"/>
              </a:rPr>
              <a:t>status:</a:t>
            </a:r>
            <a:endParaRPr sz="1900">
              <a:latin typeface="Times New Roman"/>
              <a:cs typeface="Times New Roman"/>
            </a:endParaRPr>
          </a:p>
        </p:txBody>
      </p:sp>
      <p:sp>
        <p:nvSpPr>
          <p:cNvPr id="7" name="object 4">
            <a:extLst>
              <a:ext uri="{FF2B5EF4-FFF2-40B4-BE49-F238E27FC236}">
                <a16:creationId xmlns:a16="http://schemas.microsoft.com/office/drawing/2014/main" id="{53B73E8C-6382-B6B5-4CA1-D532DF1CCB16}"/>
              </a:ext>
            </a:extLst>
          </p:cNvPr>
          <p:cNvSpPr txBox="1"/>
          <p:nvPr/>
        </p:nvSpPr>
        <p:spPr>
          <a:xfrm>
            <a:off x="6208082" y="1876662"/>
            <a:ext cx="1436370" cy="270510"/>
          </a:xfrm>
          <a:prstGeom prst="rect">
            <a:avLst/>
          </a:prstGeom>
        </p:spPr>
        <p:txBody>
          <a:bodyPr vert="horz" wrap="square" lIns="0" tIns="13335" rIns="0" bIns="0" rtlCol="0">
            <a:spAutoFit/>
          </a:bodyPr>
          <a:lstStyle/>
          <a:p>
            <a:pPr marL="12700">
              <a:lnSpc>
                <a:spcPct val="100000"/>
              </a:lnSpc>
              <a:spcBef>
                <a:spcPts val="105"/>
              </a:spcBef>
              <a:tabLst>
                <a:tab pos="654685" algn="l"/>
              </a:tabLst>
            </a:pPr>
            <a:r>
              <a:rPr sz="1600" spc="120" dirty="0">
                <a:latin typeface="Times New Roman"/>
                <a:cs typeface="Times New Roman"/>
              </a:rPr>
              <a:t>Busy	</a:t>
            </a:r>
            <a:r>
              <a:rPr sz="1600" spc="110" dirty="0">
                <a:latin typeface="Times New Roman"/>
                <a:cs typeface="Times New Roman"/>
              </a:rPr>
              <a:t>Address</a:t>
            </a:r>
            <a:endParaRPr sz="1600">
              <a:latin typeface="Times New Roman"/>
              <a:cs typeface="Times New Roman"/>
            </a:endParaRPr>
          </a:p>
        </p:txBody>
      </p:sp>
      <p:sp>
        <p:nvSpPr>
          <p:cNvPr id="8" name="object 5">
            <a:extLst>
              <a:ext uri="{FF2B5EF4-FFF2-40B4-BE49-F238E27FC236}">
                <a16:creationId xmlns:a16="http://schemas.microsoft.com/office/drawing/2014/main" id="{78E0943E-A62E-25D1-233F-175CE2CACA11}"/>
              </a:ext>
            </a:extLst>
          </p:cNvPr>
          <p:cNvSpPr txBox="1"/>
          <p:nvPr/>
        </p:nvSpPr>
        <p:spPr>
          <a:xfrm>
            <a:off x="3849939" y="2124225"/>
            <a:ext cx="117475" cy="494030"/>
          </a:xfrm>
          <a:prstGeom prst="rect">
            <a:avLst/>
          </a:prstGeom>
        </p:spPr>
        <p:txBody>
          <a:bodyPr vert="horz" wrap="square" lIns="0" tIns="32384" rIns="0" bIns="0" rtlCol="0">
            <a:spAutoFit/>
          </a:bodyPr>
          <a:lstStyle/>
          <a:p>
            <a:pPr>
              <a:lnSpc>
                <a:spcPct val="100000"/>
              </a:lnSpc>
              <a:spcBef>
                <a:spcPts val="254"/>
              </a:spcBef>
            </a:pPr>
            <a:r>
              <a:rPr sz="1400" spc="120" dirty="0">
                <a:latin typeface="Times New Roman"/>
                <a:cs typeface="Times New Roman"/>
              </a:rPr>
              <a:t>3</a:t>
            </a:r>
            <a:endParaRPr sz="1400">
              <a:latin typeface="Times New Roman"/>
              <a:cs typeface="Times New Roman"/>
            </a:endParaRPr>
          </a:p>
          <a:p>
            <a:pPr>
              <a:lnSpc>
                <a:spcPct val="100000"/>
              </a:lnSpc>
              <a:spcBef>
                <a:spcPts val="165"/>
              </a:spcBef>
            </a:pPr>
            <a:r>
              <a:rPr sz="1400" spc="120" dirty="0">
                <a:latin typeface="Times New Roman"/>
                <a:cs typeface="Times New Roman"/>
              </a:rPr>
              <a:t>4</a:t>
            </a:r>
            <a:endParaRPr sz="1400">
              <a:latin typeface="Times New Roman"/>
              <a:cs typeface="Times New Roman"/>
            </a:endParaRPr>
          </a:p>
        </p:txBody>
      </p:sp>
      <p:sp>
        <p:nvSpPr>
          <p:cNvPr id="9" name="object 6">
            <a:extLst>
              <a:ext uri="{FF2B5EF4-FFF2-40B4-BE49-F238E27FC236}">
                <a16:creationId xmlns:a16="http://schemas.microsoft.com/office/drawing/2014/main" id="{75CE560D-DD32-C319-F437-95C4B0F8F01E}"/>
              </a:ext>
            </a:extLst>
          </p:cNvPr>
          <p:cNvSpPr txBox="1"/>
          <p:nvPr/>
        </p:nvSpPr>
        <p:spPr>
          <a:xfrm>
            <a:off x="4501163" y="2124225"/>
            <a:ext cx="117475" cy="494030"/>
          </a:xfrm>
          <a:prstGeom prst="rect">
            <a:avLst/>
          </a:prstGeom>
        </p:spPr>
        <p:txBody>
          <a:bodyPr vert="horz" wrap="square" lIns="0" tIns="32384" rIns="0" bIns="0" rtlCol="0">
            <a:spAutoFit/>
          </a:bodyPr>
          <a:lstStyle/>
          <a:p>
            <a:pPr>
              <a:lnSpc>
                <a:spcPct val="100000"/>
              </a:lnSpc>
              <a:spcBef>
                <a:spcPts val="254"/>
              </a:spcBef>
            </a:pPr>
            <a:r>
              <a:rPr sz="1400" spc="120" dirty="0">
                <a:latin typeface="Times New Roman"/>
                <a:cs typeface="Times New Roman"/>
              </a:rPr>
              <a:t>4</a:t>
            </a:r>
            <a:endParaRPr sz="1400">
              <a:latin typeface="Times New Roman"/>
              <a:cs typeface="Times New Roman"/>
            </a:endParaRPr>
          </a:p>
          <a:p>
            <a:pPr>
              <a:lnSpc>
                <a:spcPct val="100000"/>
              </a:lnSpc>
              <a:spcBef>
                <a:spcPts val="165"/>
              </a:spcBef>
            </a:pPr>
            <a:r>
              <a:rPr sz="1400" spc="120" dirty="0">
                <a:latin typeface="Times New Roman"/>
                <a:cs typeface="Times New Roman"/>
              </a:rPr>
              <a:t>5</a:t>
            </a:r>
            <a:endParaRPr sz="1400">
              <a:latin typeface="Times New Roman"/>
              <a:cs typeface="Times New Roman"/>
            </a:endParaRPr>
          </a:p>
        </p:txBody>
      </p:sp>
      <p:sp>
        <p:nvSpPr>
          <p:cNvPr id="10" name="object 7">
            <a:extLst>
              <a:ext uri="{FF2B5EF4-FFF2-40B4-BE49-F238E27FC236}">
                <a16:creationId xmlns:a16="http://schemas.microsoft.com/office/drawing/2014/main" id="{125B5DCB-33F7-11E7-661A-B1D8190FE886}"/>
              </a:ext>
            </a:extLst>
          </p:cNvPr>
          <p:cNvSpPr txBox="1"/>
          <p:nvPr/>
        </p:nvSpPr>
        <p:spPr>
          <a:xfrm>
            <a:off x="5548154" y="2124225"/>
            <a:ext cx="563245" cy="727710"/>
          </a:xfrm>
          <a:prstGeom prst="rect">
            <a:avLst/>
          </a:prstGeom>
        </p:spPr>
        <p:txBody>
          <a:bodyPr vert="horz" wrap="square" lIns="0" tIns="12065" rIns="0" bIns="0" rtlCol="0">
            <a:spAutoFit/>
          </a:bodyPr>
          <a:lstStyle/>
          <a:p>
            <a:pPr marL="12700" marR="5080" algn="just">
              <a:lnSpc>
                <a:spcPct val="109700"/>
              </a:lnSpc>
              <a:spcBef>
                <a:spcPts val="95"/>
              </a:spcBef>
            </a:pPr>
            <a:r>
              <a:rPr sz="1400" spc="160" dirty="0">
                <a:latin typeface="Times New Roman"/>
                <a:cs typeface="Times New Roman"/>
              </a:rPr>
              <a:t>L</a:t>
            </a:r>
            <a:r>
              <a:rPr sz="1400" spc="120" dirty="0">
                <a:latin typeface="Times New Roman"/>
                <a:cs typeface="Times New Roman"/>
              </a:rPr>
              <a:t>oa</a:t>
            </a:r>
            <a:r>
              <a:rPr sz="1400" spc="90" dirty="0">
                <a:latin typeface="Times New Roman"/>
                <a:cs typeface="Times New Roman"/>
              </a:rPr>
              <a:t>d1  </a:t>
            </a:r>
            <a:r>
              <a:rPr sz="1400" spc="160" dirty="0">
                <a:latin typeface="Times New Roman"/>
                <a:cs typeface="Times New Roman"/>
              </a:rPr>
              <a:t>L</a:t>
            </a:r>
            <a:r>
              <a:rPr sz="1400" spc="120" dirty="0">
                <a:latin typeface="Times New Roman"/>
                <a:cs typeface="Times New Roman"/>
              </a:rPr>
              <a:t>oa</a:t>
            </a:r>
            <a:r>
              <a:rPr sz="1400" spc="90" dirty="0">
                <a:latin typeface="Times New Roman"/>
                <a:cs typeface="Times New Roman"/>
              </a:rPr>
              <a:t>d2  </a:t>
            </a:r>
            <a:r>
              <a:rPr sz="1400" spc="160" dirty="0">
                <a:latin typeface="Times New Roman"/>
                <a:cs typeface="Times New Roman"/>
              </a:rPr>
              <a:t>L</a:t>
            </a:r>
            <a:r>
              <a:rPr sz="1400" spc="120" dirty="0">
                <a:latin typeface="Times New Roman"/>
                <a:cs typeface="Times New Roman"/>
              </a:rPr>
              <a:t>oad3</a:t>
            </a:r>
            <a:endParaRPr sz="1400">
              <a:latin typeface="Times New Roman"/>
              <a:cs typeface="Times New Roman"/>
            </a:endParaRPr>
          </a:p>
        </p:txBody>
      </p:sp>
      <p:sp>
        <p:nvSpPr>
          <p:cNvPr id="11" name="object 8">
            <a:extLst>
              <a:ext uri="{FF2B5EF4-FFF2-40B4-BE49-F238E27FC236}">
                <a16:creationId xmlns:a16="http://schemas.microsoft.com/office/drawing/2014/main" id="{34ADACF5-B106-68AE-AFF1-7FC98F006B4C}"/>
              </a:ext>
            </a:extLst>
          </p:cNvPr>
          <p:cNvSpPr txBox="1"/>
          <p:nvPr/>
        </p:nvSpPr>
        <p:spPr>
          <a:xfrm>
            <a:off x="6181698" y="2149897"/>
            <a:ext cx="1537335" cy="702310"/>
          </a:xfrm>
          <a:prstGeom prst="rect">
            <a:avLst/>
          </a:prstGeom>
          <a:ln w="8719">
            <a:solidFill>
              <a:srgbClr val="000000"/>
            </a:solidFill>
          </a:ln>
        </p:spPr>
        <p:txBody>
          <a:bodyPr vert="horz" wrap="square" lIns="0" tIns="6985" rIns="0" bIns="0" rtlCol="0">
            <a:spAutoFit/>
          </a:bodyPr>
          <a:lstStyle/>
          <a:p>
            <a:pPr marL="194945">
              <a:lnSpc>
                <a:spcPct val="100000"/>
              </a:lnSpc>
              <a:spcBef>
                <a:spcPts val="55"/>
              </a:spcBef>
            </a:pPr>
            <a:r>
              <a:rPr sz="1400" spc="120" dirty="0">
                <a:latin typeface="Times New Roman"/>
                <a:cs typeface="Times New Roman"/>
              </a:rPr>
              <a:t>No</a:t>
            </a:r>
            <a:endParaRPr sz="1400">
              <a:latin typeface="Times New Roman"/>
              <a:cs typeface="Times New Roman"/>
            </a:endParaRPr>
          </a:p>
          <a:p>
            <a:pPr marL="194945" marR="1085215">
              <a:lnSpc>
                <a:spcPct val="109600"/>
              </a:lnSpc>
            </a:pPr>
            <a:r>
              <a:rPr sz="1400" spc="90" dirty="0">
                <a:latin typeface="Times New Roman"/>
                <a:cs typeface="Times New Roman"/>
              </a:rPr>
              <a:t>No  No</a:t>
            </a:r>
            <a:endParaRPr sz="1400">
              <a:latin typeface="Times New Roman"/>
              <a:cs typeface="Times New Roman"/>
            </a:endParaRPr>
          </a:p>
        </p:txBody>
      </p:sp>
      <p:sp>
        <p:nvSpPr>
          <p:cNvPr id="12" name="object 9">
            <a:extLst>
              <a:ext uri="{FF2B5EF4-FFF2-40B4-BE49-F238E27FC236}">
                <a16:creationId xmlns:a16="http://schemas.microsoft.com/office/drawing/2014/main" id="{BCC8BB2F-5AD5-A85B-1A43-9B2B5AA4BE80}"/>
              </a:ext>
            </a:extLst>
          </p:cNvPr>
          <p:cNvSpPr txBox="1"/>
          <p:nvPr/>
        </p:nvSpPr>
        <p:spPr>
          <a:xfrm>
            <a:off x="3849939" y="2842429"/>
            <a:ext cx="117475" cy="243204"/>
          </a:xfrm>
          <a:prstGeom prst="rect">
            <a:avLst/>
          </a:prstGeom>
        </p:spPr>
        <p:txBody>
          <a:bodyPr vert="horz" wrap="square" lIns="0" tIns="15875" rIns="0" bIns="0" rtlCol="0">
            <a:spAutoFit/>
          </a:bodyPr>
          <a:lstStyle/>
          <a:p>
            <a:pPr>
              <a:lnSpc>
                <a:spcPct val="100000"/>
              </a:lnSpc>
              <a:spcBef>
                <a:spcPts val="125"/>
              </a:spcBef>
            </a:pPr>
            <a:r>
              <a:rPr sz="1400" spc="120" dirty="0">
                <a:latin typeface="Times New Roman"/>
                <a:cs typeface="Times New Roman"/>
              </a:rPr>
              <a:t>7</a:t>
            </a:r>
            <a:endParaRPr sz="1400">
              <a:latin typeface="Times New Roman"/>
              <a:cs typeface="Times New Roman"/>
            </a:endParaRPr>
          </a:p>
        </p:txBody>
      </p:sp>
      <p:sp>
        <p:nvSpPr>
          <p:cNvPr id="13" name="object 10">
            <a:extLst>
              <a:ext uri="{FF2B5EF4-FFF2-40B4-BE49-F238E27FC236}">
                <a16:creationId xmlns:a16="http://schemas.microsoft.com/office/drawing/2014/main" id="{85985D86-4272-0DDA-EFAB-35B4D662D5CF}"/>
              </a:ext>
            </a:extLst>
          </p:cNvPr>
          <p:cNvSpPr txBox="1"/>
          <p:nvPr/>
        </p:nvSpPr>
        <p:spPr>
          <a:xfrm>
            <a:off x="4501163" y="2842429"/>
            <a:ext cx="117475" cy="243204"/>
          </a:xfrm>
          <a:prstGeom prst="rect">
            <a:avLst/>
          </a:prstGeom>
        </p:spPr>
        <p:txBody>
          <a:bodyPr vert="horz" wrap="square" lIns="0" tIns="15875" rIns="0" bIns="0" rtlCol="0">
            <a:spAutoFit/>
          </a:bodyPr>
          <a:lstStyle/>
          <a:p>
            <a:pPr>
              <a:lnSpc>
                <a:spcPct val="100000"/>
              </a:lnSpc>
              <a:spcBef>
                <a:spcPts val="125"/>
              </a:spcBef>
            </a:pPr>
            <a:r>
              <a:rPr sz="1400" spc="120" dirty="0">
                <a:latin typeface="Times New Roman"/>
                <a:cs typeface="Times New Roman"/>
              </a:rPr>
              <a:t>8</a:t>
            </a:r>
            <a:endParaRPr sz="1400">
              <a:latin typeface="Times New Roman"/>
              <a:cs typeface="Times New Roman"/>
            </a:endParaRPr>
          </a:p>
        </p:txBody>
      </p:sp>
      <p:sp>
        <p:nvSpPr>
          <p:cNvPr id="14" name="object 11">
            <a:extLst>
              <a:ext uri="{FF2B5EF4-FFF2-40B4-BE49-F238E27FC236}">
                <a16:creationId xmlns:a16="http://schemas.microsoft.com/office/drawing/2014/main" id="{C796F236-52E9-D0E2-D32A-ED6AAB7055FB}"/>
              </a:ext>
            </a:extLst>
          </p:cNvPr>
          <p:cNvSpPr txBox="1"/>
          <p:nvPr/>
        </p:nvSpPr>
        <p:spPr>
          <a:xfrm>
            <a:off x="380863" y="1875598"/>
            <a:ext cx="927735" cy="1678305"/>
          </a:xfrm>
          <a:prstGeom prst="rect">
            <a:avLst/>
          </a:prstGeom>
        </p:spPr>
        <p:txBody>
          <a:bodyPr vert="horz" wrap="square" lIns="0" tIns="12065" rIns="0" bIns="0" rtlCol="0">
            <a:spAutoFit/>
          </a:bodyPr>
          <a:lstStyle/>
          <a:p>
            <a:pPr marL="12700" marR="5080">
              <a:lnSpc>
                <a:spcPct val="113100"/>
              </a:lnSpc>
              <a:spcBef>
                <a:spcPts val="95"/>
              </a:spcBef>
            </a:pPr>
            <a:r>
              <a:rPr sz="1400" spc="100" dirty="0">
                <a:latin typeface="Times New Roman"/>
                <a:cs typeface="Times New Roman"/>
              </a:rPr>
              <a:t>In</a:t>
            </a:r>
            <a:r>
              <a:rPr sz="1400" spc="65" dirty="0">
                <a:latin typeface="Times New Roman"/>
                <a:cs typeface="Times New Roman"/>
              </a:rPr>
              <a:t>s</a:t>
            </a:r>
            <a:r>
              <a:rPr sz="1400" spc="80" dirty="0">
                <a:latin typeface="Times New Roman"/>
                <a:cs typeface="Times New Roman"/>
              </a:rPr>
              <a:t>t</a:t>
            </a:r>
            <a:r>
              <a:rPr sz="1400" spc="100" dirty="0">
                <a:latin typeface="Times New Roman"/>
                <a:cs typeface="Times New Roman"/>
              </a:rPr>
              <a:t>ruct</a:t>
            </a:r>
            <a:r>
              <a:rPr sz="1400" spc="15" dirty="0">
                <a:latin typeface="Times New Roman"/>
                <a:cs typeface="Times New Roman"/>
              </a:rPr>
              <a:t>i</a:t>
            </a:r>
            <a:r>
              <a:rPr sz="1400" spc="90" dirty="0">
                <a:latin typeface="Times New Roman"/>
                <a:cs typeface="Times New Roman"/>
              </a:rPr>
              <a:t>on  </a:t>
            </a:r>
            <a:r>
              <a:rPr sz="1400" spc="180" dirty="0">
                <a:latin typeface="Times New Roman"/>
                <a:cs typeface="Times New Roman"/>
              </a:rPr>
              <a:t>LD</a:t>
            </a:r>
            <a:endParaRPr sz="1400">
              <a:latin typeface="Times New Roman"/>
              <a:cs typeface="Times New Roman"/>
            </a:endParaRPr>
          </a:p>
          <a:p>
            <a:pPr marL="12700" marR="183515">
              <a:lnSpc>
                <a:spcPct val="109600"/>
              </a:lnSpc>
            </a:pPr>
            <a:r>
              <a:rPr sz="1400" spc="180" dirty="0">
                <a:solidFill>
                  <a:srgbClr val="FF0000"/>
                </a:solidFill>
                <a:latin typeface="Times New Roman"/>
                <a:cs typeface="Times New Roman"/>
              </a:rPr>
              <a:t>LD </a:t>
            </a:r>
            <a:r>
              <a:rPr sz="1400" spc="185" dirty="0">
                <a:solidFill>
                  <a:srgbClr val="FF0000"/>
                </a:solidFill>
                <a:latin typeface="Times New Roman"/>
                <a:cs typeface="Times New Roman"/>
              </a:rPr>
              <a:t> </a:t>
            </a:r>
            <a:r>
              <a:rPr sz="1400" spc="185" dirty="0">
                <a:solidFill>
                  <a:srgbClr val="0000FF"/>
                </a:solidFill>
                <a:latin typeface="Times New Roman"/>
                <a:cs typeface="Times New Roman"/>
              </a:rPr>
              <a:t>M</a:t>
            </a:r>
            <a:r>
              <a:rPr sz="1400" spc="75" dirty="0">
                <a:solidFill>
                  <a:srgbClr val="0000FF"/>
                </a:solidFill>
                <a:latin typeface="Times New Roman"/>
                <a:cs typeface="Times New Roman"/>
              </a:rPr>
              <a:t>U</a:t>
            </a:r>
            <a:r>
              <a:rPr sz="1400" spc="160" dirty="0">
                <a:solidFill>
                  <a:srgbClr val="0000FF"/>
                </a:solidFill>
                <a:latin typeface="Times New Roman"/>
                <a:cs typeface="Times New Roman"/>
              </a:rPr>
              <a:t>L</a:t>
            </a:r>
            <a:r>
              <a:rPr sz="1400" spc="95" dirty="0">
                <a:solidFill>
                  <a:srgbClr val="0000FF"/>
                </a:solidFill>
                <a:latin typeface="Times New Roman"/>
                <a:cs typeface="Times New Roman"/>
              </a:rPr>
              <a:t>TD  </a:t>
            </a:r>
            <a:r>
              <a:rPr sz="1400" spc="110" dirty="0">
                <a:solidFill>
                  <a:srgbClr val="FF00FF"/>
                </a:solidFill>
                <a:latin typeface="Times New Roman"/>
                <a:cs typeface="Times New Roman"/>
              </a:rPr>
              <a:t>SUBD </a:t>
            </a:r>
            <a:r>
              <a:rPr sz="1400" spc="114" dirty="0">
                <a:solidFill>
                  <a:srgbClr val="FF00FF"/>
                </a:solidFill>
                <a:latin typeface="Times New Roman"/>
                <a:cs typeface="Times New Roman"/>
              </a:rPr>
              <a:t> </a:t>
            </a:r>
            <a:r>
              <a:rPr sz="1400" spc="120" dirty="0">
                <a:solidFill>
                  <a:srgbClr val="00FF00"/>
                </a:solidFill>
                <a:latin typeface="Times New Roman"/>
                <a:cs typeface="Times New Roman"/>
              </a:rPr>
              <a:t>DIVD </a:t>
            </a:r>
            <a:r>
              <a:rPr sz="1400" spc="125" dirty="0">
                <a:solidFill>
                  <a:srgbClr val="00FF00"/>
                </a:solidFill>
                <a:latin typeface="Times New Roman"/>
                <a:cs typeface="Times New Roman"/>
              </a:rPr>
              <a:t> </a:t>
            </a:r>
            <a:r>
              <a:rPr sz="1400" spc="145" dirty="0">
                <a:latin typeface="Times New Roman"/>
                <a:cs typeface="Times New Roman"/>
              </a:rPr>
              <a:t>ADDD</a:t>
            </a:r>
            <a:endParaRPr sz="1400">
              <a:latin typeface="Times New Roman"/>
              <a:cs typeface="Times New Roman"/>
            </a:endParaRPr>
          </a:p>
        </p:txBody>
      </p:sp>
      <p:sp>
        <p:nvSpPr>
          <p:cNvPr id="15" name="object 12">
            <a:extLst>
              <a:ext uri="{FF2B5EF4-FFF2-40B4-BE49-F238E27FC236}">
                <a16:creationId xmlns:a16="http://schemas.microsoft.com/office/drawing/2014/main" id="{212B4D5C-A914-C4B7-39A5-314FDE1AABCC}"/>
              </a:ext>
            </a:extLst>
          </p:cNvPr>
          <p:cNvSpPr txBox="1"/>
          <p:nvPr/>
        </p:nvSpPr>
        <p:spPr>
          <a:xfrm>
            <a:off x="1283979" y="1577999"/>
            <a:ext cx="3597910" cy="1975485"/>
          </a:xfrm>
          <a:prstGeom prst="rect">
            <a:avLst/>
          </a:prstGeom>
        </p:spPr>
        <p:txBody>
          <a:bodyPr vert="horz" wrap="square" lIns="0" tIns="40005" rIns="0" bIns="0" rtlCol="0">
            <a:spAutoFit/>
          </a:bodyPr>
          <a:lstStyle/>
          <a:p>
            <a:pPr marL="2331085">
              <a:lnSpc>
                <a:spcPct val="100000"/>
              </a:lnSpc>
              <a:spcBef>
                <a:spcPts val="315"/>
              </a:spcBef>
              <a:tabLst>
                <a:tab pos="2982595" algn="l"/>
              </a:tabLst>
            </a:pPr>
            <a:r>
              <a:rPr sz="1600" i="1" spc="125" dirty="0">
                <a:latin typeface="Times New Roman"/>
                <a:cs typeface="Times New Roman"/>
              </a:rPr>
              <a:t>Exec	</a:t>
            </a:r>
            <a:r>
              <a:rPr sz="1600" i="1" spc="114" dirty="0">
                <a:latin typeface="Times New Roman"/>
                <a:cs typeface="Times New Roman"/>
              </a:rPr>
              <a:t>Write</a:t>
            </a:r>
            <a:endParaRPr sz="1600">
              <a:latin typeface="Times New Roman"/>
              <a:cs typeface="Times New Roman"/>
            </a:endParaRPr>
          </a:p>
          <a:p>
            <a:pPr marL="707390">
              <a:lnSpc>
                <a:spcPct val="100000"/>
              </a:lnSpc>
              <a:spcBef>
                <a:spcPts val="220"/>
              </a:spcBef>
              <a:tabLst>
                <a:tab pos="1254125" algn="l"/>
                <a:tab pos="1671320" algn="l"/>
                <a:tab pos="2331085" algn="l"/>
              </a:tabLst>
            </a:pPr>
            <a:r>
              <a:rPr sz="1400" i="1" spc="65" dirty="0">
                <a:latin typeface="Times New Roman"/>
                <a:cs typeface="Times New Roman"/>
              </a:rPr>
              <a:t>j	</a:t>
            </a:r>
            <a:r>
              <a:rPr sz="1400" i="1" spc="105" dirty="0">
                <a:latin typeface="Times New Roman"/>
                <a:cs typeface="Times New Roman"/>
              </a:rPr>
              <a:t>k	</a:t>
            </a:r>
            <a:r>
              <a:rPr sz="1600" i="1" spc="114" dirty="0">
                <a:latin typeface="Times New Roman"/>
                <a:cs typeface="Times New Roman"/>
              </a:rPr>
              <a:t>Issue	</a:t>
            </a:r>
            <a:r>
              <a:rPr sz="1600" i="1" spc="160" dirty="0">
                <a:latin typeface="Times New Roman"/>
                <a:cs typeface="Times New Roman"/>
              </a:rPr>
              <a:t>Comp</a:t>
            </a:r>
            <a:r>
              <a:rPr sz="1600" i="1" spc="185" dirty="0">
                <a:latin typeface="Times New Roman"/>
                <a:cs typeface="Times New Roman"/>
              </a:rPr>
              <a:t> </a:t>
            </a:r>
            <a:r>
              <a:rPr sz="1600" i="1" spc="120" dirty="0">
                <a:latin typeface="Times New Roman"/>
                <a:cs typeface="Times New Roman"/>
              </a:rPr>
              <a:t>Result</a:t>
            </a:r>
            <a:endParaRPr sz="1600">
              <a:latin typeface="Times New Roman"/>
              <a:cs typeface="Times New Roman"/>
            </a:endParaRPr>
          </a:p>
          <a:p>
            <a:pPr marL="64769">
              <a:lnSpc>
                <a:spcPct val="100000"/>
              </a:lnSpc>
              <a:spcBef>
                <a:spcPts val="180"/>
              </a:spcBef>
              <a:tabLst>
                <a:tab pos="585470" algn="l"/>
                <a:tab pos="1202055" algn="l"/>
              </a:tabLst>
            </a:pPr>
            <a:r>
              <a:rPr sz="1400" spc="114" dirty="0">
                <a:latin typeface="Times New Roman"/>
                <a:cs typeface="Times New Roman"/>
              </a:rPr>
              <a:t>F6	</a:t>
            </a:r>
            <a:r>
              <a:rPr sz="1400" spc="120" dirty="0">
                <a:latin typeface="Times New Roman"/>
                <a:cs typeface="Times New Roman"/>
              </a:rPr>
              <a:t>34+	</a:t>
            </a:r>
            <a:r>
              <a:rPr sz="1400" spc="135" dirty="0">
                <a:latin typeface="Times New Roman"/>
                <a:cs typeface="Times New Roman"/>
              </a:rPr>
              <a:t>R2</a:t>
            </a:r>
            <a:endParaRPr sz="1400">
              <a:latin typeface="Times New Roman"/>
              <a:cs typeface="Times New Roman"/>
            </a:endParaRPr>
          </a:p>
          <a:p>
            <a:pPr marL="64769">
              <a:lnSpc>
                <a:spcPct val="100000"/>
              </a:lnSpc>
              <a:spcBef>
                <a:spcPts val="165"/>
              </a:spcBef>
              <a:tabLst>
                <a:tab pos="585470" algn="l"/>
                <a:tab pos="1202055" algn="l"/>
              </a:tabLst>
            </a:pPr>
            <a:r>
              <a:rPr sz="1400" spc="114" dirty="0">
                <a:solidFill>
                  <a:srgbClr val="FF0000"/>
                </a:solidFill>
                <a:latin typeface="Times New Roman"/>
                <a:cs typeface="Times New Roman"/>
              </a:rPr>
              <a:t>F2	</a:t>
            </a:r>
            <a:r>
              <a:rPr sz="1400" spc="120" dirty="0">
                <a:solidFill>
                  <a:srgbClr val="FF0000"/>
                </a:solidFill>
                <a:latin typeface="Times New Roman"/>
                <a:cs typeface="Times New Roman"/>
              </a:rPr>
              <a:t>45+	</a:t>
            </a:r>
            <a:r>
              <a:rPr sz="1400" spc="135" dirty="0">
                <a:solidFill>
                  <a:srgbClr val="FF0000"/>
                </a:solidFill>
                <a:latin typeface="Times New Roman"/>
                <a:cs typeface="Times New Roman"/>
              </a:rPr>
              <a:t>R3</a:t>
            </a:r>
            <a:endParaRPr sz="1400">
              <a:latin typeface="Times New Roman"/>
              <a:cs typeface="Times New Roman"/>
            </a:endParaRPr>
          </a:p>
          <a:p>
            <a:pPr marL="64769">
              <a:lnSpc>
                <a:spcPct val="100000"/>
              </a:lnSpc>
              <a:spcBef>
                <a:spcPts val="160"/>
              </a:spcBef>
              <a:tabLst>
                <a:tab pos="646430" algn="l"/>
                <a:tab pos="1210945" algn="l"/>
              </a:tabLst>
            </a:pPr>
            <a:r>
              <a:rPr sz="1400" spc="114" dirty="0">
                <a:solidFill>
                  <a:srgbClr val="0000FF"/>
                </a:solidFill>
                <a:latin typeface="Times New Roman"/>
                <a:cs typeface="Times New Roman"/>
              </a:rPr>
              <a:t>F0	F2	</a:t>
            </a:r>
            <a:r>
              <a:rPr sz="1400" spc="100" dirty="0">
                <a:solidFill>
                  <a:srgbClr val="0000FF"/>
                </a:solidFill>
                <a:latin typeface="Times New Roman"/>
                <a:cs typeface="Times New Roman"/>
              </a:rPr>
              <a:t>F4</a:t>
            </a:r>
            <a:endParaRPr sz="1400">
              <a:latin typeface="Times New Roman"/>
              <a:cs typeface="Times New Roman"/>
            </a:endParaRPr>
          </a:p>
          <a:p>
            <a:pPr marL="64769">
              <a:lnSpc>
                <a:spcPct val="100000"/>
              </a:lnSpc>
              <a:spcBef>
                <a:spcPts val="165"/>
              </a:spcBef>
              <a:tabLst>
                <a:tab pos="646430" algn="l"/>
                <a:tab pos="1210945" algn="l"/>
              </a:tabLst>
            </a:pPr>
            <a:r>
              <a:rPr sz="1400" spc="114" dirty="0">
                <a:solidFill>
                  <a:srgbClr val="FF00FF"/>
                </a:solidFill>
                <a:latin typeface="Times New Roman"/>
                <a:cs typeface="Times New Roman"/>
              </a:rPr>
              <a:t>F8	F6	</a:t>
            </a:r>
            <a:r>
              <a:rPr sz="1400" spc="100" dirty="0">
                <a:solidFill>
                  <a:srgbClr val="FF00FF"/>
                </a:solidFill>
                <a:latin typeface="Times New Roman"/>
                <a:cs typeface="Times New Roman"/>
              </a:rPr>
              <a:t>F2</a:t>
            </a:r>
            <a:endParaRPr sz="1400">
              <a:latin typeface="Times New Roman"/>
              <a:cs typeface="Times New Roman"/>
            </a:endParaRPr>
          </a:p>
          <a:p>
            <a:pPr marL="12700">
              <a:lnSpc>
                <a:spcPct val="100000"/>
              </a:lnSpc>
              <a:spcBef>
                <a:spcPts val="160"/>
              </a:spcBef>
              <a:tabLst>
                <a:tab pos="646430" algn="l"/>
                <a:tab pos="1210945" algn="l"/>
              </a:tabLst>
            </a:pPr>
            <a:r>
              <a:rPr sz="1400" spc="114" dirty="0">
                <a:solidFill>
                  <a:srgbClr val="00FF00"/>
                </a:solidFill>
                <a:latin typeface="Times New Roman"/>
                <a:cs typeface="Times New Roman"/>
              </a:rPr>
              <a:t>F10	F0	</a:t>
            </a:r>
            <a:r>
              <a:rPr sz="1400" spc="100" dirty="0">
                <a:solidFill>
                  <a:srgbClr val="00FF00"/>
                </a:solidFill>
                <a:latin typeface="Times New Roman"/>
                <a:cs typeface="Times New Roman"/>
              </a:rPr>
              <a:t>F6</a:t>
            </a:r>
            <a:endParaRPr sz="1400">
              <a:latin typeface="Times New Roman"/>
              <a:cs typeface="Times New Roman"/>
            </a:endParaRPr>
          </a:p>
          <a:p>
            <a:pPr marL="64769">
              <a:lnSpc>
                <a:spcPct val="100000"/>
              </a:lnSpc>
              <a:spcBef>
                <a:spcPts val="165"/>
              </a:spcBef>
              <a:tabLst>
                <a:tab pos="646430" algn="l"/>
                <a:tab pos="1210945" algn="l"/>
              </a:tabLst>
            </a:pPr>
            <a:r>
              <a:rPr sz="1400" spc="114" dirty="0">
                <a:latin typeface="Times New Roman"/>
                <a:cs typeface="Times New Roman"/>
              </a:rPr>
              <a:t>F6	F8	</a:t>
            </a:r>
            <a:r>
              <a:rPr sz="1400" spc="100" dirty="0">
                <a:latin typeface="Times New Roman"/>
                <a:cs typeface="Times New Roman"/>
              </a:rPr>
              <a:t>F2</a:t>
            </a:r>
            <a:endParaRPr sz="1400">
              <a:latin typeface="Times New Roman"/>
              <a:cs typeface="Times New Roman"/>
            </a:endParaRPr>
          </a:p>
        </p:txBody>
      </p:sp>
      <p:sp>
        <p:nvSpPr>
          <p:cNvPr id="16" name="object 13">
            <a:extLst>
              <a:ext uri="{FF2B5EF4-FFF2-40B4-BE49-F238E27FC236}">
                <a16:creationId xmlns:a16="http://schemas.microsoft.com/office/drawing/2014/main" id="{D277E4C5-9237-FCEA-E455-0844E1DF0898}"/>
              </a:ext>
            </a:extLst>
          </p:cNvPr>
          <p:cNvSpPr txBox="1"/>
          <p:nvPr/>
        </p:nvSpPr>
        <p:spPr>
          <a:xfrm>
            <a:off x="3172721" y="2124225"/>
            <a:ext cx="117475" cy="1429385"/>
          </a:xfrm>
          <a:prstGeom prst="rect">
            <a:avLst/>
          </a:prstGeom>
        </p:spPr>
        <p:txBody>
          <a:bodyPr vert="horz" wrap="square" lIns="0" tIns="32384" rIns="0" bIns="0" rtlCol="0">
            <a:spAutoFit/>
          </a:bodyPr>
          <a:lstStyle/>
          <a:p>
            <a:pPr>
              <a:lnSpc>
                <a:spcPct val="100000"/>
              </a:lnSpc>
              <a:spcBef>
                <a:spcPts val="254"/>
              </a:spcBef>
            </a:pPr>
            <a:r>
              <a:rPr sz="1400" spc="120" dirty="0">
                <a:latin typeface="Times New Roman"/>
                <a:cs typeface="Times New Roman"/>
              </a:rPr>
              <a:t>1</a:t>
            </a:r>
            <a:endParaRPr sz="1400">
              <a:latin typeface="Times New Roman"/>
              <a:cs typeface="Times New Roman"/>
            </a:endParaRPr>
          </a:p>
          <a:p>
            <a:pPr>
              <a:lnSpc>
                <a:spcPct val="100000"/>
              </a:lnSpc>
              <a:spcBef>
                <a:spcPts val="165"/>
              </a:spcBef>
            </a:pPr>
            <a:r>
              <a:rPr sz="1400" spc="120" dirty="0">
                <a:latin typeface="Times New Roman"/>
                <a:cs typeface="Times New Roman"/>
              </a:rPr>
              <a:t>2</a:t>
            </a:r>
            <a:endParaRPr sz="1400">
              <a:latin typeface="Times New Roman"/>
              <a:cs typeface="Times New Roman"/>
            </a:endParaRPr>
          </a:p>
          <a:p>
            <a:pPr>
              <a:lnSpc>
                <a:spcPct val="100000"/>
              </a:lnSpc>
              <a:spcBef>
                <a:spcPts val="160"/>
              </a:spcBef>
            </a:pPr>
            <a:r>
              <a:rPr sz="1400" spc="120" dirty="0">
                <a:latin typeface="Times New Roman"/>
                <a:cs typeface="Times New Roman"/>
              </a:rPr>
              <a:t>3</a:t>
            </a:r>
            <a:endParaRPr sz="1400">
              <a:latin typeface="Times New Roman"/>
              <a:cs typeface="Times New Roman"/>
            </a:endParaRPr>
          </a:p>
          <a:p>
            <a:pPr>
              <a:lnSpc>
                <a:spcPct val="100000"/>
              </a:lnSpc>
              <a:spcBef>
                <a:spcPts val="160"/>
              </a:spcBef>
            </a:pPr>
            <a:r>
              <a:rPr sz="1400" spc="120" dirty="0">
                <a:latin typeface="Times New Roman"/>
                <a:cs typeface="Times New Roman"/>
              </a:rPr>
              <a:t>4</a:t>
            </a:r>
            <a:endParaRPr sz="1400">
              <a:latin typeface="Times New Roman"/>
              <a:cs typeface="Times New Roman"/>
            </a:endParaRPr>
          </a:p>
          <a:p>
            <a:pPr>
              <a:lnSpc>
                <a:spcPct val="100000"/>
              </a:lnSpc>
              <a:spcBef>
                <a:spcPts val="165"/>
              </a:spcBef>
            </a:pPr>
            <a:r>
              <a:rPr sz="1400" spc="120" dirty="0">
                <a:latin typeface="Times New Roman"/>
                <a:cs typeface="Times New Roman"/>
              </a:rPr>
              <a:t>5</a:t>
            </a:r>
            <a:endParaRPr sz="1400">
              <a:latin typeface="Times New Roman"/>
              <a:cs typeface="Times New Roman"/>
            </a:endParaRPr>
          </a:p>
          <a:p>
            <a:pPr>
              <a:lnSpc>
                <a:spcPct val="100000"/>
              </a:lnSpc>
              <a:spcBef>
                <a:spcPts val="160"/>
              </a:spcBef>
            </a:pPr>
            <a:r>
              <a:rPr sz="1400" spc="120" dirty="0">
                <a:latin typeface="Times New Roman"/>
                <a:cs typeface="Times New Roman"/>
              </a:rPr>
              <a:t>6</a:t>
            </a:r>
            <a:endParaRPr sz="1400">
              <a:latin typeface="Times New Roman"/>
              <a:cs typeface="Times New Roman"/>
            </a:endParaRPr>
          </a:p>
        </p:txBody>
      </p:sp>
      <p:sp>
        <p:nvSpPr>
          <p:cNvPr id="17" name="object 14">
            <a:extLst>
              <a:ext uri="{FF2B5EF4-FFF2-40B4-BE49-F238E27FC236}">
                <a16:creationId xmlns:a16="http://schemas.microsoft.com/office/drawing/2014/main" id="{7A891483-6667-D59E-7312-16237E79C8FB}"/>
              </a:ext>
            </a:extLst>
          </p:cNvPr>
          <p:cNvSpPr txBox="1"/>
          <p:nvPr/>
        </p:nvSpPr>
        <p:spPr>
          <a:xfrm>
            <a:off x="50901" y="3626919"/>
            <a:ext cx="3317240" cy="603250"/>
          </a:xfrm>
          <a:prstGeom prst="rect">
            <a:avLst/>
          </a:prstGeom>
        </p:spPr>
        <p:txBody>
          <a:bodyPr vert="horz" wrap="square" lIns="0" tIns="36194" rIns="0" bIns="0" rtlCol="0">
            <a:spAutoFit/>
          </a:bodyPr>
          <a:lstStyle/>
          <a:p>
            <a:pPr marL="12700">
              <a:lnSpc>
                <a:spcPct val="100000"/>
              </a:lnSpc>
              <a:spcBef>
                <a:spcPts val="284"/>
              </a:spcBef>
            </a:pPr>
            <a:r>
              <a:rPr sz="1900" i="1" spc="114" dirty="0">
                <a:solidFill>
                  <a:srgbClr val="FF0000"/>
                </a:solidFill>
                <a:latin typeface="Times New Roman"/>
                <a:cs typeface="Times New Roman"/>
              </a:rPr>
              <a:t>Reservation</a:t>
            </a:r>
            <a:r>
              <a:rPr sz="1900" i="1" spc="30" dirty="0">
                <a:solidFill>
                  <a:srgbClr val="FF0000"/>
                </a:solidFill>
                <a:latin typeface="Times New Roman"/>
                <a:cs typeface="Times New Roman"/>
              </a:rPr>
              <a:t> </a:t>
            </a:r>
            <a:r>
              <a:rPr sz="1900" i="1" spc="110" dirty="0">
                <a:solidFill>
                  <a:srgbClr val="FF0000"/>
                </a:solidFill>
                <a:latin typeface="Times New Roman"/>
                <a:cs typeface="Times New Roman"/>
              </a:rPr>
              <a:t>Stations:</a:t>
            </a:r>
            <a:endParaRPr sz="1900">
              <a:latin typeface="Times New Roman"/>
              <a:cs typeface="Times New Roman"/>
            </a:endParaRPr>
          </a:p>
          <a:p>
            <a:pPr marL="1158875">
              <a:lnSpc>
                <a:spcPct val="100000"/>
              </a:lnSpc>
              <a:spcBef>
                <a:spcPts val="160"/>
              </a:spcBef>
              <a:tabLst>
                <a:tab pos="1705610" algn="l"/>
                <a:tab pos="3007995" algn="l"/>
              </a:tabLst>
            </a:pPr>
            <a:r>
              <a:rPr sz="1400" i="1" spc="105" dirty="0">
                <a:latin typeface="Times New Roman"/>
                <a:cs typeface="Times New Roman"/>
              </a:rPr>
              <a:t>T</a:t>
            </a:r>
            <a:r>
              <a:rPr sz="1400" i="1" spc="80" dirty="0">
                <a:latin typeface="Times New Roman"/>
                <a:cs typeface="Times New Roman"/>
              </a:rPr>
              <a:t>i</a:t>
            </a:r>
            <a:r>
              <a:rPr sz="1400" i="1" spc="145" dirty="0">
                <a:latin typeface="Times New Roman"/>
                <a:cs typeface="Times New Roman"/>
              </a:rPr>
              <a:t>m</a:t>
            </a:r>
            <a:r>
              <a:rPr sz="1400" i="1" spc="105" dirty="0">
                <a:latin typeface="Times New Roman"/>
                <a:cs typeface="Times New Roman"/>
              </a:rPr>
              <a:t>e</a:t>
            </a:r>
            <a:r>
              <a:rPr sz="1400" i="1" dirty="0">
                <a:latin typeface="Times New Roman"/>
                <a:cs typeface="Times New Roman"/>
              </a:rPr>
              <a:t>	</a:t>
            </a:r>
            <a:r>
              <a:rPr sz="1400" i="1" spc="140" dirty="0">
                <a:latin typeface="Times New Roman"/>
                <a:cs typeface="Times New Roman"/>
              </a:rPr>
              <a:t>Nam</a:t>
            </a:r>
            <a:r>
              <a:rPr sz="1400" i="1" spc="105" dirty="0">
                <a:latin typeface="Times New Roman"/>
                <a:cs typeface="Times New Roman"/>
              </a:rPr>
              <a:t>e</a:t>
            </a:r>
            <a:r>
              <a:rPr sz="1400" i="1" dirty="0">
                <a:latin typeface="Times New Roman"/>
                <a:cs typeface="Times New Roman"/>
              </a:rPr>
              <a:t>  </a:t>
            </a:r>
            <a:r>
              <a:rPr sz="1400" i="1" spc="-135" dirty="0">
                <a:latin typeface="Times New Roman"/>
                <a:cs typeface="Times New Roman"/>
              </a:rPr>
              <a:t> </a:t>
            </a:r>
            <a:r>
              <a:rPr sz="1600" i="1" spc="150" dirty="0">
                <a:latin typeface="Times New Roman"/>
                <a:cs typeface="Times New Roman"/>
              </a:rPr>
              <a:t>Bus</a:t>
            </a:r>
            <a:r>
              <a:rPr sz="1600" i="1" spc="105" dirty="0">
                <a:latin typeface="Times New Roman"/>
                <a:cs typeface="Times New Roman"/>
              </a:rPr>
              <a:t>y</a:t>
            </a:r>
            <a:r>
              <a:rPr sz="1600" i="1" dirty="0">
                <a:latin typeface="Times New Roman"/>
                <a:cs typeface="Times New Roman"/>
              </a:rPr>
              <a:t>	</a:t>
            </a:r>
            <a:r>
              <a:rPr sz="1600" i="1" spc="185" dirty="0">
                <a:latin typeface="Times New Roman"/>
                <a:cs typeface="Times New Roman"/>
              </a:rPr>
              <a:t>Op</a:t>
            </a:r>
            <a:endParaRPr sz="1600">
              <a:latin typeface="Times New Roman"/>
              <a:cs typeface="Times New Roman"/>
            </a:endParaRPr>
          </a:p>
        </p:txBody>
      </p:sp>
      <p:sp>
        <p:nvSpPr>
          <p:cNvPr id="18" name="object 15">
            <a:extLst>
              <a:ext uri="{FF2B5EF4-FFF2-40B4-BE49-F238E27FC236}">
                <a16:creationId xmlns:a16="http://schemas.microsoft.com/office/drawing/2014/main" id="{3A9B9AE1-C20F-2BB0-18F6-41D24458EDF4}"/>
              </a:ext>
            </a:extLst>
          </p:cNvPr>
          <p:cNvSpPr txBox="1"/>
          <p:nvPr/>
        </p:nvSpPr>
        <p:spPr>
          <a:xfrm>
            <a:off x="3750556" y="3660689"/>
            <a:ext cx="268605" cy="568960"/>
          </a:xfrm>
          <a:prstGeom prst="rect">
            <a:avLst/>
          </a:prstGeom>
        </p:spPr>
        <p:txBody>
          <a:bodyPr vert="horz" wrap="square" lIns="0" tIns="40005" rIns="0" bIns="0" rtlCol="0">
            <a:spAutoFit/>
          </a:bodyPr>
          <a:lstStyle/>
          <a:p>
            <a:pPr marL="12700">
              <a:lnSpc>
                <a:spcPct val="100000"/>
              </a:lnSpc>
              <a:spcBef>
                <a:spcPts val="315"/>
              </a:spcBef>
            </a:pPr>
            <a:r>
              <a:rPr sz="1600" i="1" spc="150" dirty="0">
                <a:latin typeface="Times New Roman"/>
                <a:cs typeface="Times New Roman"/>
              </a:rPr>
              <a:t>S1</a:t>
            </a:r>
            <a:endParaRPr sz="1600">
              <a:latin typeface="Times New Roman"/>
              <a:cs typeface="Times New Roman"/>
            </a:endParaRPr>
          </a:p>
          <a:p>
            <a:pPr marL="38100">
              <a:lnSpc>
                <a:spcPct val="100000"/>
              </a:lnSpc>
              <a:spcBef>
                <a:spcPts val="220"/>
              </a:spcBef>
            </a:pPr>
            <a:r>
              <a:rPr sz="1600" i="1" spc="65" dirty="0">
                <a:latin typeface="Times New Roman"/>
                <a:cs typeface="Times New Roman"/>
              </a:rPr>
              <a:t>Vj</a:t>
            </a:r>
            <a:endParaRPr sz="1600">
              <a:latin typeface="Times New Roman"/>
              <a:cs typeface="Times New Roman"/>
            </a:endParaRPr>
          </a:p>
        </p:txBody>
      </p:sp>
      <p:sp>
        <p:nvSpPr>
          <p:cNvPr id="19" name="object 16">
            <a:extLst>
              <a:ext uri="{FF2B5EF4-FFF2-40B4-BE49-F238E27FC236}">
                <a16:creationId xmlns:a16="http://schemas.microsoft.com/office/drawing/2014/main" id="{C8FE2885-8DA2-5272-BC87-15605E5CA398}"/>
              </a:ext>
            </a:extLst>
          </p:cNvPr>
          <p:cNvSpPr txBox="1"/>
          <p:nvPr/>
        </p:nvSpPr>
        <p:spPr>
          <a:xfrm>
            <a:off x="4401780" y="3660689"/>
            <a:ext cx="1593215" cy="568960"/>
          </a:xfrm>
          <a:prstGeom prst="rect">
            <a:avLst/>
          </a:prstGeom>
        </p:spPr>
        <p:txBody>
          <a:bodyPr vert="horz" wrap="square" lIns="0" tIns="40005" rIns="0" bIns="0" rtlCol="0">
            <a:spAutoFit/>
          </a:bodyPr>
          <a:lstStyle/>
          <a:p>
            <a:pPr marL="12700">
              <a:lnSpc>
                <a:spcPct val="100000"/>
              </a:lnSpc>
              <a:spcBef>
                <a:spcPts val="315"/>
              </a:spcBef>
              <a:tabLst>
                <a:tab pos="654685" algn="l"/>
                <a:tab pos="1306195" algn="l"/>
              </a:tabLst>
            </a:pPr>
            <a:r>
              <a:rPr sz="1600" i="1" spc="135" dirty="0">
                <a:latin typeface="Times New Roman"/>
                <a:cs typeface="Times New Roman"/>
              </a:rPr>
              <a:t>S2	</a:t>
            </a:r>
            <a:r>
              <a:rPr sz="1600" i="1" spc="150" dirty="0">
                <a:latin typeface="Times New Roman"/>
                <a:cs typeface="Times New Roman"/>
              </a:rPr>
              <a:t>RS	</a:t>
            </a:r>
            <a:r>
              <a:rPr sz="1600" i="1" spc="165" dirty="0">
                <a:latin typeface="Times New Roman"/>
                <a:cs typeface="Times New Roman"/>
              </a:rPr>
              <a:t>RS</a:t>
            </a:r>
            <a:endParaRPr sz="1600">
              <a:latin typeface="Times New Roman"/>
              <a:cs typeface="Times New Roman"/>
            </a:endParaRPr>
          </a:p>
          <a:p>
            <a:pPr marL="12700">
              <a:lnSpc>
                <a:spcPct val="100000"/>
              </a:lnSpc>
              <a:spcBef>
                <a:spcPts val="220"/>
              </a:spcBef>
              <a:tabLst>
                <a:tab pos="672465" algn="l"/>
                <a:tab pos="1297305" algn="l"/>
              </a:tabLst>
            </a:pPr>
            <a:r>
              <a:rPr sz="1600" i="1" spc="110" dirty="0">
                <a:latin typeface="Times New Roman"/>
                <a:cs typeface="Times New Roman"/>
              </a:rPr>
              <a:t>V</a:t>
            </a:r>
            <a:r>
              <a:rPr sz="1600" i="1" spc="105" dirty="0">
                <a:latin typeface="Times New Roman"/>
                <a:cs typeface="Times New Roman"/>
              </a:rPr>
              <a:t>k</a:t>
            </a:r>
            <a:r>
              <a:rPr sz="1600" i="1" dirty="0">
                <a:latin typeface="Times New Roman"/>
                <a:cs typeface="Times New Roman"/>
              </a:rPr>
              <a:t>	</a:t>
            </a:r>
            <a:r>
              <a:rPr sz="1600" i="1" spc="210" dirty="0">
                <a:latin typeface="Times New Roman"/>
                <a:cs typeface="Times New Roman"/>
              </a:rPr>
              <a:t>Q</a:t>
            </a:r>
            <a:r>
              <a:rPr sz="1600" i="1" spc="65" dirty="0">
                <a:latin typeface="Times New Roman"/>
                <a:cs typeface="Times New Roman"/>
              </a:rPr>
              <a:t>j</a:t>
            </a:r>
            <a:r>
              <a:rPr sz="1600" i="1" dirty="0">
                <a:latin typeface="Times New Roman"/>
                <a:cs typeface="Times New Roman"/>
              </a:rPr>
              <a:t>	</a:t>
            </a:r>
            <a:r>
              <a:rPr sz="1600" i="1" spc="175" dirty="0">
                <a:latin typeface="Times New Roman"/>
                <a:cs typeface="Times New Roman"/>
              </a:rPr>
              <a:t>Qk</a:t>
            </a:r>
            <a:endParaRPr sz="1600">
              <a:latin typeface="Times New Roman"/>
              <a:cs typeface="Times New Roman"/>
            </a:endParaRPr>
          </a:p>
        </p:txBody>
      </p:sp>
      <p:sp>
        <p:nvSpPr>
          <p:cNvPr id="20" name="object 17">
            <a:extLst>
              <a:ext uri="{FF2B5EF4-FFF2-40B4-BE49-F238E27FC236}">
                <a16:creationId xmlns:a16="http://schemas.microsoft.com/office/drawing/2014/main" id="{AF3BF252-B9F1-9919-B157-41FB2289F8C5}"/>
              </a:ext>
            </a:extLst>
          </p:cNvPr>
          <p:cNvSpPr txBox="1"/>
          <p:nvPr/>
        </p:nvSpPr>
        <p:spPr>
          <a:xfrm>
            <a:off x="1579304" y="4207116"/>
            <a:ext cx="694055" cy="1195705"/>
          </a:xfrm>
          <a:prstGeom prst="rect">
            <a:avLst/>
          </a:prstGeom>
        </p:spPr>
        <p:txBody>
          <a:bodyPr vert="horz" wrap="square" lIns="0" tIns="12065" rIns="0" bIns="0" rtlCol="0">
            <a:spAutoFit/>
          </a:bodyPr>
          <a:lstStyle/>
          <a:p>
            <a:pPr marL="12700" marR="47625" indent="165100" algn="r">
              <a:lnSpc>
                <a:spcPct val="109600"/>
              </a:lnSpc>
              <a:spcBef>
                <a:spcPts val="95"/>
              </a:spcBef>
            </a:pPr>
            <a:r>
              <a:rPr sz="1400" spc="145" dirty="0">
                <a:latin typeface="Times New Roman"/>
                <a:cs typeface="Times New Roman"/>
              </a:rPr>
              <a:t>A</a:t>
            </a:r>
            <a:r>
              <a:rPr sz="1400" spc="95" dirty="0">
                <a:latin typeface="Times New Roman"/>
                <a:cs typeface="Times New Roman"/>
              </a:rPr>
              <a:t>dd1  </a:t>
            </a:r>
            <a:r>
              <a:rPr sz="1400" spc="120" dirty="0">
                <a:latin typeface="Times New Roman"/>
                <a:cs typeface="Times New Roman"/>
              </a:rPr>
              <a:t>1</a:t>
            </a:r>
            <a:r>
              <a:rPr sz="1400" spc="40" dirty="0">
                <a:latin typeface="Times New Roman"/>
                <a:cs typeface="Times New Roman"/>
              </a:rPr>
              <a:t> </a:t>
            </a:r>
            <a:r>
              <a:rPr sz="1400" spc="125" dirty="0">
                <a:latin typeface="Times New Roman"/>
                <a:cs typeface="Times New Roman"/>
              </a:rPr>
              <a:t>Add2 </a:t>
            </a:r>
            <a:r>
              <a:rPr sz="1400" spc="-335" dirty="0">
                <a:latin typeface="Times New Roman"/>
                <a:cs typeface="Times New Roman"/>
              </a:rPr>
              <a:t> </a:t>
            </a:r>
            <a:r>
              <a:rPr sz="1400" spc="125" dirty="0">
                <a:latin typeface="Times New Roman"/>
                <a:cs typeface="Times New Roman"/>
              </a:rPr>
              <a:t>Add3</a:t>
            </a:r>
            <a:endParaRPr sz="1400">
              <a:latin typeface="Times New Roman"/>
              <a:cs typeface="Times New Roman"/>
            </a:endParaRPr>
          </a:p>
          <a:p>
            <a:pPr marL="177800" marR="5080" indent="-165735" algn="r">
              <a:lnSpc>
                <a:spcPts val="1839"/>
              </a:lnSpc>
              <a:spcBef>
                <a:spcPts val="90"/>
              </a:spcBef>
            </a:pPr>
            <a:r>
              <a:rPr sz="1400" spc="120" dirty="0">
                <a:latin typeface="Times New Roman"/>
                <a:cs typeface="Times New Roman"/>
              </a:rPr>
              <a:t>6</a:t>
            </a:r>
            <a:r>
              <a:rPr sz="1400" spc="35" dirty="0">
                <a:latin typeface="Times New Roman"/>
                <a:cs typeface="Times New Roman"/>
              </a:rPr>
              <a:t> </a:t>
            </a:r>
            <a:r>
              <a:rPr sz="1400" spc="105" dirty="0">
                <a:latin typeface="Times New Roman"/>
                <a:cs typeface="Times New Roman"/>
              </a:rPr>
              <a:t>Mult1 </a:t>
            </a:r>
            <a:r>
              <a:rPr sz="1400" spc="-335" dirty="0">
                <a:latin typeface="Times New Roman"/>
                <a:cs typeface="Times New Roman"/>
              </a:rPr>
              <a:t> </a:t>
            </a:r>
            <a:r>
              <a:rPr sz="1400" spc="185" dirty="0">
                <a:latin typeface="Times New Roman"/>
                <a:cs typeface="Times New Roman"/>
              </a:rPr>
              <a:t>M</a:t>
            </a:r>
            <a:r>
              <a:rPr sz="1400" spc="120" dirty="0">
                <a:latin typeface="Times New Roman"/>
                <a:cs typeface="Times New Roman"/>
              </a:rPr>
              <a:t>u</a:t>
            </a:r>
            <a:r>
              <a:rPr sz="1400" spc="15" dirty="0">
                <a:latin typeface="Times New Roman"/>
                <a:cs typeface="Times New Roman"/>
              </a:rPr>
              <a:t>l</a:t>
            </a:r>
            <a:r>
              <a:rPr sz="1400" spc="80" dirty="0">
                <a:latin typeface="Times New Roman"/>
                <a:cs typeface="Times New Roman"/>
              </a:rPr>
              <a:t>t</a:t>
            </a:r>
            <a:r>
              <a:rPr sz="1400" spc="120" dirty="0">
                <a:latin typeface="Times New Roman"/>
                <a:cs typeface="Times New Roman"/>
              </a:rPr>
              <a:t>2</a:t>
            </a:r>
            <a:endParaRPr sz="1400">
              <a:latin typeface="Times New Roman"/>
              <a:cs typeface="Times New Roman"/>
            </a:endParaRPr>
          </a:p>
        </p:txBody>
      </p:sp>
      <p:sp>
        <p:nvSpPr>
          <p:cNvPr id="21" name="object 18">
            <a:extLst>
              <a:ext uri="{FF2B5EF4-FFF2-40B4-BE49-F238E27FC236}">
                <a16:creationId xmlns:a16="http://schemas.microsoft.com/office/drawing/2014/main" id="{24B420B0-45B1-E318-96FE-BD09A62A0699}"/>
              </a:ext>
            </a:extLst>
          </p:cNvPr>
          <p:cNvSpPr txBox="1"/>
          <p:nvPr/>
        </p:nvSpPr>
        <p:spPr>
          <a:xfrm>
            <a:off x="2343279" y="4232630"/>
            <a:ext cx="3838575" cy="1170305"/>
          </a:xfrm>
          <a:prstGeom prst="rect">
            <a:avLst/>
          </a:prstGeom>
          <a:ln w="8719">
            <a:solidFill>
              <a:srgbClr val="000000"/>
            </a:solidFill>
          </a:ln>
        </p:spPr>
        <p:txBody>
          <a:bodyPr vert="horz" wrap="square" lIns="0" tIns="6985" rIns="0" bIns="0" rtlCol="0">
            <a:spAutoFit/>
          </a:bodyPr>
          <a:lstStyle/>
          <a:p>
            <a:pPr marL="133985">
              <a:lnSpc>
                <a:spcPct val="100000"/>
              </a:lnSpc>
              <a:spcBef>
                <a:spcPts val="55"/>
              </a:spcBef>
            </a:pPr>
            <a:r>
              <a:rPr sz="1400" spc="120" dirty="0">
                <a:latin typeface="Times New Roman"/>
                <a:cs typeface="Times New Roman"/>
              </a:rPr>
              <a:t>No</a:t>
            </a:r>
            <a:endParaRPr sz="1400">
              <a:latin typeface="Times New Roman"/>
              <a:cs typeface="Times New Roman"/>
            </a:endParaRPr>
          </a:p>
          <a:p>
            <a:pPr marL="99695">
              <a:lnSpc>
                <a:spcPct val="100000"/>
              </a:lnSpc>
              <a:spcBef>
                <a:spcPts val="160"/>
              </a:spcBef>
              <a:tabLst>
                <a:tab pos="560070" algn="l"/>
              </a:tabLst>
            </a:pPr>
            <a:r>
              <a:rPr sz="1400" spc="120" dirty="0">
                <a:latin typeface="Times New Roman"/>
                <a:cs typeface="Times New Roman"/>
              </a:rPr>
              <a:t>Yes	</a:t>
            </a:r>
            <a:r>
              <a:rPr sz="1400" spc="155" dirty="0">
                <a:latin typeface="Times New Roman"/>
                <a:cs typeface="Times New Roman"/>
              </a:rPr>
              <a:t>ADDD</a:t>
            </a:r>
            <a:r>
              <a:rPr sz="1400" spc="555" dirty="0">
                <a:latin typeface="Times New Roman"/>
                <a:cs typeface="Times New Roman"/>
              </a:rPr>
              <a:t> </a:t>
            </a:r>
            <a:r>
              <a:rPr sz="1400" spc="120" dirty="0">
                <a:solidFill>
                  <a:srgbClr val="FF00FF"/>
                </a:solidFill>
                <a:latin typeface="Times New Roman"/>
                <a:cs typeface="Times New Roman"/>
              </a:rPr>
              <a:t>(M-M)</a:t>
            </a:r>
            <a:r>
              <a:rPr sz="1400" spc="245" dirty="0">
                <a:solidFill>
                  <a:srgbClr val="FF00FF"/>
                </a:solidFill>
                <a:latin typeface="Times New Roman"/>
                <a:cs typeface="Times New Roman"/>
              </a:rPr>
              <a:t> </a:t>
            </a:r>
            <a:r>
              <a:rPr sz="1400" spc="120" dirty="0">
                <a:solidFill>
                  <a:srgbClr val="FF0000"/>
                </a:solidFill>
                <a:latin typeface="Times New Roman"/>
                <a:cs typeface="Times New Roman"/>
              </a:rPr>
              <a:t>M(A2)</a:t>
            </a:r>
            <a:endParaRPr sz="1400">
              <a:latin typeface="Times New Roman"/>
              <a:cs typeface="Times New Roman"/>
            </a:endParaRPr>
          </a:p>
          <a:p>
            <a:pPr marL="133985">
              <a:lnSpc>
                <a:spcPct val="100000"/>
              </a:lnSpc>
              <a:spcBef>
                <a:spcPts val="165"/>
              </a:spcBef>
            </a:pPr>
            <a:r>
              <a:rPr sz="1400" spc="120" dirty="0">
                <a:latin typeface="Times New Roman"/>
                <a:cs typeface="Times New Roman"/>
              </a:rPr>
              <a:t>No</a:t>
            </a:r>
            <a:endParaRPr sz="1400">
              <a:latin typeface="Times New Roman"/>
              <a:cs typeface="Times New Roman"/>
            </a:endParaRPr>
          </a:p>
          <a:p>
            <a:pPr marL="99695">
              <a:lnSpc>
                <a:spcPct val="100000"/>
              </a:lnSpc>
              <a:spcBef>
                <a:spcPts val="160"/>
              </a:spcBef>
            </a:pPr>
            <a:r>
              <a:rPr sz="1400" spc="145" dirty="0">
                <a:latin typeface="Times New Roman"/>
                <a:cs typeface="Times New Roman"/>
              </a:rPr>
              <a:t>Y</a:t>
            </a:r>
            <a:r>
              <a:rPr sz="1400" spc="125" dirty="0">
                <a:latin typeface="Times New Roman"/>
                <a:cs typeface="Times New Roman"/>
              </a:rPr>
              <a:t>e</a:t>
            </a:r>
            <a:r>
              <a:rPr sz="1400" spc="90" dirty="0">
                <a:latin typeface="Times New Roman"/>
                <a:cs typeface="Times New Roman"/>
              </a:rPr>
              <a:t>s</a:t>
            </a:r>
            <a:r>
              <a:rPr sz="1400" dirty="0">
                <a:latin typeface="Times New Roman"/>
                <a:cs typeface="Times New Roman"/>
              </a:rPr>
              <a:t> </a:t>
            </a:r>
            <a:r>
              <a:rPr sz="1400" spc="30" dirty="0">
                <a:latin typeface="Times New Roman"/>
                <a:cs typeface="Times New Roman"/>
              </a:rPr>
              <a:t> </a:t>
            </a:r>
            <a:r>
              <a:rPr sz="1400" spc="185" dirty="0">
                <a:solidFill>
                  <a:srgbClr val="3333CC"/>
                </a:solidFill>
                <a:latin typeface="Times New Roman"/>
                <a:cs typeface="Times New Roman"/>
              </a:rPr>
              <a:t>M</a:t>
            </a:r>
            <a:r>
              <a:rPr sz="1400" spc="75" dirty="0">
                <a:solidFill>
                  <a:srgbClr val="3333CC"/>
                </a:solidFill>
                <a:latin typeface="Times New Roman"/>
                <a:cs typeface="Times New Roman"/>
              </a:rPr>
              <a:t>U</a:t>
            </a:r>
            <a:r>
              <a:rPr sz="1400" spc="160" dirty="0">
                <a:solidFill>
                  <a:srgbClr val="3333CC"/>
                </a:solidFill>
                <a:latin typeface="Times New Roman"/>
                <a:cs typeface="Times New Roman"/>
              </a:rPr>
              <a:t>L</a:t>
            </a:r>
            <a:r>
              <a:rPr sz="1400" spc="95" dirty="0">
                <a:solidFill>
                  <a:srgbClr val="3333CC"/>
                </a:solidFill>
                <a:latin typeface="Times New Roman"/>
                <a:cs typeface="Times New Roman"/>
              </a:rPr>
              <a:t>T</a:t>
            </a:r>
            <a:r>
              <a:rPr sz="1400" spc="170" dirty="0">
                <a:solidFill>
                  <a:srgbClr val="3333CC"/>
                </a:solidFill>
                <a:latin typeface="Times New Roman"/>
                <a:cs typeface="Times New Roman"/>
              </a:rPr>
              <a:t>D</a:t>
            </a:r>
            <a:r>
              <a:rPr sz="1400" spc="-100" dirty="0">
                <a:solidFill>
                  <a:srgbClr val="3333CC"/>
                </a:solidFill>
                <a:latin typeface="Times New Roman"/>
                <a:cs typeface="Times New Roman"/>
              </a:rPr>
              <a:t> </a:t>
            </a:r>
            <a:r>
              <a:rPr sz="1400" spc="185" dirty="0">
                <a:solidFill>
                  <a:srgbClr val="FF0000"/>
                </a:solidFill>
                <a:latin typeface="Times New Roman"/>
                <a:cs typeface="Times New Roman"/>
              </a:rPr>
              <a:t>M</a:t>
            </a:r>
            <a:r>
              <a:rPr sz="1400" spc="80" dirty="0">
                <a:solidFill>
                  <a:srgbClr val="FF0000"/>
                </a:solidFill>
                <a:latin typeface="Times New Roman"/>
                <a:cs typeface="Times New Roman"/>
              </a:rPr>
              <a:t>(</a:t>
            </a:r>
            <a:r>
              <a:rPr sz="1400" spc="145" dirty="0">
                <a:solidFill>
                  <a:srgbClr val="FF0000"/>
                </a:solidFill>
                <a:latin typeface="Times New Roman"/>
                <a:cs typeface="Times New Roman"/>
              </a:rPr>
              <a:t>A</a:t>
            </a:r>
            <a:r>
              <a:rPr sz="1400" spc="100" dirty="0">
                <a:solidFill>
                  <a:srgbClr val="FF0000"/>
                </a:solidFill>
                <a:latin typeface="Times New Roman"/>
                <a:cs typeface="Times New Roman"/>
              </a:rPr>
              <a:t>2)</a:t>
            </a:r>
            <a:r>
              <a:rPr sz="1400" dirty="0">
                <a:solidFill>
                  <a:srgbClr val="FF0000"/>
                </a:solidFill>
                <a:latin typeface="Times New Roman"/>
                <a:cs typeface="Times New Roman"/>
              </a:rPr>
              <a:t>  </a:t>
            </a:r>
            <a:r>
              <a:rPr sz="1400" spc="-95" dirty="0">
                <a:solidFill>
                  <a:srgbClr val="FF0000"/>
                </a:solidFill>
                <a:latin typeface="Times New Roman"/>
                <a:cs typeface="Times New Roman"/>
              </a:rPr>
              <a:t> </a:t>
            </a:r>
            <a:r>
              <a:rPr sz="1400" spc="120" dirty="0">
                <a:solidFill>
                  <a:srgbClr val="3333CC"/>
                </a:solidFill>
                <a:latin typeface="Times New Roman"/>
                <a:cs typeface="Times New Roman"/>
              </a:rPr>
              <a:t>R(</a:t>
            </a:r>
            <a:r>
              <a:rPr sz="1400" spc="100" dirty="0">
                <a:solidFill>
                  <a:srgbClr val="3333CC"/>
                </a:solidFill>
                <a:latin typeface="Times New Roman"/>
                <a:cs typeface="Times New Roman"/>
              </a:rPr>
              <a:t>F4)</a:t>
            </a:r>
            <a:endParaRPr sz="1400">
              <a:latin typeface="Times New Roman"/>
              <a:cs typeface="Times New Roman"/>
            </a:endParaRPr>
          </a:p>
          <a:p>
            <a:pPr marL="99695">
              <a:lnSpc>
                <a:spcPct val="100000"/>
              </a:lnSpc>
              <a:spcBef>
                <a:spcPts val="165"/>
              </a:spcBef>
              <a:tabLst>
                <a:tab pos="629285" algn="l"/>
                <a:tab pos="1922780" algn="l"/>
              </a:tabLst>
            </a:pPr>
            <a:r>
              <a:rPr sz="1400" spc="120" dirty="0">
                <a:latin typeface="Times New Roman"/>
                <a:cs typeface="Times New Roman"/>
              </a:rPr>
              <a:t>Yes	</a:t>
            </a:r>
            <a:r>
              <a:rPr sz="1400" spc="120" dirty="0">
                <a:solidFill>
                  <a:srgbClr val="00FF00"/>
                </a:solidFill>
                <a:latin typeface="Times New Roman"/>
                <a:cs typeface="Times New Roman"/>
              </a:rPr>
              <a:t>DIVD	</a:t>
            </a:r>
            <a:r>
              <a:rPr sz="1400" spc="120" dirty="0">
                <a:latin typeface="Times New Roman"/>
                <a:cs typeface="Times New Roman"/>
              </a:rPr>
              <a:t>M(A1)</a:t>
            </a:r>
            <a:r>
              <a:rPr sz="1400" spc="490" dirty="0">
                <a:latin typeface="Times New Roman"/>
                <a:cs typeface="Times New Roman"/>
              </a:rPr>
              <a:t> </a:t>
            </a:r>
            <a:r>
              <a:rPr sz="1400" spc="105" dirty="0">
                <a:solidFill>
                  <a:srgbClr val="3333CC"/>
                </a:solidFill>
                <a:latin typeface="Times New Roman"/>
                <a:cs typeface="Times New Roman"/>
              </a:rPr>
              <a:t>Mult1</a:t>
            </a:r>
            <a:endParaRPr sz="1400">
              <a:latin typeface="Times New Roman"/>
              <a:cs typeface="Times New Roman"/>
            </a:endParaRPr>
          </a:p>
        </p:txBody>
      </p:sp>
      <p:sp>
        <p:nvSpPr>
          <p:cNvPr id="22" name="object 19">
            <a:extLst>
              <a:ext uri="{FF2B5EF4-FFF2-40B4-BE49-F238E27FC236}">
                <a16:creationId xmlns:a16="http://schemas.microsoft.com/office/drawing/2014/main" id="{8C6724CD-4886-B504-D94D-B3161ABFD668}"/>
              </a:ext>
            </a:extLst>
          </p:cNvPr>
          <p:cNvSpPr txBox="1"/>
          <p:nvPr/>
        </p:nvSpPr>
        <p:spPr>
          <a:xfrm>
            <a:off x="50901" y="5498777"/>
            <a:ext cx="2442210" cy="315595"/>
          </a:xfrm>
          <a:prstGeom prst="rect">
            <a:avLst/>
          </a:prstGeom>
        </p:spPr>
        <p:txBody>
          <a:bodyPr vert="horz" wrap="square" lIns="0" tIns="12700" rIns="0" bIns="0" rtlCol="0">
            <a:spAutoFit/>
          </a:bodyPr>
          <a:lstStyle/>
          <a:p>
            <a:pPr marL="12700">
              <a:lnSpc>
                <a:spcPct val="100000"/>
              </a:lnSpc>
              <a:spcBef>
                <a:spcPts val="100"/>
              </a:spcBef>
            </a:pPr>
            <a:r>
              <a:rPr sz="1900" i="1" spc="114" dirty="0">
                <a:solidFill>
                  <a:srgbClr val="FF0000"/>
                </a:solidFill>
                <a:latin typeface="Times New Roman"/>
                <a:cs typeface="Times New Roman"/>
              </a:rPr>
              <a:t>Register</a:t>
            </a:r>
            <a:r>
              <a:rPr sz="1900" i="1" spc="10" dirty="0">
                <a:solidFill>
                  <a:srgbClr val="FF0000"/>
                </a:solidFill>
                <a:latin typeface="Times New Roman"/>
                <a:cs typeface="Times New Roman"/>
              </a:rPr>
              <a:t> </a:t>
            </a:r>
            <a:r>
              <a:rPr sz="1900" i="1" spc="90" dirty="0">
                <a:solidFill>
                  <a:srgbClr val="FF0000"/>
                </a:solidFill>
                <a:latin typeface="Times New Roman"/>
                <a:cs typeface="Times New Roman"/>
              </a:rPr>
              <a:t>result</a:t>
            </a:r>
            <a:r>
              <a:rPr sz="1900" i="1" spc="50" dirty="0">
                <a:solidFill>
                  <a:srgbClr val="FF0000"/>
                </a:solidFill>
                <a:latin typeface="Times New Roman"/>
                <a:cs typeface="Times New Roman"/>
              </a:rPr>
              <a:t> </a:t>
            </a:r>
            <a:r>
              <a:rPr sz="1900" i="1" spc="100" dirty="0">
                <a:solidFill>
                  <a:srgbClr val="FF0000"/>
                </a:solidFill>
                <a:latin typeface="Times New Roman"/>
                <a:cs typeface="Times New Roman"/>
              </a:rPr>
              <a:t>status:</a:t>
            </a:r>
            <a:endParaRPr sz="1900">
              <a:latin typeface="Times New Roman"/>
              <a:cs typeface="Times New Roman"/>
            </a:endParaRPr>
          </a:p>
        </p:txBody>
      </p:sp>
      <p:graphicFrame>
        <p:nvGraphicFramePr>
          <p:cNvPr id="23" name="object 20">
            <a:extLst>
              <a:ext uri="{FF2B5EF4-FFF2-40B4-BE49-F238E27FC236}">
                <a16:creationId xmlns:a16="http://schemas.microsoft.com/office/drawing/2014/main" id="{490082D3-FE83-D47F-CEAC-6FA262B27029}"/>
              </a:ext>
            </a:extLst>
          </p:cNvPr>
          <p:cNvGraphicFramePr>
            <a:graphicFrameLocks noGrp="1"/>
          </p:cNvGraphicFramePr>
          <p:nvPr/>
        </p:nvGraphicFramePr>
        <p:xfrm>
          <a:off x="370493" y="5847205"/>
          <a:ext cx="8488677" cy="513567"/>
        </p:xfrm>
        <a:graphic>
          <a:graphicData uri="http://schemas.openxmlformats.org/drawingml/2006/table">
            <a:tbl>
              <a:tblPr firstRow="1" bandRow="1">
                <a:tableStyleId>{2D5ABB26-0587-4C30-8999-92F81FD0307C}</a:tableStyleId>
              </a:tblPr>
              <a:tblGrid>
                <a:gridCol w="1386205">
                  <a:extLst>
                    <a:ext uri="{9D8B030D-6E8A-4147-A177-3AD203B41FA5}">
                      <a16:colId xmlns:a16="http://schemas.microsoft.com/office/drawing/2014/main" val="20000"/>
                    </a:ext>
                  </a:extLst>
                </a:gridCol>
                <a:gridCol w="1107440">
                  <a:extLst>
                    <a:ext uri="{9D8B030D-6E8A-4147-A177-3AD203B41FA5}">
                      <a16:colId xmlns:a16="http://schemas.microsoft.com/office/drawing/2014/main" val="20001"/>
                    </a:ext>
                  </a:extLst>
                </a:gridCol>
                <a:gridCol w="681355">
                  <a:extLst>
                    <a:ext uri="{9D8B030D-6E8A-4147-A177-3AD203B41FA5}">
                      <a16:colId xmlns:a16="http://schemas.microsoft.com/office/drawing/2014/main" val="20002"/>
                    </a:ext>
                  </a:extLst>
                </a:gridCol>
                <a:gridCol w="738505">
                  <a:extLst>
                    <a:ext uri="{9D8B030D-6E8A-4147-A177-3AD203B41FA5}">
                      <a16:colId xmlns:a16="http://schemas.microsoft.com/office/drawing/2014/main" val="20003"/>
                    </a:ext>
                  </a:extLst>
                </a:gridCol>
                <a:gridCol w="545464">
                  <a:extLst>
                    <a:ext uri="{9D8B030D-6E8A-4147-A177-3AD203B41FA5}">
                      <a16:colId xmlns:a16="http://schemas.microsoft.com/office/drawing/2014/main" val="20004"/>
                    </a:ext>
                  </a:extLst>
                </a:gridCol>
                <a:gridCol w="675639">
                  <a:extLst>
                    <a:ext uri="{9D8B030D-6E8A-4147-A177-3AD203B41FA5}">
                      <a16:colId xmlns:a16="http://schemas.microsoft.com/office/drawing/2014/main" val="20005"/>
                    </a:ext>
                  </a:extLst>
                </a:gridCol>
                <a:gridCol w="695325">
                  <a:extLst>
                    <a:ext uri="{9D8B030D-6E8A-4147-A177-3AD203B41FA5}">
                      <a16:colId xmlns:a16="http://schemas.microsoft.com/office/drawing/2014/main" val="20006"/>
                    </a:ext>
                  </a:extLst>
                </a:gridCol>
                <a:gridCol w="695324">
                  <a:extLst>
                    <a:ext uri="{9D8B030D-6E8A-4147-A177-3AD203B41FA5}">
                      <a16:colId xmlns:a16="http://schemas.microsoft.com/office/drawing/2014/main" val="20007"/>
                    </a:ext>
                  </a:extLst>
                </a:gridCol>
                <a:gridCol w="1963420">
                  <a:extLst>
                    <a:ext uri="{9D8B030D-6E8A-4147-A177-3AD203B41FA5}">
                      <a16:colId xmlns:a16="http://schemas.microsoft.com/office/drawing/2014/main" val="20008"/>
                    </a:ext>
                  </a:extLst>
                </a:gridCol>
              </a:tblGrid>
              <a:tr h="279478">
                <a:tc>
                  <a:txBody>
                    <a:bodyPr/>
                    <a:lstStyle/>
                    <a:p>
                      <a:pPr marL="31750">
                        <a:lnSpc>
                          <a:spcPts val="2075"/>
                        </a:lnSpc>
                      </a:pPr>
                      <a:r>
                        <a:rPr sz="1900" spc="125" dirty="0">
                          <a:latin typeface="Times New Roman"/>
                          <a:cs typeface="Times New Roman"/>
                        </a:rPr>
                        <a:t>Clock</a:t>
                      </a:r>
                      <a:endParaRPr sz="1900">
                        <a:latin typeface="Times New Roman"/>
                        <a:cs typeface="Times New Roman"/>
                      </a:endParaRPr>
                    </a:p>
                  </a:txBody>
                  <a:tcPr marL="0" marR="0" marT="0" marB="0"/>
                </a:tc>
                <a:tc>
                  <a:txBody>
                    <a:bodyPr/>
                    <a:lstStyle/>
                    <a:p>
                      <a:pPr>
                        <a:lnSpc>
                          <a:spcPct val="100000"/>
                        </a:lnSpc>
                      </a:pPr>
                      <a:endParaRPr sz="1700">
                        <a:latin typeface="Times New Roman"/>
                        <a:cs typeface="Times New Roman"/>
                      </a:endParaRPr>
                    </a:p>
                  </a:txBody>
                  <a:tcPr marL="0" marR="0" marT="0" marB="0"/>
                </a:tc>
                <a:tc>
                  <a:txBody>
                    <a:bodyPr/>
                    <a:lstStyle/>
                    <a:p>
                      <a:pPr marR="1270" algn="ctr">
                        <a:lnSpc>
                          <a:spcPts val="2075"/>
                        </a:lnSpc>
                      </a:pPr>
                      <a:r>
                        <a:rPr sz="1900" i="1" spc="120" dirty="0">
                          <a:latin typeface="Times New Roman"/>
                          <a:cs typeface="Times New Roman"/>
                        </a:rPr>
                        <a:t>F0</a:t>
                      </a:r>
                      <a:endParaRPr sz="1900">
                        <a:latin typeface="Times New Roman"/>
                        <a:cs typeface="Times New Roman"/>
                      </a:endParaRPr>
                    </a:p>
                  </a:txBody>
                  <a:tcPr marL="0" marR="0" marT="0" marB="0">
                    <a:lnB w="9525">
                      <a:solidFill>
                        <a:srgbClr val="000000"/>
                      </a:solidFill>
                      <a:prstDash val="solid"/>
                    </a:lnB>
                  </a:tcPr>
                </a:tc>
                <a:tc>
                  <a:txBody>
                    <a:bodyPr/>
                    <a:lstStyle/>
                    <a:p>
                      <a:pPr marR="66040" algn="ctr">
                        <a:lnSpc>
                          <a:spcPts val="2075"/>
                        </a:lnSpc>
                      </a:pPr>
                      <a:r>
                        <a:rPr sz="1900" i="1" spc="120" dirty="0">
                          <a:latin typeface="Times New Roman"/>
                          <a:cs typeface="Times New Roman"/>
                        </a:rPr>
                        <a:t>F2</a:t>
                      </a:r>
                      <a:endParaRPr sz="1900">
                        <a:latin typeface="Times New Roman"/>
                        <a:cs typeface="Times New Roman"/>
                      </a:endParaRPr>
                    </a:p>
                  </a:txBody>
                  <a:tcPr marL="0" marR="0" marT="0" marB="0">
                    <a:lnB w="9525">
                      <a:solidFill>
                        <a:srgbClr val="000000"/>
                      </a:solidFill>
                      <a:prstDash val="solid"/>
                    </a:lnB>
                  </a:tcPr>
                </a:tc>
                <a:tc>
                  <a:txBody>
                    <a:bodyPr/>
                    <a:lstStyle/>
                    <a:p>
                      <a:pPr marL="95250">
                        <a:lnSpc>
                          <a:spcPts val="2075"/>
                        </a:lnSpc>
                      </a:pPr>
                      <a:r>
                        <a:rPr sz="1900" i="1" spc="120" dirty="0">
                          <a:latin typeface="Times New Roman"/>
                          <a:cs typeface="Times New Roman"/>
                        </a:rPr>
                        <a:t>F4</a:t>
                      </a:r>
                      <a:endParaRPr sz="1900">
                        <a:latin typeface="Times New Roman"/>
                        <a:cs typeface="Times New Roman"/>
                      </a:endParaRPr>
                    </a:p>
                  </a:txBody>
                  <a:tcPr marL="0" marR="0" marT="0" marB="0">
                    <a:lnB w="9525">
                      <a:solidFill>
                        <a:srgbClr val="000000"/>
                      </a:solidFill>
                      <a:prstDash val="solid"/>
                    </a:lnB>
                  </a:tcPr>
                </a:tc>
                <a:tc>
                  <a:txBody>
                    <a:bodyPr/>
                    <a:lstStyle/>
                    <a:p>
                      <a:pPr marL="27940" algn="ctr">
                        <a:lnSpc>
                          <a:spcPts val="2075"/>
                        </a:lnSpc>
                      </a:pPr>
                      <a:r>
                        <a:rPr sz="1900" i="1" spc="120" dirty="0">
                          <a:latin typeface="Times New Roman"/>
                          <a:cs typeface="Times New Roman"/>
                        </a:rPr>
                        <a:t>F6</a:t>
                      </a:r>
                      <a:endParaRPr sz="1900">
                        <a:latin typeface="Times New Roman"/>
                        <a:cs typeface="Times New Roman"/>
                      </a:endParaRPr>
                    </a:p>
                  </a:txBody>
                  <a:tcPr marL="0" marR="0" marT="0" marB="0">
                    <a:lnB w="9525">
                      <a:solidFill>
                        <a:srgbClr val="000000"/>
                      </a:solidFill>
                      <a:prstDash val="solid"/>
                    </a:lnB>
                  </a:tcPr>
                </a:tc>
                <a:tc>
                  <a:txBody>
                    <a:bodyPr/>
                    <a:lstStyle/>
                    <a:p>
                      <a:pPr marR="31750" algn="ctr">
                        <a:lnSpc>
                          <a:spcPts val="2075"/>
                        </a:lnSpc>
                      </a:pPr>
                      <a:r>
                        <a:rPr sz="1900" i="1" spc="120" dirty="0">
                          <a:latin typeface="Times New Roman"/>
                          <a:cs typeface="Times New Roman"/>
                        </a:rPr>
                        <a:t>F8</a:t>
                      </a:r>
                      <a:endParaRPr sz="1900">
                        <a:latin typeface="Times New Roman"/>
                        <a:cs typeface="Times New Roman"/>
                      </a:endParaRPr>
                    </a:p>
                  </a:txBody>
                  <a:tcPr marL="0" marR="0" marT="0" marB="0">
                    <a:lnB w="9525">
                      <a:solidFill>
                        <a:srgbClr val="000000"/>
                      </a:solidFill>
                      <a:prstDash val="solid"/>
                    </a:lnB>
                  </a:tcPr>
                </a:tc>
                <a:tc>
                  <a:txBody>
                    <a:bodyPr/>
                    <a:lstStyle/>
                    <a:p>
                      <a:pPr marL="64769">
                        <a:lnSpc>
                          <a:spcPts val="2075"/>
                        </a:lnSpc>
                      </a:pPr>
                      <a:r>
                        <a:rPr sz="1900" i="1" spc="140" dirty="0">
                          <a:latin typeface="Times New Roman"/>
                          <a:cs typeface="Times New Roman"/>
                        </a:rPr>
                        <a:t>F10</a:t>
                      </a:r>
                      <a:endParaRPr sz="1900">
                        <a:latin typeface="Times New Roman"/>
                        <a:cs typeface="Times New Roman"/>
                      </a:endParaRPr>
                    </a:p>
                  </a:txBody>
                  <a:tcPr marL="0" marR="0" marT="0" marB="0">
                    <a:lnB w="9525">
                      <a:solidFill>
                        <a:srgbClr val="000000"/>
                      </a:solidFill>
                      <a:prstDash val="solid"/>
                    </a:lnB>
                  </a:tcPr>
                </a:tc>
                <a:tc>
                  <a:txBody>
                    <a:bodyPr/>
                    <a:lstStyle/>
                    <a:p>
                      <a:pPr marL="134620">
                        <a:lnSpc>
                          <a:spcPts val="2075"/>
                        </a:lnSpc>
                        <a:tabLst>
                          <a:tab pos="967740" algn="l"/>
                          <a:tab pos="1419860" algn="l"/>
                        </a:tabLst>
                      </a:pPr>
                      <a:r>
                        <a:rPr sz="1900" i="1" spc="140" dirty="0">
                          <a:latin typeface="Times New Roman"/>
                          <a:cs typeface="Times New Roman"/>
                        </a:rPr>
                        <a:t>F12	</a:t>
                      </a:r>
                      <a:r>
                        <a:rPr sz="1900" i="1" spc="65" dirty="0">
                          <a:latin typeface="Times New Roman"/>
                          <a:cs typeface="Times New Roman"/>
                        </a:rPr>
                        <a:t>...	</a:t>
                      </a:r>
                      <a:r>
                        <a:rPr sz="1900" i="1" spc="140" dirty="0">
                          <a:latin typeface="Times New Roman"/>
                          <a:cs typeface="Times New Roman"/>
                        </a:rPr>
                        <a:t>F30</a:t>
                      </a:r>
                      <a:endParaRPr sz="19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234089">
                <a:tc>
                  <a:txBody>
                    <a:bodyPr/>
                    <a:lstStyle/>
                    <a:p>
                      <a:pPr marL="352425">
                        <a:lnSpc>
                          <a:spcPct val="100000"/>
                        </a:lnSpc>
                        <a:spcBef>
                          <a:spcPts val="55"/>
                        </a:spcBef>
                      </a:pPr>
                      <a:r>
                        <a:rPr sz="1400" b="1" dirty="0">
                          <a:latin typeface="Times New Roman"/>
                          <a:cs typeface="Times New Roman"/>
                        </a:rPr>
                        <a:t>9</a:t>
                      </a:r>
                      <a:endParaRPr sz="1400">
                        <a:latin typeface="Times New Roman"/>
                        <a:cs typeface="Times New Roman"/>
                      </a:endParaRPr>
                    </a:p>
                  </a:txBody>
                  <a:tcPr marL="0" marR="0" marT="6985" marB="0"/>
                </a:tc>
                <a:tc>
                  <a:txBody>
                    <a:bodyPr/>
                    <a:lstStyle/>
                    <a:p>
                      <a:pPr marL="694690">
                        <a:lnSpc>
                          <a:spcPct val="100000"/>
                        </a:lnSpc>
                        <a:spcBef>
                          <a:spcPts val="55"/>
                        </a:spcBef>
                      </a:pPr>
                      <a:r>
                        <a:rPr sz="1400" i="1" spc="180" dirty="0">
                          <a:latin typeface="Times New Roman"/>
                          <a:cs typeface="Times New Roman"/>
                        </a:rPr>
                        <a:t>FU</a:t>
                      </a:r>
                      <a:endParaRPr sz="1400">
                        <a:latin typeface="Times New Roman"/>
                        <a:cs typeface="Times New Roman"/>
                      </a:endParaRPr>
                    </a:p>
                  </a:txBody>
                  <a:tcPr marL="0" marR="0" marT="6985" marB="0">
                    <a:lnR w="9525">
                      <a:solidFill>
                        <a:srgbClr val="000000"/>
                      </a:solidFill>
                      <a:prstDash val="solid"/>
                    </a:lnR>
                  </a:tcPr>
                </a:tc>
                <a:tc>
                  <a:txBody>
                    <a:bodyPr/>
                    <a:lstStyle/>
                    <a:p>
                      <a:pPr marL="38735" algn="ctr">
                        <a:lnSpc>
                          <a:spcPct val="100000"/>
                        </a:lnSpc>
                        <a:spcBef>
                          <a:spcPts val="55"/>
                        </a:spcBef>
                      </a:pPr>
                      <a:r>
                        <a:rPr sz="1400" spc="105" dirty="0">
                          <a:solidFill>
                            <a:srgbClr val="0000FF"/>
                          </a:solidFill>
                          <a:latin typeface="Times New Roman"/>
                          <a:cs typeface="Times New Roman"/>
                        </a:rPr>
                        <a:t>Mult1</a:t>
                      </a:r>
                      <a:endParaRPr sz="1400">
                        <a:latin typeface="Times New Roman"/>
                        <a:cs typeface="Times New Roman"/>
                      </a:endParaRPr>
                    </a:p>
                  </a:txBody>
                  <a:tcPr marL="0" marR="0" marT="6985"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18415" algn="ctr">
                        <a:lnSpc>
                          <a:spcPct val="100000"/>
                        </a:lnSpc>
                        <a:spcBef>
                          <a:spcPts val="55"/>
                        </a:spcBef>
                      </a:pPr>
                      <a:r>
                        <a:rPr sz="1400" spc="120" dirty="0">
                          <a:solidFill>
                            <a:srgbClr val="FF0000"/>
                          </a:solidFill>
                          <a:latin typeface="Times New Roman"/>
                          <a:cs typeface="Times New Roman"/>
                        </a:rPr>
                        <a:t>M(A2)</a:t>
                      </a:r>
                      <a:endParaRPr sz="1400">
                        <a:latin typeface="Times New Roman"/>
                        <a:cs typeface="Times New Roman"/>
                      </a:endParaRPr>
                    </a:p>
                  </a:txBody>
                  <a:tcPr marL="0" marR="0" marT="6985"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marL="84455" algn="ctr">
                        <a:lnSpc>
                          <a:spcPct val="100000"/>
                        </a:lnSpc>
                        <a:spcBef>
                          <a:spcPts val="55"/>
                        </a:spcBef>
                      </a:pPr>
                      <a:r>
                        <a:rPr sz="1400" spc="125" dirty="0">
                          <a:latin typeface="Times New Roman"/>
                          <a:cs typeface="Times New Roman"/>
                        </a:rPr>
                        <a:t>Add2</a:t>
                      </a:r>
                      <a:endParaRPr sz="1400">
                        <a:latin typeface="Times New Roman"/>
                        <a:cs typeface="Times New Roman"/>
                      </a:endParaRPr>
                    </a:p>
                  </a:txBody>
                  <a:tcPr marL="0" marR="0" marT="6985" marB="0">
                    <a:lnT w="9525">
                      <a:solidFill>
                        <a:srgbClr val="000000"/>
                      </a:solidFill>
                      <a:prstDash val="solid"/>
                    </a:lnT>
                    <a:lnB w="9525">
                      <a:solidFill>
                        <a:srgbClr val="000000"/>
                      </a:solidFill>
                      <a:prstDash val="solid"/>
                    </a:lnB>
                  </a:tcPr>
                </a:tc>
                <a:tc>
                  <a:txBody>
                    <a:bodyPr/>
                    <a:lstStyle/>
                    <a:p>
                      <a:pPr marL="8255" algn="ctr">
                        <a:lnSpc>
                          <a:spcPct val="100000"/>
                        </a:lnSpc>
                        <a:spcBef>
                          <a:spcPts val="55"/>
                        </a:spcBef>
                      </a:pPr>
                      <a:r>
                        <a:rPr sz="1400" spc="120" dirty="0">
                          <a:solidFill>
                            <a:srgbClr val="FF00FF"/>
                          </a:solidFill>
                          <a:latin typeface="Times New Roman"/>
                          <a:cs typeface="Times New Roman"/>
                        </a:rPr>
                        <a:t>(M-M)</a:t>
                      </a:r>
                      <a:endParaRPr sz="1400">
                        <a:latin typeface="Times New Roman"/>
                        <a:cs typeface="Times New Roman"/>
                      </a:endParaRPr>
                    </a:p>
                  </a:txBody>
                  <a:tcPr marL="0" marR="0" marT="6985" marB="0">
                    <a:lnT w="9525">
                      <a:solidFill>
                        <a:srgbClr val="000000"/>
                      </a:solidFill>
                      <a:prstDash val="solid"/>
                    </a:lnT>
                    <a:lnB w="9525">
                      <a:solidFill>
                        <a:srgbClr val="000000"/>
                      </a:solidFill>
                      <a:prstDash val="solid"/>
                    </a:lnB>
                  </a:tcPr>
                </a:tc>
                <a:tc>
                  <a:txBody>
                    <a:bodyPr/>
                    <a:lstStyle/>
                    <a:p>
                      <a:pPr marL="55880">
                        <a:lnSpc>
                          <a:spcPct val="100000"/>
                        </a:lnSpc>
                        <a:spcBef>
                          <a:spcPts val="55"/>
                        </a:spcBef>
                      </a:pPr>
                      <a:r>
                        <a:rPr sz="1400" spc="105" dirty="0">
                          <a:solidFill>
                            <a:srgbClr val="00FF00"/>
                          </a:solidFill>
                          <a:latin typeface="Times New Roman"/>
                          <a:cs typeface="Times New Roman"/>
                        </a:rPr>
                        <a:t>Mult2</a:t>
                      </a:r>
                      <a:endParaRPr sz="1400">
                        <a:latin typeface="Times New Roman"/>
                        <a:cs typeface="Times New Roman"/>
                      </a:endParaRPr>
                    </a:p>
                  </a:txBody>
                  <a:tcPr marL="0" marR="0" marT="6985"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bl>
          </a:graphicData>
        </a:graphic>
      </p:graphicFrame>
      <p:grpSp>
        <p:nvGrpSpPr>
          <p:cNvPr id="24" name="object 21">
            <a:extLst>
              <a:ext uri="{FF2B5EF4-FFF2-40B4-BE49-F238E27FC236}">
                <a16:creationId xmlns:a16="http://schemas.microsoft.com/office/drawing/2014/main" id="{C0D1542C-9F5C-32DA-DEC6-7170CAA90433}"/>
              </a:ext>
            </a:extLst>
          </p:cNvPr>
          <p:cNvGrpSpPr/>
          <p:nvPr/>
        </p:nvGrpSpPr>
        <p:grpSpPr>
          <a:xfrm>
            <a:off x="2860061" y="2146074"/>
            <a:ext cx="2023745" cy="1411605"/>
            <a:chOff x="2838314" y="1486227"/>
            <a:chExt cx="2023745" cy="1411605"/>
          </a:xfrm>
        </p:grpSpPr>
        <p:sp>
          <p:nvSpPr>
            <p:cNvPr id="25" name="object 22">
              <a:extLst>
                <a:ext uri="{FF2B5EF4-FFF2-40B4-BE49-F238E27FC236}">
                  <a16:creationId xmlns:a16="http://schemas.microsoft.com/office/drawing/2014/main" id="{9340B669-9577-2580-9D06-D453C9AD0813}"/>
                </a:ext>
              </a:extLst>
            </p:cNvPr>
            <p:cNvSpPr/>
            <p:nvPr/>
          </p:nvSpPr>
          <p:spPr>
            <a:xfrm>
              <a:off x="2851355" y="1490063"/>
              <a:ext cx="2005964" cy="0"/>
            </a:xfrm>
            <a:custGeom>
              <a:avLst/>
              <a:gdLst/>
              <a:ahLst/>
              <a:cxnLst/>
              <a:rect l="l" t="t" r="r" b="b"/>
              <a:pathLst>
                <a:path w="2005964">
                  <a:moveTo>
                    <a:pt x="0" y="0"/>
                  </a:moveTo>
                  <a:lnTo>
                    <a:pt x="2005776" y="0"/>
                  </a:lnTo>
                </a:path>
              </a:pathLst>
            </a:custGeom>
            <a:ln w="7547">
              <a:solidFill>
                <a:srgbClr val="000000"/>
              </a:solidFill>
            </a:ln>
          </p:spPr>
          <p:txBody>
            <a:bodyPr wrap="square" lIns="0" tIns="0" rIns="0" bIns="0" rtlCol="0"/>
            <a:lstStyle/>
            <a:p>
              <a:endParaRPr/>
            </a:p>
          </p:txBody>
        </p:sp>
        <p:sp>
          <p:nvSpPr>
            <p:cNvPr id="26" name="object 23">
              <a:extLst>
                <a:ext uri="{FF2B5EF4-FFF2-40B4-BE49-F238E27FC236}">
                  <a16:creationId xmlns:a16="http://schemas.microsoft.com/office/drawing/2014/main" id="{294065C0-187E-FDE9-40BE-7EC1B10E7486}"/>
                </a:ext>
              </a:extLst>
            </p:cNvPr>
            <p:cNvSpPr/>
            <p:nvPr/>
          </p:nvSpPr>
          <p:spPr>
            <a:xfrm>
              <a:off x="2846945" y="1486263"/>
              <a:ext cx="2014855" cy="7620"/>
            </a:xfrm>
            <a:custGeom>
              <a:avLst/>
              <a:gdLst/>
              <a:ahLst/>
              <a:cxnLst/>
              <a:rect l="l" t="t" r="r" b="b"/>
              <a:pathLst>
                <a:path w="2014854" h="7619">
                  <a:moveTo>
                    <a:pt x="2014479" y="0"/>
                  </a:moveTo>
                  <a:lnTo>
                    <a:pt x="0" y="0"/>
                  </a:lnTo>
                  <a:lnTo>
                    <a:pt x="0" y="7535"/>
                  </a:lnTo>
                  <a:lnTo>
                    <a:pt x="2014479" y="7535"/>
                  </a:lnTo>
                  <a:lnTo>
                    <a:pt x="2014479" y="0"/>
                  </a:lnTo>
                  <a:close/>
                </a:path>
              </a:pathLst>
            </a:custGeom>
            <a:solidFill>
              <a:srgbClr val="000000"/>
            </a:solidFill>
          </p:spPr>
          <p:txBody>
            <a:bodyPr wrap="square" lIns="0" tIns="0" rIns="0" bIns="0" rtlCol="0"/>
            <a:lstStyle/>
            <a:p>
              <a:endParaRPr/>
            </a:p>
          </p:txBody>
        </p:sp>
        <p:sp>
          <p:nvSpPr>
            <p:cNvPr id="27" name="object 24">
              <a:extLst>
                <a:ext uri="{FF2B5EF4-FFF2-40B4-BE49-F238E27FC236}">
                  <a16:creationId xmlns:a16="http://schemas.microsoft.com/office/drawing/2014/main" id="{47DE4330-06C4-AD39-90C9-05D5F1148905}"/>
                </a:ext>
              </a:extLst>
            </p:cNvPr>
            <p:cNvSpPr/>
            <p:nvPr/>
          </p:nvSpPr>
          <p:spPr>
            <a:xfrm>
              <a:off x="2842652" y="1490063"/>
              <a:ext cx="0" cy="1403985"/>
            </a:xfrm>
            <a:custGeom>
              <a:avLst/>
              <a:gdLst/>
              <a:ahLst/>
              <a:cxnLst/>
              <a:rect l="l" t="t" r="r" b="b"/>
              <a:pathLst>
                <a:path h="1403985">
                  <a:moveTo>
                    <a:pt x="0" y="0"/>
                  </a:moveTo>
                  <a:lnTo>
                    <a:pt x="0" y="1403533"/>
                  </a:lnTo>
                </a:path>
              </a:pathLst>
            </a:custGeom>
            <a:ln w="8675">
              <a:solidFill>
                <a:srgbClr val="000000"/>
              </a:solidFill>
            </a:ln>
          </p:spPr>
          <p:txBody>
            <a:bodyPr wrap="square" lIns="0" tIns="0" rIns="0" bIns="0" rtlCol="0"/>
            <a:lstStyle/>
            <a:p>
              <a:endParaRPr/>
            </a:p>
          </p:txBody>
        </p:sp>
        <p:sp>
          <p:nvSpPr>
            <p:cNvPr id="28" name="object 25">
              <a:extLst>
                <a:ext uri="{FF2B5EF4-FFF2-40B4-BE49-F238E27FC236}">
                  <a16:creationId xmlns:a16="http://schemas.microsoft.com/office/drawing/2014/main" id="{09B633D4-72CD-8295-637D-078217F5D25C}"/>
                </a:ext>
              </a:extLst>
            </p:cNvPr>
            <p:cNvSpPr/>
            <p:nvPr/>
          </p:nvSpPr>
          <p:spPr>
            <a:xfrm>
              <a:off x="2838358" y="1486227"/>
              <a:ext cx="8890" cy="1411605"/>
            </a:xfrm>
            <a:custGeom>
              <a:avLst/>
              <a:gdLst/>
              <a:ahLst/>
              <a:cxnLst/>
              <a:rect l="l" t="t" r="r" b="b"/>
              <a:pathLst>
                <a:path w="8889" h="1411605">
                  <a:moveTo>
                    <a:pt x="8675" y="0"/>
                  </a:moveTo>
                  <a:lnTo>
                    <a:pt x="0" y="0"/>
                  </a:lnTo>
                  <a:lnTo>
                    <a:pt x="0" y="1411104"/>
                  </a:lnTo>
                  <a:lnTo>
                    <a:pt x="8675" y="1411104"/>
                  </a:lnTo>
                  <a:lnTo>
                    <a:pt x="8675" y="0"/>
                  </a:lnTo>
                  <a:close/>
                </a:path>
              </a:pathLst>
            </a:custGeom>
            <a:solidFill>
              <a:srgbClr val="000000"/>
            </a:solidFill>
          </p:spPr>
          <p:txBody>
            <a:bodyPr wrap="square" lIns="0" tIns="0" rIns="0" bIns="0" rtlCol="0"/>
            <a:lstStyle/>
            <a:p>
              <a:endParaRPr/>
            </a:p>
          </p:txBody>
        </p:sp>
        <p:sp>
          <p:nvSpPr>
            <p:cNvPr id="29" name="object 26">
              <a:extLst>
                <a:ext uri="{FF2B5EF4-FFF2-40B4-BE49-F238E27FC236}">
                  <a16:creationId xmlns:a16="http://schemas.microsoft.com/office/drawing/2014/main" id="{55D72F67-E3AE-7175-9AD0-C77B0AF233BD}"/>
                </a:ext>
              </a:extLst>
            </p:cNvPr>
            <p:cNvSpPr/>
            <p:nvPr/>
          </p:nvSpPr>
          <p:spPr>
            <a:xfrm>
              <a:off x="4857131" y="1497634"/>
              <a:ext cx="0" cy="1396365"/>
            </a:xfrm>
            <a:custGeom>
              <a:avLst/>
              <a:gdLst/>
              <a:ahLst/>
              <a:cxnLst/>
              <a:rect l="l" t="t" r="r" b="b"/>
              <a:pathLst>
                <a:path h="1396364">
                  <a:moveTo>
                    <a:pt x="0" y="0"/>
                  </a:moveTo>
                  <a:lnTo>
                    <a:pt x="0" y="1395962"/>
                  </a:lnTo>
                </a:path>
              </a:pathLst>
            </a:custGeom>
            <a:ln w="8675">
              <a:solidFill>
                <a:srgbClr val="000000"/>
              </a:solidFill>
            </a:ln>
          </p:spPr>
          <p:txBody>
            <a:bodyPr wrap="square" lIns="0" tIns="0" rIns="0" bIns="0" rtlCol="0"/>
            <a:lstStyle/>
            <a:p>
              <a:endParaRPr/>
            </a:p>
          </p:txBody>
        </p:sp>
        <p:sp>
          <p:nvSpPr>
            <p:cNvPr id="30" name="object 27">
              <a:extLst>
                <a:ext uri="{FF2B5EF4-FFF2-40B4-BE49-F238E27FC236}">
                  <a16:creationId xmlns:a16="http://schemas.microsoft.com/office/drawing/2014/main" id="{F2F2DFFF-F548-2331-BE69-E987EE29C822}"/>
                </a:ext>
              </a:extLst>
            </p:cNvPr>
            <p:cNvSpPr/>
            <p:nvPr/>
          </p:nvSpPr>
          <p:spPr>
            <a:xfrm>
              <a:off x="4852838" y="1493798"/>
              <a:ext cx="8890" cy="1403985"/>
            </a:xfrm>
            <a:custGeom>
              <a:avLst/>
              <a:gdLst/>
              <a:ahLst/>
              <a:cxnLst/>
              <a:rect l="l" t="t" r="r" b="b"/>
              <a:pathLst>
                <a:path w="8889" h="1403985">
                  <a:moveTo>
                    <a:pt x="8675" y="0"/>
                  </a:moveTo>
                  <a:lnTo>
                    <a:pt x="0" y="0"/>
                  </a:lnTo>
                  <a:lnTo>
                    <a:pt x="0" y="1403533"/>
                  </a:lnTo>
                  <a:lnTo>
                    <a:pt x="8675" y="1403533"/>
                  </a:lnTo>
                  <a:lnTo>
                    <a:pt x="8675" y="0"/>
                  </a:lnTo>
                  <a:close/>
                </a:path>
              </a:pathLst>
            </a:custGeom>
            <a:solidFill>
              <a:srgbClr val="000000"/>
            </a:solidFill>
          </p:spPr>
          <p:txBody>
            <a:bodyPr wrap="square" lIns="0" tIns="0" rIns="0" bIns="0" rtlCol="0"/>
            <a:lstStyle/>
            <a:p>
              <a:endParaRPr/>
            </a:p>
          </p:txBody>
        </p:sp>
        <p:sp>
          <p:nvSpPr>
            <p:cNvPr id="31" name="object 28">
              <a:extLst>
                <a:ext uri="{FF2B5EF4-FFF2-40B4-BE49-F238E27FC236}">
                  <a16:creationId xmlns:a16="http://schemas.microsoft.com/office/drawing/2014/main" id="{A1071F1B-4375-D80D-E0A2-EACE3D11F225}"/>
                </a:ext>
              </a:extLst>
            </p:cNvPr>
            <p:cNvSpPr/>
            <p:nvPr/>
          </p:nvSpPr>
          <p:spPr>
            <a:xfrm>
              <a:off x="2851355" y="2893597"/>
              <a:ext cx="2005964" cy="0"/>
            </a:xfrm>
            <a:custGeom>
              <a:avLst/>
              <a:gdLst/>
              <a:ahLst/>
              <a:cxnLst/>
              <a:rect l="l" t="t" r="r" b="b"/>
              <a:pathLst>
                <a:path w="2005964">
                  <a:moveTo>
                    <a:pt x="0" y="0"/>
                  </a:moveTo>
                  <a:lnTo>
                    <a:pt x="2005776" y="0"/>
                  </a:lnTo>
                </a:path>
              </a:pathLst>
            </a:custGeom>
            <a:ln w="7547">
              <a:solidFill>
                <a:srgbClr val="000000"/>
              </a:solidFill>
            </a:ln>
          </p:spPr>
          <p:txBody>
            <a:bodyPr wrap="square" lIns="0" tIns="0" rIns="0" bIns="0" rtlCol="0"/>
            <a:lstStyle/>
            <a:p>
              <a:endParaRPr/>
            </a:p>
          </p:txBody>
        </p:sp>
        <p:sp>
          <p:nvSpPr>
            <p:cNvPr id="32" name="object 29">
              <a:extLst>
                <a:ext uri="{FF2B5EF4-FFF2-40B4-BE49-F238E27FC236}">
                  <a16:creationId xmlns:a16="http://schemas.microsoft.com/office/drawing/2014/main" id="{6E308819-B67A-2D69-6E44-6174FECD26E8}"/>
                </a:ext>
              </a:extLst>
            </p:cNvPr>
            <p:cNvSpPr/>
            <p:nvPr/>
          </p:nvSpPr>
          <p:spPr>
            <a:xfrm>
              <a:off x="2846945" y="2889797"/>
              <a:ext cx="2014855" cy="7620"/>
            </a:xfrm>
            <a:custGeom>
              <a:avLst/>
              <a:gdLst/>
              <a:ahLst/>
              <a:cxnLst/>
              <a:rect l="l" t="t" r="r" b="b"/>
              <a:pathLst>
                <a:path w="2014854" h="7619">
                  <a:moveTo>
                    <a:pt x="2014479" y="0"/>
                  </a:moveTo>
                  <a:lnTo>
                    <a:pt x="0" y="0"/>
                  </a:lnTo>
                  <a:lnTo>
                    <a:pt x="0" y="7535"/>
                  </a:lnTo>
                  <a:lnTo>
                    <a:pt x="2014479" y="7535"/>
                  </a:lnTo>
                  <a:lnTo>
                    <a:pt x="2014479"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97873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F1DF4-BB1D-3109-3016-DA348457FBC4}"/>
              </a:ext>
            </a:extLst>
          </p:cNvPr>
          <p:cNvSpPr>
            <a:spLocks noGrp="1"/>
          </p:cNvSpPr>
          <p:nvPr>
            <p:ph type="title"/>
          </p:nvPr>
        </p:nvSpPr>
        <p:spPr/>
        <p:txBody>
          <a:bodyPr/>
          <a:lstStyle/>
          <a:p>
            <a:r>
              <a:rPr lang="en-US" dirty="0"/>
              <a:t>Cycle-10</a:t>
            </a:r>
            <a:endParaRPr lang="en-IN" dirty="0"/>
          </a:p>
        </p:txBody>
      </p:sp>
      <p:sp>
        <p:nvSpPr>
          <p:cNvPr id="4" name="Footer Placeholder 3">
            <a:extLst>
              <a:ext uri="{FF2B5EF4-FFF2-40B4-BE49-F238E27FC236}">
                <a16:creationId xmlns:a16="http://schemas.microsoft.com/office/drawing/2014/main" id="{608EAE53-FAAF-A1FB-078C-4DAB9151C66A}"/>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7039AAC5-5C0B-7F29-6925-760BEF200EA6}"/>
              </a:ext>
            </a:extLst>
          </p:cNvPr>
          <p:cNvSpPr>
            <a:spLocks noGrp="1"/>
          </p:cNvSpPr>
          <p:nvPr>
            <p:ph type="sldNum" sz="quarter" idx="12"/>
          </p:nvPr>
        </p:nvSpPr>
        <p:spPr/>
        <p:txBody>
          <a:bodyPr/>
          <a:lstStyle/>
          <a:p>
            <a:fld id="{B8651ABE-1138-46C6-9A43-7FCD4EB2550C}" type="slidenum">
              <a:rPr lang="en-IN" smtClean="0"/>
              <a:pPr/>
              <a:t>31</a:t>
            </a:fld>
            <a:endParaRPr lang="en-IN" dirty="0"/>
          </a:p>
        </p:txBody>
      </p:sp>
      <p:sp>
        <p:nvSpPr>
          <p:cNvPr id="92" name="object 3">
            <a:extLst>
              <a:ext uri="{FF2B5EF4-FFF2-40B4-BE49-F238E27FC236}">
                <a16:creationId xmlns:a16="http://schemas.microsoft.com/office/drawing/2014/main" id="{5BC9D75D-C1C1-59B3-119E-BC7834861955}"/>
              </a:ext>
            </a:extLst>
          </p:cNvPr>
          <p:cNvSpPr txBox="1"/>
          <p:nvPr/>
        </p:nvSpPr>
        <p:spPr>
          <a:xfrm>
            <a:off x="55634" y="1581791"/>
            <a:ext cx="2028189" cy="300990"/>
          </a:xfrm>
          <a:prstGeom prst="rect">
            <a:avLst/>
          </a:prstGeom>
        </p:spPr>
        <p:txBody>
          <a:bodyPr vert="horz" wrap="square" lIns="0" tIns="13335" rIns="0" bIns="0" rtlCol="0">
            <a:spAutoFit/>
          </a:bodyPr>
          <a:lstStyle/>
          <a:p>
            <a:pPr marL="12700">
              <a:lnSpc>
                <a:spcPct val="100000"/>
              </a:lnSpc>
              <a:spcBef>
                <a:spcPts val="105"/>
              </a:spcBef>
            </a:pPr>
            <a:r>
              <a:rPr sz="1800" i="1" spc="140" dirty="0">
                <a:solidFill>
                  <a:srgbClr val="FF0000"/>
                </a:solidFill>
                <a:latin typeface="Times New Roman"/>
                <a:cs typeface="Times New Roman"/>
              </a:rPr>
              <a:t>Instruction</a:t>
            </a:r>
            <a:r>
              <a:rPr sz="1800" i="1" spc="5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sp>
        <p:nvSpPr>
          <p:cNvPr id="93" name="object 4">
            <a:extLst>
              <a:ext uri="{FF2B5EF4-FFF2-40B4-BE49-F238E27FC236}">
                <a16:creationId xmlns:a16="http://schemas.microsoft.com/office/drawing/2014/main" id="{20B69C39-2CC5-7E00-D82B-BC64F46AE0FC}"/>
              </a:ext>
            </a:extLst>
          </p:cNvPr>
          <p:cNvSpPr txBox="1"/>
          <p:nvPr/>
        </p:nvSpPr>
        <p:spPr>
          <a:xfrm>
            <a:off x="6166199" y="1875745"/>
            <a:ext cx="1425575" cy="258445"/>
          </a:xfrm>
          <a:prstGeom prst="rect">
            <a:avLst/>
          </a:prstGeom>
        </p:spPr>
        <p:txBody>
          <a:bodyPr vert="horz" wrap="square" lIns="0" tIns="15875" rIns="0" bIns="0" rtlCol="0">
            <a:spAutoFit/>
          </a:bodyPr>
          <a:lstStyle/>
          <a:p>
            <a:pPr marL="12700">
              <a:lnSpc>
                <a:spcPct val="100000"/>
              </a:lnSpc>
              <a:spcBef>
                <a:spcPts val="125"/>
              </a:spcBef>
              <a:tabLst>
                <a:tab pos="650240" algn="l"/>
              </a:tabLst>
            </a:pPr>
            <a:r>
              <a:rPr sz="1500" spc="165" dirty="0">
                <a:latin typeface="Times New Roman"/>
                <a:cs typeface="Times New Roman"/>
              </a:rPr>
              <a:t>Busy	</a:t>
            </a:r>
            <a:r>
              <a:rPr sz="1500" spc="150" dirty="0">
                <a:latin typeface="Times New Roman"/>
                <a:cs typeface="Times New Roman"/>
              </a:rPr>
              <a:t>Address</a:t>
            </a:r>
            <a:endParaRPr sz="1500">
              <a:latin typeface="Times New Roman"/>
              <a:cs typeface="Times New Roman"/>
            </a:endParaRPr>
          </a:p>
        </p:txBody>
      </p:sp>
      <p:sp>
        <p:nvSpPr>
          <p:cNvPr id="94" name="object 5">
            <a:extLst>
              <a:ext uri="{FF2B5EF4-FFF2-40B4-BE49-F238E27FC236}">
                <a16:creationId xmlns:a16="http://schemas.microsoft.com/office/drawing/2014/main" id="{52592305-A0D5-1E08-80CB-2C010AACB17C}"/>
              </a:ext>
            </a:extLst>
          </p:cNvPr>
          <p:cNvSpPr txBox="1"/>
          <p:nvPr/>
        </p:nvSpPr>
        <p:spPr>
          <a:xfrm>
            <a:off x="3826005" y="2110891"/>
            <a:ext cx="116205" cy="470534"/>
          </a:xfrm>
          <a:prstGeom prst="rect">
            <a:avLst/>
          </a:prstGeom>
        </p:spPr>
        <p:txBody>
          <a:bodyPr vert="horz" wrap="square" lIns="0" tIns="29209" rIns="0" bIns="0" rtlCol="0">
            <a:spAutoFit/>
          </a:bodyPr>
          <a:lstStyle/>
          <a:p>
            <a:pPr>
              <a:lnSpc>
                <a:spcPct val="100000"/>
              </a:lnSpc>
              <a:spcBef>
                <a:spcPts val="229"/>
              </a:spcBef>
            </a:pPr>
            <a:r>
              <a:rPr sz="1350" spc="135" dirty="0">
                <a:latin typeface="Times New Roman"/>
                <a:cs typeface="Times New Roman"/>
              </a:rPr>
              <a:t>3</a:t>
            </a:r>
            <a:endParaRPr sz="1350">
              <a:latin typeface="Times New Roman"/>
              <a:cs typeface="Times New Roman"/>
            </a:endParaRPr>
          </a:p>
          <a:p>
            <a:pPr>
              <a:lnSpc>
                <a:spcPct val="100000"/>
              </a:lnSpc>
              <a:spcBef>
                <a:spcPts val="130"/>
              </a:spcBef>
            </a:pPr>
            <a:r>
              <a:rPr sz="1350" spc="135" dirty="0">
                <a:latin typeface="Times New Roman"/>
                <a:cs typeface="Times New Roman"/>
              </a:rPr>
              <a:t>4</a:t>
            </a:r>
            <a:endParaRPr sz="1350">
              <a:latin typeface="Times New Roman"/>
              <a:cs typeface="Times New Roman"/>
            </a:endParaRPr>
          </a:p>
        </p:txBody>
      </p:sp>
      <p:sp>
        <p:nvSpPr>
          <p:cNvPr id="95" name="object 6">
            <a:extLst>
              <a:ext uri="{FF2B5EF4-FFF2-40B4-BE49-F238E27FC236}">
                <a16:creationId xmlns:a16="http://schemas.microsoft.com/office/drawing/2014/main" id="{FE401E44-0C49-489E-82D1-042C53A3AFFB}"/>
              </a:ext>
            </a:extLst>
          </p:cNvPr>
          <p:cNvSpPr txBox="1"/>
          <p:nvPr/>
        </p:nvSpPr>
        <p:spPr>
          <a:xfrm>
            <a:off x="4472300" y="2110891"/>
            <a:ext cx="116205" cy="470534"/>
          </a:xfrm>
          <a:prstGeom prst="rect">
            <a:avLst/>
          </a:prstGeom>
        </p:spPr>
        <p:txBody>
          <a:bodyPr vert="horz" wrap="square" lIns="0" tIns="29209" rIns="0" bIns="0" rtlCol="0">
            <a:spAutoFit/>
          </a:bodyPr>
          <a:lstStyle/>
          <a:p>
            <a:pPr>
              <a:lnSpc>
                <a:spcPct val="100000"/>
              </a:lnSpc>
              <a:spcBef>
                <a:spcPts val="229"/>
              </a:spcBef>
            </a:pPr>
            <a:r>
              <a:rPr sz="1350" spc="135" dirty="0">
                <a:latin typeface="Times New Roman"/>
                <a:cs typeface="Times New Roman"/>
              </a:rPr>
              <a:t>4</a:t>
            </a:r>
            <a:endParaRPr sz="1350">
              <a:latin typeface="Times New Roman"/>
              <a:cs typeface="Times New Roman"/>
            </a:endParaRPr>
          </a:p>
          <a:p>
            <a:pPr>
              <a:lnSpc>
                <a:spcPct val="100000"/>
              </a:lnSpc>
              <a:spcBef>
                <a:spcPts val="130"/>
              </a:spcBef>
            </a:pPr>
            <a:r>
              <a:rPr sz="1350" spc="135" dirty="0">
                <a:latin typeface="Times New Roman"/>
                <a:cs typeface="Times New Roman"/>
              </a:rPr>
              <a:t>5</a:t>
            </a:r>
            <a:endParaRPr sz="1350">
              <a:latin typeface="Times New Roman"/>
              <a:cs typeface="Times New Roman"/>
            </a:endParaRPr>
          </a:p>
        </p:txBody>
      </p:sp>
      <p:sp>
        <p:nvSpPr>
          <p:cNvPr id="96" name="object 7">
            <a:extLst>
              <a:ext uri="{FF2B5EF4-FFF2-40B4-BE49-F238E27FC236}">
                <a16:creationId xmlns:a16="http://schemas.microsoft.com/office/drawing/2014/main" id="{2533BE5F-97EF-A055-74E9-C1BB78B73E70}"/>
              </a:ext>
            </a:extLst>
          </p:cNvPr>
          <p:cNvSpPr txBox="1"/>
          <p:nvPr/>
        </p:nvSpPr>
        <p:spPr>
          <a:xfrm>
            <a:off x="5511268" y="2110891"/>
            <a:ext cx="559435" cy="692785"/>
          </a:xfrm>
          <a:prstGeom prst="rect">
            <a:avLst/>
          </a:prstGeom>
        </p:spPr>
        <p:txBody>
          <a:bodyPr vert="horz" wrap="square" lIns="0" tIns="12700" rIns="0" bIns="0" rtlCol="0">
            <a:spAutoFit/>
          </a:bodyPr>
          <a:lstStyle/>
          <a:p>
            <a:pPr marL="12700" marR="5080" algn="just">
              <a:lnSpc>
                <a:spcPct val="108000"/>
              </a:lnSpc>
              <a:spcBef>
                <a:spcPts val="100"/>
              </a:spcBef>
            </a:pPr>
            <a:r>
              <a:rPr sz="1350" spc="185" dirty="0">
                <a:latin typeface="Times New Roman"/>
                <a:cs typeface="Times New Roman"/>
              </a:rPr>
              <a:t>L</a:t>
            </a:r>
            <a:r>
              <a:rPr sz="1350" spc="135" dirty="0">
                <a:latin typeface="Times New Roman"/>
                <a:cs typeface="Times New Roman"/>
              </a:rPr>
              <a:t>oa</a:t>
            </a:r>
            <a:r>
              <a:rPr sz="1350" spc="100" dirty="0">
                <a:latin typeface="Times New Roman"/>
                <a:cs typeface="Times New Roman"/>
              </a:rPr>
              <a:t>d1  </a:t>
            </a:r>
            <a:r>
              <a:rPr sz="1350" spc="185" dirty="0">
                <a:latin typeface="Times New Roman"/>
                <a:cs typeface="Times New Roman"/>
              </a:rPr>
              <a:t>L</a:t>
            </a:r>
            <a:r>
              <a:rPr sz="1350" spc="135" dirty="0">
                <a:latin typeface="Times New Roman"/>
                <a:cs typeface="Times New Roman"/>
              </a:rPr>
              <a:t>oa</a:t>
            </a:r>
            <a:r>
              <a:rPr sz="1350" spc="100" dirty="0">
                <a:latin typeface="Times New Roman"/>
                <a:cs typeface="Times New Roman"/>
              </a:rPr>
              <a:t>d2  </a:t>
            </a:r>
            <a:r>
              <a:rPr sz="1350" spc="185" dirty="0">
                <a:latin typeface="Times New Roman"/>
                <a:cs typeface="Times New Roman"/>
              </a:rPr>
              <a:t>L</a:t>
            </a:r>
            <a:r>
              <a:rPr sz="1350" spc="135" dirty="0">
                <a:latin typeface="Times New Roman"/>
                <a:cs typeface="Times New Roman"/>
              </a:rPr>
              <a:t>oad3</a:t>
            </a:r>
            <a:endParaRPr sz="1350">
              <a:latin typeface="Times New Roman"/>
              <a:cs typeface="Times New Roman"/>
            </a:endParaRPr>
          </a:p>
        </p:txBody>
      </p:sp>
      <p:sp>
        <p:nvSpPr>
          <p:cNvPr id="97" name="object 8">
            <a:extLst>
              <a:ext uri="{FF2B5EF4-FFF2-40B4-BE49-F238E27FC236}">
                <a16:creationId xmlns:a16="http://schemas.microsoft.com/office/drawing/2014/main" id="{AA317F58-D4FF-6B5E-EFBD-DB60A9333A75}"/>
              </a:ext>
            </a:extLst>
          </p:cNvPr>
          <p:cNvSpPr txBox="1"/>
          <p:nvPr/>
        </p:nvSpPr>
        <p:spPr>
          <a:xfrm>
            <a:off x="6140111" y="2135913"/>
            <a:ext cx="1525905" cy="666750"/>
          </a:xfrm>
          <a:prstGeom prst="rect">
            <a:avLst/>
          </a:prstGeom>
          <a:ln w="8653">
            <a:solidFill>
              <a:srgbClr val="000000"/>
            </a:solidFill>
          </a:ln>
        </p:spPr>
        <p:txBody>
          <a:bodyPr vert="horz" wrap="square" lIns="0" tIns="3810" rIns="0" bIns="0" rtlCol="0">
            <a:spAutoFit/>
          </a:bodyPr>
          <a:lstStyle/>
          <a:p>
            <a:pPr marL="193675">
              <a:lnSpc>
                <a:spcPct val="100000"/>
              </a:lnSpc>
              <a:spcBef>
                <a:spcPts val="30"/>
              </a:spcBef>
            </a:pPr>
            <a:r>
              <a:rPr sz="1350" spc="145" dirty="0">
                <a:latin typeface="Times New Roman"/>
                <a:cs typeface="Times New Roman"/>
              </a:rPr>
              <a:t>No</a:t>
            </a:r>
            <a:endParaRPr sz="1350">
              <a:latin typeface="Times New Roman"/>
              <a:cs typeface="Times New Roman"/>
            </a:endParaRPr>
          </a:p>
          <a:p>
            <a:pPr marL="193675" marR="1076960">
              <a:lnSpc>
                <a:spcPct val="108000"/>
              </a:lnSpc>
            </a:pPr>
            <a:r>
              <a:rPr sz="1350" spc="110" dirty="0">
                <a:latin typeface="Times New Roman"/>
                <a:cs typeface="Times New Roman"/>
              </a:rPr>
              <a:t>No  No</a:t>
            </a:r>
            <a:endParaRPr sz="1350">
              <a:latin typeface="Times New Roman"/>
              <a:cs typeface="Times New Roman"/>
            </a:endParaRPr>
          </a:p>
        </p:txBody>
      </p:sp>
      <p:sp>
        <p:nvSpPr>
          <p:cNvPr id="98" name="object 9">
            <a:extLst>
              <a:ext uri="{FF2B5EF4-FFF2-40B4-BE49-F238E27FC236}">
                <a16:creationId xmlns:a16="http://schemas.microsoft.com/office/drawing/2014/main" id="{F6B5C9D5-165E-2D92-DF23-4C9681A84251}"/>
              </a:ext>
            </a:extLst>
          </p:cNvPr>
          <p:cNvSpPr txBox="1"/>
          <p:nvPr/>
        </p:nvSpPr>
        <p:spPr>
          <a:xfrm>
            <a:off x="3826005" y="2793073"/>
            <a:ext cx="116205" cy="232410"/>
          </a:xfrm>
          <a:prstGeom prst="rect">
            <a:avLst/>
          </a:prstGeom>
        </p:spPr>
        <p:txBody>
          <a:bodyPr vert="horz" wrap="square" lIns="0" tIns="13335" rIns="0" bIns="0" rtlCol="0">
            <a:spAutoFit/>
          </a:bodyPr>
          <a:lstStyle/>
          <a:p>
            <a:pPr>
              <a:lnSpc>
                <a:spcPct val="100000"/>
              </a:lnSpc>
              <a:spcBef>
                <a:spcPts val="105"/>
              </a:spcBef>
            </a:pPr>
            <a:r>
              <a:rPr sz="1350" spc="135" dirty="0">
                <a:latin typeface="Times New Roman"/>
                <a:cs typeface="Times New Roman"/>
              </a:rPr>
              <a:t>7</a:t>
            </a:r>
            <a:endParaRPr sz="1350">
              <a:latin typeface="Times New Roman"/>
              <a:cs typeface="Times New Roman"/>
            </a:endParaRPr>
          </a:p>
        </p:txBody>
      </p:sp>
      <p:sp>
        <p:nvSpPr>
          <p:cNvPr id="99" name="object 10">
            <a:extLst>
              <a:ext uri="{FF2B5EF4-FFF2-40B4-BE49-F238E27FC236}">
                <a16:creationId xmlns:a16="http://schemas.microsoft.com/office/drawing/2014/main" id="{7F164F13-75C2-7EF7-2632-AF8599AEA08C}"/>
              </a:ext>
            </a:extLst>
          </p:cNvPr>
          <p:cNvSpPr txBox="1"/>
          <p:nvPr/>
        </p:nvSpPr>
        <p:spPr>
          <a:xfrm>
            <a:off x="4472300" y="2793073"/>
            <a:ext cx="116205" cy="232410"/>
          </a:xfrm>
          <a:prstGeom prst="rect">
            <a:avLst/>
          </a:prstGeom>
        </p:spPr>
        <p:txBody>
          <a:bodyPr vert="horz" wrap="square" lIns="0" tIns="13335" rIns="0" bIns="0" rtlCol="0">
            <a:spAutoFit/>
          </a:bodyPr>
          <a:lstStyle/>
          <a:p>
            <a:pPr>
              <a:lnSpc>
                <a:spcPct val="100000"/>
              </a:lnSpc>
              <a:spcBef>
                <a:spcPts val="105"/>
              </a:spcBef>
            </a:pPr>
            <a:r>
              <a:rPr sz="1350" spc="135" dirty="0">
                <a:latin typeface="Times New Roman"/>
                <a:cs typeface="Times New Roman"/>
              </a:rPr>
              <a:t>8</a:t>
            </a:r>
            <a:endParaRPr sz="1350">
              <a:latin typeface="Times New Roman"/>
              <a:cs typeface="Times New Roman"/>
            </a:endParaRPr>
          </a:p>
        </p:txBody>
      </p:sp>
      <p:sp>
        <p:nvSpPr>
          <p:cNvPr id="100" name="object 11">
            <a:extLst>
              <a:ext uri="{FF2B5EF4-FFF2-40B4-BE49-F238E27FC236}">
                <a16:creationId xmlns:a16="http://schemas.microsoft.com/office/drawing/2014/main" id="{ADA6A33A-AEBC-054C-50C8-20E1B0FD68D6}"/>
              </a:ext>
            </a:extLst>
          </p:cNvPr>
          <p:cNvSpPr txBox="1"/>
          <p:nvPr/>
        </p:nvSpPr>
        <p:spPr>
          <a:xfrm>
            <a:off x="383097" y="1874735"/>
            <a:ext cx="920750" cy="1595120"/>
          </a:xfrm>
          <a:prstGeom prst="rect">
            <a:avLst/>
          </a:prstGeom>
        </p:spPr>
        <p:txBody>
          <a:bodyPr vert="horz" wrap="square" lIns="0" tIns="12700" rIns="0" bIns="0" rtlCol="0">
            <a:spAutoFit/>
          </a:bodyPr>
          <a:lstStyle/>
          <a:p>
            <a:pPr marL="12700" marR="5080">
              <a:lnSpc>
                <a:spcPct val="111400"/>
              </a:lnSpc>
              <a:spcBef>
                <a:spcPts val="100"/>
              </a:spcBef>
            </a:pPr>
            <a:r>
              <a:rPr sz="1350" spc="114" dirty="0">
                <a:latin typeface="Times New Roman"/>
                <a:cs typeface="Times New Roman"/>
              </a:rPr>
              <a:t>In</a:t>
            </a:r>
            <a:r>
              <a:rPr sz="1350" spc="80" dirty="0">
                <a:latin typeface="Times New Roman"/>
                <a:cs typeface="Times New Roman"/>
              </a:rPr>
              <a:t>s</a:t>
            </a:r>
            <a:r>
              <a:rPr sz="1350" spc="90" dirty="0">
                <a:latin typeface="Times New Roman"/>
                <a:cs typeface="Times New Roman"/>
              </a:rPr>
              <a:t>t</a:t>
            </a:r>
            <a:r>
              <a:rPr sz="1350" spc="114" dirty="0">
                <a:latin typeface="Times New Roman"/>
                <a:cs typeface="Times New Roman"/>
              </a:rPr>
              <a:t>ruct</a:t>
            </a:r>
            <a:r>
              <a:rPr sz="1350" spc="25" dirty="0">
                <a:latin typeface="Times New Roman"/>
                <a:cs typeface="Times New Roman"/>
              </a:rPr>
              <a:t>i</a:t>
            </a:r>
            <a:r>
              <a:rPr sz="1350" spc="100" dirty="0">
                <a:latin typeface="Times New Roman"/>
                <a:cs typeface="Times New Roman"/>
              </a:rPr>
              <a:t>on  </a:t>
            </a:r>
            <a:r>
              <a:rPr sz="1350" spc="204" dirty="0">
                <a:latin typeface="Times New Roman"/>
                <a:cs typeface="Times New Roman"/>
              </a:rPr>
              <a:t>LD</a:t>
            </a:r>
            <a:endParaRPr sz="1350">
              <a:latin typeface="Times New Roman"/>
              <a:cs typeface="Times New Roman"/>
            </a:endParaRPr>
          </a:p>
          <a:p>
            <a:pPr marL="12700" marR="182245">
              <a:lnSpc>
                <a:spcPct val="108000"/>
              </a:lnSpc>
            </a:pPr>
            <a:r>
              <a:rPr sz="1350" spc="204" dirty="0">
                <a:solidFill>
                  <a:srgbClr val="FF0000"/>
                </a:solidFill>
                <a:latin typeface="Times New Roman"/>
                <a:cs typeface="Times New Roman"/>
              </a:rPr>
              <a:t>LD </a:t>
            </a:r>
            <a:r>
              <a:rPr sz="1350" spc="210" dirty="0">
                <a:solidFill>
                  <a:srgbClr val="FF0000"/>
                </a:solidFill>
                <a:latin typeface="Times New Roman"/>
                <a:cs typeface="Times New Roman"/>
              </a:rPr>
              <a:t> </a:t>
            </a:r>
            <a:r>
              <a:rPr sz="1350" spc="220" dirty="0">
                <a:solidFill>
                  <a:srgbClr val="0000FF"/>
                </a:solidFill>
                <a:latin typeface="Times New Roman"/>
                <a:cs typeface="Times New Roman"/>
              </a:rPr>
              <a:t>M</a:t>
            </a:r>
            <a:r>
              <a:rPr sz="1350" spc="105" dirty="0">
                <a:solidFill>
                  <a:srgbClr val="0000FF"/>
                </a:solidFill>
                <a:latin typeface="Times New Roman"/>
                <a:cs typeface="Times New Roman"/>
              </a:rPr>
              <a:t>U</a:t>
            </a:r>
            <a:r>
              <a:rPr sz="1350" spc="185" dirty="0">
                <a:solidFill>
                  <a:srgbClr val="0000FF"/>
                </a:solidFill>
                <a:latin typeface="Times New Roman"/>
                <a:cs typeface="Times New Roman"/>
              </a:rPr>
              <a:t>L</a:t>
            </a:r>
            <a:r>
              <a:rPr sz="1350" spc="120" dirty="0">
                <a:solidFill>
                  <a:srgbClr val="0000FF"/>
                </a:solidFill>
                <a:latin typeface="Times New Roman"/>
                <a:cs typeface="Times New Roman"/>
              </a:rPr>
              <a:t>T</a:t>
            </a:r>
            <a:r>
              <a:rPr sz="1350" spc="110" dirty="0">
                <a:solidFill>
                  <a:srgbClr val="0000FF"/>
                </a:solidFill>
                <a:latin typeface="Times New Roman"/>
                <a:cs typeface="Times New Roman"/>
              </a:rPr>
              <a:t>D  </a:t>
            </a:r>
            <a:r>
              <a:rPr sz="1350" spc="135" dirty="0">
                <a:solidFill>
                  <a:srgbClr val="FF00FF"/>
                </a:solidFill>
                <a:latin typeface="Times New Roman"/>
                <a:cs typeface="Times New Roman"/>
              </a:rPr>
              <a:t>SUBD </a:t>
            </a:r>
            <a:r>
              <a:rPr sz="1350" spc="140" dirty="0">
                <a:solidFill>
                  <a:srgbClr val="FF00FF"/>
                </a:solidFill>
                <a:latin typeface="Times New Roman"/>
                <a:cs typeface="Times New Roman"/>
              </a:rPr>
              <a:t> </a:t>
            </a:r>
            <a:r>
              <a:rPr sz="1350" spc="140" dirty="0">
                <a:solidFill>
                  <a:srgbClr val="00FF00"/>
                </a:solidFill>
                <a:latin typeface="Times New Roman"/>
                <a:cs typeface="Times New Roman"/>
              </a:rPr>
              <a:t>DIVD </a:t>
            </a:r>
            <a:r>
              <a:rPr sz="1350" spc="145" dirty="0">
                <a:solidFill>
                  <a:srgbClr val="00FF00"/>
                </a:solidFill>
                <a:latin typeface="Times New Roman"/>
                <a:cs typeface="Times New Roman"/>
              </a:rPr>
              <a:t> </a:t>
            </a:r>
            <a:r>
              <a:rPr sz="1350" spc="175" dirty="0">
                <a:latin typeface="Times New Roman"/>
                <a:cs typeface="Times New Roman"/>
              </a:rPr>
              <a:t>ADDD</a:t>
            </a:r>
            <a:endParaRPr sz="1350">
              <a:latin typeface="Times New Roman"/>
              <a:cs typeface="Times New Roman"/>
            </a:endParaRPr>
          </a:p>
        </p:txBody>
      </p:sp>
      <p:sp>
        <p:nvSpPr>
          <p:cNvPr id="101" name="object 12">
            <a:extLst>
              <a:ext uri="{FF2B5EF4-FFF2-40B4-BE49-F238E27FC236}">
                <a16:creationId xmlns:a16="http://schemas.microsoft.com/office/drawing/2014/main" id="{D770054C-FFAD-6528-8AF8-4C35FA517BEF}"/>
              </a:ext>
            </a:extLst>
          </p:cNvPr>
          <p:cNvSpPr txBox="1"/>
          <p:nvPr/>
        </p:nvSpPr>
        <p:spPr>
          <a:xfrm>
            <a:off x="1279376" y="1592062"/>
            <a:ext cx="3570604" cy="1877695"/>
          </a:xfrm>
          <a:prstGeom prst="rect">
            <a:avLst/>
          </a:prstGeom>
        </p:spPr>
        <p:txBody>
          <a:bodyPr vert="horz" wrap="square" lIns="0" tIns="41275" rIns="0" bIns="0" rtlCol="0">
            <a:spAutoFit/>
          </a:bodyPr>
          <a:lstStyle/>
          <a:p>
            <a:pPr marL="2313305">
              <a:lnSpc>
                <a:spcPct val="100000"/>
              </a:lnSpc>
              <a:spcBef>
                <a:spcPts val="325"/>
              </a:spcBef>
              <a:tabLst>
                <a:tab pos="2959735" algn="l"/>
              </a:tabLst>
            </a:pPr>
            <a:r>
              <a:rPr sz="1500" i="1" spc="165" dirty="0">
                <a:latin typeface="Times New Roman"/>
                <a:cs typeface="Times New Roman"/>
              </a:rPr>
              <a:t>Exec	</a:t>
            </a:r>
            <a:r>
              <a:rPr sz="1500" i="1" spc="155" dirty="0">
                <a:latin typeface="Times New Roman"/>
                <a:cs typeface="Times New Roman"/>
              </a:rPr>
              <a:t>Write</a:t>
            </a:r>
            <a:endParaRPr sz="1500">
              <a:latin typeface="Times New Roman"/>
              <a:cs typeface="Times New Roman"/>
            </a:endParaRPr>
          </a:p>
          <a:p>
            <a:pPr marL="702310">
              <a:lnSpc>
                <a:spcPct val="100000"/>
              </a:lnSpc>
              <a:spcBef>
                <a:spcPts val="234"/>
              </a:spcBef>
              <a:tabLst>
                <a:tab pos="1244600" algn="l"/>
                <a:tab pos="1658620" algn="l"/>
                <a:tab pos="2313305" algn="l"/>
              </a:tabLst>
            </a:pPr>
            <a:r>
              <a:rPr sz="1350" i="1" spc="75" dirty="0">
                <a:latin typeface="Times New Roman"/>
                <a:cs typeface="Times New Roman"/>
              </a:rPr>
              <a:t>j	</a:t>
            </a:r>
            <a:r>
              <a:rPr sz="1350" i="1" spc="120" dirty="0">
                <a:latin typeface="Times New Roman"/>
                <a:cs typeface="Times New Roman"/>
              </a:rPr>
              <a:t>k	</a:t>
            </a:r>
            <a:r>
              <a:rPr sz="1500" i="1" spc="150" dirty="0">
                <a:latin typeface="Times New Roman"/>
                <a:cs typeface="Times New Roman"/>
              </a:rPr>
              <a:t>Issue	</a:t>
            </a:r>
            <a:r>
              <a:rPr sz="1500" i="1" spc="210" dirty="0">
                <a:latin typeface="Times New Roman"/>
                <a:cs typeface="Times New Roman"/>
              </a:rPr>
              <a:t>Comp</a:t>
            </a:r>
            <a:r>
              <a:rPr sz="1500" i="1" spc="215" dirty="0">
                <a:latin typeface="Times New Roman"/>
                <a:cs typeface="Times New Roman"/>
              </a:rPr>
              <a:t> </a:t>
            </a:r>
            <a:r>
              <a:rPr sz="1500" i="1" spc="155" dirty="0">
                <a:latin typeface="Times New Roman"/>
                <a:cs typeface="Times New Roman"/>
              </a:rPr>
              <a:t>Result</a:t>
            </a:r>
            <a:endParaRPr sz="1500">
              <a:latin typeface="Times New Roman"/>
              <a:cs typeface="Times New Roman"/>
            </a:endParaRPr>
          </a:p>
          <a:p>
            <a:pPr marL="64135">
              <a:lnSpc>
                <a:spcPct val="100000"/>
              </a:lnSpc>
              <a:spcBef>
                <a:spcPts val="155"/>
              </a:spcBef>
              <a:tabLst>
                <a:tab pos="581025" algn="l"/>
                <a:tab pos="1193165" algn="l"/>
              </a:tabLst>
            </a:pPr>
            <a:r>
              <a:rPr sz="1350" spc="130" dirty="0">
                <a:latin typeface="Times New Roman"/>
                <a:cs typeface="Times New Roman"/>
              </a:rPr>
              <a:t>F6	</a:t>
            </a:r>
            <a:r>
              <a:rPr sz="1350" spc="140" dirty="0">
                <a:latin typeface="Times New Roman"/>
                <a:cs typeface="Times New Roman"/>
              </a:rPr>
              <a:t>34+	</a:t>
            </a:r>
            <a:r>
              <a:rPr sz="1350" spc="155" dirty="0">
                <a:latin typeface="Times New Roman"/>
                <a:cs typeface="Times New Roman"/>
              </a:rPr>
              <a:t>R2</a:t>
            </a:r>
            <a:endParaRPr sz="1350">
              <a:latin typeface="Times New Roman"/>
              <a:cs typeface="Times New Roman"/>
            </a:endParaRPr>
          </a:p>
          <a:p>
            <a:pPr marL="64135">
              <a:lnSpc>
                <a:spcPct val="100000"/>
              </a:lnSpc>
              <a:spcBef>
                <a:spcPts val="130"/>
              </a:spcBef>
              <a:tabLst>
                <a:tab pos="581025" algn="l"/>
                <a:tab pos="1193165" algn="l"/>
              </a:tabLst>
            </a:pPr>
            <a:r>
              <a:rPr sz="1350" spc="130" dirty="0">
                <a:solidFill>
                  <a:srgbClr val="FF0000"/>
                </a:solidFill>
                <a:latin typeface="Times New Roman"/>
                <a:cs typeface="Times New Roman"/>
              </a:rPr>
              <a:t>F2	</a:t>
            </a:r>
            <a:r>
              <a:rPr sz="1350" spc="140" dirty="0">
                <a:solidFill>
                  <a:srgbClr val="FF0000"/>
                </a:solidFill>
                <a:latin typeface="Times New Roman"/>
                <a:cs typeface="Times New Roman"/>
              </a:rPr>
              <a:t>45+	</a:t>
            </a:r>
            <a:r>
              <a:rPr sz="1350" spc="155" dirty="0">
                <a:solidFill>
                  <a:srgbClr val="FF0000"/>
                </a:solidFill>
                <a:latin typeface="Times New Roman"/>
                <a:cs typeface="Times New Roman"/>
              </a:rPr>
              <a:t>R3</a:t>
            </a:r>
            <a:endParaRPr sz="1350">
              <a:latin typeface="Times New Roman"/>
              <a:cs typeface="Times New Roman"/>
            </a:endParaRPr>
          </a:p>
          <a:p>
            <a:pPr marL="64135">
              <a:lnSpc>
                <a:spcPct val="100000"/>
              </a:lnSpc>
              <a:spcBef>
                <a:spcPts val="130"/>
              </a:spcBef>
              <a:tabLst>
                <a:tab pos="641350" algn="l"/>
                <a:tab pos="1201420" algn="l"/>
              </a:tabLst>
            </a:pPr>
            <a:r>
              <a:rPr sz="1350" spc="130" dirty="0">
                <a:solidFill>
                  <a:srgbClr val="0000FF"/>
                </a:solidFill>
                <a:latin typeface="Times New Roman"/>
                <a:cs typeface="Times New Roman"/>
              </a:rPr>
              <a:t>F0	F2	</a:t>
            </a:r>
            <a:r>
              <a:rPr sz="1350" spc="120" dirty="0">
                <a:solidFill>
                  <a:srgbClr val="0000FF"/>
                </a:solidFill>
                <a:latin typeface="Times New Roman"/>
                <a:cs typeface="Times New Roman"/>
              </a:rPr>
              <a:t>F4</a:t>
            </a:r>
            <a:endParaRPr sz="1350">
              <a:latin typeface="Times New Roman"/>
              <a:cs typeface="Times New Roman"/>
            </a:endParaRPr>
          </a:p>
          <a:p>
            <a:pPr marL="64135">
              <a:lnSpc>
                <a:spcPct val="100000"/>
              </a:lnSpc>
              <a:spcBef>
                <a:spcPts val="125"/>
              </a:spcBef>
              <a:tabLst>
                <a:tab pos="641350" algn="l"/>
                <a:tab pos="1201420" algn="l"/>
              </a:tabLst>
            </a:pPr>
            <a:r>
              <a:rPr sz="1350" spc="130" dirty="0">
                <a:solidFill>
                  <a:srgbClr val="FF00FF"/>
                </a:solidFill>
                <a:latin typeface="Times New Roman"/>
                <a:cs typeface="Times New Roman"/>
              </a:rPr>
              <a:t>F8	F6	</a:t>
            </a:r>
            <a:r>
              <a:rPr sz="1350" spc="120" dirty="0">
                <a:solidFill>
                  <a:srgbClr val="FF00FF"/>
                </a:solidFill>
                <a:latin typeface="Times New Roman"/>
                <a:cs typeface="Times New Roman"/>
              </a:rPr>
              <a:t>F2</a:t>
            </a:r>
            <a:endParaRPr sz="1350">
              <a:latin typeface="Times New Roman"/>
              <a:cs typeface="Times New Roman"/>
            </a:endParaRPr>
          </a:p>
          <a:p>
            <a:pPr marL="12700">
              <a:lnSpc>
                <a:spcPct val="100000"/>
              </a:lnSpc>
              <a:spcBef>
                <a:spcPts val="135"/>
              </a:spcBef>
              <a:tabLst>
                <a:tab pos="641350" algn="l"/>
                <a:tab pos="1201420" algn="l"/>
              </a:tabLst>
            </a:pPr>
            <a:r>
              <a:rPr sz="1350" spc="135" dirty="0">
                <a:solidFill>
                  <a:srgbClr val="00FF00"/>
                </a:solidFill>
                <a:latin typeface="Times New Roman"/>
                <a:cs typeface="Times New Roman"/>
              </a:rPr>
              <a:t>F10	</a:t>
            </a:r>
            <a:r>
              <a:rPr sz="1350" spc="130" dirty="0">
                <a:solidFill>
                  <a:srgbClr val="00FF00"/>
                </a:solidFill>
                <a:latin typeface="Times New Roman"/>
                <a:cs typeface="Times New Roman"/>
              </a:rPr>
              <a:t>F0	</a:t>
            </a:r>
            <a:r>
              <a:rPr sz="1350" spc="120" dirty="0">
                <a:solidFill>
                  <a:srgbClr val="00FF00"/>
                </a:solidFill>
                <a:latin typeface="Times New Roman"/>
                <a:cs typeface="Times New Roman"/>
              </a:rPr>
              <a:t>F6</a:t>
            </a:r>
            <a:endParaRPr sz="1350">
              <a:latin typeface="Times New Roman"/>
              <a:cs typeface="Times New Roman"/>
            </a:endParaRPr>
          </a:p>
          <a:p>
            <a:pPr marL="64135">
              <a:lnSpc>
                <a:spcPct val="100000"/>
              </a:lnSpc>
              <a:spcBef>
                <a:spcPts val="125"/>
              </a:spcBef>
              <a:tabLst>
                <a:tab pos="641350" algn="l"/>
                <a:tab pos="1201420" algn="l"/>
              </a:tabLst>
            </a:pPr>
            <a:r>
              <a:rPr sz="1350" spc="130" dirty="0">
                <a:latin typeface="Times New Roman"/>
                <a:cs typeface="Times New Roman"/>
              </a:rPr>
              <a:t>F6	F8	</a:t>
            </a:r>
            <a:r>
              <a:rPr sz="1350" spc="120" dirty="0">
                <a:latin typeface="Times New Roman"/>
                <a:cs typeface="Times New Roman"/>
              </a:rPr>
              <a:t>F2</a:t>
            </a:r>
            <a:endParaRPr sz="1350">
              <a:latin typeface="Times New Roman"/>
              <a:cs typeface="Times New Roman"/>
            </a:endParaRPr>
          </a:p>
        </p:txBody>
      </p:sp>
      <p:sp>
        <p:nvSpPr>
          <p:cNvPr id="102" name="object 13">
            <a:extLst>
              <a:ext uri="{FF2B5EF4-FFF2-40B4-BE49-F238E27FC236}">
                <a16:creationId xmlns:a16="http://schemas.microsoft.com/office/drawing/2014/main" id="{27759FFF-06EE-C5D0-C4FC-F921412256BD}"/>
              </a:ext>
            </a:extLst>
          </p:cNvPr>
          <p:cNvSpPr txBox="1"/>
          <p:nvPr/>
        </p:nvSpPr>
        <p:spPr>
          <a:xfrm>
            <a:off x="3153915" y="2110891"/>
            <a:ext cx="116205" cy="1358900"/>
          </a:xfrm>
          <a:prstGeom prst="rect">
            <a:avLst/>
          </a:prstGeom>
        </p:spPr>
        <p:txBody>
          <a:bodyPr vert="horz" wrap="square" lIns="0" tIns="29209" rIns="0" bIns="0" rtlCol="0">
            <a:spAutoFit/>
          </a:bodyPr>
          <a:lstStyle/>
          <a:p>
            <a:pPr>
              <a:lnSpc>
                <a:spcPct val="100000"/>
              </a:lnSpc>
              <a:spcBef>
                <a:spcPts val="229"/>
              </a:spcBef>
            </a:pPr>
            <a:r>
              <a:rPr sz="1350" spc="135" dirty="0">
                <a:latin typeface="Times New Roman"/>
                <a:cs typeface="Times New Roman"/>
              </a:rPr>
              <a:t>1</a:t>
            </a:r>
            <a:endParaRPr sz="1350">
              <a:latin typeface="Times New Roman"/>
              <a:cs typeface="Times New Roman"/>
            </a:endParaRPr>
          </a:p>
          <a:p>
            <a:pPr>
              <a:lnSpc>
                <a:spcPct val="100000"/>
              </a:lnSpc>
              <a:spcBef>
                <a:spcPts val="130"/>
              </a:spcBef>
            </a:pPr>
            <a:r>
              <a:rPr sz="1350" spc="135" dirty="0">
                <a:latin typeface="Times New Roman"/>
                <a:cs typeface="Times New Roman"/>
              </a:rPr>
              <a:t>2</a:t>
            </a:r>
            <a:endParaRPr sz="1350">
              <a:latin typeface="Times New Roman"/>
              <a:cs typeface="Times New Roman"/>
            </a:endParaRPr>
          </a:p>
          <a:p>
            <a:pPr>
              <a:lnSpc>
                <a:spcPct val="100000"/>
              </a:lnSpc>
              <a:spcBef>
                <a:spcPts val="130"/>
              </a:spcBef>
            </a:pPr>
            <a:r>
              <a:rPr sz="1350" spc="135" dirty="0">
                <a:latin typeface="Times New Roman"/>
                <a:cs typeface="Times New Roman"/>
              </a:rPr>
              <a:t>3</a:t>
            </a:r>
            <a:endParaRPr sz="1350">
              <a:latin typeface="Times New Roman"/>
              <a:cs typeface="Times New Roman"/>
            </a:endParaRPr>
          </a:p>
          <a:p>
            <a:pPr>
              <a:lnSpc>
                <a:spcPct val="100000"/>
              </a:lnSpc>
              <a:spcBef>
                <a:spcPts val="125"/>
              </a:spcBef>
            </a:pPr>
            <a:r>
              <a:rPr sz="1350" spc="135" dirty="0">
                <a:latin typeface="Times New Roman"/>
                <a:cs typeface="Times New Roman"/>
              </a:rPr>
              <a:t>4</a:t>
            </a:r>
            <a:endParaRPr sz="1350">
              <a:latin typeface="Times New Roman"/>
              <a:cs typeface="Times New Roman"/>
            </a:endParaRPr>
          </a:p>
          <a:p>
            <a:pPr>
              <a:lnSpc>
                <a:spcPct val="100000"/>
              </a:lnSpc>
              <a:spcBef>
                <a:spcPts val="130"/>
              </a:spcBef>
            </a:pPr>
            <a:r>
              <a:rPr sz="1350" spc="135" dirty="0">
                <a:latin typeface="Times New Roman"/>
                <a:cs typeface="Times New Roman"/>
              </a:rPr>
              <a:t>5</a:t>
            </a:r>
            <a:endParaRPr sz="1350">
              <a:latin typeface="Times New Roman"/>
              <a:cs typeface="Times New Roman"/>
            </a:endParaRPr>
          </a:p>
          <a:p>
            <a:pPr>
              <a:lnSpc>
                <a:spcPct val="100000"/>
              </a:lnSpc>
              <a:spcBef>
                <a:spcPts val="130"/>
              </a:spcBef>
            </a:pPr>
            <a:r>
              <a:rPr sz="1350" spc="135" dirty="0">
                <a:latin typeface="Times New Roman"/>
                <a:cs typeface="Times New Roman"/>
              </a:rPr>
              <a:t>6</a:t>
            </a:r>
            <a:endParaRPr sz="1350">
              <a:latin typeface="Times New Roman"/>
              <a:cs typeface="Times New Roman"/>
            </a:endParaRPr>
          </a:p>
        </p:txBody>
      </p:sp>
      <p:sp>
        <p:nvSpPr>
          <p:cNvPr id="103" name="object 14">
            <a:extLst>
              <a:ext uri="{FF2B5EF4-FFF2-40B4-BE49-F238E27FC236}">
                <a16:creationId xmlns:a16="http://schemas.microsoft.com/office/drawing/2014/main" id="{B1FC73BC-6B10-1885-ABBC-6FEDEB957794}"/>
              </a:ext>
            </a:extLst>
          </p:cNvPr>
          <p:cNvSpPr txBox="1"/>
          <p:nvPr/>
        </p:nvSpPr>
        <p:spPr>
          <a:xfrm>
            <a:off x="3774412" y="3237580"/>
            <a:ext cx="219710" cy="232410"/>
          </a:xfrm>
          <a:prstGeom prst="rect">
            <a:avLst/>
          </a:prstGeom>
        </p:spPr>
        <p:txBody>
          <a:bodyPr vert="horz" wrap="square" lIns="0" tIns="13335" rIns="0" bIns="0" rtlCol="0">
            <a:spAutoFit/>
          </a:bodyPr>
          <a:lstStyle/>
          <a:p>
            <a:pPr>
              <a:lnSpc>
                <a:spcPct val="100000"/>
              </a:lnSpc>
              <a:spcBef>
                <a:spcPts val="105"/>
              </a:spcBef>
            </a:pPr>
            <a:r>
              <a:rPr sz="1350" spc="130" dirty="0">
                <a:latin typeface="Times New Roman"/>
                <a:cs typeface="Times New Roman"/>
              </a:rPr>
              <a:t>10</a:t>
            </a:r>
            <a:endParaRPr sz="1350">
              <a:latin typeface="Times New Roman"/>
              <a:cs typeface="Times New Roman"/>
            </a:endParaRPr>
          </a:p>
        </p:txBody>
      </p:sp>
      <p:sp>
        <p:nvSpPr>
          <p:cNvPr id="104" name="object 15">
            <a:extLst>
              <a:ext uri="{FF2B5EF4-FFF2-40B4-BE49-F238E27FC236}">
                <a16:creationId xmlns:a16="http://schemas.microsoft.com/office/drawing/2014/main" id="{725C6923-361C-B76F-11D1-CEB419A3841A}"/>
              </a:ext>
            </a:extLst>
          </p:cNvPr>
          <p:cNvSpPr txBox="1"/>
          <p:nvPr/>
        </p:nvSpPr>
        <p:spPr>
          <a:xfrm>
            <a:off x="55634" y="3538216"/>
            <a:ext cx="3292475" cy="574040"/>
          </a:xfrm>
          <a:prstGeom prst="rect">
            <a:avLst/>
          </a:prstGeom>
        </p:spPr>
        <p:txBody>
          <a:bodyPr vert="horz" wrap="square" lIns="0" tIns="35560" rIns="0" bIns="0" rtlCol="0">
            <a:spAutoFit/>
          </a:bodyPr>
          <a:lstStyle/>
          <a:p>
            <a:pPr marL="12700">
              <a:lnSpc>
                <a:spcPct val="100000"/>
              </a:lnSpc>
              <a:spcBef>
                <a:spcPts val="280"/>
              </a:spcBef>
            </a:pPr>
            <a:r>
              <a:rPr sz="1800" i="1" spc="150" dirty="0">
                <a:solidFill>
                  <a:srgbClr val="FF0000"/>
                </a:solidFill>
                <a:latin typeface="Times New Roman"/>
                <a:cs typeface="Times New Roman"/>
              </a:rPr>
              <a:t>Reservation</a:t>
            </a:r>
            <a:r>
              <a:rPr sz="1800" i="1" spc="75" dirty="0">
                <a:solidFill>
                  <a:srgbClr val="FF0000"/>
                </a:solidFill>
                <a:latin typeface="Times New Roman"/>
                <a:cs typeface="Times New Roman"/>
              </a:rPr>
              <a:t> </a:t>
            </a:r>
            <a:r>
              <a:rPr sz="1800" i="1" spc="140" dirty="0">
                <a:solidFill>
                  <a:srgbClr val="FF0000"/>
                </a:solidFill>
                <a:latin typeface="Times New Roman"/>
                <a:cs typeface="Times New Roman"/>
              </a:rPr>
              <a:t>Stations:</a:t>
            </a:r>
            <a:endParaRPr sz="1800">
              <a:latin typeface="Times New Roman"/>
              <a:cs typeface="Times New Roman"/>
            </a:endParaRPr>
          </a:p>
          <a:p>
            <a:pPr marL="1149985">
              <a:lnSpc>
                <a:spcPct val="100000"/>
              </a:lnSpc>
              <a:spcBef>
                <a:spcPts val="170"/>
              </a:spcBef>
              <a:tabLst>
                <a:tab pos="1692910" algn="l"/>
                <a:tab pos="2985770" algn="l"/>
              </a:tabLst>
            </a:pPr>
            <a:r>
              <a:rPr sz="1350" i="1" spc="130" dirty="0">
                <a:latin typeface="Times New Roman"/>
                <a:cs typeface="Times New Roman"/>
              </a:rPr>
              <a:t>T</a:t>
            </a:r>
            <a:r>
              <a:rPr sz="1350" i="1" spc="90" dirty="0">
                <a:latin typeface="Times New Roman"/>
                <a:cs typeface="Times New Roman"/>
              </a:rPr>
              <a:t>i</a:t>
            </a:r>
            <a:r>
              <a:rPr sz="1350" i="1" spc="175"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60" dirty="0">
                <a:latin typeface="Times New Roman"/>
                <a:cs typeface="Times New Roman"/>
              </a:rPr>
              <a:t>Na</a:t>
            </a:r>
            <a:r>
              <a:rPr sz="1350" i="1" spc="170"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05" dirty="0">
                <a:latin typeface="Times New Roman"/>
                <a:cs typeface="Times New Roman"/>
              </a:rPr>
              <a:t> </a:t>
            </a:r>
            <a:r>
              <a:rPr sz="1500" i="1" spc="195" dirty="0">
                <a:latin typeface="Times New Roman"/>
                <a:cs typeface="Times New Roman"/>
              </a:rPr>
              <a:t>Bus</a:t>
            </a:r>
            <a:r>
              <a:rPr sz="1500" i="1" spc="145" dirty="0">
                <a:latin typeface="Times New Roman"/>
                <a:cs typeface="Times New Roman"/>
              </a:rPr>
              <a:t>y</a:t>
            </a:r>
            <a:r>
              <a:rPr sz="1500" i="1" dirty="0">
                <a:latin typeface="Times New Roman"/>
                <a:cs typeface="Times New Roman"/>
              </a:rPr>
              <a:t>	</a:t>
            </a:r>
            <a:r>
              <a:rPr sz="1500" i="1" spc="229" dirty="0">
                <a:latin typeface="Times New Roman"/>
                <a:cs typeface="Times New Roman"/>
              </a:rPr>
              <a:t>Op</a:t>
            </a:r>
            <a:endParaRPr sz="1500">
              <a:latin typeface="Times New Roman"/>
              <a:cs typeface="Times New Roman"/>
            </a:endParaRPr>
          </a:p>
        </p:txBody>
      </p:sp>
      <p:sp>
        <p:nvSpPr>
          <p:cNvPr id="105" name="object 16">
            <a:extLst>
              <a:ext uri="{FF2B5EF4-FFF2-40B4-BE49-F238E27FC236}">
                <a16:creationId xmlns:a16="http://schemas.microsoft.com/office/drawing/2014/main" id="{E83AB0DE-E42C-0915-B4A7-69B0179AF315}"/>
              </a:ext>
            </a:extLst>
          </p:cNvPr>
          <p:cNvSpPr txBox="1"/>
          <p:nvPr/>
        </p:nvSpPr>
        <p:spPr>
          <a:xfrm>
            <a:off x="3727279" y="3570292"/>
            <a:ext cx="266700" cy="541655"/>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S1</a:t>
            </a:r>
            <a:endParaRPr sz="1500">
              <a:latin typeface="Times New Roman"/>
              <a:cs typeface="Times New Roman"/>
            </a:endParaRPr>
          </a:p>
          <a:p>
            <a:pPr marL="38100">
              <a:lnSpc>
                <a:spcPct val="100000"/>
              </a:lnSpc>
              <a:spcBef>
                <a:spcPts val="234"/>
              </a:spcBef>
            </a:pPr>
            <a:r>
              <a:rPr sz="1500" i="1" spc="110" dirty="0">
                <a:latin typeface="Times New Roman"/>
                <a:cs typeface="Times New Roman"/>
              </a:rPr>
              <a:t>Vj</a:t>
            </a:r>
            <a:endParaRPr sz="1500">
              <a:latin typeface="Times New Roman"/>
              <a:cs typeface="Times New Roman"/>
            </a:endParaRPr>
          </a:p>
        </p:txBody>
      </p:sp>
      <p:sp>
        <p:nvSpPr>
          <p:cNvPr id="106" name="object 17">
            <a:extLst>
              <a:ext uri="{FF2B5EF4-FFF2-40B4-BE49-F238E27FC236}">
                <a16:creationId xmlns:a16="http://schemas.microsoft.com/office/drawing/2014/main" id="{043367F4-B6A6-A7C0-123B-1F5A52690A45}"/>
              </a:ext>
            </a:extLst>
          </p:cNvPr>
          <p:cNvSpPr txBox="1"/>
          <p:nvPr/>
        </p:nvSpPr>
        <p:spPr>
          <a:xfrm>
            <a:off x="4373573" y="3570292"/>
            <a:ext cx="266700" cy="541655"/>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S2</a:t>
            </a:r>
            <a:endParaRPr sz="1500">
              <a:latin typeface="Times New Roman"/>
              <a:cs typeface="Times New Roman"/>
            </a:endParaRPr>
          </a:p>
          <a:p>
            <a:pPr marL="12700">
              <a:lnSpc>
                <a:spcPct val="100000"/>
              </a:lnSpc>
              <a:spcBef>
                <a:spcPts val="234"/>
              </a:spcBef>
            </a:pPr>
            <a:r>
              <a:rPr sz="1500" i="1" spc="140" dirty="0">
                <a:latin typeface="Times New Roman"/>
                <a:cs typeface="Times New Roman"/>
              </a:rPr>
              <a:t>Vk</a:t>
            </a:r>
            <a:endParaRPr sz="1500">
              <a:latin typeface="Times New Roman"/>
              <a:cs typeface="Times New Roman"/>
            </a:endParaRPr>
          </a:p>
        </p:txBody>
      </p:sp>
      <p:sp>
        <p:nvSpPr>
          <p:cNvPr id="107" name="object 18">
            <a:extLst>
              <a:ext uri="{FF2B5EF4-FFF2-40B4-BE49-F238E27FC236}">
                <a16:creationId xmlns:a16="http://schemas.microsoft.com/office/drawing/2014/main" id="{5832C34E-F369-9CFE-395B-4707601E5C63}"/>
              </a:ext>
            </a:extLst>
          </p:cNvPr>
          <p:cNvSpPr txBox="1"/>
          <p:nvPr/>
        </p:nvSpPr>
        <p:spPr>
          <a:xfrm>
            <a:off x="5011230" y="3570292"/>
            <a:ext cx="943610" cy="541655"/>
          </a:xfrm>
          <a:prstGeom prst="rect">
            <a:avLst/>
          </a:prstGeom>
        </p:spPr>
        <p:txBody>
          <a:bodyPr vert="horz" wrap="square" lIns="0" tIns="41275" rIns="0" bIns="0" rtlCol="0">
            <a:spAutoFit/>
          </a:bodyPr>
          <a:lstStyle/>
          <a:p>
            <a:pPr marL="12700">
              <a:lnSpc>
                <a:spcPct val="100000"/>
              </a:lnSpc>
              <a:spcBef>
                <a:spcPts val="325"/>
              </a:spcBef>
              <a:tabLst>
                <a:tab pos="658495" algn="l"/>
              </a:tabLst>
            </a:pPr>
            <a:r>
              <a:rPr sz="1500" i="1" spc="195" dirty="0">
                <a:latin typeface="Times New Roman"/>
                <a:cs typeface="Times New Roman"/>
              </a:rPr>
              <a:t>RS	</a:t>
            </a:r>
            <a:r>
              <a:rPr sz="1500" i="1" spc="210" dirty="0">
                <a:latin typeface="Times New Roman"/>
                <a:cs typeface="Times New Roman"/>
              </a:rPr>
              <a:t>RS</a:t>
            </a:r>
            <a:endParaRPr sz="1500">
              <a:latin typeface="Times New Roman"/>
              <a:cs typeface="Times New Roman"/>
            </a:endParaRPr>
          </a:p>
          <a:p>
            <a:pPr marL="29845">
              <a:lnSpc>
                <a:spcPct val="100000"/>
              </a:lnSpc>
              <a:spcBef>
                <a:spcPts val="234"/>
              </a:spcBef>
              <a:tabLst>
                <a:tab pos="650240" algn="l"/>
              </a:tabLst>
            </a:pPr>
            <a:r>
              <a:rPr sz="1500" i="1" spc="270" dirty="0">
                <a:latin typeface="Times New Roman"/>
                <a:cs typeface="Times New Roman"/>
              </a:rPr>
              <a:t>Q</a:t>
            </a:r>
            <a:r>
              <a:rPr sz="1500" i="1" spc="90" dirty="0">
                <a:latin typeface="Times New Roman"/>
                <a:cs typeface="Times New Roman"/>
              </a:rPr>
              <a:t>j</a:t>
            </a:r>
            <a:r>
              <a:rPr sz="1500" i="1" dirty="0">
                <a:latin typeface="Times New Roman"/>
                <a:cs typeface="Times New Roman"/>
              </a:rPr>
              <a:t>	</a:t>
            </a:r>
            <a:r>
              <a:rPr sz="1500" i="1" spc="220" dirty="0">
                <a:latin typeface="Times New Roman"/>
                <a:cs typeface="Times New Roman"/>
              </a:rPr>
              <a:t>Qk</a:t>
            </a:r>
            <a:endParaRPr sz="1500">
              <a:latin typeface="Times New Roman"/>
              <a:cs typeface="Times New Roman"/>
            </a:endParaRPr>
          </a:p>
        </p:txBody>
      </p:sp>
      <p:sp>
        <p:nvSpPr>
          <p:cNvPr id="108" name="object 19">
            <a:extLst>
              <a:ext uri="{FF2B5EF4-FFF2-40B4-BE49-F238E27FC236}">
                <a16:creationId xmlns:a16="http://schemas.microsoft.com/office/drawing/2014/main" id="{28A304C3-8D39-81FD-E4D3-1C39D2144DC2}"/>
              </a:ext>
            </a:extLst>
          </p:cNvPr>
          <p:cNvSpPr txBox="1"/>
          <p:nvPr/>
        </p:nvSpPr>
        <p:spPr>
          <a:xfrm>
            <a:off x="1572465" y="4089312"/>
            <a:ext cx="688975" cy="1136650"/>
          </a:xfrm>
          <a:prstGeom prst="rect">
            <a:avLst/>
          </a:prstGeom>
        </p:spPr>
        <p:txBody>
          <a:bodyPr vert="horz" wrap="square" lIns="0" tIns="12700" rIns="0" bIns="0" rtlCol="0">
            <a:spAutoFit/>
          </a:bodyPr>
          <a:lstStyle/>
          <a:p>
            <a:pPr marL="12700" marR="47625" indent="163830" algn="r">
              <a:lnSpc>
                <a:spcPct val="108000"/>
              </a:lnSpc>
              <a:spcBef>
                <a:spcPts val="100"/>
              </a:spcBef>
            </a:pPr>
            <a:r>
              <a:rPr sz="1350" spc="175" dirty="0">
                <a:latin typeface="Times New Roman"/>
                <a:cs typeface="Times New Roman"/>
              </a:rPr>
              <a:t>A</a:t>
            </a:r>
            <a:r>
              <a:rPr sz="1350" spc="110" dirty="0">
                <a:latin typeface="Times New Roman"/>
                <a:cs typeface="Times New Roman"/>
              </a:rPr>
              <a:t>dd1  </a:t>
            </a:r>
            <a:r>
              <a:rPr sz="1350" spc="135" dirty="0">
                <a:latin typeface="Times New Roman"/>
                <a:cs typeface="Times New Roman"/>
              </a:rPr>
              <a:t>0</a:t>
            </a:r>
            <a:r>
              <a:rPr sz="1350" spc="55" dirty="0">
                <a:latin typeface="Times New Roman"/>
                <a:cs typeface="Times New Roman"/>
              </a:rPr>
              <a:t> </a:t>
            </a:r>
            <a:r>
              <a:rPr sz="1350" spc="145" dirty="0">
                <a:latin typeface="Times New Roman"/>
                <a:cs typeface="Times New Roman"/>
              </a:rPr>
              <a:t>Add2 </a:t>
            </a:r>
            <a:r>
              <a:rPr sz="1350" spc="-325" dirty="0">
                <a:latin typeface="Times New Roman"/>
                <a:cs typeface="Times New Roman"/>
              </a:rPr>
              <a:t> </a:t>
            </a:r>
            <a:r>
              <a:rPr sz="1350" spc="145" dirty="0">
                <a:latin typeface="Times New Roman"/>
                <a:cs typeface="Times New Roman"/>
              </a:rPr>
              <a:t>Add3</a:t>
            </a:r>
            <a:endParaRPr sz="1350">
              <a:latin typeface="Times New Roman"/>
              <a:cs typeface="Times New Roman"/>
            </a:endParaRPr>
          </a:p>
          <a:p>
            <a:pPr marL="176530" marR="5080" indent="-164465" algn="r">
              <a:lnSpc>
                <a:spcPct val="108000"/>
              </a:lnSpc>
            </a:pPr>
            <a:r>
              <a:rPr sz="1350" spc="135" dirty="0">
                <a:latin typeface="Times New Roman"/>
                <a:cs typeface="Times New Roman"/>
              </a:rPr>
              <a:t>5</a:t>
            </a:r>
            <a:r>
              <a:rPr sz="1350" spc="65" dirty="0">
                <a:latin typeface="Times New Roman"/>
                <a:cs typeface="Times New Roman"/>
              </a:rPr>
              <a:t> </a:t>
            </a:r>
            <a:r>
              <a:rPr sz="1350" spc="120" dirty="0">
                <a:latin typeface="Times New Roman"/>
                <a:cs typeface="Times New Roman"/>
              </a:rPr>
              <a:t>Mult1 </a:t>
            </a:r>
            <a:r>
              <a:rPr sz="1350" spc="-325" dirty="0">
                <a:latin typeface="Times New Roman"/>
                <a:cs typeface="Times New Roman"/>
              </a:rPr>
              <a:t> </a:t>
            </a:r>
            <a:r>
              <a:rPr sz="1350" spc="220" dirty="0">
                <a:latin typeface="Times New Roman"/>
                <a:cs typeface="Times New Roman"/>
              </a:rPr>
              <a:t>M</a:t>
            </a:r>
            <a:r>
              <a:rPr sz="1350" spc="135" dirty="0">
                <a:latin typeface="Times New Roman"/>
                <a:cs typeface="Times New Roman"/>
              </a:rPr>
              <a:t>u</a:t>
            </a:r>
            <a:r>
              <a:rPr sz="1350" spc="25" dirty="0">
                <a:latin typeface="Times New Roman"/>
                <a:cs typeface="Times New Roman"/>
              </a:rPr>
              <a:t>l</a:t>
            </a:r>
            <a:r>
              <a:rPr sz="1350" spc="90" dirty="0">
                <a:latin typeface="Times New Roman"/>
                <a:cs typeface="Times New Roman"/>
              </a:rPr>
              <a:t>t</a:t>
            </a:r>
            <a:r>
              <a:rPr sz="1350" spc="135" dirty="0">
                <a:latin typeface="Times New Roman"/>
                <a:cs typeface="Times New Roman"/>
              </a:rPr>
              <a:t>2</a:t>
            </a:r>
            <a:endParaRPr sz="1350">
              <a:latin typeface="Times New Roman"/>
              <a:cs typeface="Times New Roman"/>
            </a:endParaRPr>
          </a:p>
        </p:txBody>
      </p:sp>
      <p:sp>
        <p:nvSpPr>
          <p:cNvPr id="109" name="object 20">
            <a:extLst>
              <a:ext uri="{FF2B5EF4-FFF2-40B4-BE49-F238E27FC236}">
                <a16:creationId xmlns:a16="http://schemas.microsoft.com/office/drawing/2014/main" id="{AE17EB7B-8632-9EFD-8778-F0D1FDEB3CED}"/>
              </a:ext>
            </a:extLst>
          </p:cNvPr>
          <p:cNvSpPr txBox="1"/>
          <p:nvPr/>
        </p:nvSpPr>
        <p:spPr>
          <a:xfrm>
            <a:off x="2330752" y="4114185"/>
            <a:ext cx="3809365" cy="1111250"/>
          </a:xfrm>
          <a:prstGeom prst="rect">
            <a:avLst/>
          </a:prstGeom>
          <a:ln w="8653">
            <a:solidFill>
              <a:srgbClr val="000000"/>
            </a:solidFill>
          </a:ln>
        </p:spPr>
        <p:txBody>
          <a:bodyPr vert="horz" wrap="square" lIns="0" tIns="3810" rIns="0" bIns="0" rtlCol="0">
            <a:spAutoFit/>
          </a:bodyPr>
          <a:lstStyle/>
          <a:p>
            <a:pPr marL="133350">
              <a:lnSpc>
                <a:spcPct val="100000"/>
              </a:lnSpc>
              <a:spcBef>
                <a:spcPts val="30"/>
              </a:spcBef>
            </a:pPr>
            <a:r>
              <a:rPr sz="1350" spc="145" dirty="0">
                <a:latin typeface="Times New Roman"/>
                <a:cs typeface="Times New Roman"/>
              </a:rPr>
              <a:t>No</a:t>
            </a:r>
            <a:endParaRPr sz="1350">
              <a:latin typeface="Times New Roman"/>
              <a:cs typeface="Times New Roman"/>
            </a:endParaRPr>
          </a:p>
          <a:p>
            <a:pPr marL="98425">
              <a:lnSpc>
                <a:spcPct val="100000"/>
              </a:lnSpc>
              <a:spcBef>
                <a:spcPts val="130"/>
              </a:spcBef>
              <a:tabLst>
                <a:tab pos="555625" algn="l"/>
              </a:tabLst>
            </a:pPr>
            <a:r>
              <a:rPr sz="1350" spc="140" dirty="0">
                <a:latin typeface="Times New Roman"/>
                <a:cs typeface="Times New Roman"/>
              </a:rPr>
              <a:t>Yes	</a:t>
            </a:r>
            <a:r>
              <a:rPr sz="1350" spc="180" dirty="0">
                <a:latin typeface="Times New Roman"/>
                <a:cs typeface="Times New Roman"/>
              </a:rPr>
              <a:t>ADDD</a:t>
            </a:r>
            <a:r>
              <a:rPr sz="1350" spc="545" dirty="0">
                <a:latin typeface="Times New Roman"/>
                <a:cs typeface="Times New Roman"/>
              </a:rPr>
              <a:t> </a:t>
            </a:r>
            <a:r>
              <a:rPr sz="1350" spc="145" dirty="0">
                <a:solidFill>
                  <a:srgbClr val="FF00FF"/>
                </a:solidFill>
                <a:latin typeface="Times New Roman"/>
                <a:cs typeface="Times New Roman"/>
              </a:rPr>
              <a:t>(M-M)</a:t>
            </a:r>
            <a:r>
              <a:rPr sz="1350" spc="240" dirty="0">
                <a:solidFill>
                  <a:srgbClr val="FF00FF"/>
                </a:solidFill>
                <a:latin typeface="Times New Roman"/>
                <a:cs typeface="Times New Roman"/>
              </a:rPr>
              <a:t> </a:t>
            </a:r>
            <a:r>
              <a:rPr sz="1350" spc="145" dirty="0">
                <a:solidFill>
                  <a:srgbClr val="FF0000"/>
                </a:solidFill>
                <a:latin typeface="Times New Roman"/>
                <a:cs typeface="Times New Roman"/>
              </a:rPr>
              <a:t>M(A2)</a:t>
            </a:r>
            <a:endParaRPr sz="1350">
              <a:latin typeface="Times New Roman"/>
              <a:cs typeface="Times New Roman"/>
            </a:endParaRPr>
          </a:p>
          <a:p>
            <a:pPr marL="133350">
              <a:lnSpc>
                <a:spcPct val="100000"/>
              </a:lnSpc>
              <a:spcBef>
                <a:spcPts val="130"/>
              </a:spcBef>
            </a:pPr>
            <a:r>
              <a:rPr sz="1350" spc="145" dirty="0">
                <a:latin typeface="Times New Roman"/>
                <a:cs typeface="Times New Roman"/>
              </a:rPr>
              <a:t>No</a:t>
            </a:r>
            <a:endParaRPr sz="1350">
              <a:latin typeface="Times New Roman"/>
              <a:cs typeface="Times New Roman"/>
            </a:endParaRPr>
          </a:p>
          <a:p>
            <a:pPr marL="98425">
              <a:lnSpc>
                <a:spcPct val="100000"/>
              </a:lnSpc>
              <a:spcBef>
                <a:spcPts val="130"/>
              </a:spcBef>
            </a:pPr>
            <a:r>
              <a:rPr sz="1350" spc="175" dirty="0">
                <a:latin typeface="Times New Roman"/>
                <a:cs typeface="Times New Roman"/>
              </a:rPr>
              <a:t>Y</a:t>
            </a:r>
            <a:r>
              <a:rPr sz="1350" spc="140" dirty="0">
                <a:latin typeface="Times New Roman"/>
                <a:cs typeface="Times New Roman"/>
              </a:rPr>
              <a:t>e</a:t>
            </a:r>
            <a:r>
              <a:rPr sz="1350" spc="105" dirty="0">
                <a:latin typeface="Times New Roman"/>
                <a:cs typeface="Times New Roman"/>
              </a:rPr>
              <a:t>s</a:t>
            </a:r>
            <a:r>
              <a:rPr sz="1350" dirty="0">
                <a:latin typeface="Times New Roman"/>
                <a:cs typeface="Times New Roman"/>
              </a:rPr>
              <a:t> </a:t>
            </a:r>
            <a:r>
              <a:rPr sz="1350" spc="50" dirty="0">
                <a:latin typeface="Times New Roman"/>
                <a:cs typeface="Times New Roman"/>
              </a:rPr>
              <a:t> </a:t>
            </a:r>
            <a:r>
              <a:rPr sz="1350" spc="220" dirty="0">
                <a:solidFill>
                  <a:srgbClr val="3333CC"/>
                </a:solidFill>
                <a:latin typeface="Times New Roman"/>
                <a:cs typeface="Times New Roman"/>
              </a:rPr>
              <a:t>M</a:t>
            </a:r>
            <a:r>
              <a:rPr sz="1350" spc="105" dirty="0">
                <a:solidFill>
                  <a:srgbClr val="3333CC"/>
                </a:solidFill>
                <a:latin typeface="Times New Roman"/>
                <a:cs typeface="Times New Roman"/>
              </a:rPr>
              <a:t>U</a:t>
            </a:r>
            <a:r>
              <a:rPr sz="1350" spc="185" dirty="0">
                <a:solidFill>
                  <a:srgbClr val="3333CC"/>
                </a:solidFill>
                <a:latin typeface="Times New Roman"/>
                <a:cs typeface="Times New Roman"/>
              </a:rPr>
              <a:t>L</a:t>
            </a:r>
            <a:r>
              <a:rPr sz="1350" spc="120" dirty="0">
                <a:solidFill>
                  <a:srgbClr val="3333CC"/>
                </a:solidFill>
                <a:latin typeface="Times New Roman"/>
                <a:cs typeface="Times New Roman"/>
              </a:rPr>
              <a:t>T</a:t>
            </a:r>
            <a:r>
              <a:rPr sz="1350" spc="200" dirty="0">
                <a:solidFill>
                  <a:srgbClr val="3333CC"/>
                </a:solidFill>
                <a:latin typeface="Times New Roman"/>
                <a:cs typeface="Times New Roman"/>
              </a:rPr>
              <a:t>D</a:t>
            </a:r>
            <a:r>
              <a:rPr sz="1350" spc="-90" dirty="0">
                <a:solidFill>
                  <a:srgbClr val="3333CC"/>
                </a:solidFill>
                <a:latin typeface="Times New Roman"/>
                <a:cs typeface="Times New Roman"/>
              </a:rPr>
              <a:t> </a:t>
            </a:r>
            <a:r>
              <a:rPr sz="1350" spc="220" dirty="0">
                <a:solidFill>
                  <a:srgbClr val="FF0000"/>
                </a:solidFill>
                <a:latin typeface="Times New Roman"/>
                <a:cs typeface="Times New Roman"/>
              </a:rPr>
              <a:t>M</a:t>
            </a:r>
            <a:r>
              <a:rPr sz="1350" spc="90" dirty="0">
                <a:solidFill>
                  <a:srgbClr val="FF0000"/>
                </a:solidFill>
                <a:latin typeface="Times New Roman"/>
                <a:cs typeface="Times New Roman"/>
              </a:rPr>
              <a:t>(</a:t>
            </a:r>
            <a:r>
              <a:rPr sz="1350" spc="175" dirty="0">
                <a:solidFill>
                  <a:srgbClr val="FF0000"/>
                </a:solidFill>
                <a:latin typeface="Times New Roman"/>
                <a:cs typeface="Times New Roman"/>
              </a:rPr>
              <a:t>A</a:t>
            </a:r>
            <a:r>
              <a:rPr sz="1350" spc="114" dirty="0">
                <a:solidFill>
                  <a:srgbClr val="FF0000"/>
                </a:solidFill>
                <a:latin typeface="Times New Roman"/>
                <a:cs typeface="Times New Roman"/>
              </a:rPr>
              <a:t>2)</a:t>
            </a:r>
            <a:r>
              <a:rPr sz="1350" dirty="0">
                <a:solidFill>
                  <a:srgbClr val="FF0000"/>
                </a:solidFill>
                <a:latin typeface="Times New Roman"/>
                <a:cs typeface="Times New Roman"/>
              </a:rPr>
              <a:t>  </a:t>
            </a:r>
            <a:r>
              <a:rPr sz="1350" spc="-65" dirty="0">
                <a:solidFill>
                  <a:srgbClr val="FF0000"/>
                </a:solidFill>
                <a:latin typeface="Times New Roman"/>
                <a:cs typeface="Times New Roman"/>
              </a:rPr>
              <a:t> </a:t>
            </a:r>
            <a:r>
              <a:rPr sz="1350" spc="135" dirty="0">
                <a:solidFill>
                  <a:srgbClr val="3333CC"/>
                </a:solidFill>
                <a:latin typeface="Times New Roman"/>
                <a:cs typeface="Times New Roman"/>
              </a:rPr>
              <a:t>R(</a:t>
            </a:r>
            <a:r>
              <a:rPr sz="1350" spc="125" dirty="0">
                <a:solidFill>
                  <a:srgbClr val="3333CC"/>
                </a:solidFill>
                <a:latin typeface="Times New Roman"/>
                <a:cs typeface="Times New Roman"/>
              </a:rPr>
              <a:t>F</a:t>
            </a:r>
            <a:r>
              <a:rPr sz="1350" spc="114" dirty="0">
                <a:solidFill>
                  <a:srgbClr val="3333CC"/>
                </a:solidFill>
                <a:latin typeface="Times New Roman"/>
                <a:cs typeface="Times New Roman"/>
              </a:rPr>
              <a:t>4)</a:t>
            </a:r>
            <a:endParaRPr sz="1350">
              <a:latin typeface="Times New Roman"/>
              <a:cs typeface="Times New Roman"/>
            </a:endParaRPr>
          </a:p>
          <a:p>
            <a:pPr marL="98425">
              <a:lnSpc>
                <a:spcPct val="100000"/>
              </a:lnSpc>
              <a:spcBef>
                <a:spcPts val="130"/>
              </a:spcBef>
              <a:tabLst>
                <a:tab pos="624205" algn="l"/>
                <a:tab pos="1908175" algn="l"/>
              </a:tabLst>
            </a:pPr>
            <a:r>
              <a:rPr sz="1350" spc="140" dirty="0">
                <a:latin typeface="Times New Roman"/>
                <a:cs typeface="Times New Roman"/>
              </a:rPr>
              <a:t>Yes	</a:t>
            </a:r>
            <a:r>
              <a:rPr sz="1350" spc="140" dirty="0">
                <a:solidFill>
                  <a:srgbClr val="00FF00"/>
                </a:solidFill>
                <a:latin typeface="Times New Roman"/>
                <a:cs typeface="Times New Roman"/>
              </a:rPr>
              <a:t>DIVD	</a:t>
            </a:r>
            <a:r>
              <a:rPr sz="1350" spc="145" dirty="0">
                <a:latin typeface="Times New Roman"/>
                <a:cs typeface="Times New Roman"/>
              </a:rPr>
              <a:t>M(A1)</a:t>
            </a:r>
            <a:r>
              <a:rPr sz="1350" spc="490" dirty="0">
                <a:latin typeface="Times New Roman"/>
                <a:cs typeface="Times New Roman"/>
              </a:rPr>
              <a:t> </a:t>
            </a:r>
            <a:r>
              <a:rPr sz="1350" spc="120" dirty="0">
                <a:solidFill>
                  <a:srgbClr val="3333CC"/>
                </a:solidFill>
                <a:latin typeface="Times New Roman"/>
                <a:cs typeface="Times New Roman"/>
              </a:rPr>
              <a:t>Mult1</a:t>
            </a:r>
            <a:endParaRPr sz="1350">
              <a:latin typeface="Times New Roman"/>
              <a:cs typeface="Times New Roman"/>
            </a:endParaRPr>
          </a:p>
        </p:txBody>
      </p:sp>
      <p:sp>
        <p:nvSpPr>
          <p:cNvPr id="110" name="object 21">
            <a:extLst>
              <a:ext uri="{FF2B5EF4-FFF2-40B4-BE49-F238E27FC236}">
                <a16:creationId xmlns:a16="http://schemas.microsoft.com/office/drawing/2014/main" id="{CA76921C-13E9-416C-4C90-9BB9859C5792}"/>
              </a:ext>
            </a:extLst>
          </p:cNvPr>
          <p:cNvSpPr txBox="1"/>
          <p:nvPr/>
        </p:nvSpPr>
        <p:spPr>
          <a:xfrm>
            <a:off x="55634" y="5316189"/>
            <a:ext cx="2423795" cy="300990"/>
          </a:xfrm>
          <a:prstGeom prst="rect">
            <a:avLst/>
          </a:prstGeom>
        </p:spPr>
        <p:txBody>
          <a:bodyPr vert="horz" wrap="square" lIns="0" tIns="13335" rIns="0" bIns="0" rtlCol="0">
            <a:spAutoFit/>
          </a:bodyPr>
          <a:lstStyle/>
          <a:p>
            <a:pPr marL="12700">
              <a:lnSpc>
                <a:spcPct val="100000"/>
              </a:lnSpc>
              <a:spcBef>
                <a:spcPts val="105"/>
              </a:spcBef>
            </a:pPr>
            <a:r>
              <a:rPr sz="1800" i="1" spc="150" dirty="0">
                <a:solidFill>
                  <a:srgbClr val="FF0000"/>
                </a:solidFill>
                <a:latin typeface="Times New Roman"/>
                <a:cs typeface="Times New Roman"/>
              </a:rPr>
              <a:t>Register</a:t>
            </a:r>
            <a:r>
              <a:rPr sz="1800" i="1" spc="30" dirty="0">
                <a:solidFill>
                  <a:srgbClr val="FF0000"/>
                </a:solidFill>
                <a:latin typeface="Times New Roman"/>
                <a:cs typeface="Times New Roman"/>
              </a:rPr>
              <a:t> </a:t>
            </a:r>
            <a:r>
              <a:rPr sz="1800" i="1" spc="125" dirty="0">
                <a:solidFill>
                  <a:srgbClr val="FF0000"/>
                </a:solidFill>
                <a:latin typeface="Times New Roman"/>
                <a:cs typeface="Times New Roman"/>
              </a:rPr>
              <a:t>result</a:t>
            </a:r>
            <a:r>
              <a:rPr sz="1800" i="1" spc="7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graphicFrame>
        <p:nvGraphicFramePr>
          <p:cNvPr id="111" name="object 22">
            <a:extLst>
              <a:ext uri="{FF2B5EF4-FFF2-40B4-BE49-F238E27FC236}">
                <a16:creationId xmlns:a16="http://schemas.microsoft.com/office/drawing/2014/main" id="{ACDB31C0-A86E-D3D2-04A8-50A29F5009E3}"/>
              </a:ext>
            </a:extLst>
          </p:cNvPr>
          <p:cNvGraphicFramePr>
            <a:graphicFrameLocks noGrp="1"/>
          </p:cNvGraphicFramePr>
          <p:nvPr/>
        </p:nvGraphicFramePr>
        <p:xfrm>
          <a:off x="372661" y="5647779"/>
          <a:ext cx="8425178" cy="487809"/>
        </p:xfrm>
        <a:graphic>
          <a:graphicData uri="http://schemas.openxmlformats.org/drawingml/2006/table">
            <a:tbl>
              <a:tblPr firstRow="1" bandRow="1">
                <a:tableStyleId>{2D5ABB26-0587-4C30-8999-92F81FD0307C}</a:tableStyleId>
              </a:tblPr>
              <a:tblGrid>
                <a:gridCol w="1376045">
                  <a:extLst>
                    <a:ext uri="{9D8B030D-6E8A-4147-A177-3AD203B41FA5}">
                      <a16:colId xmlns:a16="http://schemas.microsoft.com/office/drawing/2014/main" val="20000"/>
                    </a:ext>
                  </a:extLst>
                </a:gridCol>
                <a:gridCol w="1099184">
                  <a:extLst>
                    <a:ext uri="{9D8B030D-6E8A-4147-A177-3AD203B41FA5}">
                      <a16:colId xmlns:a16="http://schemas.microsoft.com/office/drawing/2014/main" val="20001"/>
                    </a:ext>
                  </a:extLst>
                </a:gridCol>
                <a:gridCol w="676275">
                  <a:extLst>
                    <a:ext uri="{9D8B030D-6E8A-4147-A177-3AD203B41FA5}">
                      <a16:colId xmlns:a16="http://schemas.microsoft.com/office/drawing/2014/main" val="20002"/>
                    </a:ext>
                  </a:extLst>
                </a:gridCol>
                <a:gridCol w="732789">
                  <a:extLst>
                    <a:ext uri="{9D8B030D-6E8A-4147-A177-3AD203B41FA5}">
                      <a16:colId xmlns:a16="http://schemas.microsoft.com/office/drawing/2014/main" val="20003"/>
                    </a:ext>
                  </a:extLst>
                </a:gridCol>
                <a:gridCol w="541020">
                  <a:extLst>
                    <a:ext uri="{9D8B030D-6E8A-4147-A177-3AD203B41FA5}">
                      <a16:colId xmlns:a16="http://schemas.microsoft.com/office/drawing/2014/main" val="20004"/>
                    </a:ext>
                  </a:extLst>
                </a:gridCol>
                <a:gridCol w="670560">
                  <a:extLst>
                    <a:ext uri="{9D8B030D-6E8A-4147-A177-3AD203B41FA5}">
                      <a16:colId xmlns:a16="http://schemas.microsoft.com/office/drawing/2014/main" val="20005"/>
                    </a:ext>
                  </a:extLst>
                </a:gridCol>
                <a:gridCol w="690245">
                  <a:extLst>
                    <a:ext uri="{9D8B030D-6E8A-4147-A177-3AD203B41FA5}">
                      <a16:colId xmlns:a16="http://schemas.microsoft.com/office/drawing/2014/main" val="20006"/>
                    </a:ext>
                  </a:extLst>
                </a:gridCol>
                <a:gridCol w="690245">
                  <a:extLst>
                    <a:ext uri="{9D8B030D-6E8A-4147-A177-3AD203B41FA5}">
                      <a16:colId xmlns:a16="http://schemas.microsoft.com/office/drawing/2014/main" val="20007"/>
                    </a:ext>
                  </a:extLst>
                </a:gridCol>
                <a:gridCol w="1948815">
                  <a:extLst>
                    <a:ext uri="{9D8B030D-6E8A-4147-A177-3AD203B41FA5}">
                      <a16:colId xmlns:a16="http://schemas.microsoft.com/office/drawing/2014/main" val="20008"/>
                    </a:ext>
                  </a:extLst>
                </a:gridCol>
              </a:tblGrid>
              <a:tr h="265461">
                <a:tc>
                  <a:txBody>
                    <a:bodyPr/>
                    <a:lstStyle/>
                    <a:p>
                      <a:pPr marL="31750">
                        <a:lnSpc>
                          <a:spcPts val="1970"/>
                        </a:lnSpc>
                      </a:pPr>
                      <a:r>
                        <a:rPr sz="1800" spc="165" dirty="0">
                          <a:latin typeface="Times New Roman"/>
                          <a:cs typeface="Times New Roman"/>
                        </a:rPr>
                        <a:t>Clock</a:t>
                      </a:r>
                      <a:endParaRPr sz="1800">
                        <a:latin typeface="Times New Roman"/>
                        <a:cs typeface="Times New Roman"/>
                      </a:endParaRPr>
                    </a:p>
                  </a:txBody>
                  <a:tcPr marL="0" marR="0" marT="0" marB="0"/>
                </a:tc>
                <a:tc>
                  <a:txBody>
                    <a:bodyPr/>
                    <a:lstStyle/>
                    <a:p>
                      <a:pPr>
                        <a:lnSpc>
                          <a:spcPct val="100000"/>
                        </a:lnSpc>
                      </a:pPr>
                      <a:endParaRPr sz="1600">
                        <a:latin typeface="Times New Roman"/>
                        <a:cs typeface="Times New Roman"/>
                      </a:endParaRPr>
                    </a:p>
                  </a:txBody>
                  <a:tcPr marL="0" marR="0" marT="0" marB="0"/>
                </a:tc>
                <a:tc>
                  <a:txBody>
                    <a:bodyPr/>
                    <a:lstStyle/>
                    <a:p>
                      <a:pPr marR="1270" algn="ctr">
                        <a:lnSpc>
                          <a:spcPts val="1970"/>
                        </a:lnSpc>
                      </a:pPr>
                      <a:r>
                        <a:rPr sz="1800" i="1" spc="165" dirty="0">
                          <a:latin typeface="Times New Roman"/>
                          <a:cs typeface="Times New Roman"/>
                        </a:rPr>
                        <a:t>F0</a:t>
                      </a:r>
                      <a:endParaRPr sz="1800">
                        <a:latin typeface="Times New Roman"/>
                        <a:cs typeface="Times New Roman"/>
                      </a:endParaRPr>
                    </a:p>
                  </a:txBody>
                  <a:tcPr marL="0" marR="0" marT="0" marB="0">
                    <a:lnB w="9525">
                      <a:solidFill>
                        <a:srgbClr val="000000"/>
                      </a:solidFill>
                      <a:prstDash val="solid"/>
                    </a:lnB>
                  </a:tcPr>
                </a:tc>
                <a:tc>
                  <a:txBody>
                    <a:bodyPr/>
                    <a:lstStyle/>
                    <a:p>
                      <a:pPr marR="65405" algn="ctr">
                        <a:lnSpc>
                          <a:spcPts val="1970"/>
                        </a:lnSpc>
                      </a:pPr>
                      <a:r>
                        <a:rPr sz="1800" i="1" spc="165" dirty="0">
                          <a:latin typeface="Times New Roman"/>
                          <a:cs typeface="Times New Roman"/>
                        </a:rPr>
                        <a:t>F2</a:t>
                      </a:r>
                      <a:endParaRPr sz="1800">
                        <a:latin typeface="Times New Roman"/>
                        <a:cs typeface="Times New Roman"/>
                      </a:endParaRPr>
                    </a:p>
                  </a:txBody>
                  <a:tcPr marL="0" marR="0" marT="0" marB="0">
                    <a:lnB w="9525">
                      <a:solidFill>
                        <a:srgbClr val="000000"/>
                      </a:solidFill>
                      <a:prstDash val="solid"/>
                    </a:lnB>
                  </a:tcPr>
                </a:tc>
                <a:tc>
                  <a:txBody>
                    <a:bodyPr/>
                    <a:lstStyle/>
                    <a:p>
                      <a:pPr marL="94615">
                        <a:lnSpc>
                          <a:spcPts val="1970"/>
                        </a:lnSpc>
                      </a:pPr>
                      <a:r>
                        <a:rPr sz="1800" i="1" spc="165" dirty="0">
                          <a:latin typeface="Times New Roman"/>
                          <a:cs typeface="Times New Roman"/>
                        </a:rPr>
                        <a:t>F4</a:t>
                      </a:r>
                      <a:endParaRPr sz="1800">
                        <a:latin typeface="Times New Roman"/>
                        <a:cs typeface="Times New Roman"/>
                      </a:endParaRPr>
                    </a:p>
                  </a:txBody>
                  <a:tcPr marL="0" marR="0" marT="0" marB="0">
                    <a:lnB w="9525">
                      <a:solidFill>
                        <a:srgbClr val="000000"/>
                      </a:solidFill>
                      <a:prstDash val="solid"/>
                    </a:lnB>
                  </a:tcPr>
                </a:tc>
                <a:tc>
                  <a:txBody>
                    <a:bodyPr/>
                    <a:lstStyle/>
                    <a:p>
                      <a:pPr marL="27305" algn="ctr">
                        <a:lnSpc>
                          <a:spcPts val="1970"/>
                        </a:lnSpc>
                      </a:pPr>
                      <a:r>
                        <a:rPr sz="1800" i="1" spc="165" dirty="0">
                          <a:latin typeface="Times New Roman"/>
                          <a:cs typeface="Times New Roman"/>
                        </a:rPr>
                        <a:t>F6</a:t>
                      </a:r>
                      <a:endParaRPr sz="1800">
                        <a:latin typeface="Times New Roman"/>
                        <a:cs typeface="Times New Roman"/>
                      </a:endParaRPr>
                    </a:p>
                  </a:txBody>
                  <a:tcPr marL="0" marR="0" marT="0" marB="0">
                    <a:lnB w="9525">
                      <a:solidFill>
                        <a:srgbClr val="000000"/>
                      </a:solidFill>
                      <a:prstDash val="solid"/>
                    </a:lnB>
                  </a:tcPr>
                </a:tc>
                <a:tc>
                  <a:txBody>
                    <a:bodyPr/>
                    <a:lstStyle/>
                    <a:p>
                      <a:pPr marR="31115" algn="ctr">
                        <a:lnSpc>
                          <a:spcPts val="1970"/>
                        </a:lnSpc>
                      </a:pPr>
                      <a:r>
                        <a:rPr sz="1800" i="1" spc="165" dirty="0">
                          <a:latin typeface="Times New Roman"/>
                          <a:cs typeface="Times New Roman"/>
                        </a:rPr>
                        <a:t>F8</a:t>
                      </a:r>
                      <a:endParaRPr sz="1800">
                        <a:latin typeface="Times New Roman"/>
                        <a:cs typeface="Times New Roman"/>
                      </a:endParaRPr>
                    </a:p>
                  </a:txBody>
                  <a:tcPr marL="0" marR="0" marT="0" marB="0">
                    <a:lnB w="9525">
                      <a:solidFill>
                        <a:srgbClr val="000000"/>
                      </a:solidFill>
                      <a:prstDash val="solid"/>
                    </a:lnB>
                  </a:tcPr>
                </a:tc>
                <a:tc>
                  <a:txBody>
                    <a:bodyPr/>
                    <a:lstStyle/>
                    <a:p>
                      <a:pPr marL="64135">
                        <a:lnSpc>
                          <a:spcPts val="1970"/>
                        </a:lnSpc>
                      </a:pPr>
                      <a:r>
                        <a:rPr sz="1800" i="1" spc="185" dirty="0">
                          <a:latin typeface="Times New Roman"/>
                          <a:cs typeface="Times New Roman"/>
                        </a:rPr>
                        <a:t>F10</a:t>
                      </a:r>
                      <a:endParaRPr sz="1800">
                        <a:latin typeface="Times New Roman"/>
                        <a:cs typeface="Times New Roman"/>
                      </a:endParaRPr>
                    </a:p>
                  </a:txBody>
                  <a:tcPr marL="0" marR="0" marT="0" marB="0">
                    <a:lnB w="9525">
                      <a:solidFill>
                        <a:srgbClr val="000000"/>
                      </a:solidFill>
                      <a:prstDash val="solid"/>
                    </a:lnB>
                  </a:tcPr>
                </a:tc>
                <a:tc>
                  <a:txBody>
                    <a:bodyPr/>
                    <a:lstStyle/>
                    <a:p>
                      <a:pPr marL="133350">
                        <a:lnSpc>
                          <a:spcPts val="1970"/>
                        </a:lnSpc>
                        <a:tabLst>
                          <a:tab pos="960755" algn="l"/>
                          <a:tab pos="1409065" algn="l"/>
                        </a:tabLst>
                      </a:pPr>
                      <a:r>
                        <a:rPr sz="1800" i="1" spc="185" dirty="0">
                          <a:latin typeface="Times New Roman"/>
                          <a:cs typeface="Times New Roman"/>
                        </a:rPr>
                        <a:t>F12	</a:t>
                      </a:r>
                      <a:r>
                        <a:rPr sz="1800" i="1" spc="85" dirty="0">
                          <a:latin typeface="Times New Roman"/>
                          <a:cs typeface="Times New Roman"/>
                        </a:rPr>
                        <a:t>...	</a:t>
                      </a:r>
                      <a:r>
                        <a:rPr sz="1800" i="1" spc="185" dirty="0">
                          <a:latin typeface="Times New Roman"/>
                          <a:cs typeface="Times New Roman"/>
                        </a:rPr>
                        <a:t>F30</a:t>
                      </a:r>
                      <a:endParaRPr sz="18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222348">
                <a:tc>
                  <a:txBody>
                    <a:bodyPr/>
                    <a:lstStyle/>
                    <a:p>
                      <a:pPr marL="298450">
                        <a:lnSpc>
                          <a:spcPts val="1620"/>
                        </a:lnSpc>
                        <a:spcBef>
                          <a:spcPts val="30"/>
                        </a:spcBef>
                      </a:pPr>
                      <a:r>
                        <a:rPr sz="1350" b="1" spc="130" dirty="0">
                          <a:latin typeface="Times New Roman"/>
                          <a:cs typeface="Times New Roman"/>
                        </a:rPr>
                        <a:t>10</a:t>
                      </a:r>
                      <a:endParaRPr sz="1350">
                        <a:latin typeface="Times New Roman"/>
                        <a:cs typeface="Times New Roman"/>
                      </a:endParaRPr>
                    </a:p>
                  </a:txBody>
                  <a:tcPr marL="0" marR="0" marT="3810" marB="0"/>
                </a:tc>
                <a:tc>
                  <a:txBody>
                    <a:bodyPr/>
                    <a:lstStyle/>
                    <a:p>
                      <a:pPr marL="689610">
                        <a:lnSpc>
                          <a:spcPts val="1620"/>
                        </a:lnSpc>
                        <a:spcBef>
                          <a:spcPts val="30"/>
                        </a:spcBef>
                      </a:pPr>
                      <a:r>
                        <a:rPr sz="1350" i="1" spc="204" dirty="0">
                          <a:latin typeface="Times New Roman"/>
                          <a:cs typeface="Times New Roman"/>
                        </a:rPr>
                        <a:t>FU</a:t>
                      </a:r>
                      <a:endParaRPr sz="1350">
                        <a:latin typeface="Times New Roman"/>
                        <a:cs typeface="Times New Roman"/>
                      </a:endParaRPr>
                    </a:p>
                  </a:txBody>
                  <a:tcPr marL="0" marR="0" marT="3810" marB="0">
                    <a:lnR w="9525">
                      <a:solidFill>
                        <a:srgbClr val="000000"/>
                      </a:solidFill>
                      <a:prstDash val="solid"/>
                    </a:lnR>
                  </a:tcPr>
                </a:tc>
                <a:tc>
                  <a:txBody>
                    <a:bodyPr/>
                    <a:lstStyle/>
                    <a:p>
                      <a:pPr marL="38100" algn="ctr">
                        <a:lnSpc>
                          <a:spcPts val="1620"/>
                        </a:lnSpc>
                        <a:spcBef>
                          <a:spcPts val="30"/>
                        </a:spcBef>
                      </a:pPr>
                      <a:r>
                        <a:rPr sz="1350" spc="120" dirty="0">
                          <a:solidFill>
                            <a:srgbClr val="0000FF"/>
                          </a:solidFill>
                          <a:latin typeface="Times New Roman"/>
                          <a:cs typeface="Times New Roman"/>
                        </a:rPr>
                        <a:t>Mult1</a:t>
                      </a:r>
                      <a:endParaRPr sz="1350">
                        <a:latin typeface="Times New Roman"/>
                        <a:cs typeface="Times New Roman"/>
                      </a:endParaRPr>
                    </a:p>
                  </a:txBody>
                  <a:tcPr marL="0" marR="0" marT="381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17780" algn="ctr">
                        <a:lnSpc>
                          <a:spcPts val="1620"/>
                        </a:lnSpc>
                        <a:spcBef>
                          <a:spcPts val="30"/>
                        </a:spcBef>
                      </a:pPr>
                      <a:r>
                        <a:rPr sz="1350" spc="145" dirty="0">
                          <a:solidFill>
                            <a:srgbClr val="FF0000"/>
                          </a:solidFill>
                          <a:latin typeface="Times New Roman"/>
                          <a:cs typeface="Times New Roman"/>
                        </a:rPr>
                        <a:t>M(A2)</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marL="83820" algn="ctr">
                        <a:lnSpc>
                          <a:spcPts val="1620"/>
                        </a:lnSpc>
                        <a:spcBef>
                          <a:spcPts val="30"/>
                        </a:spcBef>
                      </a:pPr>
                      <a:r>
                        <a:rPr sz="1350" spc="145" dirty="0">
                          <a:latin typeface="Times New Roman"/>
                          <a:cs typeface="Times New Roman"/>
                        </a:rPr>
                        <a:t>Add2</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marL="8255" algn="ctr">
                        <a:lnSpc>
                          <a:spcPts val="1620"/>
                        </a:lnSpc>
                        <a:spcBef>
                          <a:spcPts val="30"/>
                        </a:spcBef>
                      </a:pPr>
                      <a:r>
                        <a:rPr sz="1350" spc="145" dirty="0">
                          <a:solidFill>
                            <a:srgbClr val="FF00FF"/>
                          </a:solidFill>
                          <a:latin typeface="Times New Roman"/>
                          <a:cs typeface="Times New Roman"/>
                        </a:rPr>
                        <a:t>(M-M)</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marL="55880">
                        <a:lnSpc>
                          <a:spcPts val="1620"/>
                        </a:lnSpc>
                        <a:spcBef>
                          <a:spcPts val="30"/>
                        </a:spcBef>
                      </a:pPr>
                      <a:r>
                        <a:rPr sz="1350" spc="120" dirty="0">
                          <a:solidFill>
                            <a:srgbClr val="00FF00"/>
                          </a:solidFill>
                          <a:latin typeface="Times New Roman"/>
                          <a:cs typeface="Times New Roman"/>
                        </a:rPr>
                        <a:t>Mult2</a:t>
                      </a:r>
                      <a:endParaRPr sz="1350">
                        <a:latin typeface="Times New Roman"/>
                        <a:cs typeface="Times New Roman"/>
                      </a:endParaRPr>
                    </a:p>
                  </a:txBody>
                  <a:tcPr marL="0" marR="0" marT="3810" marB="0">
                    <a:lnT w="9525">
                      <a:solidFill>
                        <a:srgbClr val="000000"/>
                      </a:solidFill>
                      <a:prstDash val="solid"/>
                    </a:lnT>
                    <a:lnB w="9525">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bl>
          </a:graphicData>
        </a:graphic>
      </p:graphicFrame>
      <p:grpSp>
        <p:nvGrpSpPr>
          <p:cNvPr id="112" name="object 23">
            <a:extLst>
              <a:ext uri="{FF2B5EF4-FFF2-40B4-BE49-F238E27FC236}">
                <a16:creationId xmlns:a16="http://schemas.microsoft.com/office/drawing/2014/main" id="{2B8F7559-32AB-7178-DE01-505B0E4DB5DC}"/>
              </a:ext>
            </a:extLst>
          </p:cNvPr>
          <p:cNvGrpSpPr/>
          <p:nvPr/>
        </p:nvGrpSpPr>
        <p:grpSpPr>
          <a:xfrm>
            <a:off x="2843622" y="2132282"/>
            <a:ext cx="2008505" cy="1340485"/>
            <a:chOff x="2818338" y="1459055"/>
            <a:chExt cx="2008505" cy="1340485"/>
          </a:xfrm>
        </p:grpSpPr>
        <p:sp>
          <p:nvSpPr>
            <p:cNvPr id="113" name="object 24">
              <a:extLst>
                <a:ext uri="{FF2B5EF4-FFF2-40B4-BE49-F238E27FC236}">
                  <a16:creationId xmlns:a16="http://schemas.microsoft.com/office/drawing/2014/main" id="{2CF1A9DF-145E-741A-B167-1EA9ACBAC9A3}"/>
                </a:ext>
              </a:extLst>
            </p:cNvPr>
            <p:cNvSpPr/>
            <p:nvPr/>
          </p:nvSpPr>
          <p:spPr>
            <a:xfrm>
              <a:off x="2831280" y="1462698"/>
              <a:ext cx="1990725" cy="0"/>
            </a:xfrm>
            <a:custGeom>
              <a:avLst/>
              <a:gdLst/>
              <a:ahLst/>
              <a:cxnLst/>
              <a:rect l="l" t="t" r="r" b="b"/>
              <a:pathLst>
                <a:path w="1990725">
                  <a:moveTo>
                    <a:pt x="0" y="0"/>
                  </a:moveTo>
                  <a:lnTo>
                    <a:pt x="1990591" y="0"/>
                  </a:lnTo>
                </a:path>
              </a:pathLst>
            </a:custGeom>
            <a:ln w="7168">
              <a:solidFill>
                <a:srgbClr val="000000"/>
              </a:solidFill>
            </a:ln>
          </p:spPr>
          <p:txBody>
            <a:bodyPr wrap="square" lIns="0" tIns="0" rIns="0" bIns="0" rtlCol="0"/>
            <a:lstStyle/>
            <a:p>
              <a:endParaRPr/>
            </a:p>
          </p:txBody>
        </p:sp>
        <p:sp>
          <p:nvSpPr>
            <p:cNvPr id="114" name="object 25">
              <a:extLst>
                <a:ext uri="{FF2B5EF4-FFF2-40B4-BE49-F238E27FC236}">
                  <a16:creationId xmlns:a16="http://schemas.microsoft.com/office/drawing/2014/main" id="{09FB4E03-C251-E938-378D-01BD52C8D0AB}"/>
                </a:ext>
              </a:extLst>
            </p:cNvPr>
            <p:cNvSpPr/>
            <p:nvPr/>
          </p:nvSpPr>
          <p:spPr>
            <a:xfrm>
              <a:off x="2826904" y="1459089"/>
              <a:ext cx="1999614" cy="7620"/>
            </a:xfrm>
            <a:custGeom>
              <a:avLst/>
              <a:gdLst/>
              <a:ahLst/>
              <a:cxnLst/>
              <a:rect l="l" t="t" r="r" b="b"/>
              <a:pathLst>
                <a:path w="1999614" h="7619">
                  <a:moveTo>
                    <a:pt x="1999228" y="0"/>
                  </a:moveTo>
                  <a:lnTo>
                    <a:pt x="0" y="0"/>
                  </a:lnTo>
                  <a:lnTo>
                    <a:pt x="0" y="7157"/>
                  </a:lnTo>
                  <a:lnTo>
                    <a:pt x="1999228" y="7157"/>
                  </a:lnTo>
                  <a:lnTo>
                    <a:pt x="1999228" y="0"/>
                  </a:lnTo>
                  <a:close/>
                </a:path>
              </a:pathLst>
            </a:custGeom>
            <a:solidFill>
              <a:srgbClr val="000000"/>
            </a:solidFill>
          </p:spPr>
          <p:txBody>
            <a:bodyPr wrap="square" lIns="0" tIns="0" rIns="0" bIns="0" rtlCol="0"/>
            <a:lstStyle/>
            <a:p>
              <a:endParaRPr/>
            </a:p>
          </p:txBody>
        </p:sp>
        <p:sp>
          <p:nvSpPr>
            <p:cNvPr id="115" name="object 26">
              <a:extLst>
                <a:ext uri="{FF2B5EF4-FFF2-40B4-BE49-F238E27FC236}">
                  <a16:creationId xmlns:a16="http://schemas.microsoft.com/office/drawing/2014/main" id="{42747DF2-A82E-0AE0-7C3F-7BB953E51A74}"/>
                </a:ext>
              </a:extLst>
            </p:cNvPr>
            <p:cNvSpPr/>
            <p:nvPr/>
          </p:nvSpPr>
          <p:spPr>
            <a:xfrm>
              <a:off x="2822643" y="1462698"/>
              <a:ext cx="0" cy="1333500"/>
            </a:xfrm>
            <a:custGeom>
              <a:avLst/>
              <a:gdLst/>
              <a:ahLst/>
              <a:cxnLst/>
              <a:rect l="l" t="t" r="r" b="b"/>
              <a:pathLst>
                <a:path h="1333500">
                  <a:moveTo>
                    <a:pt x="0" y="0"/>
                  </a:moveTo>
                  <a:lnTo>
                    <a:pt x="0" y="1333138"/>
                  </a:lnTo>
                </a:path>
              </a:pathLst>
            </a:custGeom>
            <a:ln w="8610">
              <a:solidFill>
                <a:srgbClr val="000000"/>
              </a:solidFill>
            </a:ln>
          </p:spPr>
          <p:txBody>
            <a:bodyPr wrap="square" lIns="0" tIns="0" rIns="0" bIns="0" rtlCol="0"/>
            <a:lstStyle/>
            <a:p>
              <a:endParaRPr/>
            </a:p>
          </p:txBody>
        </p:sp>
        <p:sp>
          <p:nvSpPr>
            <p:cNvPr id="116" name="object 27">
              <a:extLst>
                <a:ext uri="{FF2B5EF4-FFF2-40B4-BE49-F238E27FC236}">
                  <a16:creationId xmlns:a16="http://schemas.microsoft.com/office/drawing/2014/main" id="{8FAA8373-D34B-A7A6-F0B2-B5BE2C496C24}"/>
                </a:ext>
              </a:extLst>
            </p:cNvPr>
            <p:cNvSpPr/>
            <p:nvPr/>
          </p:nvSpPr>
          <p:spPr>
            <a:xfrm>
              <a:off x="2818382" y="1459055"/>
              <a:ext cx="8890" cy="1340485"/>
            </a:xfrm>
            <a:custGeom>
              <a:avLst/>
              <a:gdLst/>
              <a:ahLst/>
              <a:cxnLst/>
              <a:rect l="l" t="t" r="r" b="b"/>
              <a:pathLst>
                <a:path w="8889" h="1340485">
                  <a:moveTo>
                    <a:pt x="8609" y="0"/>
                  </a:moveTo>
                  <a:lnTo>
                    <a:pt x="0" y="0"/>
                  </a:lnTo>
                  <a:lnTo>
                    <a:pt x="0" y="1340329"/>
                  </a:lnTo>
                  <a:lnTo>
                    <a:pt x="8609" y="1340329"/>
                  </a:lnTo>
                  <a:lnTo>
                    <a:pt x="8609" y="0"/>
                  </a:lnTo>
                  <a:close/>
                </a:path>
              </a:pathLst>
            </a:custGeom>
            <a:solidFill>
              <a:srgbClr val="000000"/>
            </a:solidFill>
          </p:spPr>
          <p:txBody>
            <a:bodyPr wrap="square" lIns="0" tIns="0" rIns="0" bIns="0" rtlCol="0"/>
            <a:lstStyle/>
            <a:p>
              <a:endParaRPr/>
            </a:p>
          </p:txBody>
        </p:sp>
        <p:sp>
          <p:nvSpPr>
            <p:cNvPr id="117" name="object 28">
              <a:extLst>
                <a:ext uri="{FF2B5EF4-FFF2-40B4-BE49-F238E27FC236}">
                  <a16:creationId xmlns:a16="http://schemas.microsoft.com/office/drawing/2014/main" id="{E8AF11C1-2562-609E-DD34-13D2034439C0}"/>
                </a:ext>
              </a:extLst>
            </p:cNvPr>
            <p:cNvSpPr/>
            <p:nvPr/>
          </p:nvSpPr>
          <p:spPr>
            <a:xfrm>
              <a:off x="4821871" y="1469889"/>
              <a:ext cx="0" cy="1326515"/>
            </a:xfrm>
            <a:custGeom>
              <a:avLst/>
              <a:gdLst/>
              <a:ahLst/>
              <a:cxnLst/>
              <a:rect l="l" t="t" r="r" b="b"/>
              <a:pathLst>
                <a:path h="1326514">
                  <a:moveTo>
                    <a:pt x="0" y="0"/>
                  </a:moveTo>
                  <a:lnTo>
                    <a:pt x="0" y="1325946"/>
                  </a:lnTo>
                </a:path>
              </a:pathLst>
            </a:custGeom>
            <a:ln w="8610">
              <a:solidFill>
                <a:srgbClr val="000000"/>
              </a:solidFill>
            </a:ln>
          </p:spPr>
          <p:txBody>
            <a:bodyPr wrap="square" lIns="0" tIns="0" rIns="0" bIns="0" rtlCol="0"/>
            <a:lstStyle/>
            <a:p>
              <a:endParaRPr/>
            </a:p>
          </p:txBody>
        </p:sp>
        <p:sp>
          <p:nvSpPr>
            <p:cNvPr id="118" name="object 29">
              <a:extLst>
                <a:ext uri="{FF2B5EF4-FFF2-40B4-BE49-F238E27FC236}">
                  <a16:creationId xmlns:a16="http://schemas.microsoft.com/office/drawing/2014/main" id="{2C982D03-AF74-DBDC-ECCC-3941D1174D1B}"/>
                </a:ext>
              </a:extLst>
            </p:cNvPr>
            <p:cNvSpPr/>
            <p:nvPr/>
          </p:nvSpPr>
          <p:spPr>
            <a:xfrm>
              <a:off x="4817610" y="1466246"/>
              <a:ext cx="8890" cy="1333500"/>
            </a:xfrm>
            <a:custGeom>
              <a:avLst/>
              <a:gdLst/>
              <a:ahLst/>
              <a:cxnLst/>
              <a:rect l="l" t="t" r="r" b="b"/>
              <a:pathLst>
                <a:path w="8889" h="1333500">
                  <a:moveTo>
                    <a:pt x="8610" y="0"/>
                  </a:moveTo>
                  <a:lnTo>
                    <a:pt x="0" y="0"/>
                  </a:lnTo>
                  <a:lnTo>
                    <a:pt x="0" y="1333138"/>
                  </a:lnTo>
                  <a:lnTo>
                    <a:pt x="8610" y="1333138"/>
                  </a:lnTo>
                  <a:lnTo>
                    <a:pt x="8610" y="0"/>
                  </a:lnTo>
                  <a:close/>
                </a:path>
              </a:pathLst>
            </a:custGeom>
            <a:solidFill>
              <a:srgbClr val="000000"/>
            </a:solidFill>
          </p:spPr>
          <p:txBody>
            <a:bodyPr wrap="square" lIns="0" tIns="0" rIns="0" bIns="0" rtlCol="0"/>
            <a:lstStyle/>
            <a:p>
              <a:endParaRPr/>
            </a:p>
          </p:txBody>
        </p:sp>
        <p:sp>
          <p:nvSpPr>
            <p:cNvPr id="119" name="object 30">
              <a:extLst>
                <a:ext uri="{FF2B5EF4-FFF2-40B4-BE49-F238E27FC236}">
                  <a16:creationId xmlns:a16="http://schemas.microsoft.com/office/drawing/2014/main" id="{D379F4EB-6F9A-A527-BAC3-56F6362C0BD2}"/>
                </a:ext>
              </a:extLst>
            </p:cNvPr>
            <p:cNvSpPr/>
            <p:nvPr/>
          </p:nvSpPr>
          <p:spPr>
            <a:xfrm>
              <a:off x="2831280" y="2795836"/>
              <a:ext cx="1990725" cy="0"/>
            </a:xfrm>
            <a:custGeom>
              <a:avLst/>
              <a:gdLst/>
              <a:ahLst/>
              <a:cxnLst/>
              <a:rect l="l" t="t" r="r" b="b"/>
              <a:pathLst>
                <a:path w="1990725">
                  <a:moveTo>
                    <a:pt x="0" y="0"/>
                  </a:moveTo>
                  <a:lnTo>
                    <a:pt x="1990591" y="0"/>
                  </a:lnTo>
                </a:path>
              </a:pathLst>
            </a:custGeom>
            <a:ln w="7168">
              <a:solidFill>
                <a:srgbClr val="000000"/>
              </a:solidFill>
            </a:ln>
          </p:spPr>
          <p:txBody>
            <a:bodyPr wrap="square" lIns="0" tIns="0" rIns="0" bIns="0" rtlCol="0"/>
            <a:lstStyle/>
            <a:p>
              <a:endParaRPr/>
            </a:p>
          </p:txBody>
        </p:sp>
        <p:sp>
          <p:nvSpPr>
            <p:cNvPr id="120" name="object 31">
              <a:extLst>
                <a:ext uri="{FF2B5EF4-FFF2-40B4-BE49-F238E27FC236}">
                  <a16:creationId xmlns:a16="http://schemas.microsoft.com/office/drawing/2014/main" id="{7AD8A493-EE2E-786C-96C8-6394D1B96EAE}"/>
                </a:ext>
              </a:extLst>
            </p:cNvPr>
            <p:cNvSpPr/>
            <p:nvPr/>
          </p:nvSpPr>
          <p:spPr>
            <a:xfrm>
              <a:off x="2826904" y="2792227"/>
              <a:ext cx="1999614" cy="7620"/>
            </a:xfrm>
            <a:custGeom>
              <a:avLst/>
              <a:gdLst/>
              <a:ahLst/>
              <a:cxnLst/>
              <a:rect l="l" t="t" r="r" b="b"/>
              <a:pathLst>
                <a:path w="1999614" h="7619">
                  <a:moveTo>
                    <a:pt x="1999228" y="0"/>
                  </a:moveTo>
                  <a:lnTo>
                    <a:pt x="0" y="0"/>
                  </a:lnTo>
                  <a:lnTo>
                    <a:pt x="0" y="7157"/>
                  </a:lnTo>
                  <a:lnTo>
                    <a:pt x="1999228" y="7157"/>
                  </a:lnTo>
                  <a:lnTo>
                    <a:pt x="1999228"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39912266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FCC9E-D47C-B8C0-E8FE-8B7CD3B4446E}"/>
              </a:ext>
            </a:extLst>
          </p:cNvPr>
          <p:cNvSpPr>
            <a:spLocks noGrp="1"/>
          </p:cNvSpPr>
          <p:nvPr>
            <p:ph type="title"/>
          </p:nvPr>
        </p:nvSpPr>
        <p:spPr/>
        <p:txBody>
          <a:bodyPr/>
          <a:lstStyle/>
          <a:p>
            <a:r>
              <a:rPr lang="en-US" dirty="0"/>
              <a:t>Cycle-11</a:t>
            </a:r>
            <a:endParaRPr lang="en-IN" dirty="0"/>
          </a:p>
        </p:txBody>
      </p:sp>
      <p:sp>
        <p:nvSpPr>
          <p:cNvPr id="4" name="Footer Placeholder 3">
            <a:extLst>
              <a:ext uri="{FF2B5EF4-FFF2-40B4-BE49-F238E27FC236}">
                <a16:creationId xmlns:a16="http://schemas.microsoft.com/office/drawing/2014/main" id="{F19277D8-31CD-4369-3824-E23AC76E976A}"/>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AF7A8D56-5799-7AD1-5AEF-0E957EF503D3}"/>
              </a:ext>
            </a:extLst>
          </p:cNvPr>
          <p:cNvSpPr>
            <a:spLocks noGrp="1"/>
          </p:cNvSpPr>
          <p:nvPr>
            <p:ph type="sldNum" sz="quarter" idx="12"/>
          </p:nvPr>
        </p:nvSpPr>
        <p:spPr/>
        <p:txBody>
          <a:bodyPr/>
          <a:lstStyle/>
          <a:p>
            <a:fld id="{B8651ABE-1138-46C6-9A43-7FCD4EB2550C}" type="slidenum">
              <a:rPr lang="en-IN" smtClean="0"/>
              <a:pPr/>
              <a:t>32</a:t>
            </a:fld>
            <a:endParaRPr lang="en-IN" dirty="0"/>
          </a:p>
        </p:txBody>
      </p:sp>
      <p:sp>
        <p:nvSpPr>
          <p:cNvPr id="6" name="object 3">
            <a:extLst>
              <a:ext uri="{FF2B5EF4-FFF2-40B4-BE49-F238E27FC236}">
                <a16:creationId xmlns:a16="http://schemas.microsoft.com/office/drawing/2014/main" id="{BFF7EE5A-0AC5-393F-8F08-C9528B6E07DF}"/>
              </a:ext>
            </a:extLst>
          </p:cNvPr>
          <p:cNvSpPr txBox="1"/>
          <p:nvPr/>
        </p:nvSpPr>
        <p:spPr>
          <a:xfrm>
            <a:off x="55634" y="1578474"/>
            <a:ext cx="2028189" cy="300990"/>
          </a:xfrm>
          <a:prstGeom prst="rect">
            <a:avLst/>
          </a:prstGeom>
        </p:spPr>
        <p:txBody>
          <a:bodyPr vert="horz" wrap="square" lIns="0" tIns="13335" rIns="0" bIns="0" rtlCol="0">
            <a:spAutoFit/>
          </a:bodyPr>
          <a:lstStyle/>
          <a:p>
            <a:pPr marL="12700">
              <a:lnSpc>
                <a:spcPct val="100000"/>
              </a:lnSpc>
              <a:spcBef>
                <a:spcPts val="105"/>
              </a:spcBef>
            </a:pPr>
            <a:r>
              <a:rPr sz="1800" i="1" spc="140" dirty="0">
                <a:solidFill>
                  <a:srgbClr val="FF0000"/>
                </a:solidFill>
                <a:latin typeface="Times New Roman"/>
                <a:cs typeface="Times New Roman"/>
              </a:rPr>
              <a:t>Instruction</a:t>
            </a:r>
            <a:r>
              <a:rPr sz="1800" i="1" spc="5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sp>
        <p:nvSpPr>
          <p:cNvPr id="7" name="object 4">
            <a:extLst>
              <a:ext uri="{FF2B5EF4-FFF2-40B4-BE49-F238E27FC236}">
                <a16:creationId xmlns:a16="http://schemas.microsoft.com/office/drawing/2014/main" id="{9F0B5FEC-4961-398E-0350-6C04DC77586C}"/>
              </a:ext>
            </a:extLst>
          </p:cNvPr>
          <p:cNvSpPr txBox="1"/>
          <p:nvPr/>
        </p:nvSpPr>
        <p:spPr>
          <a:xfrm>
            <a:off x="6166199" y="1872428"/>
            <a:ext cx="1425575" cy="258445"/>
          </a:xfrm>
          <a:prstGeom prst="rect">
            <a:avLst/>
          </a:prstGeom>
        </p:spPr>
        <p:txBody>
          <a:bodyPr vert="horz" wrap="square" lIns="0" tIns="15875" rIns="0" bIns="0" rtlCol="0">
            <a:spAutoFit/>
          </a:bodyPr>
          <a:lstStyle/>
          <a:p>
            <a:pPr marL="12700">
              <a:lnSpc>
                <a:spcPct val="100000"/>
              </a:lnSpc>
              <a:spcBef>
                <a:spcPts val="125"/>
              </a:spcBef>
              <a:tabLst>
                <a:tab pos="650240" algn="l"/>
              </a:tabLst>
            </a:pPr>
            <a:r>
              <a:rPr sz="1500" spc="165" dirty="0">
                <a:latin typeface="Times New Roman"/>
                <a:cs typeface="Times New Roman"/>
              </a:rPr>
              <a:t>Busy	</a:t>
            </a:r>
            <a:r>
              <a:rPr sz="1500" spc="150" dirty="0">
                <a:latin typeface="Times New Roman"/>
                <a:cs typeface="Times New Roman"/>
              </a:rPr>
              <a:t>Address</a:t>
            </a:r>
            <a:endParaRPr sz="1500">
              <a:latin typeface="Times New Roman"/>
              <a:cs typeface="Times New Roman"/>
            </a:endParaRPr>
          </a:p>
        </p:txBody>
      </p:sp>
      <p:sp>
        <p:nvSpPr>
          <p:cNvPr id="8" name="object 5">
            <a:extLst>
              <a:ext uri="{FF2B5EF4-FFF2-40B4-BE49-F238E27FC236}">
                <a16:creationId xmlns:a16="http://schemas.microsoft.com/office/drawing/2014/main" id="{4E1ADF91-D307-9B15-2201-0A354E4993D1}"/>
              </a:ext>
            </a:extLst>
          </p:cNvPr>
          <p:cNvSpPr txBox="1"/>
          <p:nvPr/>
        </p:nvSpPr>
        <p:spPr>
          <a:xfrm>
            <a:off x="3826006" y="2107574"/>
            <a:ext cx="116205" cy="470534"/>
          </a:xfrm>
          <a:prstGeom prst="rect">
            <a:avLst/>
          </a:prstGeom>
        </p:spPr>
        <p:txBody>
          <a:bodyPr vert="horz" wrap="square" lIns="0" tIns="29209" rIns="0" bIns="0" rtlCol="0">
            <a:spAutoFit/>
          </a:bodyPr>
          <a:lstStyle/>
          <a:p>
            <a:pPr>
              <a:lnSpc>
                <a:spcPct val="100000"/>
              </a:lnSpc>
              <a:spcBef>
                <a:spcPts val="229"/>
              </a:spcBef>
            </a:pPr>
            <a:r>
              <a:rPr sz="1350" spc="135" dirty="0">
                <a:latin typeface="Times New Roman"/>
                <a:cs typeface="Times New Roman"/>
              </a:rPr>
              <a:t>3</a:t>
            </a:r>
            <a:endParaRPr sz="1350">
              <a:latin typeface="Times New Roman"/>
              <a:cs typeface="Times New Roman"/>
            </a:endParaRPr>
          </a:p>
          <a:p>
            <a:pPr>
              <a:lnSpc>
                <a:spcPct val="100000"/>
              </a:lnSpc>
              <a:spcBef>
                <a:spcPts val="130"/>
              </a:spcBef>
            </a:pPr>
            <a:r>
              <a:rPr sz="1350" spc="135" dirty="0">
                <a:latin typeface="Times New Roman"/>
                <a:cs typeface="Times New Roman"/>
              </a:rPr>
              <a:t>4</a:t>
            </a:r>
            <a:endParaRPr sz="1350">
              <a:latin typeface="Times New Roman"/>
              <a:cs typeface="Times New Roman"/>
            </a:endParaRPr>
          </a:p>
        </p:txBody>
      </p:sp>
      <p:sp>
        <p:nvSpPr>
          <p:cNvPr id="9" name="object 6">
            <a:extLst>
              <a:ext uri="{FF2B5EF4-FFF2-40B4-BE49-F238E27FC236}">
                <a16:creationId xmlns:a16="http://schemas.microsoft.com/office/drawing/2014/main" id="{7E313A4E-6FAC-931D-3ED6-668E3EA70CF1}"/>
              </a:ext>
            </a:extLst>
          </p:cNvPr>
          <p:cNvSpPr txBox="1"/>
          <p:nvPr/>
        </p:nvSpPr>
        <p:spPr>
          <a:xfrm>
            <a:off x="4472300" y="2107574"/>
            <a:ext cx="116205" cy="470534"/>
          </a:xfrm>
          <a:prstGeom prst="rect">
            <a:avLst/>
          </a:prstGeom>
        </p:spPr>
        <p:txBody>
          <a:bodyPr vert="horz" wrap="square" lIns="0" tIns="29209" rIns="0" bIns="0" rtlCol="0">
            <a:spAutoFit/>
          </a:bodyPr>
          <a:lstStyle/>
          <a:p>
            <a:pPr>
              <a:lnSpc>
                <a:spcPct val="100000"/>
              </a:lnSpc>
              <a:spcBef>
                <a:spcPts val="229"/>
              </a:spcBef>
            </a:pPr>
            <a:r>
              <a:rPr sz="1350" spc="135" dirty="0">
                <a:latin typeface="Times New Roman"/>
                <a:cs typeface="Times New Roman"/>
              </a:rPr>
              <a:t>4</a:t>
            </a:r>
            <a:endParaRPr sz="1350">
              <a:latin typeface="Times New Roman"/>
              <a:cs typeface="Times New Roman"/>
            </a:endParaRPr>
          </a:p>
          <a:p>
            <a:pPr>
              <a:lnSpc>
                <a:spcPct val="100000"/>
              </a:lnSpc>
              <a:spcBef>
                <a:spcPts val="130"/>
              </a:spcBef>
            </a:pPr>
            <a:r>
              <a:rPr sz="1350" spc="135" dirty="0">
                <a:latin typeface="Times New Roman"/>
                <a:cs typeface="Times New Roman"/>
              </a:rPr>
              <a:t>5</a:t>
            </a:r>
            <a:endParaRPr sz="1350">
              <a:latin typeface="Times New Roman"/>
              <a:cs typeface="Times New Roman"/>
            </a:endParaRPr>
          </a:p>
        </p:txBody>
      </p:sp>
      <p:sp>
        <p:nvSpPr>
          <p:cNvPr id="10" name="object 7">
            <a:extLst>
              <a:ext uri="{FF2B5EF4-FFF2-40B4-BE49-F238E27FC236}">
                <a16:creationId xmlns:a16="http://schemas.microsoft.com/office/drawing/2014/main" id="{78DE3FDB-C0A0-6A30-5AA6-F7BE0DAF5BF6}"/>
              </a:ext>
            </a:extLst>
          </p:cNvPr>
          <p:cNvSpPr txBox="1"/>
          <p:nvPr/>
        </p:nvSpPr>
        <p:spPr>
          <a:xfrm>
            <a:off x="5511268" y="2107574"/>
            <a:ext cx="559435" cy="692785"/>
          </a:xfrm>
          <a:prstGeom prst="rect">
            <a:avLst/>
          </a:prstGeom>
        </p:spPr>
        <p:txBody>
          <a:bodyPr vert="horz" wrap="square" lIns="0" tIns="12700" rIns="0" bIns="0" rtlCol="0">
            <a:spAutoFit/>
          </a:bodyPr>
          <a:lstStyle/>
          <a:p>
            <a:pPr marL="12700" marR="5080" algn="just">
              <a:lnSpc>
                <a:spcPct val="108000"/>
              </a:lnSpc>
              <a:spcBef>
                <a:spcPts val="100"/>
              </a:spcBef>
            </a:pPr>
            <a:r>
              <a:rPr sz="1350" spc="185" dirty="0">
                <a:latin typeface="Times New Roman"/>
                <a:cs typeface="Times New Roman"/>
              </a:rPr>
              <a:t>L</a:t>
            </a:r>
            <a:r>
              <a:rPr sz="1350" spc="135" dirty="0">
                <a:latin typeface="Times New Roman"/>
                <a:cs typeface="Times New Roman"/>
              </a:rPr>
              <a:t>oa</a:t>
            </a:r>
            <a:r>
              <a:rPr sz="1350" spc="100" dirty="0">
                <a:latin typeface="Times New Roman"/>
                <a:cs typeface="Times New Roman"/>
              </a:rPr>
              <a:t>d1  </a:t>
            </a:r>
            <a:r>
              <a:rPr sz="1350" spc="185" dirty="0">
                <a:latin typeface="Times New Roman"/>
                <a:cs typeface="Times New Roman"/>
              </a:rPr>
              <a:t>L</a:t>
            </a:r>
            <a:r>
              <a:rPr sz="1350" spc="135" dirty="0">
                <a:latin typeface="Times New Roman"/>
                <a:cs typeface="Times New Roman"/>
              </a:rPr>
              <a:t>oa</a:t>
            </a:r>
            <a:r>
              <a:rPr sz="1350" spc="100" dirty="0">
                <a:latin typeface="Times New Roman"/>
                <a:cs typeface="Times New Roman"/>
              </a:rPr>
              <a:t>d2  </a:t>
            </a:r>
            <a:r>
              <a:rPr sz="1350" spc="185" dirty="0">
                <a:latin typeface="Times New Roman"/>
                <a:cs typeface="Times New Roman"/>
              </a:rPr>
              <a:t>L</a:t>
            </a:r>
            <a:r>
              <a:rPr sz="1350" spc="135" dirty="0">
                <a:latin typeface="Times New Roman"/>
                <a:cs typeface="Times New Roman"/>
              </a:rPr>
              <a:t>oad3</a:t>
            </a:r>
            <a:endParaRPr sz="1350">
              <a:latin typeface="Times New Roman"/>
              <a:cs typeface="Times New Roman"/>
            </a:endParaRPr>
          </a:p>
        </p:txBody>
      </p:sp>
      <p:sp>
        <p:nvSpPr>
          <p:cNvPr id="11" name="object 8">
            <a:extLst>
              <a:ext uri="{FF2B5EF4-FFF2-40B4-BE49-F238E27FC236}">
                <a16:creationId xmlns:a16="http://schemas.microsoft.com/office/drawing/2014/main" id="{16DFAE38-A98F-1FC0-E7A9-F2E1CED8CE23}"/>
              </a:ext>
            </a:extLst>
          </p:cNvPr>
          <p:cNvSpPr txBox="1"/>
          <p:nvPr/>
        </p:nvSpPr>
        <p:spPr>
          <a:xfrm>
            <a:off x="6140111" y="2132596"/>
            <a:ext cx="1525905" cy="666750"/>
          </a:xfrm>
          <a:prstGeom prst="rect">
            <a:avLst/>
          </a:prstGeom>
          <a:ln w="8653">
            <a:solidFill>
              <a:srgbClr val="000000"/>
            </a:solidFill>
          </a:ln>
        </p:spPr>
        <p:txBody>
          <a:bodyPr vert="horz" wrap="square" lIns="0" tIns="3810" rIns="0" bIns="0" rtlCol="0">
            <a:spAutoFit/>
          </a:bodyPr>
          <a:lstStyle/>
          <a:p>
            <a:pPr marL="193675">
              <a:lnSpc>
                <a:spcPct val="100000"/>
              </a:lnSpc>
              <a:spcBef>
                <a:spcPts val="30"/>
              </a:spcBef>
            </a:pPr>
            <a:r>
              <a:rPr sz="1350" spc="145" dirty="0">
                <a:latin typeface="Times New Roman"/>
                <a:cs typeface="Times New Roman"/>
              </a:rPr>
              <a:t>No</a:t>
            </a:r>
            <a:endParaRPr sz="1350">
              <a:latin typeface="Times New Roman"/>
              <a:cs typeface="Times New Roman"/>
            </a:endParaRPr>
          </a:p>
          <a:p>
            <a:pPr marL="193675" marR="1076960">
              <a:lnSpc>
                <a:spcPct val="108000"/>
              </a:lnSpc>
            </a:pPr>
            <a:r>
              <a:rPr sz="1350" spc="110" dirty="0">
                <a:latin typeface="Times New Roman"/>
                <a:cs typeface="Times New Roman"/>
              </a:rPr>
              <a:t>No  No</a:t>
            </a:r>
            <a:endParaRPr sz="1350">
              <a:latin typeface="Times New Roman"/>
              <a:cs typeface="Times New Roman"/>
            </a:endParaRPr>
          </a:p>
        </p:txBody>
      </p:sp>
      <p:sp>
        <p:nvSpPr>
          <p:cNvPr id="12" name="object 9">
            <a:extLst>
              <a:ext uri="{FF2B5EF4-FFF2-40B4-BE49-F238E27FC236}">
                <a16:creationId xmlns:a16="http://schemas.microsoft.com/office/drawing/2014/main" id="{25F0C94E-95DA-B0A2-DCD4-55087397A786}"/>
              </a:ext>
            </a:extLst>
          </p:cNvPr>
          <p:cNvSpPr txBox="1"/>
          <p:nvPr/>
        </p:nvSpPr>
        <p:spPr>
          <a:xfrm>
            <a:off x="3826006" y="2789756"/>
            <a:ext cx="116205" cy="232410"/>
          </a:xfrm>
          <a:prstGeom prst="rect">
            <a:avLst/>
          </a:prstGeom>
        </p:spPr>
        <p:txBody>
          <a:bodyPr vert="horz" wrap="square" lIns="0" tIns="13335" rIns="0" bIns="0" rtlCol="0">
            <a:spAutoFit/>
          </a:bodyPr>
          <a:lstStyle/>
          <a:p>
            <a:pPr>
              <a:lnSpc>
                <a:spcPct val="100000"/>
              </a:lnSpc>
              <a:spcBef>
                <a:spcPts val="105"/>
              </a:spcBef>
            </a:pPr>
            <a:r>
              <a:rPr sz="1350" spc="135" dirty="0">
                <a:latin typeface="Times New Roman"/>
                <a:cs typeface="Times New Roman"/>
              </a:rPr>
              <a:t>7</a:t>
            </a:r>
            <a:endParaRPr sz="1350">
              <a:latin typeface="Times New Roman"/>
              <a:cs typeface="Times New Roman"/>
            </a:endParaRPr>
          </a:p>
        </p:txBody>
      </p:sp>
      <p:sp>
        <p:nvSpPr>
          <p:cNvPr id="13" name="object 10">
            <a:extLst>
              <a:ext uri="{FF2B5EF4-FFF2-40B4-BE49-F238E27FC236}">
                <a16:creationId xmlns:a16="http://schemas.microsoft.com/office/drawing/2014/main" id="{8BAFCACE-309B-38F2-8022-F8C25239B7ED}"/>
              </a:ext>
            </a:extLst>
          </p:cNvPr>
          <p:cNvSpPr txBox="1"/>
          <p:nvPr/>
        </p:nvSpPr>
        <p:spPr>
          <a:xfrm>
            <a:off x="4472300" y="2789756"/>
            <a:ext cx="116205" cy="232410"/>
          </a:xfrm>
          <a:prstGeom prst="rect">
            <a:avLst/>
          </a:prstGeom>
        </p:spPr>
        <p:txBody>
          <a:bodyPr vert="horz" wrap="square" lIns="0" tIns="13335" rIns="0" bIns="0" rtlCol="0">
            <a:spAutoFit/>
          </a:bodyPr>
          <a:lstStyle/>
          <a:p>
            <a:pPr>
              <a:lnSpc>
                <a:spcPct val="100000"/>
              </a:lnSpc>
              <a:spcBef>
                <a:spcPts val="105"/>
              </a:spcBef>
            </a:pPr>
            <a:r>
              <a:rPr sz="1350" spc="135" dirty="0">
                <a:latin typeface="Times New Roman"/>
                <a:cs typeface="Times New Roman"/>
              </a:rPr>
              <a:t>8</a:t>
            </a:r>
            <a:endParaRPr sz="1350">
              <a:latin typeface="Times New Roman"/>
              <a:cs typeface="Times New Roman"/>
            </a:endParaRPr>
          </a:p>
        </p:txBody>
      </p:sp>
      <p:sp>
        <p:nvSpPr>
          <p:cNvPr id="14" name="object 11">
            <a:extLst>
              <a:ext uri="{FF2B5EF4-FFF2-40B4-BE49-F238E27FC236}">
                <a16:creationId xmlns:a16="http://schemas.microsoft.com/office/drawing/2014/main" id="{DA90FA6A-73DE-7526-F28C-9E76F835CA60}"/>
              </a:ext>
            </a:extLst>
          </p:cNvPr>
          <p:cNvSpPr txBox="1"/>
          <p:nvPr/>
        </p:nvSpPr>
        <p:spPr>
          <a:xfrm>
            <a:off x="383097" y="1871418"/>
            <a:ext cx="920750" cy="1595120"/>
          </a:xfrm>
          <a:prstGeom prst="rect">
            <a:avLst/>
          </a:prstGeom>
        </p:spPr>
        <p:txBody>
          <a:bodyPr vert="horz" wrap="square" lIns="0" tIns="12700" rIns="0" bIns="0" rtlCol="0">
            <a:spAutoFit/>
          </a:bodyPr>
          <a:lstStyle/>
          <a:p>
            <a:pPr marL="12700" marR="5080">
              <a:lnSpc>
                <a:spcPct val="111400"/>
              </a:lnSpc>
              <a:spcBef>
                <a:spcPts val="100"/>
              </a:spcBef>
            </a:pPr>
            <a:r>
              <a:rPr sz="1350" spc="114" dirty="0">
                <a:latin typeface="Times New Roman"/>
                <a:cs typeface="Times New Roman"/>
              </a:rPr>
              <a:t>In</a:t>
            </a:r>
            <a:r>
              <a:rPr sz="1350" spc="80" dirty="0">
                <a:latin typeface="Times New Roman"/>
                <a:cs typeface="Times New Roman"/>
              </a:rPr>
              <a:t>s</a:t>
            </a:r>
            <a:r>
              <a:rPr sz="1350" spc="90" dirty="0">
                <a:latin typeface="Times New Roman"/>
                <a:cs typeface="Times New Roman"/>
              </a:rPr>
              <a:t>t</a:t>
            </a:r>
            <a:r>
              <a:rPr sz="1350" spc="114" dirty="0">
                <a:latin typeface="Times New Roman"/>
                <a:cs typeface="Times New Roman"/>
              </a:rPr>
              <a:t>ruct</a:t>
            </a:r>
            <a:r>
              <a:rPr sz="1350" spc="25" dirty="0">
                <a:latin typeface="Times New Roman"/>
                <a:cs typeface="Times New Roman"/>
              </a:rPr>
              <a:t>i</a:t>
            </a:r>
            <a:r>
              <a:rPr sz="1350" spc="100" dirty="0">
                <a:latin typeface="Times New Roman"/>
                <a:cs typeface="Times New Roman"/>
              </a:rPr>
              <a:t>on  </a:t>
            </a:r>
            <a:r>
              <a:rPr sz="1350" spc="204" dirty="0">
                <a:latin typeface="Times New Roman"/>
                <a:cs typeface="Times New Roman"/>
              </a:rPr>
              <a:t>LD</a:t>
            </a:r>
            <a:endParaRPr sz="1350">
              <a:latin typeface="Times New Roman"/>
              <a:cs typeface="Times New Roman"/>
            </a:endParaRPr>
          </a:p>
          <a:p>
            <a:pPr marL="12700" marR="182245">
              <a:lnSpc>
                <a:spcPct val="108000"/>
              </a:lnSpc>
            </a:pPr>
            <a:r>
              <a:rPr sz="1350" spc="204" dirty="0">
                <a:solidFill>
                  <a:srgbClr val="FF0000"/>
                </a:solidFill>
                <a:latin typeface="Times New Roman"/>
                <a:cs typeface="Times New Roman"/>
              </a:rPr>
              <a:t>LD </a:t>
            </a:r>
            <a:r>
              <a:rPr sz="1350" spc="210" dirty="0">
                <a:solidFill>
                  <a:srgbClr val="FF0000"/>
                </a:solidFill>
                <a:latin typeface="Times New Roman"/>
                <a:cs typeface="Times New Roman"/>
              </a:rPr>
              <a:t> </a:t>
            </a:r>
            <a:r>
              <a:rPr sz="1350" spc="220" dirty="0">
                <a:solidFill>
                  <a:srgbClr val="0000FF"/>
                </a:solidFill>
                <a:latin typeface="Times New Roman"/>
                <a:cs typeface="Times New Roman"/>
              </a:rPr>
              <a:t>M</a:t>
            </a:r>
            <a:r>
              <a:rPr sz="1350" spc="105" dirty="0">
                <a:solidFill>
                  <a:srgbClr val="0000FF"/>
                </a:solidFill>
                <a:latin typeface="Times New Roman"/>
                <a:cs typeface="Times New Roman"/>
              </a:rPr>
              <a:t>U</a:t>
            </a:r>
            <a:r>
              <a:rPr sz="1350" spc="185" dirty="0">
                <a:solidFill>
                  <a:srgbClr val="0000FF"/>
                </a:solidFill>
                <a:latin typeface="Times New Roman"/>
                <a:cs typeface="Times New Roman"/>
              </a:rPr>
              <a:t>L</a:t>
            </a:r>
            <a:r>
              <a:rPr sz="1350" spc="120" dirty="0">
                <a:solidFill>
                  <a:srgbClr val="0000FF"/>
                </a:solidFill>
                <a:latin typeface="Times New Roman"/>
                <a:cs typeface="Times New Roman"/>
              </a:rPr>
              <a:t>T</a:t>
            </a:r>
            <a:r>
              <a:rPr sz="1350" spc="110" dirty="0">
                <a:solidFill>
                  <a:srgbClr val="0000FF"/>
                </a:solidFill>
                <a:latin typeface="Times New Roman"/>
                <a:cs typeface="Times New Roman"/>
              </a:rPr>
              <a:t>D  </a:t>
            </a:r>
            <a:r>
              <a:rPr sz="1350" spc="135" dirty="0">
                <a:solidFill>
                  <a:srgbClr val="FF00FF"/>
                </a:solidFill>
                <a:latin typeface="Times New Roman"/>
                <a:cs typeface="Times New Roman"/>
              </a:rPr>
              <a:t>SUBD </a:t>
            </a:r>
            <a:r>
              <a:rPr sz="1350" spc="140" dirty="0">
                <a:solidFill>
                  <a:srgbClr val="FF00FF"/>
                </a:solidFill>
                <a:latin typeface="Times New Roman"/>
                <a:cs typeface="Times New Roman"/>
              </a:rPr>
              <a:t> </a:t>
            </a:r>
            <a:r>
              <a:rPr sz="1350" spc="140" dirty="0">
                <a:solidFill>
                  <a:srgbClr val="00FF00"/>
                </a:solidFill>
                <a:latin typeface="Times New Roman"/>
                <a:cs typeface="Times New Roman"/>
              </a:rPr>
              <a:t>DIVD </a:t>
            </a:r>
            <a:r>
              <a:rPr sz="1350" spc="145" dirty="0">
                <a:solidFill>
                  <a:srgbClr val="00FF00"/>
                </a:solidFill>
                <a:latin typeface="Times New Roman"/>
                <a:cs typeface="Times New Roman"/>
              </a:rPr>
              <a:t> </a:t>
            </a:r>
            <a:r>
              <a:rPr sz="1350" spc="175" dirty="0">
                <a:latin typeface="Times New Roman"/>
                <a:cs typeface="Times New Roman"/>
              </a:rPr>
              <a:t>ADDD</a:t>
            </a:r>
            <a:endParaRPr sz="1350">
              <a:latin typeface="Times New Roman"/>
              <a:cs typeface="Times New Roman"/>
            </a:endParaRPr>
          </a:p>
        </p:txBody>
      </p:sp>
      <p:sp>
        <p:nvSpPr>
          <p:cNvPr id="15" name="object 12">
            <a:extLst>
              <a:ext uri="{FF2B5EF4-FFF2-40B4-BE49-F238E27FC236}">
                <a16:creationId xmlns:a16="http://schemas.microsoft.com/office/drawing/2014/main" id="{CA8938C4-3AEB-C869-26F7-3E514CFB31D4}"/>
              </a:ext>
            </a:extLst>
          </p:cNvPr>
          <p:cNvSpPr txBox="1"/>
          <p:nvPr/>
        </p:nvSpPr>
        <p:spPr>
          <a:xfrm>
            <a:off x="1279376" y="1588745"/>
            <a:ext cx="3570604" cy="1877695"/>
          </a:xfrm>
          <a:prstGeom prst="rect">
            <a:avLst/>
          </a:prstGeom>
        </p:spPr>
        <p:txBody>
          <a:bodyPr vert="horz" wrap="square" lIns="0" tIns="41275" rIns="0" bIns="0" rtlCol="0">
            <a:spAutoFit/>
          </a:bodyPr>
          <a:lstStyle/>
          <a:p>
            <a:pPr marL="2313305">
              <a:lnSpc>
                <a:spcPct val="100000"/>
              </a:lnSpc>
              <a:spcBef>
                <a:spcPts val="325"/>
              </a:spcBef>
              <a:tabLst>
                <a:tab pos="2959735" algn="l"/>
              </a:tabLst>
            </a:pPr>
            <a:r>
              <a:rPr sz="1500" i="1" spc="165" dirty="0">
                <a:latin typeface="Times New Roman"/>
                <a:cs typeface="Times New Roman"/>
              </a:rPr>
              <a:t>Exec	</a:t>
            </a:r>
            <a:r>
              <a:rPr sz="1500" i="1" spc="155" dirty="0">
                <a:latin typeface="Times New Roman"/>
                <a:cs typeface="Times New Roman"/>
              </a:rPr>
              <a:t>Write</a:t>
            </a:r>
            <a:endParaRPr sz="1500">
              <a:latin typeface="Times New Roman"/>
              <a:cs typeface="Times New Roman"/>
            </a:endParaRPr>
          </a:p>
          <a:p>
            <a:pPr marL="702310">
              <a:lnSpc>
                <a:spcPct val="100000"/>
              </a:lnSpc>
              <a:spcBef>
                <a:spcPts val="234"/>
              </a:spcBef>
              <a:tabLst>
                <a:tab pos="1244600" algn="l"/>
                <a:tab pos="1658620" algn="l"/>
                <a:tab pos="2313305" algn="l"/>
              </a:tabLst>
            </a:pPr>
            <a:r>
              <a:rPr sz="1350" i="1" spc="75" dirty="0">
                <a:latin typeface="Times New Roman"/>
                <a:cs typeface="Times New Roman"/>
              </a:rPr>
              <a:t>j	</a:t>
            </a:r>
            <a:r>
              <a:rPr sz="1350" i="1" spc="120" dirty="0">
                <a:latin typeface="Times New Roman"/>
                <a:cs typeface="Times New Roman"/>
              </a:rPr>
              <a:t>k	</a:t>
            </a:r>
            <a:r>
              <a:rPr sz="1500" i="1" spc="150" dirty="0">
                <a:latin typeface="Times New Roman"/>
                <a:cs typeface="Times New Roman"/>
              </a:rPr>
              <a:t>Issue	</a:t>
            </a:r>
            <a:r>
              <a:rPr sz="1500" i="1" spc="210" dirty="0">
                <a:latin typeface="Times New Roman"/>
                <a:cs typeface="Times New Roman"/>
              </a:rPr>
              <a:t>Comp</a:t>
            </a:r>
            <a:r>
              <a:rPr sz="1500" i="1" spc="215" dirty="0">
                <a:latin typeface="Times New Roman"/>
                <a:cs typeface="Times New Roman"/>
              </a:rPr>
              <a:t> </a:t>
            </a:r>
            <a:r>
              <a:rPr sz="1500" i="1" spc="155" dirty="0">
                <a:latin typeface="Times New Roman"/>
                <a:cs typeface="Times New Roman"/>
              </a:rPr>
              <a:t>Result</a:t>
            </a:r>
            <a:endParaRPr sz="1500">
              <a:latin typeface="Times New Roman"/>
              <a:cs typeface="Times New Roman"/>
            </a:endParaRPr>
          </a:p>
          <a:p>
            <a:pPr marL="64135">
              <a:lnSpc>
                <a:spcPct val="100000"/>
              </a:lnSpc>
              <a:spcBef>
                <a:spcPts val="155"/>
              </a:spcBef>
              <a:tabLst>
                <a:tab pos="581025" algn="l"/>
                <a:tab pos="1193165" algn="l"/>
              </a:tabLst>
            </a:pPr>
            <a:r>
              <a:rPr sz="1350" spc="130" dirty="0">
                <a:latin typeface="Times New Roman"/>
                <a:cs typeface="Times New Roman"/>
              </a:rPr>
              <a:t>F6	</a:t>
            </a:r>
            <a:r>
              <a:rPr sz="1350" spc="140" dirty="0">
                <a:latin typeface="Times New Roman"/>
                <a:cs typeface="Times New Roman"/>
              </a:rPr>
              <a:t>34+	</a:t>
            </a:r>
            <a:r>
              <a:rPr sz="1350" spc="155" dirty="0">
                <a:latin typeface="Times New Roman"/>
                <a:cs typeface="Times New Roman"/>
              </a:rPr>
              <a:t>R2</a:t>
            </a:r>
            <a:endParaRPr sz="1350">
              <a:latin typeface="Times New Roman"/>
              <a:cs typeface="Times New Roman"/>
            </a:endParaRPr>
          </a:p>
          <a:p>
            <a:pPr marL="64135">
              <a:lnSpc>
                <a:spcPct val="100000"/>
              </a:lnSpc>
              <a:spcBef>
                <a:spcPts val="130"/>
              </a:spcBef>
              <a:tabLst>
                <a:tab pos="581025" algn="l"/>
                <a:tab pos="1193165" algn="l"/>
              </a:tabLst>
            </a:pPr>
            <a:r>
              <a:rPr sz="1350" spc="130" dirty="0">
                <a:solidFill>
                  <a:srgbClr val="FF0000"/>
                </a:solidFill>
                <a:latin typeface="Times New Roman"/>
                <a:cs typeface="Times New Roman"/>
              </a:rPr>
              <a:t>F2	</a:t>
            </a:r>
            <a:r>
              <a:rPr sz="1350" spc="140" dirty="0">
                <a:solidFill>
                  <a:srgbClr val="FF0000"/>
                </a:solidFill>
                <a:latin typeface="Times New Roman"/>
                <a:cs typeface="Times New Roman"/>
              </a:rPr>
              <a:t>45+	</a:t>
            </a:r>
            <a:r>
              <a:rPr sz="1350" spc="155" dirty="0">
                <a:solidFill>
                  <a:srgbClr val="FF0000"/>
                </a:solidFill>
                <a:latin typeface="Times New Roman"/>
                <a:cs typeface="Times New Roman"/>
              </a:rPr>
              <a:t>R3</a:t>
            </a:r>
            <a:endParaRPr sz="1350">
              <a:latin typeface="Times New Roman"/>
              <a:cs typeface="Times New Roman"/>
            </a:endParaRPr>
          </a:p>
          <a:p>
            <a:pPr marL="64135">
              <a:lnSpc>
                <a:spcPct val="100000"/>
              </a:lnSpc>
              <a:spcBef>
                <a:spcPts val="130"/>
              </a:spcBef>
              <a:tabLst>
                <a:tab pos="641350" algn="l"/>
                <a:tab pos="1201420" algn="l"/>
              </a:tabLst>
            </a:pPr>
            <a:r>
              <a:rPr sz="1350" spc="130" dirty="0">
                <a:solidFill>
                  <a:srgbClr val="0000FF"/>
                </a:solidFill>
                <a:latin typeface="Times New Roman"/>
                <a:cs typeface="Times New Roman"/>
              </a:rPr>
              <a:t>F0	F2	</a:t>
            </a:r>
            <a:r>
              <a:rPr sz="1350" spc="120" dirty="0">
                <a:solidFill>
                  <a:srgbClr val="0000FF"/>
                </a:solidFill>
                <a:latin typeface="Times New Roman"/>
                <a:cs typeface="Times New Roman"/>
              </a:rPr>
              <a:t>F4</a:t>
            </a:r>
            <a:endParaRPr sz="1350">
              <a:latin typeface="Times New Roman"/>
              <a:cs typeface="Times New Roman"/>
            </a:endParaRPr>
          </a:p>
          <a:p>
            <a:pPr marL="64135">
              <a:lnSpc>
                <a:spcPct val="100000"/>
              </a:lnSpc>
              <a:spcBef>
                <a:spcPts val="125"/>
              </a:spcBef>
              <a:tabLst>
                <a:tab pos="641350" algn="l"/>
                <a:tab pos="1201420" algn="l"/>
              </a:tabLst>
            </a:pPr>
            <a:r>
              <a:rPr sz="1350" spc="130" dirty="0">
                <a:solidFill>
                  <a:srgbClr val="FF00FF"/>
                </a:solidFill>
                <a:latin typeface="Times New Roman"/>
                <a:cs typeface="Times New Roman"/>
              </a:rPr>
              <a:t>F8	F6	</a:t>
            </a:r>
            <a:r>
              <a:rPr sz="1350" spc="120" dirty="0">
                <a:solidFill>
                  <a:srgbClr val="FF00FF"/>
                </a:solidFill>
                <a:latin typeface="Times New Roman"/>
                <a:cs typeface="Times New Roman"/>
              </a:rPr>
              <a:t>F2</a:t>
            </a:r>
            <a:endParaRPr sz="1350">
              <a:latin typeface="Times New Roman"/>
              <a:cs typeface="Times New Roman"/>
            </a:endParaRPr>
          </a:p>
          <a:p>
            <a:pPr marL="12700">
              <a:lnSpc>
                <a:spcPct val="100000"/>
              </a:lnSpc>
              <a:spcBef>
                <a:spcPts val="135"/>
              </a:spcBef>
              <a:tabLst>
                <a:tab pos="641350" algn="l"/>
                <a:tab pos="1201420" algn="l"/>
              </a:tabLst>
            </a:pPr>
            <a:r>
              <a:rPr sz="1350" spc="135" dirty="0">
                <a:solidFill>
                  <a:srgbClr val="00FF00"/>
                </a:solidFill>
                <a:latin typeface="Times New Roman"/>
                <a:cs typeface="Times New Roman"/>
              </a:rPr>
              <a:t>F10	</a:t>
            </a:r>
            <a:r>
              <a:rPr sz="1350" spc="130" dirty="0">
                <a:solidFill>
                  <a:srgbClr val="00FF00"/>
                </a:solidFill>
                <a:latin typeface="Times New Roman"/>
                <a:cs typeface="Times New Roman"/>
              </a:rPr>
              <a:t>F0	</a:t>
            </a:r>
            <a:r>
              <a:rPr sz="1350" spc="120" dirty="0">
                <a:solidFill>
                  <a:srgbClr val="00FF00"/>
                </a:solidFill>
                <a:latin typeface="Times New Roman"/>
                <a:cs typeface="Times New Roman"/>
              </a:rPr>
              <a:t>F6</a:t>
            </a:r>
            <a:endParaRPr sz="1350">
              <a:latin typeface="Times New Roman"/>
              <a:cs typeface="Times New Roman"/>
            </a:endParaRPr>
          </a:p>
          <a:p>
            <a:pPr marL="64135">
              <a:lnSpc>
                <a:spcPct val="100000"/>
              </a:lnSpc>
              <a:spcBef>
                <a:spcPts val="125"/>
              </a:spcBef>
              <a:tabLst>
                <a:tab pos="641350" algn="l"/>
                <a:tab pos="1201420" algn="l"/>
              </a:tabLst>
            </a:pPr>
            <a:r>
              <a:rPr sz="1350" spc="130" dirty="0">
                <a:latin typeface="Times New Roman"/>
                <a:cs typeface="Times New Roman"/>
              </a:rPr>
              <a:t>F6	F8	</a:t>
            </a:r>
            <a:r>
              <a:rPr sz="1350" spc="120" dirty="0">
                <a:latin typeface="Times New Roman"/>
                <a:cs typeface="Times New Roman"/>
              </a:rPr>
              <a:t>F2</a:t>
            </a:r>
            <a:endParaRPr sz="1350">
              <a:latin typeface="Times New Roman"/>
              <a:cs typeface="Times New Roman"/>
            </a:endParaRPr>
          </a:p>
        </p:txBody>
      </p:sp>
      <p:sp>
        <p:nvSpPr>
          <p:cNvPr id="16" name="object 13">
            <a:extLst>
              <a:ext uri="{FF2B5EF4-FFF2-40B4-BE49-F238E27FC236}">
                <a16:creationId xmlns:a16="http://schemas.microsoft.com/office/drawing/2014/main" id="{054DA5F2-E21E-6268-DD59-490955070DFE}"/>
              </a:ext>
            </a:extLst>
          </p:cNvPr>
          <p:cNvSpPr txBox="1"/>
          <p:nvPr/>
        </p:nvSpPr>
        <p:spPr>
          <a:xfrm>
            <a:off x="3153915" y="2107574"/>
            <a:ext cx="116205" cy="1358900"/>
          </a:xfrm>
          <a:prstGeom prst="rect">
            <a:avLst/>
          </a:prstGeom>
        </p:spPr>
        <p:txBody>
          <a:bodyPr vert="horz" wrap="square" lIns="0" tIns="29209" rIns="0" bIns="0" rtlCol="0">
            <a:spAutoFit/>
          </a:bodyPr>
          <a:lstStyle/>
          <a:p>
            <a:pPr>
              <a:lnSpc>
                <a:spcPct val="100000"/>
              </a:lnSpc>
              <a:spcBef>
                <a:spcPts val="229"/>
              </a:spcBef>
            </a:pPr>
            <a:r>
              <a:rPr sz="1350" spc="135" dirty="0">
                <a:latin typeface="Times New Roman"/>
                <a:cs typeface="Times New Roman"/>
              </a:rPr>
              <a:t>1</a:t>
            </a:r>
            <a:endParaRPr sz="1350">
              <a:latin typeface="Times New Roman"/>
              <a:cs typeface="Times New Roman"/>
            </a:endParaRPr>
          </a:p>
          <a:p>
            <a:pPr>
              <a:lnSpc>
                <a:spcPct val="100000"/>
              </a:lnSpc>
              <a:spcBef>
                <a:spcPts val="130"/>
              </a:spcBef>
            </a:pPr>
            <a:r>
              <a:rPr sz="1350" spc="135" dirty="0">
                <a:latin typeface="Times New Roman"/>
                <a:cs typeface="Times New Roman"/>
              </a:rPr>
              <a:t>2</a:t>
            </a:r>
            <a:endParaRPr sz="1350">
              <a:latin typeface="Times New Roman"/>
              <a:cs typeface="Times New Roman"/>
            </a:endParaRPr>
          </a:p>
          <a:p>
            <a:pPr>
              <a:lnSpc>
                <a:spcPct val="100000"/>
              </a:lnSpc>
              <a:spcBef>
                <a:spcPts val="130"/>
              </a:spcBef>
            </a:pPr>
            <a:r>
              <a:rPr sz="1350" spc="135" dirty="0">
                <a:latin typeface="Times New Roman"/>
                <a:cs typeface="Times New Roman"/>
              </a:rPr>
              <a:t>3</a:t>
            </a:r>
            <a:endParaRPr sz="1350">
              <a:latin typeface="Times New Roman"/>
              <a:cs typeface="Times New Roman"/>
            </a:endParaRPr>
          </a:p>
          <a:p>
            <a:pPr>
              <a:lnSpc>
                <a:spcPct val="100000"/>
              </a:lnSpc>
              <a:spcBef>
                <a:spcPts val="125"/>
              </a:spcBef>
            </a:pPr>
            <a:r>
              <a:rPr sz="1350" spc="135" dirty="0">
                <a:latin typeface="Times New Roman"/>
                <a:cs typeface="Times New Roman"/>
              </a:rPr>
              <a:t>4</a:t>
            </a:r>
            <a:endParaRPr sz="1350">
              <a:latin typeface="Times New Roman"/>
              <a:cs typeface="Times New Roman"/>
            </a:endParaRPr>
          </a:p>
          <a:p>
            <a:pPr>
              <a:lnSpc>
                <a:spcPct val="100000"/>
              </a:lnSpc>
              <a:spcBef>
                <a:spcPts val="130"/>
              </a:spcBef>
            </a:pPr>
            <a:r>
              <a:rPr sz="1350" spc="135" dirty="0">
                <a:latin typeface="Times New Roman"/>
                <a:cs typeface="Times New Roman"/>
              </a:rPr>
              <a:t>5</a:t>
            </a:r>
            <a:endParaRPr sz="1350">
              <a:latin typeface="Times New Roman"/>
              <a:cs typeface="Times New Roman"/>
            </a:endParaRPr>
          </a:p>
          <a:p>
            <a:pPr>
              <a:lnSpc>
                <a:spcPct val="100000"/>
              </a:lnSpc>
              <a:spcBef>
                <a:spcPts val="130"/>
              </a:spcBef>
            </a:pPr>
            <a:r>
              <a:rPr sz="1350" spc="135" dirty="0">
                <a:latin typeface="Times New Roman"/>
                <a:cs typeface="Times New Roman"/>
              </a:rPr>
              <a:t>6</a:t>
            </a:r>
            <a:endParaRPr sz="1350">
              <a:latin typeface="Times New Roman"/>
              <a:cs typeface="Times New Roman"/>
            </a:endParaRPr>
          </a:p>
        </p:txBody>
      </p:sp>
      <p:sp>
        <p:nvSpPr>
          <p:cNvPr id="17" name="object 14">
            <a:extLst>
              <a:ext uri="{FF2B5EF4-FFF2-40B4-BE49-F238E27FC236}">
                <a16:creationId xmlns:a16="http://schemas.microsoft.com/office/drawing/2014/main" id="{163B5C81-50A9-CEF2-D581-5878BE5A48F5}"/>
              </a:ext>
            </a:extLst>
          </p:cNvPr>
          <p:cNvSpPr txBox="1"/>
          <p:nvPr/>
        </p:nvSpPr>
        <p:spPr>
          <a:xfrm>
            <a:off x="3774413" y="3234263"/>
            <a:ext cx="219710" cy="232410"/>
          </a:xfrm>
          <a:prstGeom prst="rect">
            <a:avLst/>
          </a:prstGeom>
        </p:spPr>
        <p:txBody>
          <a:bodyPr vert="horz" wrap="square" lIns="0" tIns="13335" rIns="0" bIns="0" rtlCol="0">
            <a:spAutoFit/>
          </a:bodyPr>
          <a:lstStyle/>
          <a:p>
            <a:pPr>
              <a:lnSpc>
                <a:spcPct val="100000"/>
              </a:lnSpc>
              <a:spcBef>
                <a:spcPts val="105"/>
              </a:spcBef>
            </a:pPr>
            <a:r>
              <a:rPr sz="1350" spc="130" dirty="0">
                <a:latin typeface="Times New Roman"/>
                <a:cs typeface="Times New Roman"/>
              </a:rPr>
              <a:t>10</a:t>
            </a:r>
            <a:endParaRPr sz="1350">
              <a:latin typeface="Times New Roman"/>
              <a:cs typeface="Times New Roman"/>
            </a:endParaRPr>
          </a:p>
        </p:txBody>
      </p:sp>
      <p:sp>
        <p:nvSpPr>
          <p:cNvPr id="18" name="object 15">
            <a:extLst>
              <a:ext uri="{FF2B5EF4-FFF2-40B4-BE49-F238E27FC236}">
                <a16:creationId xmlns:a16="http://schemas.microsoft.com/office/drawing/2014/main" id="{937D1021-B789-D041-05AD-635381B623E9}"/>
              </a:ext>
            </a:extLst>
          </p:cNvPr>
          <p:cNvSpPr txBox="1"/>
          <p:nvPr/>
        </p:nvSpPr>
        <p:spPr>
          <a:xfrm>
            <a:off x="4420707" y="3234263"/>
            <a:ext cx="219710" cy="232410"/>
          </a:xfrm>
          <a:prstGeom prst="rect">
            <a:avLst/>
          </a:prstGeom>
        </p:spPr>
        <p:txBody>
          <a:bodyPr vert="horz" wrap="square" lIns="0" tIns="13335" rIns="0" bIns="0" rtlCol="0">
            <a:spAutoFit/>
          </a:bodyPr>
          <a:lstStyle/>
          <a:p>
            <a:pPr>
              <a:lnSpc>
                <a:spcPct val="100000"/>
              </a:lnSpc>
              <a:spcBef>
                <a:spcPts val="105"/>
              </a:spcBef>
            </a:pPr>
            <a:r>
              <a:rPr sz="1350" spc="130" dirty="0">
                <a:latin typeface="Times New Roman"/>
                <a:cs typeface="Times New Roman"/>
              </a:rPr>
              <a:t>11</a:t>
            </a:r>
            <a:endParaRPr sz="1350">
              <a:latin typeface="Times New Roman"/>
              <a:cs typeface="Times New Roman"/>
            </a:endParaRPr>
          </a:p>
        </p:txBody>
      </p:sp>
      <p:sp>
        <p:nvSpPr>
          <p:cNvPr id="19" name="object 16">
            <a:extLst>
              <a:ext uri="{FF2B5EF4-FFF2-40B4-BE49-F238E27FC236}">
                <a16:creationId xmlns:a16="http://schemas.microsoft.com/office/drawing/2014/main" id="{2F91F8E3-3129-943B-E40F-90697D7868A0}"/>
              </a:ext>
            </a:extLst>
          </p:cNvPr>
          <p:cNvSpPr txBox="1"/>
          <p:nvPr/>
        </p:nvSpPr>
        <p:spPr>
          <a:xfrm>
            <a:off x="55634" y="3534899"/>
            <a:ext cx="3292475" cy="574040"/>
          </a:xfrm>
          <a:prstGeom prst="rect">
            <a:avLst/>
          </a:prstGeom>
        </p:spPr>
        <p:txBody>
          <a:bodyPr vert="horz" wrap="square" lIns="0" tIns="35560" rIns="0" bIns="0" rtlCol="0">
            <a:spAutoFit/>
          </a:bodyPr>
          <a:lstStyle/>
          <a:p>
            <a:pPr marL="12700">
              <a:lnSpc>
                <a:spcPct val="100000"/>
              </a:lnSpc>
              <a:spcBef>
                <a:spcPts val="280"/>
              </a:spcBef>
            </a:pPr>
            <a:r>
              <a:rPr sz="1800" i="1" spc="150" dirty="0">
                <a:solidFill>
                  <a:srgbClr val="FF0000"/>
                </a:solidFill>
                <a:latin typeface="Times New Roman"/>
                <a:cs typeface="Times New Roman"/>
              </a:rPr>
              <a:t>Reservation</a:t>
            </a:r>
            <a:r>
              <a:rPr sz="1800" i="1" spc="75" dirty="0">
                <a:solidFill>
                  <a:srgbClr val="FF0000"/>
                </a:solidFill>
                <a:latin typeface="Times New Roman"/>
                <a:cs typeface="Times New Roman"/>
              </a:rPr>
              <a:t> </a:t>
            </a:r>
            <a:r>
              <a:rPr sz="1800" i="1" spc="140" dirty="0">
                <a:solidFill>
                  <a:srgbClr val="FF0000"/>
                </a:solidFill>
                <a:latin typeface="Times New Roman"/>
                <a:cs typeface="Times New Roman"/>
              </a:rPr>
              <a:t>Stations:</a:t>
            </a:r>
            <a:endParaRPr sz="1800">
              <a:latin typeface="Times New Roman"/>
              <a:cs typeface="Times New Roman"/>
            </a:endParaRPr>
          </a:p>
          <a:p>
            <a:pPr marL="1149985">
              <a:lnSpc>
                <a:spcPct val="100000"/>
              </a:lnSpc>
              <a:spcBef>
                <a:spcPts val="170"/>
              </a:spcBef>
              <a:tabLst>
                <a:tab pos="1692910" algn="l"/>
                <a:tab pos="2985770" algn="l"/>
              </a:tabLst>
            </a:pPr>
            <a:r>
              <a:rPr sz="1350" i="1" spc="130" dirty="0">
                <a:latin typeface="Times New Roman"/>
                <a:cs typeface="Times New Roman"/>
              </a:rPr>
              <a:t>T</a:t>
            </a:r>
            <a:r>
              <a:rPr sz="1350" i="1" spc="90" dirty="0">
                <a:latin typeface="Times New Roman"/>
                <a:cs typeface="Times New Roman"/>
              </a:rPr>
              <a:t>i</a:t>
            </a:r>
            <a:r>
              <a:rPr sz="1350" i="1" spc="175"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60" dirty="0">
                <a:latin typeface="Times New Roman"/>
                <a:cs typeface="Times New Roman"/>
              </a:rPr>
              <a:t>Na</a:t>
            </a:r>
            <a:r>
              <a:rPr sz="1350" i="1" spc="170"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05" dirty="0">
                <a:latin typeface="Times New Roman"/>
                <a:cs typeface="Times New Roman"/>
              </a:rPr>
              <a:t> </a:t>
            </a:r>
            <a:r>
              <a:rPr sz="1500" i="1" spc="195" dirty="0">
                <a:latin typeface="Times New Roman"/>
                <a:cs typeface="Times New Roman"/>
              </a:rPr>
              <a:t>Bus</a:t>
            </a:r>
            <a:r>
              <a:rPr sz="1500" i="1" spc="145" dirty="0">
                <a:latin typeface="Times New Roman"/>
                <a:cs typeface="Times New Roman"/>
              </a:rPr>
              <a:t>y</a:t>
            </a:r>
            <a:r>
              <a:rPr sz="1500" i="1" dirty="0">
                <a:latin typeface="Times New Roman"/>
                <a:cs typeface="Times New Roman"/>
              </a:rPr>
              <a:t>	</a:t>
            </a:r>
            <a:r>
              <a:rPr sz="1500" i="1" spc="229" dirty="0">
                <a:latin typeface="Times New Roman"/>
                <a:cs typeface="Times New Roman"/>
              </a:rPr>
              <a:t>Op</a:t>
            </a:r>
            <a:endParaRPr sz="1500">
              <a:latin typeface="Times New Roman"/>
              <a:cs typeface="Times New Roman"/>
            </a:endParaRPr>
          </a:p>
        </p:txBody>
      </p:sp>
      <p:sp>
        <p:nvSpPr>
          <p:cNvPr id="20" name="object 17">
            <a:extLst>
              <a:ext uri="{FF2B5EF4-FFF2-40B4-BE49-F238E27FC236}">
                <a16:creationId xmlns:a16="http://schemas.microsoft.com/office/drawing/2014/main" id="{94C8CA0C-64B7-18F6-23F0-7F19A6AF3519}"/>
              </a:ext>
            </a:extLst>
          </p:cNvPr>
          <p:cNvSpPr txBox="1"/>
          <p:nvPr/>
        </p:nvSpPr>
        <p:spPr>
          <a:xfrm>
            <a:off x="3727279" y="3566975"/>
            <a:ext cx="266700" cy="541655"/>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S1</a:t>
            </a:r>
            <a:endParaRPr sz="1500">
              <a:latin typeface="Times New Roman"/>
              <a:cs typeface="Times New Roman"/>
            </a:endParaRPr>
          </a:p>
          <a:p>
            <a:pPr marL="38100">
              <a:lnSpc>
                <a:spcPct val="100000"/>
              </a:lnSpc>
              <a:spcBef>
                <a:spcPts val="234"/>
              </a:spcBef>
            </a:pPr>
            <a:r>
              <a:rPr sz="1500" i="1" spc="110" dirty="0">
                <a:latin typeface="Times New Roman"/>
                <a:cs typeface="Times New Roman"/>
              </a:rPr>
              <a:t>Vj</a:t>
            </a:r>
            <a:endParaRPr sz="1500">
              <a:latin typeface="Times New Roman"/>
              <a:cs typeface="Times New Roman"/>
            </a:endParaRPr>
          </a:p>
        </p:txBody>
      </p:sp>
      <p:sp>
        <p:nvSpPr>
          <p:cNvPr id="21" name="object 18">
            <a:extLst>
              <a:ext uri="{FF2B5EF4-FFF2-40B4-BE49-F238E27FC236}">
                <a16:creationId xmlns:a16="http://schemas.microsoft.com/office/drawing/2014/main" id="{17410B76-5E94-8F2C-2903-2B2C74EDA280}"/>
              </a:ext>
            </a:extLst>
          </p:cNvPr>
          <p:cNvSpPr txBox="1"/>
          <p:nvPr/>
        </p:nvSpPr>
        <p:spPr>
          <a:xfrm>
            <a:off x="4373573" y="3566975"/>
            <a:ext cx="266700" cy="541655"/>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S2</a:t>
            </a:r>
            <a:endParaRPr sz="1500">
              <a:latin typeface="Times New Roman"/>
              <a:cs typeface="Times New Roman"/>
            </a:endParaRPr>
          </a:p>
          <a:p>
            <a:pPr marL="12700">
              <a:lnSpc>
                <a:spcPct val="100000"/>
              </a:lnSpc>
              <a:spcBef>
                <a:spcPts val="234"/>
              </a:spcBef>
            </a:pPr>
            <a:r>
              <a:rPr sz="1500" i="1" spc="140" dirty="0">
                <a:latin typeface="Times New Roman"/>
                <a:cs typeface="Times New Roman"/>
              </a:rPr>
              <a:t>Vk</a:t>
            </a:r>
            <a:endParaRPr sz="1500">
              <a:latin typeface="Times New Roman"/>
              <a:cs typeface="Times New Roman"/>
            </a:endParaRPr>
          </a:p>
        </p:txBody>
      </p:sp>
      <p:sp>
        <p:nvSpPr>
          <p:cNvPr id="22" name="object 19">
            <a:extLst>
              <a:ext uri="{FF2B5EF4-FFF2-40B4-BE49-F238E27FC236}">
                <a16:creationId xmlns:a16="http://schemas.microsoft.com/office/drawing/2014/main" id="{9BA47C9B-58E9-5B21-F43F-A8C8FE6BD13A}"/>
              </a:ext>
            </a:extLst>
          </p:cNvPr>
          <p:cNvSpPr txBox="1"/>
          <p:nvPr/>
        </p:nvSpPr>
        <p:spPr>
          <a:xfrm>
            <a:off x="5011230" y="3566975"/>
            <a:ext cx="943610" cy="541655"/>
          </a:xfrm>
          <a:prstGeom prst="rect">
            <a:avLst/>
          </a:prstGeom>
        </p:spPr>
        <p:txBody>
          <a:bodyPr vert="horz" wrap="square" lIns="0" tIns="41275" rIns="0" bIns="0" rtlCol="0">
            <a:spAutoFit/>
          </a:bodyPr>
          <a:lstStyle/>
          <a:p>
            <a:pPr marL="12700">
              <a:lnSpc>
                <a:spcPct val="100000"/>
              </a:lnSpc>
              <a:spcBef>
                <a:spcPts val="325"/>
              </a:spcBef>
              <a:tabLst>
                <a:tab pos="658495" algn="l"/>
              </a:tabLst>
            </a:pPr>
            <a:r>
              <a:rPr sz="1500" i="1" spc="195" dirty="0">
                <a:latin typeface="Times New Roman"/>
                <a:cs typeface="Times New Roman"/>
              </a:rPr>
              <a:t>RS	</a:t>
            </a:r>
            <a:r>
              <a:rPr sz="1500" i="1" spc="210" dirty="0">
                <a:latin typeface="Times New Roman"/>
                <a:cs typeface="Times New Roman"/>
              </a:rPr>
              <a:t>RS</a:t>
            </a:r>
            <a:endParaRPr sz="1500">
              <a:latin typeface="Times New Roman"/>
              <a:cs typeface="Times New Roman"/>
            </a:endParaRPr>
          </a:p>
          <a:p>
            <a:pPr marL="29845">
              <a:lnSpc>
                <a:spcPct val="100000"/>
              </a:lnSpc>
              <a:spcBef>
                <a:spcPts val="234"/>
              </a:spcBef>
              <a:tabLst>
                <a:tab pos="650240" algn="l"/>
              </a:tabLst>
            </a:pPr>
            <a:r>
              <a:rPr sz="1500" i="1" spc="270" dirty="0">
                <a:latin typeface="Times New Roman"/>
                <a:cs typeface="Times New Roman"/>
              </a:rPr>
              <a:t>Q</a:t>
            </a:r>
            <a:r>
              <a:rPr sz="1500" i="1" spc="90" dirty="0">
                <a:latin typeface="Times New Roman"/>
                <a:cs typeface="Times New Roman"/>
              </a:rPr>
              <a:t>j</a:t>
            </a:r>
            <a:r>
              <a:rPr sz="1500" i="1" dirty="0">
                <a:latin typeface="Times New Roman"/>
                <a:cs typeface="Times New Roman"/>
              </a:rPr>
              <a:t>	</a:t>
            </a:r>
            <a:r>
              <a:rPr sz="1500" i="1" spc="220" dirty="0">
                <a:latin typeface="Times New Roman"/>
                <a:cs typeface="Times New Roman"/>
              </a:rPr>
              <a:t>Qk</a:t>
            </a:r>
            <a:endParaRPr sz="1500">
              <a:latin typeface="Times New Roman"/>
              <a:cs typeface="Times New Roman"/>
            </a:endParaRPr>
          </a:p>
        </p:txBody>
      </p:sp>
      <p:sp>
        <p:nvSpPr>
          <p:cNvPr id="23" name="object 20">
            <a:extLst>
              <a:ext uri="{FF2B5EF4-FFF2-40B4-BE49-F238E27FC236}">
                <a16:creationId xmlns:a16="http://schemas.microsoft.com/office/drawing/2014/main" id="{B8F61417-D92A-D7BD-8FBD-8CCE6E386372}"/>
              </a:ext>
            </a:extLst>
          </p:cNvPr>
          <p:cNvSpPr txBox="1"/>
          <p:nvPr/>
        </p:nvSpPr>
        <p:spPr>
          <a:xfrm>
            <a:off x="1572465" y="4085995"/>
            <a:ext cx="688975" cy="1136650"/>
          </a:xfrm>
          <a:prstGeom prst="rect">
            <a:avLst/>
          </a:prstGeom>
        </p:spPr>
        <p:txBody>
          <a:bodyPr vert="horz" wrap="square" lIns="0" tIns="12700" rIns="0" bIns="0" rtlCol="0">
            <a:spAutoFit/>
          </a:bodyPr>
          <a:lstStyle/>
          <a:p>
            <a:pPr marL="176530" marR="47625" algn="just">
              <a:lnSpc>
                <a:spcPct val="108000"/>
              </a:lnSpc>
              <a:spcBef>
                <a:spcPts val="100"/>
              </a:spcBef>
            </a:pPr>
            <a:r>
              <a:rPr sz="1350" spc="175" dirty="0">
                <a:latin typeface="Times New Roman"/>
                <a:cs typeface="Times New Roman"/>
              </a:rPr>
              <a:t>A</a:t>
            </a:r>
            <a:r>
              <a:rPr sz="1350" spc="110" dirty="0">
                <a:latin typeface="Times New Roman"/>
                <a:cs typeface="Times New Roman"/>
              </a:rPr>
              <a:t>dd1  </a:t>
            </a:r>
            <a:r>
              <a:rPr sz="1350" spc="175" dirty="0">
                <a:latin typeface="Times New Roman"/>
                <a:cs typeface="Times New Roman"/>
              </a:rPr>
              <a:t>A</a:t>
            </a:r>
            <a:r>
              <a:rPr sz="1350" spc="110" dirty="0">
                <a:latin typeface="Times New Roman"/>
                <a:cs typeface="Times New Roman"/>
              </a:rPr>
              <a:t>dd2  </a:t>
            </a:r>
            <a:r>
              <a:rPr sz="1350" spc="175" dirty="0">
                <a:latin typeface="Times New Roman"/>
                <a:cs typeface="Times New Roman"/>
              </a:rPr>
              <a:t>A</a:t>
            </a:r>
            <a:r>
              <a:rPr sz="1350" spc="135" dirty="0">
                <a:latin typeface="Times New Roman"/>
                <a:cs typeface="Times New Roman"/>
              </a:rPr>
              <a:t>dd3</a:t>
            </a:r>
            <a:endParaRPr sz="1350">
              <a:latin typeface="Times New Roman"/>
              <a:cs typeface="Times New Roman"/>
            </a:endParaRPr>
          </a:p>
          <a:p>
            <a:pPr marL="176530" marR="5080" indent="-164465" algn="just">
              <a:lnSpc>
                <a:spcPct val="108000"/>
              </a:lnSpc>
            </a:pPr>
            <a:r>
              <a:rPr sz="1350" spc="135" dirty="0">
                <a:latin typeface="Times New Roman"/>
                <a:cs typeface="Times New Roman"/>
              </a:rPr>
              <a:t>4</a:t>
            </a:r>
            <a:r>
              <a:rPr sz="1350" spc="65" dirty="0">
                <a:latin typeface="Times New Roman"/>
                <a:cs typeface="Times New Roman"/>
              </a:rPr>
              <a:t> </a:t>
            </a:r>
            <a:r>
              <a:rPr sz="1350" spc="120" dirty="0">
                <a:latin typeface="Times New Roman"/>
                <a:cs typeface="Times New Roman"/>
              </a:rPr>
              <a:t>Mult1 </a:t>
            </a:r>
            <a:r>
              <a:rPr sz="1350" spc="-325" dirty="0">
                <a:latin typeface="Times New Roman"/>
                <a:cs typeface="Times New Roman"/>
              </a:rPr>
              <a:t> </a:t>
            </a:r>
            <a:r>
              <a:rPr sz="1350" spc="220" dirty="0">
                <a:latin typeface="Times New Roman"/>
                <a:cs typeface="Times New Roman"/>
              </a:rPr>
              <a:t>M</a:t>
            </a:r>
            <a:r>
              <a:rPr sz="1350" spc="135" dirty="0">
                <a:latin typeface="Times New Roman"/>
                <a:cs typeface="Times New Roman"/>
              </a:rPr>
              <a:t>u</a:t>
            </a:r>
            <a:r>
              <a:rPr sz="1350" spc="25" dirty="0">
                <a:latin typeface="Times New Roman"/>
                <a:cs typeface="Times New Roman"/>
              </a:rPr>
              <a:t>l</a:t>
            </a:r>
            <a:r>
              <a:rPr sz="1350" spc="90" dirty="0">
                <a:latin typeface="Times New Roman"/>
                <a:cs typeface="Times New Roman"/>
              </a:rPr>
              <a:t>t</a:t>
            </a:r>
            <a:r>
              <a:rPr sz="1350" spc="135" dirty="0">
                <a:latin typeface="Times New Roman"/>
                <a:cs typeface="Times New Roman"/>
              </a:rPr>
              <a:t>2</a:t>
            </a:r>
            <a:endParaRPr sz="1350">
              <a:latin typeface="Times New Roman"/>
              <a:cs typeface="Times New Roman"/>
            </a:endParaRPr>
          </a:p>
        </p:txBody>
      </p:sp>
      <p:sp>
        <p:nvSpPr>
          <p:cNvPr id="24" name="object 21">
            <a:extLst>
              <a:ext uri="{FF2B5EF4-FFF2-40B4-BE49-F238E27FC236}">
                <a16:creationId xmlns:a16="http://schemas.microsoft.com/office/drawing/2014/main" id="{1D479CE6-B3DB-F8CE-D05A-89F07EA4E7B9}"/>
              </a:ext>
            </a:extLst>
          </p:cNvPr>
          <p:cNvSpPr txBox="1"/>
          <p:nvPr/>
        </p:nvSpPr>
        <p:spPr>
          <a:xfrm>
            <a:off x="2330752" y="4110868"/>
            <a:ext cx="3809365" cy="1111250"/>
          </a:xfrm>
          <a:prstGeom prst="rect">
            <a:avLst/>
          </a:prstGeom>
          <a:ln w="8653">
            <a:solidFill>
              <a:srgbClr val="000000"/>
            </a:solidFill>
          </a:ln>
        </p:spPr>
        <p:txBody>
          <a:bodyPr vert="horz" wrap="square" lIns="0" tIns="3810" rIns="0" bIns="0" rtlCol="0">
            <a:spAutoFit/>
          </a:bodyPr>
          <a:lstStyle/>
          <a:p>
            <a:pPr marL="133350">
              <a:lnSpc>
                <a:spcPct val="100000"/>
              </a:lnSpc>
              <a:spcBef>
                <a:spcPts val="30"/>
              </a:spcBef>
            </a:pPr>
            <a:r>
              <a:rPr sz="1350" spc="145" dirty="0">
                <a:latin typeface="Times New Roman"/>
                <a:cs typeface="Times New Roman"/>
              </a:rPr>
              <a:t>No</a:t>
            </a:r>
            <a:endParaRPr sz="1350">
              <a:latin typeface="Times New Roman"/>
              <a:cs typeface="Times New Roman"/>
            </a:endParaRPr>
          </a:p>
          <a:p>
            <a:pPr marL="133350" marR="3421379">
              <a:lnSpc>
                <a:spcPct val="108000"/>
              </a:lnSpc>
            </a:pPr>
            <a:r>
              <a:rPr sz="1350" spc="110" dirty="0">
                <a:latin typeface="Times New Roman"/>
                <a:cs typeface="Times New Roman"/>
              </a:rPr>
              <a:t>No  No</a:t>
            </a:r>
            <a:endParaRPr sz="1350">
              <a:latin typeface="Times New Roman"/>
              <a:cs typeface="Times New Roman"/>
            </a:endParaRPr>
          </a:p>
          <a:p>
            <a:pPr marL="98425">
              <a:lnSpc>
                <a:spcPct val="100000"/>
              </a:lnSpc>
              <a:spcBef>
                <a:spcPts val="130"/>
              </a:spcBef>
            </a:pPr>
            <a:r>
              <a:rPr sz="1350" spc="175" dirty="0">
                <a:latin typeface="Times New Roman"/>
                <a:cs typeface="Times New Roman"/>
              </a:rPr>
              <a:t>Y</a:t>
            </a:r>
            <a:r>
              <a:rPr sz="1350" spc="140" dirty="0">
                <a:latin typeface="Times New Roman"/>
                <a:cs typeface="Times New Roman"/>
              </a:rPr>
              <a:t>e</a:t>
            </a:r>
            <a:r>
              <a:rPr sz="1350" spc="105" dirty="0">
                <a:latin typeface="Times New Roman"/>
                <a:cs typeface="Times New Roman"/>
              </a:rPr>
              <a:t>s</a:t>
            </a:r>
            <a:r>
              <a:rPr sz="1350" dirty="0">
                <a:latin typeface="Times New Roman"/>
                <a:cs typeface="Times New Roman"/>
              </a:rPr>
              <a:t> </a:t>
            </a:r>
            <a:r>
              <a:rPr sz="1350" spc="50" dirty="0">
                <a:latin typeface="Times New Roman"/>
                <a:cs typeface="Times New Roman"/>
              </a:rPr>
              <a:t> </a:t>
            </a:r>
            <a:r>
              <a:rPr sz="1350" spc="220" dirty="0">
                <a:solidFill>
                  <a:srgbClr val="3333CC"/>
                </a:solidFill>
                <a:latin typeface="Times New Roman"/>
                <a:cs typeface="Times New Roman"/>
              </a:rPr>
              <a:t>M</a:t>
            </a:r>
            <a:r>
              <a:rPr sz="1350" spc="105" dirty="0">
                <a:solidFill>
                  <a:srgbClr val="3333CC"/>
                </a:solidFill>
                <a:latin typeface="Times New Roman"/>
                <a:cs typeface="Times New Roman"/>
              </a:rPr>
              <a:t>U</a:t>
            </a:r>
            <a:r>
              <a:rPr sz="1350" spc="185" dirty="0">
                <a:solidFill>
                  <a:srgbClr val="3333CC"/>
                </a:solidFill>
                <a:latin typeface="Times New Roman"/>
                <a:cs typeface="Times New Roman"/>
              </a:rPr>
              <a:t>L</a:t>
            </a:r>
            <a:r>
              <a:rPr sz="1350" spc="120" dirty="0">
                <a:solidFill>
                  <a:srgbClr val="3333CC"/>
                </a:solidFill>
                <a:latin typeface="Times New Roman"/>
                <a:cs typeface="Times New Roman"/>
              </a:rPr>
              <a:t>T</a:t>
            </a:r>
            <a:r>
              <a:rPr sz="1350" spc="200" dirty="0">
                <a:solidFill>
                  <a:srgbClr val="3333CC"/>
                </a:solidFill>
                <a:latin typeface="Times New Roman"/>
                <a:cs typeface="Times New Roman"/>
              </a:rPr>
              <a:t>D</a:t>
            </a:r>
            <a:r>
              <a:rPr sz="1350" spc="-90" dirty="0">
                <a:solidFill>
                  <a:srgbClr val="3333CC"/>
                </a:solidFill>
                <a:latin typeface="Times New Roman"/>
                <a:cs typeface="Times New Roman"/>
              </a:rPr>
              <a:t> </a:t>
            </a:r>
            <a:r>
              <a:rPr sz="1350" spc="220" dirty="0">
                <a:solidFill>
                  <a:srgbClr val="FF0000"/>
                </a:solidFill>
                <a:latin typeface="Times New Roman"/>
                <a:cs typeface="Times New Roman"/>
              </a:rPr>
              <a:t>M</a:t>
            </a:r>
            <a:r>
              <a:rPr sz="1350" spc="90" dirty="0">
                <a:solidFill>
                  <a:srgbClr val="FF0000"/>
                </a:solidFill>
                <a:latin typeface="Times New Roman"/>
                <a:cs typeface="Times New Roman"/>
              </a:rPr>
              <a:t>(</a:t>
            </a:r>
            <a:r>
              <a:rPr sz="1350" spc="175" dirty="0">
                <a:solidFill>
                  <a:srgbClr val="FF0000"/>
                </a:solidFill>
                <a:latin typeface="Times New Roman"/>
                <a:cs typeface="Times New Roman"/>
              </a:rPr>
              <a:t>A</a:t>
            </a:r>
            <a:r>
              <a:rPr sz="1350" spc="114" dirty="0">
                <a:solidFill>
                  <a:srgbClr val="FF0000"/>
                </a:solidFill>
                <a:latin typeface="Times New Roman"/>
                <a:cs typeface="Times New Roman"/>
              </a:rPr>
              <a:t>2)</a:t>
            </a:r>
            <a:r>
              <a:rPr sz="1350" dirty="0">
                <a:solidFill>
                  <a:srgbClr val="FF0000"/>
                </a:solidFill>
                <a:latin typeface="Times New Roman"/>
                <a:cs typeface="Times New Roman"/>
              </a:rPr>
              <a:t>  </a:t>
            </a:r>
            <a:r>
              <a:rPr sz="1350" spc="-65" dirty="0">
                <a:solidFill>
                  <a:srgbClr val="FF0000"/>
                </a:solidFill>
                <a:latin typeface="Times New Roman"/>
                <a:cs typeface="Times New Roman"/>
              </a:rPr>
              <a:t> </a:t>
            </a:r>
            <a:r>
              <a:rPr sz="1350" spc="135" dirty="0">
                <a:solidFill>
                  <a:srgbClr val="3333CC"/>
                </a:solidFill>
                <a:latin typeface="Times New Roman"/>
                <a:cs typeface="Times New Roman"/>
              </a:rPr>
              <a:t>R(</a:t>
            </a:r>
            <a:r>
              <a:rPr sz="1350" spc="125" dirty="0">
                <a:solidFill>
                  <a:srgbClr val="3333CC"/>
                </a:solidFill>
                <a:latin typeface="Times New Roman"/>
                <a:cs typeface="Times New Roman"/>
              </a:rPr>
              <a:t>F</a:t>
            </a:r>
            <a:r>
              <a:rPr sz="1350" spc="114" dirty="0">
                <a:solidFill>
                  <a:srgbClr val="3333CC"/>
                </a:solidFill>
                <a:latin typeface="Times New Roman"/>
                <a:cs typeface="Times New Roman"/>
              </a:rPr>
              <a:t>4)</a:t>
            </a:r>
            <a:endParaRPr sz="1350">
              <a:latin typeface="Times New Roman"/>
              <a:cs typeface="Times New Roman"/>
            </a:endParaRPr>
          </a:p>
          <a:p>
            <a:pPr marL="98425">
              <a:lnSpc>
                <a:spcPct val="100000"/>
              </a:lnSpc>
              <a:spcBef>
                <a:spcPts val="130"/>
              </a:spcBef>
              <a:tabLst>
                <a:tab pos="624205" algn="l"/>
                <a:tab pos="1908175" algn="l"/>
              </a:tabLst>
            </a:pPr>
            <a:r>
              <a:rPr sz="1350" spc="140" dirty="0">
                <a:latin typeface="Times New Roman"/>
                <a:cs typeface="Times New Roman"/>
              </a:rPr>
              <a:t>Yes	</a:t>
            </a:r>
            <a:r>
              <a:rPr sz="1350" spc="140" dirty="0">
                <a:solidFill>
                  <a:srgbClr val="00FF00"/>
                </a:solidFill>
                <a:latin typeface="Times New Roman"/>
                <a:cs typeface="Times New Roman"/>
              </a:rPr>
              <a:t>DIVD	</a:t>
            </a:r>
            <a:r>
              <a:rPr sz="1350" spc="145" dirty="0">
                <a:latin typeface="Times New Roman"/>
                <a:cs typeface="Times New Roman"/>
              </a:rPr>
              <a:t>M(A1)</a:t>
            </a:r>
            <a:r>
              <a:rPr sz="1350" spc="490" dirty="0">
                <a:latin typeface="Times New Roman"/>
                <a:cs typeface="Times New Roman"/>
              </a:rPr>
              <a:t> </a:t>
            </a:r>
            <a:r>
              <a:rPr sz="1350" spc="120" dirty="0">
                <a:solidFill>
                  <a:srgbClr val="3333CC"/>
                </a:solidFill>
                <a:latin typeface="Times New Roman"/>
                <a:cs typeface="Times New Roman"/>
              </a:rPr>
              <a:t>Mult1</a:t>
            </a:r>
            <a:endParaRPr sz="1350">
              <a:latin typeface="Times New Roman"/>
              <a:cs typeface="Times New Roman"/>
            </a:endParaRPr>
          </a:p>
        </p:txBody>
      </p:sp>
      <p:sp>
        <p:nvSpPr>
          <p:cNvPr id="25" name="object 22">
            <a:extLst>
              <a:ext uri="{FF2B5EF4-FFF2-40B4-BE49-F238E27FC236}">
                <a16:creationId xmlns:a16="http://schemas.microsoft.com/office/drawing/2014/main" id="{60248078-184F-E519-7DAE-6A7A816D965B}"/>
              </a:ext>
            </a:extLst>
          </p:cNvPr>
          <p:cNvSpPr txBox="1"/>
          <p:nvPr/>
        </p:nvSpPr>
        <p:spPr>
          <a:xfrm>
            <a:off x="55634" y="5312872"/>
            <a:ext cx="2423795" cy="300990"/>
          </a:xfrm>
          <a:prstGeom prst="rect">
            <a:avLst/>
          </a:prstGeom>
        </p:spPr>
        <p:txBody>
          <a:bodyPr vert="horz" wrap="square" lIns="0" tIns="13335" rIns="0" bIns="0" rtlCol="0">
            <a:spAutoFit/>
          </a:bodyPr>
          <a:lstStyle/>
          <a:p>
            <a:pPr marL="12700">
              <a:lnSpc>
                <a:spcPct val="100000"/>
              </a:lnSpc>
              <a:spcBef>
                <a:spcPts val="105"/>
              </a:spcBef>
            </a:pPr>
            <a:r>
              <a:rPr sz="1800" i="1" spc="150" dirty="0">
                <a:solidFill>
                  <a:srgbClr val="FF0000"/>
                </a:solidFill>
                <a:latin typeface="Times New Roman"/>
                <a:cs typeface="Times New Roman"/>
              </a:rPr>
              <a:t>Register</a:t>
            </a:r>
            <a:r>
              <a:rPr sz="1800" i="1" spc="30" dirty="0">
                <a:solidFill>
                  <a:srgbClr val="FF0000"/>
                </a:solidFill>
                <a:latin typeface="Times New Roman"/>
                <a:cs typeface="Times New Roman"/>
              </a:rPr>
              <a:t> </a:t>
            </a:r>
            <a:r>
              <a:rPr sz="1800" i="1" spc="125" dirty="0">
                <a:solidFill>
                  <a:srgbClr val="FF0000"/>
                </a:solidFill>
                <a:latin typeface="Times New Roman"/>
                <a:cs typeface="Times New Roman"/>
              </a:rPr>
              <a:t>result</a:t>
            </a:r>
            <a:r>
              <a:rPr sz="1800" i="1" spc="7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graphicFrame>
        <p:nvGraphicFramePr>
          <p:cNvPr id="26" name="object 23">
            <a:extLst>
              <a:ext uri="{FF2B5EF4-FFF2-40B4-BE49-F238E27FC236}">
                <a16:creationId xmlns:a16="http://schemas.microsoft.com/office/drawing/2014/main" id="{73C6347B-E2B0-BE67-4253-A85437E5F476}"/>
              </a:ext>
            </a:extLst>
          </p:cNvPr>
          <p:cNvGraphicFramePr>
            <a:graphicFrameLocks noGrp="1"/>
          </p:cNvGraphicFramePr>
          <p:nvPr/>
        </p:nvGraphicFramePr>
        <p:xfrm>
          <a:off x="372661" y="5644462"/>
          <a:ext cx="8423905" cy="487809"/>
        </p:xfrm>
        <a:graphic>
          <a:graphicData uri="http://schemas.openxmlformats.org/drawingml/2006/table">
            <a:tbl>
              <a:tblPr firstRow="1" bandRow="1">
                <a:tableStyleId>{2D5ABB26-0587-4C30-8999-92F81FD0307C}</a:tableStyleId>
              </a:tblPr>
              <a:tblGrid>
                <a:gridCol w="1376045">
                  <a:extLst>
                    <a:ext uri="{9D8B030D-6E8A-4147-A177-3AD203B41FA5}">
                      <a16:colId xmlns:a16="http://schemas.microsoft.com/office/drawing/2014/main" val="20000"/>
                    </a:ext>
                  </a:extLst>
                </a:gridCol>
                <a:gridCol w="1099184">
                  <a:extLst>
                    <a:ext uri="{9D8B030D-6E8A-4147-A177-3AD203B41FA5}">
                      <a16:colId xmlns:a16="http://schemas.microsoft.com/office/drawing/2014/main" val="20001"/>
                    </a:ext>
                  </a:extLst>
                </a:gridCol>
                <a:gridCol w="676275">
                  <a:extLst>
                    <a:ext uri="{9D8B030D-6E8A-4147-A177-3AD203B41FA5}">
                      <a16:colId xmlns:a16="http://schemas.microsoft.com/office/drawing/2014/main" val="20002"/>
                    </a:ext>
                  </a:extLst>
                </a:gridCol>
                <a:gridCol w="732789">
                  <a:extLst>
                    <a:ext uri="{9D8B030D-6E8A-4147-A177-3AD203B41FA5}">
                      <a16:colId xmlns:a16="http://schemas.microsoft.com/office/drawing/2014/main" val="20003"/>
                    </a:ext>
                  </a:extLst>
                </a:gridCol>
                <a:gridCol w="437514">
                  <a:extLst>
                    <a:ext uri="{9D8B030D-6E8A-4147-A177-3AD203B41FA5}">
                      <a16:colId xmlns:a16="http://schemas.microsoft.com/office/drawing/2014/main" val="20004"/>
                    </a:ext>
                  </a:extLst>
                </a:gridCol>
                <a:gridCol w="775970">
                  <a:extLst>
                    <a:ext uri="{9D8B030D-6E8A-4147-A177-3AD203B41FA5}">
                      <a16:colId xmlns:a16="http://schemas.microsoft.com/office/drawing/2014/main" val="20005"/>
                    </a:ext>
                  </a:extLst>
                </a:gridCol>
                <a:gridCol w="687704">
                  <a:extLst>
                    <a:ext uri="{9D8B030D-6E8A-4147-A177-3AD203B41FA5}">
                      <a16:colId xmlns:a16="http://schemas.microsoft.com/office/drawing/2014/main" val="20006"/>
                    </a:ext>
                  </a:extLst>
                </a:gridCol>
                <a:gridCol w="664210">
                  <a:extLst>
                    <a:ext uri="{9D8B030D-6E8A-4147-A177-3AD203B41FA5}">
                      <a16:colId xmlns:a16="http://schemas.microsoft.com/office/drawing/2014/main" val="20007"/>
                    </a:ext>
                  </a:extLst>
                </a:gridCol>
                <a:gridCol w="1974214">
                  <a:extLst>
                    <a:ext uri="{9D8B030D-6E8A-4147-A177-3AD203B41FA5}">
                      <a16:colId xmlns:a16="http://schemas.microsoft.com/office/drawing/2014/main" val="20008"/>
                    </a:ext>
                  </a:extLst>
                </a:gridCol>
              </a:tblGrid>
              <a:tr h="265461">
                <a:tc>
                  <a:txBody>
                    <a:bodyPr/>
                    <a:lstStyle/>
                    <a:p>
                      <a:pPr marL="31750">
                        <a:lnSpc>
                          <a:spcPts val="1970"/>
                        </a:lnSpc>
                      </a:pPr>
                      <a:r>
                        <a:rPr sz="1800" spc="165" dirty="0">
                          <a:latin typeface="Times New Roman"/>
                          <a:cs typeface="Times New Roman"/>
                        </a:rPr>
                        <a:t>Clock</a:t>
                      </a:r>
                      <a:endParaRPr sz="1800">
                        <a:latin typeface="Times New Roman"/>
                        <a:cs typeface="Times New Roman"/>
                      </a:endParaRPr>
                    </a:p>
                  </a:txBody>
                  <a:tcPr marL="0" marR="0" marT="0" marB="0"/>
                </a:tc>
                <a:tc gridSpan="2">
                  <a:txBody>
                    <a:bodyPr/>
                    <a:lstStyle/>
                    <a:p>
                      <a:pPr marR="186055" algn="r">
                        <a:lnSpc>
                          <a:spcPts val="1970"/>
                        </a:lnSpc>
                      </a:pPr>
                      <a:r>
                        <a:rPr sz="1800" i="1" spc="165" dirty="0">
                          <a:latin typeface="Times New Roman"/>
                          <a:cs typeface="Times New Roman"/>
                        </a:rPr>
                        <a:t>F0</a:t>
                      </a:r>
                      <a:endParaRPr sz="1800">
                        <a:latin typeface="Times New Roman"/>
                        <a:cs typeface="Times New Roman"/>
                      </a:endParaRPr>
                    </a:p>
                  </a:txBody>
                  <a:tcPr marL="0" marR="0" marT="0" marB="0"/>
                </a:tc>
                <a:tc hMerge="1">
                  <a:txBody>
                    <a:bodyPr/>
                    <a:lstStyle/>
                    <a:p>
                      <a:endParaRPr/>
                    </a:p>
                  </a:txBody>
                  <a:tcPr marL="0" marR="0" marT="0" marB="0"/>
                </a:tc>
                <a:tc>
                  <a:txBody>
                    <a:bodyPr/>
                    <a:lstStyle/>
                    <a:p>
                      <a:pPr marR="65405" algn="ctr">
                        <a:lnSpc>
                          <a:spcPts val="1970"/>
                        </a:lnSpc>
                      </a:pPr>
                      <a:r>
                        <a:rPr sz="1800" i="1" spc="165" dirty="0">
                          <a:latin typeface="Times New Roman"/>
                          <a:cs typeface="Times New Roman"/>
                        </a:rPr>
                        <a:t>F2</a:t>
                      </a:r>
                      <a:endParaRPr sz="1800">
                        <a:latin typeface="Times New Roman"/>
                        <a:cs typeface="Times New Roman"/>
                      </a:endParaRPr>
                    </a:p>
                  </a:txBody>
                  <a:tcPr marL="0" marR="0" marT="0" marB="0"/>
                </a:tc>
                <a:tc>
                  <a:txBody>
                    <a:bodyPr/>
                    <a:lstStyle/>
                    <a:p>
                      <a:pPr marL="94615">
                        <a:lnSpc>
                          <a:spcPts val="1970"/>
                        </a:lnSpc>
                      </a:pPr>
                      <a:r>
                        <a:rPr sz="1800" i="1" spc="165" dirty="0">
                          <a:latin typeface="Times New Roman"/>
                          <a:cs typeface="Times New Roman"/>
                        </a:rPr>
                        <a:t>F4</a:t>
                      </a:r>
                      <a:endParaRPr sz="1800">
                        <a:latin typeface="Times New Roman"/>
                        <a:cs typeface="Times New Roman"/>
                      </a:endParaRPr>
                    </a:p>
                  </a:txBody>
                  <a:tcPr marL="0" marR="0" marT="0" marB="0"/>
                </a:tc>
                <a:tc>
                  <a:txBody>
                    <a:bodyPr/>
                    <a:lstStyle/>
                    <a:p>
                      <a:pPr marL="303530">
                        <a:lnSpc>
                          <a:spcPts val="1970"/>
                        </a:lnSpc>
                      </a:pPr>
                      <a:r>
                        <a:rPr sz="1800" i="1" spc="165" dirty="0">
                          <a:latin typeface="Times New Roman"/>
                          <a:cs typeface="Times New Roman"/>
                        </a:rPr>
                        <a:t>F6</a:t>
                      </a:r>
                      <a:endParaRPr sz="1800">
                        <a:latin typeface="Times New Roman"/>
                        <a:cs typeface="Times New Roman"/>
                      </a:endParaRPr>
                    </a:p>
                  </a:txBody>
                  <a:tcPr marL="0" marR="0" marT="0" marB="0"/>
                </a:tc>
                <a:tc>
                  <a:txBody>
                    <a:bodyPr/>
                    <a:lstStyle/>
                    <a:p>
                      <a:pPr marL="173990">
                        <a:lnSpc>
                          <a:spcPts val="1970"/>
                        </a:lnSpc>
                      </a:pPr>
                      <a:r>
                        <a:rPr sz="1800" i="1" spc="165" dirty="0">
                          <a:latin typeface="Times New Roman"/>
                          <a:cs typeface="Times New Roman"/>
                        </a:rPr>
                        <a:t>F8</a:t>
                      </a:r>
                      <a:endParaRPr sz="1800">
                        <a:latin typeface="Times New Roman"/>
                        <a:cs typeface="Times New Roman"/>
                      </a:endParaRPr>
                    </a:p>
                  </a:txBody>
                  <a:tcPr marL="0" marR="0" marT="0" marB="0"/>
                </a:tc>
                <a:tc>
                  <a:txBody>
                    <a:bodyPr/>
                    <a:lstStyle/>
                    <a:p>
                      <a:pPr marL="64135">
                        <a:lnSpc>
                          <a:spcPts val="1970"/>
                        </a:lnSpc>
                      </a:pPr>
                      <a:r>
                        <a:rPr sz="1800" i="1" spc="185" dirty="0">
                          <a:latin typeface="Times New Roman"/>
                          <a:cs typeface="Times New Roman"/>
                        </a:rPr>
                        <a:t>F10</a:t>
                      </a:r>
                      <a:endParaRPr sz="1800">
                        <a:latin typeface="Times New Roman"/>
                        <a:cs typeface="Times New Roman"/>
                      </a:endParaRPr>
                    </a:p>
                  </a:txBody>
                  <a:tcPr marL="0" marR="0" marT="0" marB="0"/>
                </a:tc>
                <a:tc>
                  <a:txBody>
                    <a:bodyPr/>
                    <a:lstStyle/>
                    <a:p>
                      <a:pPr marL="159385">
                        <a:lnSpc>
                          <a:spcPts val="1970"/>
                        </a:lnSpc>
                        <a:tabLst>
                          <a:tab pos="986155" algn="l"/>
                          <a:tab pos="1434465" algn="l"/>
                        </a:tabLst>
                      </a:pPr>
                      <a:r>
                        <a:rPr sz="1800" i="1" spc="185" dirty="0">
                          <a:latin typeface="Times New Roman"/>
                          <a:cs typeface="Times New Roman"/>
                        </a:rPr>
                        <a:t>F12	</a:t>
                      </a:r>
                      <a:r>
                        <a:rPr sz="1800" i="1" spc="85" dirty="0">
                          <a:latin typeface="Times New Roman"/>
                          <a:cs typeface="Times New Roman"/>
                        </a:rPr>
                        <a:t>...	</a:t>
                      </a:r>
                      <a:r>
                        <a:rPr sz="1800" i="1" spc="185" dirty="0">
                          <a:latin typeface="Times New Roman"/>
                          <a:cs typeface="Times New Roman"/>
                        </a:rPr>
                        <a:t>F30</a:t>
                      </a:r>
                      <a:endParaRPr sz="1800">
                        <a:latin typeface="Times New Roman"/>
                        <a:cs typeface="Times New Roman"/>
                      </a:endParaRPr>
                    </a:p>
                  </a:txBody>
                  <a:tcPr marL="0" marR="0" marT="0" marB="0"/>
                </a:tc>
                <a:extLst>
                  <a:ext uri="{0D108BD9-81ED-4DB2-BD59-A6C34878D82A}">
                    <a16:rowId xmlns:a16="http://schemas.microsoft.com/office/drawing/2014/main" val="10000"/>
                  </a:ext>
                </a:extLst>
              </a:tr>
              <a:tr h="222348">
                <a:tc>
                  <a:txBody>
                    <a:bodyPr/>
                    <a:lstStyle/>
                    <a:p>
                      <a:pPr marL="298450">
                        <a:lnSpc>
                          <a:spcPts val="1620"/>
                        </a:lnSpc>
                        <a:spcBef>
                          <a:spcPts val="30"/>
                        </a:spcBef>
                      </a:pPr>
                      <a:r>
                        <a:rPr sz="1350" b="1" spc="130" dirty="0">
                          <a:latin typeface="Times New Roman"/>
                          <a:cs typeface="Times New Roman"/>
                        </a:rPr>
                        <a:t>11</a:t>
                      </a:r>
                      <a:endParaRPr sz="1350">
                        <a:latin typeface="Times New Roman"/>
                        <a:cs typeface="Times New Roman"/>
                      </a:endParaRPr>
                    </a:p>
                  </a:txBody>
                  <a:tcPr marL="0" marR="0" marT="3810" marB="0"/>
                </a:tc>
                <a:tc>
                  <a:txBody>
                    <a:bodyPr/>
                    <a:lstStyle/>
                    <a:p>
                      <a:pPr marL="689610">
                        <a:lnSpc>
                          <a:spcPts val="1620"/>
                        </a:lnSpc>
                        <a:spcBef>
                          <a:spcPts val="30"/>
                        </a:spcBef>
                      </a:pPr>
                      <a:r>
                        <a:rPr sz="1350" i="1" spc="204" dirty="0">
                          <a:latin typeface="Times New Roman"/>
                          <a:cs typeface="Times New Roman"/>
                        </a:rPr>
                        <a:t>FU</a:t>
                      </a:r>
                      <a:endParaRPr sz="1350">
                        <a:latin typeface="Times New Roman"/>
                        <a:cs typeface="Times New Roman"/>
                      </a:endParaRPr>
                    </a:p>
                  </a:txBody>
                  <a:tcPr marL="0" marR="0" marT="3810" marB="0">
                    <a:lnR w="9525">
                      <a:solidFill>
                        <a:srgbClr val="000000"/>
                      </a:solidFill>
                      <a:prstDash val="solid"/>
                    </a:lnR>
                  </a:tcPr>
                </a:tc>
                <a:tc>
                  <a:txBody>
                    <a:bodyPr/>
                    <a:lstStyle/>
                    <a:p>
                      <a:pPr marL="107314">
                        <a:lnSpc>
                          <a:spcPts val="1620"/>
                        </a:lnSpc>
                        <a:spcBef>
                          <a:spcPts val="30"/>
                        </a:spcBef>
                      </a:pPr>
                      <a:r>
                        <a:rPr sz="1350" spc="120" dirty="0">
                          <a:solidFill>
                            <a:srgbClr val="0000FF"/>
                          </a:solidFill>
                          <a:latin typeface="Times New Roman"/>
                          <a:cs typeface="Times New Roman"/>
                        </a:rPr>
                        <a:t>Mult1</a:t>
                      </a:r>
                      <a:endParaRPr sz="1350">
                        <a:latin typeface="Times New Roman"/>
                        <a:cs typeface="Times New Roman"/>
                      </a:endParaRPr>
                    </a:p>
                  </a:txBody>
                  <a:tcPr marL="0" marR="0" marT="381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17780" algn="ctr">
                        <a:lnSpc>
                          <a:spcPts val="1620"/>
                        </a:lnSpc>
                        <a:spcBef>
                          <a:spcPts val="30"/>
                        </a:spcBef>
                      </a:pPr>
                      <a:r>
                        <a:rPr sz="1350" spc="145" dirty="0">
                          <a:solidFill>
                            <a:srgbClr val="FF0000"/>
                          </a:solidFill>
                          <a:latin typeface="Times New Roman"/>
                          <a:cs typeface="Times New Roman"/>
                        </a:rPr>
                        <a:t>M(A2)</a:t>
                      </a:r>
                      <a:endParaRPr sz="1350">
                        <a:latin typeface="Times New Roman"/>
                        <a:cs typeface="Times New Roman"/>
                      </a:endParaRPr>
                    </a:p>
                  </a:txBody>
                  <a:tcPr marL="0" marR="0" marT="3810" marB="0">
                    <a:lnB w="9525">
                      <a:solidFill>
                        <a:srgbClr val="000000"/>
                      </a:solidFill>
                      <a:prstDash val="solid"/>
                    </a:lnB>
                  </a:tcPr>
                </a:tc>
                <a:tc gridSpan="3">
                  <a:txBody>
                    <a:bodyPr/>
                    <a:lstStyle/>
                    <a:p>
                      <a:pPr marL="482600">
                        <a:lnSpc>
                          <a:spcPts val="1620"/>
                        </a:lnSpc>
                        <a:spcBef>
                          <a:spcPts val="30"/>
                        </a:spcBef>
                      </a:pPr>
                      <a:r>
                        <a:rPr sz="1350" spc="150" dirty="0">
                          <a:solidFill>
                            <a:srgbClr val="00FF00"/>
                          </a:solidFill>
                          <a:latin typeface="Times New Roman"/>
                          <a:cs typeface="Times New Roman"/>
                        </a:rPr>
                        <a:t>(M-M+M</a:t>
                      </a:r>
                      <a:r>
                        <a:rPr sz="1350" spc="150" dirty="0">
                          <a:solidFill>
                            <a:srgbClr val="FF00FF"/>
                          </a:solidFill>
                          <a:latin typeface="Times New Roman"/>
                          <a:cs typeface="Times New Roman"/>
                        </a:rPr>
                        <a:t>(M-M)</a:t>
                      </a:r>
                      <a:endParaRPr sz="1350">
                        <a:latin typeface="Times New Roman"/>
                        <a:cs typeface="Times New Roman"/>
                      </a:endParaRPr>
                    </a:p>
                  </a:txBody>
                  <a:tcPr marL="0" marR="0" marT="3810" marB="0">
                    <a:lnB w="9525">
                      <a:solidFill>
                        <a:srgbClr val="000000"/>
                      </a:solidFill>
                      <a:prstDash val="solid"/>
                    </a:lnB>
                  </a:tcPr>
                </a:tc>
                <a:tc hMerge="1">
                  <a:txBody>
                    <a:bodyPr/>
                    <a:lstStyle/>
                    <a:p>
                      <a:endParaRPr/>
                    </a:p>
                  </a:txBody>
                  <a:tcPr marL="0" marR="0" marT="0" marB="0"/>
                </a:tc>
                <a:tc hMerge="1">
                  <a:txBody>
                    <a:bodyPr/>
                    <a:lstStyle/>
                    <a:p>
                      <a:endParaRPr/>
                    </a:p>
                  </a:txBody>
                  <a:tcPr marL="0" marR="0" marT="0" marB="0"/>
                </a:tc>
                <a:tc gridSpan="2">
                  <a:txBody>
                    <a:bodyPr/>
                    <a:lstStyle/>
                    <a:p>
                      <a:pPr marL="55880">
                        <a:lnSpc>
                          <a:spcPts val="1620"/>
                        </a:lnSpc>
                        <a:spcBef>
                          <a:spcPts val="30"/>
                        </a:spcBef>
                      </a:pPr>
                      <a:r>
                        <a:rPr sz="1350" spc="120" dirty="0">
                          <a:solidFill>
                            <a:srgbClr val="00FF00"/>
                          </a:solidFill>
                          <a:latin typeface="Times New Roman"/>
                          <a:cs typeface="Times New Roman"/>
                        </a:rPr>
                        <a:t>Mult2</a:t>
                      </a:r>
                      <a:endParaRPr sz="1350">
                        <a:latin typeface="Times New Roman"/>
                        <a:cs typeface="Times New Roman"/>
                      </a:endParaRPr>
                    </a:p>
                  </a:txBody>
                  <a:tcPr marL="0" marR="0" marT="3810" marB="0">
                    <a:lnR w="9525">
                      <a:solidFill>
                        <a:srgbClr val="000000"/>
                      </a:solidFill>
                      <a:prstDash val="solid"/>
                    </a:lnR>
                    <a:lnB w="952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pSp>
        <p:nvGrpSpPr>
          <p:cNvPr id="27" name="object 24">
            <a:extLst>
              <a:ext uri="{FF2B5EF4-FFF2-40B4-BE49-F238E27FC236}">
                <a16:creationId xmlns:a16="http://schemas.microsoft.com/office/drawing/2014/main" id="{D5B2E8B1-CB9E-EA54-321D-1E0C4B8111D6}"/>
              </a:ext>
            </a:extLst>
          </p:cNvPr>
          <p:cNvGrpSpPr/>
          <p:nvPr/>
        </p:nvGrpSpPr>
        <p:grpSpPr>
          <a:xfrm>
            <a:off x="2843622" y="2128965"/>
            <a:ext cx="2008505" cy="1340485"/>
            <a:chOff x="2842722" y="1459055"/>
            <a:chExt cx="2008505" cy="1340485"/>
          </a:xfrm>
        </p:grpSpPr>
        <p:sp>
          <p:nvSpPr>
            <p:cNvPr id="28" name="object 25">
              <a:extLst>
                <a:ext uri="{FF2B5EF4-FFF2-40B4-BE49-F238E27FC236}">
                  <a16:creationId xmlns:a16="http://schemas.microsoft.com/office/drawing/2014/main" id="{A810FA39-5ED4-3A5E-5918-CFC9CFD43803}"/>
                </a:ext>
              </a:extLst>
            </p:cNvPr>
            <p:cNvSpPr/>
            <p:nvPr/>
          </p:nvSpPr>
          <p:spPr>
            <a:xfrm>
              <a:off x="2855664" y="1462698"/>
              <a:ext cx="1990725" cy="0"/>
            </a:xfrm>
            <a:custGeom>
              <a:avLst/>
              <a:gdLst/>
              <a:ahLst/>
              <a:cxnLst/>
              <a:rect l="l" t="t" r="r" b="b"/>
              <a:pathLst>
                <a:path w="1990725">
                  <a:moveTo>
                    <a:pt x="0" y="0"/>
                  </a:moveTo>
                  <a:lnTo>
                    <a:pt x="1990591" y="0"/>
                  </a:lnTo>
                </a:path>
              </a:pathLst>
            </a:custGeom>
            <a:ln w="7168">
              <a:solidFill>
                <a:srgbClr val="000000"/>
              </a:solidFill>
            </a:ln>
          </p:spPr>
          <p:txBody>
            <a:bodyPr wrap="square" lIns="0" tIns="0" rIns="0" bIns="0" rtlCol="0"/>
            <a:lstStyle/>
            <a:p>
              <a:endParaRPr/>
            </a:p>
          </p:txBody>
        </p:sp>
        <p:sp>
          <p:nvSpPr>
            <p:cNvPr id="29" name="object 26">
              <a:extLst>
                <a:ext uri="{FF2B5EF4-FFF2-40B4-BE49-F238E27FC236}">
                  <a16:creationId xmlns:a16="http://schemas.microsoft.com/office/drawing/2014/main" id="{5E311F23-F4B0-053D-24DE-FCE411BB9A65}"/>
                </a:ext>
              </a:extLst>
            </p:cNvPr>
            <p:cNvSpPr/>
            <p:nvPr/>
          </p:nvSpPr>
          <p:spPr>
            <a:xfrm>
              <a:off x="2851288" y="1459089"/>
              <a:ext cx="1999614" cy="7620"/>
            </a:xfrm>
            <a:custGeom>
              <a:avLst/>
              <a:gdLst/>
              <a:ahLst/>
              <a:cxnLst/>
              <a:rect l="l" t="t" r="r" b="b"/>
              <a:pathLst>
                <a:path w="1999614" h="7619">
                  <a:moveTo>
                    <a:pt x="1999228" y="0"/>
                  </a:moveTo>
                  <a:lnTo>
                    <a:pt x="0" y="0"/>
                  </a:lnTo>
                  <a:lnTo>
                    <a:pt x="0" y="7157"/>
                  </a:lnTo>
                  <a:lnTo>
                    <a:pt x="1999228" y="7157"/>
                  </a:lnTo>
                  <a:lnTo>
                    <a:pt x="1999228" y="0"/>
                  </a:lnTo>
                  <a:close/>
                </a:path>
              </a:pathLst>
            </a:custGeom>
            <a:solidFill>
              <a:srgbClr val="000000"/>
            </a:solidFill>
          </p:spPr>
          <p:txBody>
            <a:bodyPr wrap="square" lIns="0" tIns="0" rIns="0" bIns="0" rtlCol="0"/>
            <a:lstStyle/>
            <a:p>
              <a:endParaRPr/>
            </a:p>
          </p:txBody>
        </p:sp>
        <p:sp>
          <p:nvSpPr>
            <p:cNvPr id="30" name="object 27">
              <a:extLst>
                <a:ext uri="{FF2B5EF4-FFF2-40B4-BE49-F238E27FC236}">
                  <a16:creationId xmlns:a16="http://schemas.microsoft.com/office/drawing/2014/main" id="{AA196923-3BF5-3187-F1CF-8FF4CB24E194}"/>
                </a:ext>
              </a:extLst>
            </p:cNvPr>
            <p:cNvSpPr/>
            <p:nvPr/>
          </p:nvSpPr>
          <p:spPr>
            <a:xfrm>
              <a:off x="2847027" y="1462698"/>
              <a:ext cx="0" cy="1333500"/>
            </a:xfrm>
            <a:custGeom>
              <a:avLst/>
              <a:gdLst/>
              <a:ahLst/>
              <a:cxnLst/>
              <a:rect l="l" t="t" r="r" b="b"/>
              <a:pathLst>
                <a:path h="1333500">
                  <a:moveTo>
                    <a:pt x="0" y="0"/>
                  </a:moveTo>
                  <a:lnTo>
                    <a:pt x="0" y="1333138"/>
                  </a:lnTo>
                </a:path>
              </a:pathLst>
            </a:custGeom>
            <a:ln w="8610">
              <a:solidFill>
                <a:srgbClr val="000000"/>
              </a:solidFill>
            </a:ln>
          </p:spPr>
          <p:txBody>
            <a:bodyPr wrap="square" lIns="0" tIns="0" rIns="0" bIns="0" rtlCol="0"/>
            <a:lstStyle/>
            <a:p>
              <a:endParaRPr/>
            </a:p>
          </p:txBody>
        </p:sp>
        <p:sp>
          <p:nvSpPr>
            <p:cNvPr id="31" name="object 28">
              <a:extLst>
                <a:ext uri="{FF2B5EF4-FFF2-40B4-BE49-F238E27FC236}">
                  <a16:creationId xmlns:a16="http://schemas.microsoft.com/office/drawing/2014/main" id="{55064D80-C945-7B95-0372-0801C1C7810D}"/>
                </a:ext>
              </a:extLst>
            </p:cNvPr>
            <p:cNvSpPr/>
            <p:nvPr/>
          </p:nvSpPr>
          <p:spPr>
            <a:xfrm>
              <a:off x="2842766" y="1459055"/>
              <a:ext cx="8890" cy="1340485"/>
            </a:xfrm>
            <a:custGeom>
              <a:avLst/>
              <a:gdLst/>
              <a:ahLst/>
              <a:cxnLst/>
              <a:rect l="l" t="t" r="r" b="b"/>
              <a:pathLst>
                <a:path w="8889" h="1340485">
                  <a:moveTo>
                    <a:pt x="8609" y="0"/>
                  </a:moveTo>
                  <a:lnTo>
                    <a:pt x="0" y="0"/>
                  </a:lnTo>
                  <a:lnTo>
                    <a:pt x="0" y="1340329"/>
                  </a:lnTo>
                  <a:lnTo>
                    <a:pt x="8609" y="1340329"/>
                  </a:lnTo>
                  <a:lnTo>
                    <a:pt x="8609" y="0"/>
                  </a:lnTo>
                  <a:close/>
                </a:path>
              </a:pathLst>
            </a:custGeom>
            <a:solidFill>
              <a:srgbClr val="000000"/>
            </a:solidFill>
          </p:spPr>
          <p:txBody>
            <a:bodyPr wrap="square" lIns="0" tIns="0" rIns="0" bIns="0" rtlCol="0"/>
            <a:lstStyle/>
            <a:p>
              <a:endParaRPr/>
            </a:p>
          </p:txBody>
        </p:sp>
        <p:sp>
          <p:nvSpPr>
            <p:cNvPr id="32" name="object 29">
              <a:extLst>
                <a:ext uri="{FF2B5EF4-FFF2-40B4-BE49-F238E27FC236}">
                  <a16:creationId xmlns:a16="http://schemas.microsoft.com/office/drawing/2014/main" id="{119F85FB-E3CA-DCC0-1B68-1F2AC8F0ADD5}"/>
                </a:ext>
              </a:extLst>
            </p:cNvPr>
            <p:cNvSpPr/>
            <p:nvPr/>
          </p:nvSpPr>
          <p:spPr>
            <a:xfrm>
              <a:off x="4846255" y="1469889"/>
              <a:ext cx="0" cy="1326515"/>
            </a:xfrm>
            <a:custGeom>
              <a:avLst/>
              <a:gdLst/>
              <a:ahLst/>
              <a:cxnLst/>
              <a:rect l="l" t="t" r="r" b="b"/>
              <a:pathLst>
                <a:path h="1326514">
                  <a:moveTo>
                    <a:pt x="0" y="0"/>
                  </a:moveTo>
                  <a:lnTo>
                    <a:pt x="0" y="1325946"/>
                  </a:lnTo>
                </a:path>
              </a:pathLst>
            </a:custGeom>
            <a:ln w="8610">
              <a:solidFill>
                <a:srgbClr val="000000"/>
              </a:solidFill>
            </a:ln>
          </p:spPr>
          <p:txBody>
            <a:bodyPr wrap="square" lIns="0" tIns="0" rIns="0" bIns="0" rtlCol="0"/>
            <a:lstStyle/>
            <a:p>
              <a:endParaRPr/>
            </a:p>
          </p:txBody>
        </p:sp>
        <p:sp>
          <p:nvSpPr>
            <p:cNvPr id="33" name="object 30">
              <a:extLst>
                <a:ext uri="{FF2B5EF4-FFF2-40B4-BE49-F238E27FC236}">
                  <a16:creationId xmlns:a16="http://schemas.microsoft.com/office/drawing/2014/main" id="{B5606667-3BC6-332C-F621-799462B8CF70}"/>
                </a:ext>
              </a:extLst>
            </p:cNvPr>
            <p:cNvSpPr/>
            <p:nvPr/>
          </p:nvSpPr>
          <p:spPr>
            <a:xfrm>
              <a:off x="4841994" y="1466246"/>
              <a:ext cx="8890" cy="1333500"/>
            </a:xfrm>
            <a:custGeom>
              <a:avLst/>
              <a:gdLst/>
              <a:ahLst/>
              <a:cxnLst/>
              <a:rect l="l" t="t" r="r" b="b"/>
              <a:pathLst>
                <a:path w="8889" h="1333500">
                  <a:moveTo>
                    <a:pt x="8610" y="0"/>
                  </a:moveTo>
                  <a:lnTo>
                    <a:pt x="0" y="0"/>
                  </a:lnTo>
                  <a:lnTo>
                    <a:pt x="0" y="1333138"/>
                  </a:lnTo>
                  <a:lnTo>
                    <a:pt x="8610" y="1333138"/>
                  </a:lnTo>
                  <a:lnTo>
                    <a:pt x="8610" y="0"/>
                  </a:lnTo>
                  <a:close/>
                </a:path>
              </a:pathLst>
            </a:custGeom>
            <a:solidFill>
              <a:srgbClr val="000000"/>
            </a:solidFill>
          </p:spPr>
          <p:txBody>
            <a:bodyPr wrap="square" lIns="0" tIns="0" rIns="0" bIns="0" rtlCol="0"/>
            <a:lstStyle/>
            <a:p>
              <a:endParaRPr/>
            </a:p>
          </p:txBody>
        </p:sp>
        <p:sp>
          <p:nvSpPr>
            <p:cNvPr id="34" name="object 31">
              <a:extLst>
                <a:ext uri="{FF2B5EF4-FFF2-40B4-BE49-F238E27FC236}">
                  <a16:creationId xmlns:a16="http://schemas.microsoft.com/office/drawing/2014/main" id="{936AF3EA-D2BE-F589-7DE1-8E8FE2CD0C41}"/>
                </a:ext>
              </a:extLst>
            </p:cNvPr>
            <p:cNvSpPr/>
            <p:nvPr/>
          </p:nvSpPr>
          <p:spPr>
            <a:xfrm>
              <a:off x="2855664" y="2795836"/>
              <a:ext cx="1990725" cy="0"/>
            </a:xfrm>
            <a:custGeom>
              <a:avLst/>
              <a:gdLst/>
              <a:ahLst/>
              <a:cxnLst/>
              <a:rect l="l" t="t" r="r" b="b"/>
              <a:pathLst>
                <a:path w="1990725">
                  <a:moveTo>
                    <a:pt x="0" y="0"/>
                  </a:moveTo>
                  <a:lnTo>
                    <a:pt x="1990591" y="0"/>
                  </a:lnTo>
                </a:path>
              </a:pathLst>
            </a:custGeom>
            <a:ln w="7168">
              <a:solidFill>
                <a:srgbClr val="000000"/>
              </a:solidFill>
            </a:ln>
          </p:spPr>
          <p:txBody>
            <a:bodyPr wrap="square" lIns="0" tIns="0" rIns="0" bIns="0" rtlCol="0"/>
            <a:lstStyle/>
            <a:p>
              <a:endParaRPr/>
            </a:p>
          </p:txBody>
        </p:sp>
        <p:sp>
          <p:nvSpPr>
            <p:cNvPr id="35" name="object 32">
              <a:extLst>
                <a:ext uri="{FF2B5EF4-FFF2-40B4-BE49-F238E27FC236}">
                  <a16:creationId xmlns:a16="http://schemas.microsoft.com/office/drawing/2014/main" id="{4B0B3737-68CE-1D2D-BB9E-10E977A6492D}"/>
                </a:ext>
              </a:extLst>
            </p:cNvPr>
            <p:cNvSpPr/>
            <p:nvPr/>
          </p:nvSpPr>
          <p:spPr>
            <a:xfrm>
              <a:off x="2851288" y="2792227"/>
              <a:ext cx="1999614" cy="7620"/>
            </a:xfrm>
            <a:custGeom>
              <a:avLst/>
              <a:gdLst/>
              <a:ahLst/>
              <a:cxnLst/>
              <a:rect l="l" t="t" r="r" b="b"/>
              <a:pathLst>
                <a:path w="1999614" h="7619">
                  <a:moveTo>
                    <a:pt x="1999228" y="0"/>
                  </a:moveTo>
                  <a:lnTo>
                    <a:pt x="0" y="0"/>
                  </a:lnTo>
                  <a:lnTo>
                    <a:pt x="0" y="7157"/>
                  </a:lnTo>
                  <a:lnTo>
                    <a:pt x="1999228" y="7157"/>
                  </a:lnTo>
                  <a:lnTo>
                    <a:pt x="1999228"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32485649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FC4BD-7BE1-BCBB-4C90-C2361ED509D7}"/>
              </a:ext>
            </a:extLst>
          </p:cNvPr>
          <p:cNvSpPr>
            <a:spLocks noGrp="1"/>
          </p:cNvSpPr>
          <p:nvPr>
            <p:ph type="title"/>
          </p:nvPr>
        </p:nvSpPr>
        <p:spPr/>
        <p:txBody>
          <a:bodyPr/>
          <a:lstStyle/>
          <a:p>
            <a:r>
              <a:rPr lang="en-US" dirty="0"/>
              <a:t>Cycle-12</a:t>
            </a:r>
            <a:endParaRPr lang="en-IN" dirty="0"/>
          </a:p>
        </p:txBody>
      </p:sp>
      <p:sp>
        <p:nvSpPr>
          <p:cNvPr id="4" name="Footer Placeholder 3">
            <a:extLst>
              <a:ext uri="{FF2B5EF4-FFF2-40B4-BE49-F238E27FC236}">
                <a16:creationId xmlns:a16="http://schemas.microsoft.com/office/drawing/2014/main" id="{88886315-D14B-B0CE-DEA0-320FB1E22069}"/>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A2691DCE-4D93-79EE-21AD-42FA69431084}"/>
              </a:ext>
            </a:extLst>
          </p:cNvPr>
          <p:cNvSpPr>
            <a:spLocks noGrp="1"/>
          </p:cNvSpPr>
          <p:nvPr>
            <p:ph type="sldNum" sz="quarter" idx="12"/>
          </p:nvPr>
        </p:nvSpPr>
        <p:spPr/>
        <p:txBody>
          <a:bodyPr/>
          <a:lstStyle/>
          <a:p>
            <a:fld id="{B8651ABE-1138-46C6-9A43-7FCD4EB2550C}" type="slidenum">
              <a:rPr lang="en-IN" smtClean="0"/>
              <a:pPr/>
              <a:t>33</a:t>
            </a:fld>
            <a:endParaRPr lang="en-IN" dirty="0"/>
          </a:p>
        </p:txBody>
      </p:sp>
      <p:sp>
        <p:nvSpPr>
          <p:cNvPr id="6" name="object 3">
            <a:extLst>
              <a:ext uri="{FF2B5EF4-FFF2-40B4-BE49-F238E27FC236}">
                <a16:creationId xmlns:a16="http://schemas.microsoft.com/office/drawing/2014/main" id="{905D80E1-3706-7B37-C2CF-6D9D0BD113E6}"/>
              </a:ext>
            </a:extLst>
          </p:cNvPr>
          <p:cNvSpPr txBox="1"/>
          <p:nvPr/>
        </p:nvSpPr>
        <p:spPr>
          <a:xfrm>
            <a:off x="55634" y="1578474"/>
            <a:ext cx="1938655" cy="288290"/>
          </a:xfrm>
          <a:prstGeom prst="rect">
            <a:avLst/>
          </a:prstGeom>
        </p:spPr>
        <p:txBody>
          <a:bodyPr vert="horz" wrap="square" lIns="0" tIns="15875" rIns="0" bIns="0" rtlCol="0">
            <a:spAutoFit/>
          </a:bodyPr>
          <a:lstStyle/>
          <a:p>
            <a:pPr marL="12700">
              <a:lnSpc>
                <a:spcPct val="100000"/>
              </a:lnSpc>
              <a:spcBef>
                <a:spcPts val="125"/>
              </a:spcBef>
            </a:pPr>
            <a:r>
              <a:rPr sz="1700" i="1" spc="145" dirty="0">
                <a:solidFill>
                  <a:srgbClr val="FF0000"/>
                </a:solidFill>
                <a:latin typeface="Times New Roman"/>
                <a:cs typeface="Times New Roman"/>
              </a:rPr>
              <a:t>Instruction</a:t>
            </a:r>
            <a:r>
              <a:rPr sz="1700" i="1" spc="25" dirty="0">
                <a:solidFill>
                  <a:srgbClr val="FF0000"/>
                </a:solidFill>
                <a:latin typeface="Times New Roman"/>
                <a:cs typeface="Times New Roman"/>
              </a:rPr>
              <a:t> </a:t>
            </a:r>
            <a:r>
              <a:rPr sz="1700" i="1" spc="130" dirty="0">
                <a:solidFill>
                  <a:srgbClr val="FF0000"/>
                </a:solidFill>
                <a:latin typeface="Times New Roman"/>
                <a:cs typeface="Times New Roman"/>
              </a:rPr>
              <a:t>status:</a:t>
            </a:r>
            <a:endParaRPr sz="1700">
              <a:latin typeface="Times New Roman"/>
              <a:cs typeface="Times New Roman"/>
            </a:endParaRPr>
          </a:p>
        </p:txBody>
      </p:sp>
      <p:sp>
        <p:nvSpPr>
          <p:cNvPr id="7" name="object 4">
            <a:extLst>
              <a:ext uri="{FF2B5EF4-FFF2-40B4-BE49-F238E27FC236}">
                <a16:creationId xmlns:a16="http://schemas.microsoft.com/office/drawing/2014/main" id="{89C8D8EC-8985-4307-D974-9770ED204D3A}"/>
              </a:ext>
            </a:extLst>
          </p:cNvPr>
          <p:cNvSpPr txBox="1"/>
          <p:nvPr/>
        </p:nvSpPr>
        <p:spPr>
          <a:xfrm>
            <a:off x="5894393" y="1858895"/>
            <a:ext cx="1363345" cy="247650"/>
          </a:xfrm>
          <a:prstGeom prst="rect">
            <a:avLst/>
          </a:prstGeom>
        </p:spPr>
        <p:txBody>
          <a:bodyPr vert="horz" wrap="square" lIns="0" tIns="13335" rIns="0" bIns="0" rtlCol="0">
            <a:spAutoFit/>
          </a:bodyPr>
          <a:lstStyle/>
          <a:p>
            <a:pPr marL="12700">
              <a:lnSpc>
                <a:spcPct val="100000"/>
              </a:lnSpc>
              <a:spcBef>
                <a:spcPts val="105"/>
              </a:spcBef>
              <a:tabLst>
                <a:tab pos="621665" algn="l"/>
              </a:tabLst>
            </a:pPr>
            <a:r>
              <a:rPr sz="1450" spc="150" dirty="0">
                <a:latin typeface="Times New Roman"/>
                <a:cs typeface="Times New Roman"/>
              </a:rPr>
              <a:t>Busy	</a:t>
            </a:r>
            <a:r>
              <a:rPr sz="1450" spc="135" dirty="0">
                <a:latin typeface="Times New Roman"/>
                <a:cs typeface="Times New Roman"/>
              </a:rPr>
              <a:t>Address</a:t>
            </a:r>
            <a:endParaRPr sz="1450">
              <a:latin typeface="Times New Roman"/>
              <a:cs typeface="Times New Roman"/>
            </a:endParaRPr>
          </a:p>
        </p:txBody>
      </p:sp>
      <p:sp>
        <p:nvSpPr>
          <p:cNvPr id="8" name="object 5">
            <a:extLst>
              <a:ext uri="{FF2B5EF4-FFF2-40B4-BE49-F238E27FC236}">
                <a16:creationId xmlns:a16="http://schemas.microsoft.com/office/drawing/2014/main" id="{D9852B9B-229F-B22A-AF03-818C56A13F9D}"/>
              </a:ext>
            </a:extLst>
          </p:cNvPr>
          <p:cNvSpPr txBox="1"/>
          <p:nvPr/>
        </p:nvSpPr>
        <p:spPr>
          <a:xfrm>
            <a:off x="3658859" y="2083216"/>
            <a:ext cx="111760" cy="450215"/>
          </a:xfrm>
          <a:prstGeom prst="rect">
            <a:avLst/>
          </a:prstGeom>
        </p:spPr>
        <p:txBody>
          <a:bodyPr vert="horz" wrap="square" lIns="0" tIns="26670" rIns="0" bIns="0" rtlCol="0">
            <a:spAutoFit/>
          </a:bodyPr>
          <a:lstStyle/>
          <a:p>
            <a:pPr>
              <a:lnSpc>
                <a:spcPct val="100000"/>
              </a:lnSpc>
              <a:spcBef>
                <a:spcPts val="210"/>
              </a:spcBef>
            </a:pPr>
            <a:r>
              <a:rPr sz="1300" spc="125" dirty="0">
                <a:latin typeface="Times New Roman"/>
                <a:cs typeface="Times New Roman"/>
              </a:rPr>
              <a:t>3</a:t>
            </a:r>
            <a:endParaRPr sz="1300">
              <a:latin typeface="Times New Roman"/>
              <a:cs typeface="Times New Roman"/>
            </a:endParaRPr>
          </a:p>
          <a:p>
            <a:pPr>
              <a:lnSpc>
                <a:spcPct val="100000"/>
              </a:lnSpc>
              <a:spcBef>
                <a:spcPts val="110"/>
              </a:spcBef>
            </a:pPr>
            <a:r>
              <a:rPr sz="1300" spc="125" dirty="0">
                <a:latin typeface="Times New Roman"/>
                <a:cs typeface="Times New Roman"/>
              </a:rPr>
              <a:t>4</a:t>
            </a:r>
            <a:endParaRPr sz="1300">
              <a:latin typeface="Times New Roman"/>
              <a:cs typeface="Times New Roman"/>
            </a:endParaRPr>
          </a:p>
        </p:txBody>
      </p:sp>
      <p:sp>
        <p:nvSpPr>
          <p:cNvPr id="9" name="object 6">
            <a:extLst>
              <a:ext uri="{FF2B5EF4-FFF2-40B4-BE49-F238E27FC236}">
                <a16:creationId xmlns:a16="http://schemas.microsoft.com/office/drawing/2014/main" id="{9A767936-31DD-15F7-7DDF-8261C4A01AD4}"/>
              </a:ext>
            </a:extLst>
          </p:cNvPr>
          <p:cNvSpPr txBox="1"/>
          <p:nvPr/>
        </p:nvSpPr>
        <p:spPr>
          <a:xfrm>
            <a:off x="4276406" y="2083216"/>
            <a:ext cx="111760" cy="450215"/>
          </a:xfrm>
          <a:prstGeom prst="rect">
            <a:avLst/>
          </a:prstGeom>
        </p:spPr>
        <p:txBody>
          <a:bodyPr vert="horz" wrap="square" lIns="0" tIns="26670" rIns="0" bIns="0" rtlCol="0">
            <a:spAutoFit/>
          </a:bodyPr>
          <a:lstStyle/>
          <a:p>
            <a:pPr>
              <a:lnSpc>
                <a:spcPct val="100000"/>
              </a:lnSpc>
              <a:spcBef>
                <a:spcPts val="210"/>
              </a:spcBef>
            </a:pPr>
            <a:r>
              <a:rPr sz="1300" spc="125" dirty="0">
                <a:latin typeface="Times New Roman"/>
                <a:cs typeface="Times New Roman"/>
              </a:rPr>
              <a:t>4</a:t>
            </a:r>
            <a:endParaRPr sz="1300">
              <a:latin typeface="Times New Roman"/>
              <a:cs typeface="Times New Roman"/>
            </a:endParaRPr>
          </a:p>
          <a:p>
            <a:pPr>
              <a:lnSpc>
                <a:spcPct val="100000"/>
              </a:lnSpc>
              <a:spcBef>
                <a:spcPts val="110"/>
              </a:spcBef>
            </a:pPr>
            <a:r>
              <a:rPr sz="1300" spc="125" dirty="0">
                <a:latin typeface="Times New Roman"/>
                <a:cs typeface="Times New Roman"/>
              </a:rPr>
              <a:t>5</a:t>
            </a:r>
            <a:endParaRPr sz="1300">
              <a:latin typeface="Times New Roman"/>
              <a:cs typeface="Times New Roman"/>
            </a:endParaRPr>
          </a:p>
        </p:txBody>
      </p:sp>
      <p:sp>
        <p:nvSpPr>
          <p:cNvPr id="10" name="object 7">
            <a:extLst>
              <a:ext uri="{FF2B5EF4-FFF2-40B4-BE49-F238E27FC236}">
                <a16:creationId xmlns:a16="http://schemas.microsoft.com/office/drawing/2014/main" id="{4FD4EB23-711E-E1F3-10A4-C00D3AC3059E}"/>
              </a:ext>
            </a:extLst>
          </p:cNvPr>
          <p:cNvSpPr txBox="1"/>
          <p:nvPr/>
        </p:nvSpPr>
        <p:spPr>
          <a:xfrm>
            <a:off x="5268594" y="2083216"/>
            <a:ext cx="535305" cy="661670"/>
          </a:xfrm>
          <a:prstGeom prst="rect">
            <a:avLst/>
          </a:prstGeom>
        </p:spPr>
        <p:txBody>
          <a:bodyPr vert="horz" wrap="square" lIns="0" tIns="12700" rIns="0" bIns="0" rtlCol="0">
            <a:spAutoFit/>
          </a:bodyPr>
          <a:lstStyle/>
          <a:p>
            <a:pPr marL="12700" marR="5080" algn="just">
              <a:lnSpc>
                <a:spcPct val="107000"/>
              </a:lnSpc>
              <a:spcBef>
                <a:spcPts val="100"/>
              </a:spcBef>
            </a:pPr>
            <a:r>
              <a:rPr sz="1300" spc="170" dirty="0">
                <a:latin typeface="Times New Roman"/>
                <a:cs typeface="Times New Roman"/>
              </a:rPr>
              <a:t>L</a:t>
            </a:r>
            <a:r>
              <a:rPr sz="1300" spc="125" dirty="0">
                <a:latin typeface="Times New Roman"/>
                <a:cs typeface="Times New Roman"/>
              </a:rPr>
              <a:t>oa</a:t>
            </a:r>
            <a:r>
              <a:rPr sz="1300" spc="95" dirty="0">
                <a:latin typeface="Times New Roman"/>
                <a:cs typeface="Times New Roman"/>
              </a:rPr>
              <a:t>d1  </a:t>
            </a:r>
            <a:r>
              <a:rPr sz="1300" spc="170" dirty="0">
                <a:latin typeface="Times New Roman"/>
                <a:cs typeface="Times New Roman"/>
              </a:rPr>
              <a:t>L</a:t>
            </a:r>
            <a:r>
              <a:rPr sz="1300" spc="125" dirty="0">
                <a:latin typeface="Times New Roman"/>
                <a:cs typeface="Times New Roman"/>
              </a:rPr>
              <a:t>oa</a:t>
            </a:r>
            <a:r>
              <a:rPr sz="1300" spc="95" dirty="0">
                <a:latin typeface="Times New Roman"/>
                <a:cs typeface="Times New Roman"/>
              </a:rPr>
              <a:t>d2  </a:t>
            </a:r>
            <a:r>
              <a:rPr sz="1300" spc="170" dirty="0">
                <a:latin typeface="Times New Roman"/>
                <a:cs typeface="Times New Roman"/>
              </a:rPr>
              <a:t>L</a:t>
            </a:r>
            <a:r>
              <a:rPr sz="1300" spc="125" dirty="0">
                <a:latin typeface="Times New Roman"/>
                <a:cs typeface="Times New Roman"/>
              </a:rPr>
              <a:t>oad3</a:t>
            </a:r>
            <a:endParaRPr sz="1300">
              <a:latin typeface="Times New Roman"/>
              <a:cs typeface="Times New Roman"/>
            </a:endParaRPr>
          </a:p>
        </p:txBody>
      </p:sp>
      <p:sp>
        <p:nvSpPr>
          <p:cNvPr id="11" name="object 8">
            <a:extLst>
              <a:ext uri="{FF2B5EF4-FFF2-40B4-BE49-F238E27FC236}">
                <a16:creationId xmlns:a16="http://schemas.microsoft.com/office/drawing/2014/main" id="{F4EA3909-4A81-D139-351A-FCDC372F5F08}"/>
              </a:ext>
            </a:extLst>
          </p:cNvPr>
          <p:cNvSpPr txBox="1"/>
          <p:nvPr/>
        </p:nvSpPr>
        <p:spPr>
          <a:xfrm>
            <a:off x="5870031" y="2107670"/>
            <a:ext cx="1457960" cy="636270"/>
          </a:xfrm>
          <a:prstGeom prst="rect">
            <a:avLst/>
          </a:prstGeom>
          <a:ln w="8268">
            <a:solidFill>
              <a:srgbClr val="000000"/>
            </a:solidFill>
          </a:ln>
        </p:spPr>
        <p:txBody>
          <a:bodyPr vert="horz" wrap="square" lIns="0" tIns="1905" rIns="0" bIns="0" rtlCol="0">
            <a:spAutoFit/>
          </a:bodyPr>
          <a:lstStyle/>
          <a:p>
            <a:pPr marL="184785">
              <a:lnSpc>
                <a:spcPct val="100000"/>
              </a:lnSpc>
              <a:spcBef>
                <a:spcPts val="15"/>
              </a:spcBef>
            </a:pPr>
            <a:r>
              <a:rPr sz="1300" spc="130" dirty="0">
                <a:latin typeface="Times New Roman"/>
                <a:cs typeface="Times New Roman"/>
              </a:rPr>
              <a:t>No</a:t>
            </a:r>
            <a:endParaRPr sz="1300">
              <a:latin typeface="Times New Roman"/>
              <a:cs typeface="Times New Roman"/>
            </a:endParaRPr>
          </a:p>
          <a:p>
            <a:pPr marL="184785" marR="1028700">
              <a:lnSpc>
                <a:spcPct val="107000"/>
              </a:lnSpc>
              <a:spcBef>
                <a:spcPts val="5"/>
              </a:spcBef>
            </a:pPr>
            <a:r>
              <a:rPr sz="1300" spc="100" dirty="0">
                <a:latin typeface="Times New Roman"/>
                <a:cs typeface="Times New Roman"/>
              </a:rPr>
              <a:t>No  No</a:t>
            </a:r>
            <a:endParaRPr sz="1300">
              <a:latin typeface="Times New Roman"/>
              <a:cs typeface="Times New Roman"/>
            </a:endParaRPr>
          </a:p>
        </p:txBody>
      </p:sp>
      <p:sp>
        <p:nvSpPr>
          <p:cNvPr id="12" name="object 9">
            <a:extLst>
              <a:ext uri="{FF2B5EF4-FFF2-40B4-BE49-F238E27FC236}">
                <a16:creationId xmlns:a16="http://schemas.microsoft.com/office/drawing/2014/main" id="{126DD34B-3143-4988-DED6-A4E2CAB39495}"/>
              </a:ext>
            </a:extLst>
          </p:cNvPr>
          <p:cNvSpPr txBox="1"/>
          <p:nvPr/>
        </p:nvSpPr>
        <p:spPr>
          <a:xfrm>
            <a:off x="3658859" y="2733991"/>
            <a:ext cx="111760" cy="222885"/>
          </a:xfrm>
          <a:prstGeom prst="rect">
            <a:avLst/>
          </a:prstGeom>
        </p:spPr>
        <p:txBody>
          <a:bodyPr vert="horz" wrap="square" lIns="0" tIns="12065" rIns="0" bIns="0" rtlCol="0">
            <a:spAutoFit/>
          </a:bodyPr>
          <a:lstStyle/>
          <a:p>
            <a:pPr>
              <a:lnSpc>
                <a:spcPct val="100000"/>
              </a:lnSpc>
              <a:spcBef>
                <a:spcPts val="95"/>
              </a:spcBef>
            </a:pPr>
            <a:r>
              <a:rPr sz="1300" spc="125" dirty="0">
                <a:latin typeface="Times New Roman"/>
                <a:cs typeface="Times New Roman"/>
              </a:rPr>
              <a:t>7</a:t>
            </a:r>
            <a:endParaRPr sz="1300">
              <a:latin typeface="Times New Roman"/>
              <a:cs typeface="Times New Roman"/>
            </a:endParaRPr>
          </a:p>
        </p:txBody>
      </p:sp>
      <p:sp>
        <p:nvSpPr>
          <p:cNvPr id="13" name="object 10">
            <a:extLst>
              <a:ext uri="{FF2B5EF4-FFF2-40B4-BE49-F238E27FC236}">
                <a16:creationId xmlns:a16="http://schemas.microsoft.com/office/drawing/2014/main" id="{3C6D6AB4-1F0B-6B9A-5A58-7723B625B182}"/>
              </a:ext>
            </a:extLst>
          </p:cNvPr>
          <p:cNvSpPr txBox="1"/>
          <p:nvPr/>
        </p:nvSpPr>
        <p:spPr>
          <a:xfrm>
            <a:off x="4276406" y="2733991"/>
            <a:ext cx="111760" cy="222885"/>
          </a:xfrm>
          <a:prstGeom prst="rect">
            <a:avLst/>
          </a:prstGeom>
        </p:spPr>
        <p:txBody>
          <a:bodyPr vert="horz" wrap="square" lIns="0" tIns="12065" rIns="0" bIns="0" rtlCol="0">
            <a:spAutoFit/>
          </a:bodyPr>
          <a:lstStyle/>
          <a:p>
            <a:pPr>
              <a:lnSpc>
                <a:spcPct val="100000"/>
              </a:lnSpc>
              <a:spcBef>
                <a:spcPts val="95"/>
              </a:spcBef>
            </a:pPr>
            <a:r>
              <a:rPr sz="1300" spc="125" dirty="0">
                <a:latin typeface="Times New Roman"/>
                <a:cs typeface="Times New Roman"/>
              </a:rPr>
              <a:t>8</a:t>
            </a:r>
            <a:endParaRPr sz="1300">
              <a:latin typeface="Times New Roman"/>
              <a:cs typeface="Times New Roman"/>
            </a:endParaRPr>
          </a:p>
        </p:txBody>
      </p:sp>
      <p:sp>
        <p:nvSpPr>
          <p:cNvPr id="14" name="object 11">
            <a:extLst>
              <a:ext uri="{FF2B5EF4-FFF2-40B4-BE49-F238E27FC236}">
                <a16:creationId xmlns:a16="http://schemas.microsoft.com/office/drawing/2014/main" id="{A7A1920F-9A6A-EEBA-AC40-104694ACE85C}"/>
              </a:ext>
            </a:extLst>
          </p:cNvPr>
          <p:cNvSpPr txBox="1"/>
          <p:nvPr/>
        </p:nvSpPr>
        <p:spPr>
          <a:xfrm>
            <a:off x="368531" y="1857931"/>
            <a:ext cx="880744" cy="1522730"/>
          </a:xfrm>
          <a:prstGeom prst="rect">
            <a:avLst/>
          </a:prstGeom>
        </p:spPr>
        <p:txBody>
          <a:bodyPr vert="horz" wrap="square" lIns="0" tIns="12700" rIns="0" bIns="0" rtlCol="0">
            <a:spAutoFit/>
          </a:bodyPr>
          <a:lstStyle/>
          <a:p>
            <a:pPr marL="12700" marR="5080">
              <a:lnSpc>
                <a:spcPct val="110400"/>
              </a:lnSpc>
              <a:spcBef>
                <a:spcPts val="100"/>
              </a:spcBef>
            </a:pPr>
            <a:r>
              <a:rPr sz="1300" spc="105" dirty="0">
                <a:latin typeface="Times New Roman"/>
                <a:cs typeface="Times New Roman"/>
              </a:rPr>
              <a:t>In</a:t>
            </a:r>
            <a:r>
              <a:rPr sz="1300" spc="70" dirty="0">
                <a:latin typeface="Times New Roman"/>
                <a:cs typeface="Times New Roman"/>
              </a:rPr>
              <a:t>s</a:t>
            </a:r>
            <a:r>
              <a:rPr sz="1300" spc="85" dirty="0">
                <a:latin typeface="Times New Roman"/>
                <a:cs typeface="Times New Roman"/>
              </a:rPr>
              <a:t>t</a:t>
            </a:r>
            <a:r>
              <a:rPr sz="1300" spc="105" dirty="0">
                <a:latin typeface="Times New Roman"/>
                <a:cs typeface="Times New Roman"/>
              </a:rPr>
              <a:t>ruct</a:t>
            </a:r>
            <a:r>
              <a:rPr sz="1300" spc="25" dirty="0">
                <a:latin typeface="Times New Roman"/>
                <a:cs typeface="Times New Roman"/>
              </a:rPr>
              <a:t>i</a:t>
            </a:r>
            <a:r>
              <a:rPr sz="1300" spc="95" dirty="0">
                <a:latin typeface="Times New Roman"/>
                <a:cs typeface="Times New Roman"/>
              </a:rPr>
              <a:t>on  </a:t>
            </a:r>
            <a:r>
              <a:rPr sz="1300" spc="190" dirty="0">
                <a:latin typeface="Times New Roman"/>
                <a:cs typeface="Times New Roman"/>
              </a:rPr>
              <a:t>LD</a:t>
            </a:r>
            <a:endParaRPr sz="1300">
              <a:latin typeface="Times New Roman"/>
              <a:cs typeface="Times New Roman"/>
            </a:endParaRPr>
          </a:p>
          <a:p>
            <a:pPr marL="12700" marR="173990">
              <a:lnSpc>
                <a:spcPct val="107000"/>
              </a:lnSpc>
            </a:pPr>
            <a:r>
              <a:rPr sz="1300" spc="190" dirty="0">
                <a:solidFill>
                  <a:srgbClr val="FF0000"/>
                </a:solidFill>
                <a:latin typeface="Times New Roman"/>
                <a:cs typeface="Times New Roman"/>
              </a:rPr>
              <a:t>LD </a:t>
            </a:r>
            <a:r>
              <a:rPr sz="1300" spc="195" dirty="0">
                <a:solidFill>
                  <a:srgbClr val="FF0000"/>
                </a:solidFill>
                <a:latin typeface="Times New Roman"/>
                <a:cs typeface="Times New Roman"/>
              </a:rPr>
              <a:t> </a:t>
            </a:r>
            <a:r>
              <a:rPr sz="1300" spc="200" dirty="0">
                <a:solidFill>
                  <a:srgbClr val="0000FF"/>
                </a:solidFill>
                <a:latin typeface="Times New Roman"/>
                <a:cs typeface="Times New Roman"/>
              </a:rPr>
              <a:t>M</a:t>
            </a:r>
            <a:r>
              <a:rPr sz="1300" spc="95" dirty="0">
                <a:solidFill>
                  <a:srgbClr val="0000FF"/>
                </a:solidFill>
                <a:latin typeface="Times New Roman"/>
                <a:cs typeface="Times New Roman"/>
              </a:rPr>
              <a:t>U</a:t>
            </a:r>
            <a:r>
              <a:rPr sz="1300" spc="170" dirty="0">
                <a:solidFill>
                  <a:srgbClr val="0000FF"/>
                </a:solidFill>
                <a:latin typeface="Times New Roman"/>
                <a:cs typeface="Times New Roman"/>
              </a:rPr>
              <a:t>L</a:t>
            </a:r>
            <a:r>
              <a:rPr sz="1300" spc="110" dirty="0">
                <a:solidFill>
                  <a:srgbClr val="0000FF"/>
                </a:solidFill>
                <a:latin typeface="Times New Roman"/>
                <a:cs typeface="Times New Roman"/>
              </a:rPr>
              <a:t>T</a:t>
            </a:r>
            <a:r>
              <a:rPr sz="1300" spc="100" dirty="0">
                <a:solidFill>
                  <a:srgbClr val="0000FF"/>
                </a:solidFill>
                <a:latin typeface="Times New Roman"/>
                <a:cs typeface="Times New Roman"/>
              </a:rPr>
              <a:t>D  </a:t>
            </a:r>
            <a:r>
              <a:rPr sz="1300" spc="125" dirty="0">
                <a:solidFill>
                  <a:srgbClr val="FF00FF"/>
                </a:solidFill>
                <a:latin typeface="Times New Roman"/>
                <a:cs typeface="Times New Roman"/>
              </a:rPr>
              <a:t>SUBD </a:t>
            </a:r>
            <a:r>
              <a:rPr sz="1300" spc="130" dirty="0">
                <a:solidFill>
                  <a:srgbClr val="FF00FF"/>
                </a:solidFill>
                <a:latin typeface="Times New Roman"/>
                <a:cs typeface="Times New Roman"/>
              </a:rPr>
              <a:t> </a:t>
            </a:r>
            <a:r>
              <a:rPr sz="1300" spc="130" dirty="0">
                <a:solidFill>
                  <a:srgbClr val="00FF00"/>
                </a:solidFill>
                <a:latin typeface="Times New Roman"/>
                <a:cs typeface="Times New Roman"/>
              </a:rPr>
              <a:t>DIVD </a:t>
            </a:r>
            <a:r>
              <a:rPr sz="1300" spc="135" dirty="0">
                <a:solidFill>
                  <a:srgbClr val="00FF00"/>
                </a:solidFill>
                <a:latin typeface="Times New Roman"/>
                <a:cs typeface="Times New Roman"/>
              </a:rPr>
              <a:t> </a:t>
            </a:r>
            <a:r>
              <a:rPr sz="1300" spc="160" dirty="0">
                <a:latin typeface="Times New Roman"/>
                <a:cs typeface="Times New Roman"/>
              </a:rPr>
              <a:t>ADDD</a:t>
            </a:r>
            <a:endParaRPr sz="1300">
              <a:latin typeface="Times New Roman"/>
              <a:cs typeface="Times New Roman"/>
            </a:endParaRPr>
          </a:p>
        </p:txBody>
      </p:sp>
      <p:sp>
        <p:nvSpPr>
          <p:cNvPr id="15" name="object 12">
            <a:extLst>
              <a:ext uri="{FF2B5EF4-FFF2-40B4-BE49-F238E27FC236}">
                <a16:creationId xmlns:a16="http://schemas.microsoft.com/office/drawing/2014/main" id="{929DA8BC-3831-D9DD-7392-E64486AF3986}"/>
              </a:ext>
            </a:extLst>
          </p:cNvPr>
          <p:cNvSpPr txBox="1"/>
          <p:nvPr/>
        </p:nvSpPr>
        <p:spPr>
          <a:xfrm>
            <a:off x="1224942" y="1588272"/>
            <a:ext cx="3413125" cy="1792605"/>
          </a:xfrm>
          <a:prstGeom prst="rect">
            <a:avLst/>
          </a:prstGeom>
        </p:spPr>
        <p:txBody>
          <a:bodyPr vert="horz" wrap="square" lIns="0" tIns="37465" rIns="0" bIns="0" rtlCol="0">
            <a:spAutoFit/>
          </a:bodyPr>
          <a:lstStyle/>
          <a:p>
            <a:pPr marL="2211070">
              <a:lnSpc>
                <a:spcPct val="100000"/>
              </a:lnSpc>
              <a:spcBef>
                <a:spcPts val="295"/>
              </a:spcBef>
              <a:tabLst>
                <a:tab pos="2828925" algn="l"/>
              </a:tabLst>
            </a:pPr>
            <a:r>
              <a:rPr sz="1450" i="1" spc="150" dirty="0">
                <a:latin typeface="Times New Roman"/>
                <a:cs typeface="Times New Roman"/>
              </a:rPr>
              <a:t>Exec	</a:t>
            </a:r>
            <a:r>
              <a:rPr sz="1450" i="1" spc="140" dirty="0">
                <a:latin typeface="Times New Roman"/>
                <a:cs typeface="Times New Roman"/>
              </a:rPr>
              <a:t>Write</a:t>
            </a:r>
            <a:endParaRPr sz="1450">
              <a:latin typeface="Times New Roman"/>
              <a:cs typeface="Times New Roman"/>
            </a:endParaRPr>
          </a:p>
          <a:p>
            <a:pPr marL="671195">
              <a:lnSpc>
                <a:spcPct val="100000"/>
              </a:lnSpc>
              <a:spcBef>
                <a:spcPts val="200"/>
              </a:spcBef>
              <a:tabLst>
                <a:tab pos="1189990" algn="l"/>
                <a:tab pos="1585595" algn="l"/>
                <a:tab pos="2211070" algn="l"/>
              </a:tabLst>
            </a:pPr>
            <a:r>
              <a:rPr sz="1300" i="1" spc="70" dirty="0">
                <a:latin typeface="Times New Roman"/>
                <a:cs typeface="Times New Roman"/>
              </a:rPr>
              <a:t>j	</a:t>
            </a:r>
            <a:r>
              <a:rPr sz="1300" i="1" spc="110" dirty="0">
                <a:latin typeface="Times New Roman"/>
                <a:cs typeface="Times New Roman"/>
              </a:rPr>
              <a:t>k	</a:t>
            </a:r>
            <a:r>
              <a:rPr sz="1450" i="1" spc="135" dirty="0">
                <a:latin typeface="Times New Roman"/>
                <a:cs typeface="Times New Roman"/>
              </a:rPr>
              <a:t>Issue	</a:t>
            </a:r>
            <a:r>
              <a:rPr sz="1450" i="1" spc="190" dirty="0">
                <a:latin typeface="Times New Roman"/>
                <a:cs typeface="Times New Roman"/>
              </a:rPr>
              <a:t>Comp </a:t>
            </a:r>
            <a:r>
              <a:rPr sz="1450" i="1" spc="140" dirty="0">
                <a:latin typeface="Times New Roman"/>
                <a:cs typeface="Times New Roman"/>
              </a:rPr>
              <a:t>Result</a:t>
            </a:r>
            <a:endParaRPr sz="1450">
              <a:latin typeface="Times New Roman"/>
              <a:cs typeface="Times New Roman"/>
            </a:endParaRPr>
          </a:p>
          <a:p>
            <a:pPr marL="61594">
              <a:lnSpc>
                <a:spcPct val="100000"/>
              </a:lnSpc>
              <a:spcBef>
                <a:spcPts val="130"/>
              </a:spcBef>
              <a:tabLst>
                <a:tab pos="555625" algn="l"/>
                <a:tab pos="1140460" algn="l"/>
              </a:tabLst>
            </a:pPr>
            <a:r>
              <a:rPr sz="1300" spc="120" dirty="0">
                <a:latin typeface="Times New Roman"/>
                <a:cs typeface="Times New Roman"/>
              </a:rPr>
              <a:t>F6	</a:t>
            </a:r>
            <a:r>
              <a:rPr sz="1300" spc="130" dirty="0">
                <a:latin typeface="Times New Roman"/>
                <a:cs typeface="Times New Roman"/>
              </a:rPr>
              <a:t>34+	</a:t>
            </a:r>
            <a:r>
              <a:rPr sz="1300" spc="140" dirty="0">
                <a:latin typeface="Times New Roman"/>
                <a:cs typeface="Times New Roman"/>
              </a:rPr>
              <a:t>R2</a:t>
            </a:r>
            <a:endParaRPr sz="1300">
              <a:latin typeface="Times New Roman"/>
              <a:cs typeface="Times New Roman"/>
            </a:endParaRPr>
          </a:p>
          <a:p>
            <a:pPr marL="61594">
              <a:lnSpc>
                <a:spcPct val="100000"/>
              </a:lnSpc>
              <a:spcBef>
                <a:spcPts val="110"/>
              </a:spcBef>
              <a:tabLst>
                <a:tab pos="555625" algn="l"/>
                <a:tab pos="1140460" algn="l"/>
              </a:tabLst>
            </a:pPr>
            <a:r>
              <a:rPr sz="1300" spc="120" dirty="0">
                <a:solidFill>
                  <a:srgbClr val="FF0000"/>
                </a:solidFill>
                <a:latin typeface="Times New Roman"/>
                <a:cs typeface="Times New Roman"/>
              </a:rPr>
              <a:t>F2	</a:t>
            </a:r>
            <a:r>
              <a:rPr sz="1300" spc="130" dirty="0">
                <a:solidFill>
                  <a:srgbClr val="FF0000"/>
                </a:solidFill>
                <a:latin typeface="Times New Roman"/>
                <a:cs typeface="Times New Roman"/>
              </a:rPr>
              <a:t>45+	</a:t>
            </a:r>
            <a:r>
              <a:rPr sz="1300" spc="140" dirty="0">
                <a:solidFill>
                  <a:srgbClr val="FF0000"/>
                </a:solidFill>
                <a:latin typeface="Times New Roman"/>
                <a:cs typeface="Times New Roman"/>
              </a:rPr>
              <a:t>R3</a:t>
            </a:r>
            <a:endParaRPr sz="1300">
              <a:latin typeface="Times New Roman"/>
              <a:cs typeface="Times New Roman"/>
            </a:endParaRPr>
          </a:p>
          <a:p>
            <a:pPr marL="61594">
              <a:lnSpc>
                <a:spcPct val="100000"/>
              </a:lnSpc>
              <a:spcBef>
                <a:spcPts val="110"/>
              </a:spcBef>
              <a:tabLst>
                <a:tab pos="613410" algn="l"/>
                <a:tab pos="1148715" algn="l"/>
              </a:tabLst>
            </a:pPr>
            <a:r>
              <a:rPr sz="1300" spc="120" dirty="0">
                <a:solidFill>
                  <a:srgbClr val="0000FF"/>
                </a:solidFill>
                <a:latin typeface="Times New Roman"/>
                <a:cs typeface="Times New Roman"/>
              </a:rPr>
              <a:t>F0	F2	</a:t>
            </a:r>
            <a:r>
              <a:rPr sz="1300" spc="110" dirty="0">
                <a:solidFill>
                  <a:srgbClr val="0000FF"/>
                </a:solidFill>
                <a:latin typeface="Times New Roman"/>
                <a:cs typeface="Times New Roman"/>
              </a:rPr>
              <a:t>F4</a:t>
            </a:r>
            <a:endParaRPr sz="1300">
              <a:latin typeface="Times New Roman"/>
              <a:cs typeface="Times New Roman"/>
            </a:endParaRPr>
          </a:p>
          <a:p>
            <a:pPr marL="61594">
              <a:lnSpc>
                <a:spcPct val="100000"/>
              </a:lnSpc>
              <a:spcBef>
                <a:spcPts val="110"/>
              </a:spcBef>
              <a:tabLst>
                <a:tab pos="613410" algn="l"/>
                <a:tab pos="1148715" algn="l"/>
              </a:tabLst>
            </a:pPr>
            <a:r>
              <a:rPr sz="1300" spc="120" dirty="0">
                <a:solidFill>
                  <a:srgbClr val="FF00FF"/>
                </a:solidFill>
                <a:latin typeface="Times New Roman"/>
                <a:cs typeface="Times New Roman"/>
              </a:rPr>
              <a:t>F8	F6	</a:t>
            </a:r>
            <a:r>
              <a:rPr sz="1300" spc="110" dirty="0">
                <a:solidFill>
                  <a:srgbClr val="FF00FF"/>
                </a:solidFill>
                <a:latin typeface="Times New Roman"/>
                <a:cs typeface="Times New Roman"/>
              </a:rPr>
              <a:t>F2</a:t>
            </a:r>
            <a:endParaRPr sz="1300">
              <a:latin typeface="Times New Roman"/>
              <a:cs typeface="Times New Roman"/>
            </a:endParaRPr>
          </a:p>
          <a:p>
            <a:pPr marL="12700">
              <a:lnSpc>
                <a:spcPct val="100000"/>
              </a:lnSpc>
              <a:spcBef>
                <a:spcPts val="110"/>
              </a:spcBef>
              <a:tabLst>
                <a:tab pos="613410" algn="l"/>
                <a:tab pos="1148715" algn="l"/>
              </a:tabLst>
            </a:pPr>
            <a:r>
              <a:rPr sz="1300" spc="120" dirty="0">
                <a:solidFill>
                  <a:srgbClr val="00FF00"/>
                </a:solidFill>
                <a:latin typeface="Times New Roman"/>
                <a:cs typeface="Times New Roman"/>
              </a:rPr>
              <a:t>F10	F0	</a:t>
            </a:r>
            <a:r>
              <a:rPr sz="1300" spc="110" dirty="0">
                <a:solidFill>
                  <a:srgbClr val="00FF00"/>
                </a:solidFill>
                <a:latin typeface="Times New Roman"/>
                <a:cs typeface="Times New Roman"/>
              </a:rPr>
              <a:t>F6</a:t>
            </a:r>
            <a:endParaRPr sz="1300">
              <a:latin typeface="Times New Roman"/>
              <a:cs typeface="Times New Roman"/>
            </a:endParaRPr>
          </a:p>
          <a:p>
            <a:pPr marL="61594">
              <a:lnSpc>
                <a:spcPct val="100000"/>
              </a:lnSpc>
              <a:spcBef>
                <a:spcPts val="110"/>
              </a:spcBef>
              <a:tabLst>
                <a:tab pos="613410" algn="l"/>
                <a:tab pos="1148715" algn="l"/>
              </a:tabLst>
            </a:pPr>
            <a:r>
              <a:rPr sz="1300" spc="120" dirty="0">
                <a:latin typeface="Times New Roman"/>
                <a:cs typeface="Times New Roman"/>
              </a:rPr>
              <a:t>F6	F8	</a:t>
            </a:r>
            <a:r>
              <a:rPr sz="1300" spc="110" dirty="0">
                <a:latin typeface="Times New Roman"/>
                <a:cs typeface="Times New Roman"/>
              </a:rPr>
              <a:t>F2</a:t>
            </a:r>
            <a:endParaRPr sz="1300">
              <a:latin typeface="Times New Roman"/>
              <a:cs typeface="Times New Roman"/>
            </a:endParaRPr>
          </a:p>
        </p:txBody>
      </p:sp>
      <p:sp>
        <p:nvSpPr>
          <p:cNvPr id="16" name="object 13">
            <a:extLst>
              <a:ext uri="{FF2B5EF4-FFF2-40B4-BE49-F238E27FC236}">
                <a16:creationId xmlns:a16="http://schemas.microsoft.com/office/drawing/2014/main" id="{FED56213-72B6-CD3E-C91D-DBC47E135BEE}"/>
              </a:ext>
            </a:extLst>
          </p:cNvPr>
          <p:cNvSpPr txBox="1"/>
          <p:nvPr/>
        </p:nvSpPr>
        <p:spPr>
          <a:xfrm>
            <a:off x="3016664" y="2083216"/>
            <a:ext cx="111760" cy="1297940"/>
          </a:xfrm>
          <a:prstGeom prst="rect">
            <a:avLst/>
          </a:prstGeom>
        </p:spPr>
        <p:txBody>
          <a:bodyPr vert="horz" wrap="square" lIns="0" tIns="26670" rIns="0" bIns="0" rtlCol="0">
            <a:spAutoFit/>
          </a:bodyPr>
          <a:lstStyle/>
          <a:p>
            <a:pPr>
              <a:lnSpc>
                <a:spcPct val="100000"/>
              </a:lnSpc>
              <a:spcBef>
                <a:spcPts val="210"/>
              </a:spcBef>
            </a:pPr>
            <a:r>
              <a:rPr sz="1300" spc="125" dirty="0">
                <a:latin typeface="Times New Roman"/>
                <a:cs typeface="Times New Roman"/>
              </a:rPr>
              <a:t>1</a:t>
            </a:r>
            <a:endParaRPr sz="1300">
              <a:latin typeface="Times New Roman"/>
              <a:cs typeface="Times New Roman"/>
            </a:endParaRPr>
          </a:p>
          <a:p>
            <a:pPr>
              <a:lnSpc>
                <a:spcPct val="100000"/>
              </a:lnSpc>
              <a:spcBef>
                <a:spcPts val="110"/>
              </a:spcBef>
            </a:pPr>
            <a:r>
              <a:rPr sz="1300" spc="125" dirty="0">
                <a:latin typeface="Times New Roman"/>
                <a:cs typeface="Times New Roman"/>
              </a:rPr>
              <a:t>2</a:t>
            </a:r>
            <a:endParaRPr sz="1300">
              <a:latin typeface="Times New Roman"/>
              <a:cs typeface="Times New Roman"/>
            </a:endParaRPr>
          </a:p>
          <a:p>
            <a:pPr>
              <a:lnSpc>
                <a:spcPct val="100000"/>
              </a:lnSpc>
              <a:spcBef>
                <a:spcPts val="110"/>
              </a:spcBef>
            </a:pPr>
            <a:r>
              <a:rPr sz="1300" spc="125" dirty="0">
                <a:latin typeface="Times New Roman"/>
                <a:cs typeface="Times New Roman"/>
              </a:rPr>
              <a:t>3</a:t>
            </a:r>
            <a:endParaRPr sz="1300">
              <a:latin typeface="Times New Roman"/>
              <a:cs typeface="Times New Roman"/>
            </a:endParaRPr>
          </a:p>
          <a:p>
            <a:pPr>
              <a:lnSpc>
                <a:spcPct val="100000"/>
              </a:lnSpc>
              <a:spcBef>
                <a:spcPts val="105"/>
              </a:spcBef>
            </a:pPr>
            <a:r>
              <a:rPr sz="1300" spc="125" dirty="0">
                <a:latin typeface="Times New Roman"/>
                <a:cs typeface="Times New Roman"/>
              </a:rPr>
              <a:t>4</a:t>
            </a:r>
            <a:endParaRPr sz="1300">
              <a:latin typeface="Times New Roman"/>
              <a:cs typeface="Times New Roman"/>
            </a:endParaRPr>
          </a:p>
          <a:p>
            <a:pPr>
              <a:lnSpc>
                <a:spcPct val="100000"/>
              </a:lnSpc>
              <a:spcBef>
                <a:spcPts val="110"/>
              </a:spcBef>
            </a:pPr>
            <a:r>
              <a:rPr sz="1300" spc="125" dirty="0">
                <a:latin typeface="Times New Roman"/>
                <a:cs typeface="Times New Roman"/>
              </a:rPr>
              <a:t>5</a:t>
            </a:r>
            <a:endParaRPr sz="1300">
              <a:latin typeface="Times New Roman"/>
              <a:cs typeface="Times New Roman"/>
            </a:endParaRPr>
          </a:p>
          <a:p>
            <a:pPr>
              <a:lnSpc>
                <a:spcPct val="100000"/>
              </a:lnSpc>
              <a:spcBef>
                <a:spcPts val="110"/>
              </a:spcBef>
            </a:pPr>
            <a:r>
              <a:rPr sz="1300" spc="125" dirty="0">
                <a:latin typeface="Times New Roman"/>
                <a:cs typeface="Times New Roman"/>
              </a:rPr>
              <a:t>6</a:t>
            </a:r>
            <a:endParaRPr sz="1300">
              <a:latin typeface="Times New Roman"/>
              <a:cs typeface="Times New Roman"/>
            </a:endParaRPr>
          </a:p>
        </p:txBody>
      </p:sp>
      <p:sp>
        <p:nvSpPr>
          <p:cNvPr id="17" name="object 14">
            <a:extLst>
              <a:ext uri="{FF2B5EF4-FFF2-40B4-BE49-F238E27FC236}">
                <a16:creationId xmlns:a16="http://schemas.microsoft.com/office/drawing/2014/main" id="{AADC4355-D962-117B-AE5D-7A1C6C9DCC18}"/>
              </a:ext>
            </a:extLst>
          </p:cNvPr>
          <p:cNvSpPr txBox="1"/>
          <p:nvPr/>
        </p:nvSpPr>
        <p:spPr>
          <a:xfrm>
            <a:off x="3609561" y="3158034"/>
            <a:ext cx="210185" cy="222885"/>
          </a:xfrm>
          <a:prstGeom prst="rect">
            <a:avLst/>
          </a:prstGeom>
        </p:spPr>
        <p:txBody>
          <a:bodyPr vert="horz" wrap="square" lIns="0" tIns="12065" rIns="0" bIns="0" rtlCol="0">
            <a:spAutoFit/>
          </a:bodyPr>
          <a:lstStyle/>
          <a:p>
            <a:pPr>
              <a:lnSpc>
                <a:spcPct val="100000"/>
              </a:lnSpc>
              <a:spcBef>
                <a:spcPts val="95"/>
              </a:spcBef>
            </a:pPr>
            <a:r>
              <a:rPr sz="1300" spc="120" dirty="0">
                <a:latin typeface="Times New Roman"/>
                <a:cs typeface="Times New Roman"/>
              </a:rPr>
              <a:t>10</a:t>
            </a:r>
            <a:endParaRPr sz="1300">
              <a:latin typeface="Times New Roman"/>
              <a:cs typeface="Times New Roman"/>
            </a:endParaRPr>
          </a:p>
        </p:txBody>
      </p:sp>
      <p:sp>
        <p:nvSpPr>
          <p:cNvPr id="18" name="object 15">
            <a:extLst>
              <a:ext uri="{FF2B5EF4-FFF2-40B4-BE49-F238E27FC236}">
                <a16:creationId xmlns:a16="http://schemas.microsoft.com/office/drawing/2014/main" id="{37FBE24C-C11E-CB4B-597E-717B678F340C}"/>
              </a:ext>
            </a:extLst>
          </p:cNvPr>
          <p:cNvSpPr txBox="1"/>
          <p:nvPr/>
        </p:nvSpPr>
        <p:spPr>
          <a:xfrm>
            <a:off x="4227108" y="3158034"/>
            <a:ext cx="210185" cy="222885"/>
          </a:xfrm>
          <a:prstGeom prst="rect">
            <a:avLst/>
          </a:prstGeom>
        </p:spPr>
        <p:txBody>
          <a:bodyPr vert="horz" wrap="square" lIns="0" tIns="12065" rIns="0" bIns="0" rtlCol="0">
            <a:spAutoFit/>
          </a:bodyPr>
          <a:lstStyle/>
          <a:p>
            <a:pPr>
              <a:lnSpc>
                <a:spcPct val="100000"/>
              </a:lnSpc>
              <a:spcBef>
                <a:spcPts val="95"/>
              </a:spcBef>
            </a:pPr>
            <a:r>
              <a:rPr sz="1300" spc="120" dirty="0">
                <a:latin typeface="Times New Roman"/>
                <a:cs typeface="Times New Roman"/>
              </a:rPr>
              <a:t>11</a:t>
            </a:r>
            <a:endParaRPr sz="1300">
              <a:latin typeface="Times New Roman"/>
              <a:cs typeface="Times New Roman"/>
            </a:endParaRPr>
          </a:p>
        </p:txBody>
      </p:sp>
      <p:sp>
        <p:nvSpPr>
          <p:cNvPr id="19" name="object 16">
            <a:extLst>
              <a:ext uri="{FF2B5EF4-FFF2-40B4-BE49-F238E27FC236}">
                <a16:creationId xmlns:a16="http://schemas.microsoft.com/office/drawing/2014/main" id="{68A12E8F-FE9A-BA6D-64A6-67995D26EE33}"/>
              </a:ext>
            </a:extLst>
          </p:cNvPr>
          <p:cNvSpPr txBox="1"/>
          <p:nvPr/>
        </p:nvSpPr>
        <p:spPr>
          <a:xfrm>
            <a:off x="55634" y="3444829"/>
            <a:ext cx="3147060" cy="548640"/>
          </a:xfrm>
          <a:prstGeom prst="rect">
            <a:avLst/>
          </a:prstGeom>
        </p:spPr>
        <p:txBody>
          <a:bodyPr vert="horz" wrap="square" lIns="0" tIns="36195" rIns="0" bIns="0" rtlCol="0">
            <a:spAutoFit/>
          </a:bodyPr>
          <a:lstStyle/>
          <a:p>
            <a:pPr marL="12700">
              <a:lnSpc>
                <a:spcPct val="100000"/>
              </a:lnSpc>
              <a:spcBef>
                <a:spcPts val="285"/>
              </a:spcBef>
            </a:pPr>
            <a:r>
              <a:rPr sz="1700" i="1" spc="155" dirty="0">
                <a:solidFill>
                  <a:srgbClr val="FF0000"/>
                </a:solidFill>
                <a:latin typeface="Times New Roman"/>
                <a:cs typeface="Times New Roman"/>
              </a:rPr>
              <a:t>Reservation</a:t>
            </a:r>
            <a:r>
              <a:rPr sz="1700" i="1" spc="50" dirty="0">
                <a:solidFill>
                  <a:srgbClr val="FF0000"/>
                </a:solidFill>
                <a:latin typeface="Times New Roman"/>
                <a:cs typeface="Times New Roman"/>
              </a:rPr>
              <a:t> </a:t>
            </a:r>
            <a:r>
              <a:rPr sz="1700" i="1" spc="145" dirty="0">
                <a:solidFill>
                  <a:srgbClr val="FF0000"/>
                </a:solidFill>
                <a:latin typeface="Times New Roman"/>
                <a:cs typeface="Times New Roman"/>
              </a:rPr>
              <a:t>Stations:</a:t>
            </a:r>
            <a:endParaRPr sz="1700">
              <a:latin typeface="Times New Roman"/>
              <a:cs typeface="Times New Roman"/>
            </a:endParaRPr>
          </a:p>
          <a:p>
            <a:pPr marL="1099185">
              <a:lnSpc>
                <a:spcPct val="100000"/>
              </a:lnSpc>
              <a:spcBef>
                <a:spcPts val="150"/>
              </a:spcBef>
              <a:tabLst>
                <a:tab pos="2853055" algn="l"/>
              </a:tabLst>
            </a:pPr>
            <a:r>
              <a:rPr sz="1300" i="1" spc="114" dirty="0">
                <a:latin typeface="Times New Roman"/>
                <a:cs typeface="Times New Roman"/>
              </a:rPr>
              <a:t>T</a:t>
            </a:r>
            <a:r>
              <a:rPr sz="1300" i="1" spc="85" dirty="0">
                <a:latin typeface="Times New Roman"/>
                <a:cs typeface="Times New Roman"/>
              </a:rPr>
              <a:t>i</a:t>
            </a:r>
            <a:r>
              <a:rPr sz="1300" i="1" spc="160" dirty="0">
                <a:latin typeface="Times New Roman"/>
                <a:cs typeface="Times New Roman"/>
              </a:rPr>
              <a:t>m</a:t>
            </a:r>
            <a:r>
              <a:rPr sz="1300" i="1" spc="110" dirty="0">
                <a:latin typeface="Times New Roman"/>
                <a:cs typeface="Times New Roman"/>
              </a:rPr>
              <a:t>e</a:t>
            </a:r>
            <a:r>
              <a:rPr sz="1300" i="1" dirty="0">
                <a:latin typeface="Times New Roman"/>
                <a:cs typeface="Times New Roman"/>
              </a:rPr>
              <a:t>  </a:t>
            </a:r>
            <a:r>
              <a:rPr sz="1300" i="1" spc="25" dirty="0">
                <a:latin typeface="Times New Roman"/>
                <a:cs typeface="Times New Roman"/>
              </a:rPr>
              <a:t> </a:t>
            </a:r>
            <a:r>
              <a:rPr sz="1300" i="1" spc="145" dirty="0">
                <a:latin typeface="Times New Roman"/>
                <a:cs typeface="Times New Roman"/>
              </a:rPr>
              <a:t>Na</a:t>
            </a:r>
            <a:r>
              <a:rPr sz="1300" i="1" spc="155" dirty="0">
                <a:latin typeface="Times New Roman"/>
                <a:cs typeface="Times New Roman"/>
              </a:rPr>
              <a:t>m</a:t>
            </a:r>
            <a:r>
              <a:rPr sz="1300" i="1" spc="110" dirty="0">
                <a:latin typeface="Times New Roman"/>
                <a:cs typeface="Times New Roman"/>
              </a:rPr>
              <a:t>e</a:t>
            </a:r>
            <a:r>
              <a:rPr sz="1300" i="1" dirty="0">
                <a:latin typeface="Times New Roman"/>
                <a:cs typeface="Times New Roman"/>
              </a:rPr>
              <a:t>  </a:t>
            </a:r>
            <a:r>
              <a:rPr sz="1300" i="1" spc="-110" dirty="0">
                <a:latin typeface="Times New Roman"/>
                <a:cs typeface="Times New Roman"/>
              </a:rPr>
              <a:t> </a:t>
            </a:r>
            <a:r>
              <a:rPr sz="1450" i="1" spc="180" dirty="0">
                <a:latin typeface="Times New Roman"/>
                <a:cs typeface="Times New Roman"/>
              </a:rPr>
              <a:t>Bus</a:t>
            </a:r>
            <a:r>
              <a:rPr sz="1450" i="1" spc="130" dirty="0">
                <a:latin typeface="Times New Roman"/>
                <a:cs typeface="Times New Roman"/>
              </a:rPr>
              <a:t>y</a:t>
            </a:r>
            <a:r>
              <a:rPr sz="1450" i="1" dirty="0">
                <a:latin typeface="Times New Roman"/>
                <a:cs typeface="Times New Roman"/>
              </a:rPr>
              <a:t>	</a:t>
            </a:r>
            <a:r>
              <a:rPr sz="1450" i="1" spc="210" dirty="0">
                <a:latin typeface="Times New Roman"/>
                <a:cs typeface="Times New Roman"/>
              </a:rPr>
              <a:t>Op</a:t>
            </a:r>
            <a:endParaRPr sz="1450">
              <a:latin typeface="Times New Roman"/>
              <a:cs typeface="Times New Roman"/>
            </a:endParaRPr>
          </a:p>
        </p:txBody>
      </p:sp>
      <p:sp>
        <p:nvSpPr>
          <p:cNvPr id="20" name="object 17">
            <a:extLst>
              <a:ext uri="{FF2B5EF4-FFF2-40B4-BE49-F238E27FC236}">
                <a16:creationId xmlns:a16="http://schemas.microsoft.com/office/drawing/2014/main" id="{C23E63FC-06FB-CE7D-30C7-582079BBBB64}"/>
              </a:ext>
            </a:extLst>
          </p:cNvPr>
          <p:cNvSpPr txBox="1"/>
          <p:nvPr/>
        </p:nvSpPr>
        <p:spPr>
          <a:xfrm>
            <a:off x="3563959" y="3475428"/>
            <a:ext cx="255904" cy="518159"/>
          </a:xfrm>
          <a:prstGeom prst="rect">
            <a:avLst/>
          </a:prstGeom>
        </p:spPr>
        <p:txBody>
          <a:bodyPr vert="horz" wrap="square" lIns="0" tIns="37465" rIns="0" bIns="0" rtlCol="0">
            <a:spAutoFit/>
          </a:bodyPr>
          <a:lstStyle/>
          <a:p>
            <a:pPr marL="12700">
              <a:lnSpc>
                <a:spcPct val="100000"/>
              </a:lnSpc>
              <a:spcBef>
                <a:spcPts val="295"/>
              </a:spcBef>
            </a:pPr>
            <a:r>
              <a:rPr sz="1450" i="1" spc="180" dirty="0">
                <a:latin typeface="Times New Roman"/>
                <a:cs typeface="Times New Roman"/>
              </a:rPr>
              <a:t>S1</a:t>
            </a:r>
            <a:endParaRPr sz="1450">
              <a:latin typeface="Times New Roman"/>
              <a:cs typeface="Times New Roman"/>
            </a:endParaRPr>
          </a:p>
          <a:p>
            <a:pPr marL="36830">
              <a:lnSpc>
                <a:spcPct val="100000"/>
              </a:lnSpc>
              <a:spcBef>
                <a:spcPts val="200"/>
              </a:spcBef>
            </a:pPr>
            <a:r>
              <a:rPr sz="1450" i="1" spc="95" dirty="0">
                <a:latin typeface="Times New Roman"/>
                <a:cs typeface="Times New Roman"/>
              </a:rPr>
              <a:t>Vj</a:t>
            </a:r>
            <a:endParaRPr sz="1450">
              <a:latin typeface="Times New Roman"/>
              <a:cs typeface="Times New Roman"/>
            </a:endParaRPr>
          </a:p>
        </p:txBody>
      </p:sp>
      <p:sp>
        <p:nvSpPr>
          <p:cNvPr id="21" name="object 18">
            <a:extLst>
              <a:ext uri="{FF2B5EF4-FFF2-40B4-BE49-F238E27FC236}">
                <a16:creationId xmlns:a16="http://schemas.microsoft.com/office/drawing/2014/main" id="{8FA7113C-13E6-41E4-9A35-D08B6952CE42}"/>
              </a:ext>
            </a:extLst>
          </p:cNvPr>
          <p:cNvSpPr txBox="1"/>
          <p:nvPr/>
        </p:nvSpPr>
        <p:spPr>
          <a:xfrm>
            <a:off x="4181506" y="3475428"/>
            <a:ext cx="255904" cy="518159"/>
          </a:xfrm>
          <a:prstGeom prst="rect">
            <a:avLst/>
          </a:prstGeom>
        </p:spPr>
        <p:txBody>
          <a:bodyPr vert="horz" wrap="square" lIns="0" tIns="37465" rIns="0" bIns="0" rtlCol="0">
            <a:spAutoFit/>
          </a:bodyPr>
          <a:lstStyle/>
          <a:p>
            <a:pPr marL="12700">
              <a:lnSpc>
                <a:spcPct val="100000"/>
              </a:lnSpc>
              <a:spcBef>
                <a:spcPts val="295"/>
              </a:spcBef>
            </a:pPr>
            <a:r>
              <a:rPr sz="1450" i="1" spc="180" dirty="0">
                <a:latin typeface="Times New Roman"/>
                <a:cs typeface="Times New Roman"/>
              </a:rPr>
              <a:t>S2</a:t>
            </a:r>
            <a:endParaRPr sz="1450">
              <a:latin typeface="Times New Roman"/>
              <a:cs typeface="Times New Roman"/>
            </a:endParaRPr>
          </a:p>
          <a:p>
            <a:pPr marL="12700">
              <a:lnSpc>
                <a:spcPct val="100000"/>
              </a:lnSpc>
              <a:spcBef>
                <a:spcPts val="200"/>
              </a:spcBef>
            </a:pPr>
            <a:r>
              <a:rPr sz="1450" i="1" spc="120" dirty="0">
                <a:latin typeface="Times New Roman"/>
                <a:cs typeface="Times New Roman"/>
              </a:rPr>
              <a:t>Vk</a:t>
            </a:r>
            <a:endParaRPr sz="1450">
              <a:latin typeface="Times New Roman"/>
              <a:cs typeface="Times New Roman"/>
            </a:endParaRPr>
          </a:p>
        </p:txBody>
      </p:sp>
      <p:sp>
        <p:nvSpPr>
          <p:cNvPr id="22" name="object 19">
            <a:extLst>
              <a:ext uri="{FF2B5EF4-FFF2-40B4-BE49-F238E27FC236}">
                <a16:creationId xmlns:a16="http://schemas.microsoft.com/office/drawing/2014/main" id="{B565CF9E-3052-9B69-86CA-1804A46B230E}"/>
              </a:ext>
            </a:extLst>
          </p:cNvPr>
          <p:cNvSpPr txBox="1"/>
          <p:nvPr/>
        </p:nvSpPr>
        <p:spPr>
          <a:xfrm>
            <a:off x="4790799" y="3475428"/>
            <a:ext cx="902969" cy="518159"/>
          </a:xfrm>
          <a:prstGeom prst="rect">
            <a:avLst/>
          </a:prstGeom>
        </p:spPr>
        <p:txBody>
          <a:bodyPr vert="horz" wrap="square" lIns="0" tIns="37465" rIns="0" bIns="0" rtlCol="0">
            <a:spAutoFit/>
          </a:bodyPr>
          <a:lstStyle/>
          <a:p>
            <a:pPr marL="12700">
              <a:lnSpc>
                <a:spcPct val="100000"/>
              </a:lnSpc>
              <a:spcBef>
                <a:spcPts val="295"/>
              </a:spcBef>
              <a:tabLst>
                <a:tab pos="629920" algn="l"/>
              </a:tabLst>
            </a:pPr>
            <a:r>
              <a:rPr sz="1450" i="1" spc="180" dirty="0">
                <a:latin typeface="Times New Roman"/>
                <a:cs typeface="Times New Roman"/>
              </a:rPr>
              <a:t>RS	</a:t>
            </a:r>
            <a:r>
              <a:rPr sz="1450" i="1" spc="195" dirty="0">
                <a:latin typeface="Times New Roman"/>
                <a:cs typeface="Times New Roman"/>
              </a:rPr>
              <a:t>RS</a:t>
            </a:r>
            <a:endParaRPr sz="1450">
              <a:latin typeface="Times New Roman"/>
              <a:cs typeface="Times New Roman"/>
            </a:endParaRPr>
          </a:p>
          <a:p>
            <a:pPr marL="28575">
              <a:lnSpc>
                <a:spcPct val="100000"/>
              </a:lnSpc>
              <a:spcBef>
                <a:spcPts val="200"/>
              </a:spcBef>
              <a:tabLst>
                <a:tab pos="621665" algn="l"/>
              </a:tabLst>
            </a:pPr>
            <a:r>
              <a:rPr sz="1450" i="1" spc="245" dirty="0">
                <a:latin typeface="Times New Roman"/>
                <a:cs typeface="Times New Roman"/>
              </a:rPr>
              <a:t>Q</a:t>
            </a:r>
            <a:r>
              <a:rPr sz="1450" i="1" spc="80" dirty="0">
                <a:latin typeface="Times New Roman"/>
                <a:cs typeface="Times New Roman"/>
              </a:rPr>
              <a:t>j</a:t>
            </a:r>
            <a:r>
              <a:rPr sz="1450" i="1" dirty="0">
                <a:latin typeface="Times New Roman"/>
                <a:cs typeface="Times New Roman"/>
              </a:rPr>
              <a:t>	</a:t>
            </a:r>
            <a:r>
              <a:rPr sz="1450" i="1" spc="204" dirty="0">
                <a:latin typeface="Times New Roman"/>
                <a:cs typeface="Times New Roman"/>
              </a:rPr>
              <a:t>Qk</a:t>
            </a:r>
            <a:endParaRPr sz="1450">
              <a:latin typeface="Times New Roman"/>
              <a:cs typeface="Times New Roman"/>
            </a:endParaRPr>
          </a:p>
        </p:txBody>
      </p:sp>
      <p:sp>
        <p:nvSpPr>
          <p:cNvPr id="23" name="object 20">
            <a:extLst>
              <a:ext uri="{FF2B5EF4-FFF2-40B4-BE49-F238E27FC236}">
                <a16:creationId xmlns:a16="http://schemas.microsoft.com/office/drawing/2014/main" id="{FBB3232B-6FD4-2F31-4328-45AFBEA5B4E8}"/>
              </a:ext>
            </a:extLst>
          </p:cNvPr>
          <p:cNvSpPr txBox="1"/>
          <p:nvPr/>
        </p:nvSpPr>
        <p:spPr>
          <a:xfrm>
            <a:off x="1504995" y="3970554"/>
            <a:ext cx="659765" cy="1085850"/>
          </a:xfrm>
          <a:prstGeom prst="rect">
            <a:avLst/>
          </a:prstGeom>
        </p:spPr>
        <p:txBody>
          <a:bodyPr vert="horz" wrap="square" lIns="0" tIns="12700" rIns="0" bIns="0" rtlCol="0">
            <a:spAutoFit/>
          </a:bodyPr>
          <a:lstStyle/>
          <a:p>
            <a:pPr marL="168910" marR="45720" algn="just">
              <a:lnSpc>
                <a:spcPct val="107000"/>
              </a:lnSpc>
              <a:spcBef>
                <a:spcPts val="100"/>
              </a:spcBef>
            </a:pPr>
            <a:r>
              <a:rPr sz="1300" spc="160" dirty="0">
                <a:latin typeface="Times New Roman"/>
                <a:cs typeface="Times New Roman"/>
              </a:rPr>
              <a:t>A</a:t>
            </a:r>
            <a:r>
              <a:rPr sz="1300" spc="100" dirty="0">
                <a:latin typeface="Times New Roman"/>
                <a:cs typeface="Times New Roman"/>
              </a:rPr>
              <a:t>dd1  </a:t>
            </a:r>
            <a:r>
              <a:rPr sz="1300" spc="160" dirty="0">
                <a:latin typeface="Times New Roman"/>
                <a:cs typeface="Times New Roman"/>
              </a:rPr>
              <a:t>A</a:t>
            </a:r>
            <a:r>
              <a:rPr sz="1300" spc="100" dirty="0">
                <a:latin typeface="Times New Roman"/>
                <a:cs typeface="Times New Roman"/>
              </a:rPr>
              <a:t>dd2  </a:t>
            </a:r>
            <a:r>
              <a:rPr sz="1300" spc="160" dirty="0">
                <a:latin typeface="Times New Roman"/>
                <a:cs typeface="Times New Roman"/>
              </a:rPr>
              <a:t>A</a:t>
            </a:r>
            <a:r>
              <a:rPr sz="1300" spc="125" dirty="0">
                <a:latin typeface="Times New Roman"/>
                <a:cs typeface="Times New Roman"/>
              </a:rPr>
              <a:t>dd3</a:t>
            </a:r>
            <a:endParaRPr sz="1300">
              <a:latin typeface="Times New Roman"/>
              <a:cs typeface="Times New Roman"/>
            </a:endParaRPr>
          </a:p>
          <a:p>
            <a:pPr marL="168910" marR="5080" indent="-156845" algn="just">
              <a:lnSpc>
                <a:spcPct val="107000"/>
              </a:lnSpc>
            </a:pPr>
            <a:r>
              <a:rPr sz="1300" spc="125" dirty="0">
                <a:latin typeface="Times New Roman"/>
                <a:cs typeface="Times New Roman"/>
              </a:rPr>
              <a:t>3</a:t>
            </a:r>
            <a:r>
              <a:rPr sz="1300" spc="50" dirty="0">
                <a:latin typeface="Times New Roman"/>
                <a:cs typeface="Times New Roman"/>
              </a:rPr>
              <a:t> </a:t>
            </a:r>
            <a:r>
              <a:rPr sz="1300" spc="110" dirty="0">
                <a:latin typeface="Times New Roman"/>
                <a:cs typeface="Times New Roman"/>
              </a:rPr>
              <a:t>Mult1 </a:t>
            </a:r>
            <a:r>
              <a:rPr sz="1300" spc="-315" dirty="0">
                <a:latin typeface="Times New Roman"/>
                <a:cs typeface="Times New Roman"/>
              </a:rPr>
              <a:t> </a:t>
            </a:r>
            <a:r>
              <a:rPr sz="1300" spc="200" dirty="0">
                <a:latin typeface="Times New Roman"/>
                <a:cs typeface="Times New Roman"/>
              </a:rPr>
              <a:t>M</a:t>
            </a:r>
            <a:r>
              <a:rPr sz="1300" spc="125" dirty="0">
                <a:latin typeface="Times New Roman"/>
                <a:cs typeface="Times New Roman"/>
              </a:rPr>
              <a:t>u</a:t>
            </a:r>
            <a:r>
              <a:rPr sz="1300" spc="20" dirty="0">
                <a:latin typeface="Times New Roman"/>
                <a:cs typeface="Times New Roman"/>
              </a:rPr>
              <a:t>l</a:t>
            </a:r>
            <a:r>
              <a:rPr sz="1300" spc="85" dirty="0">
                <a:latin typeface="Times New Roman"/>
                <a:cs typeface="Times New Roman"/>
              </a:rPr>
              <a:t>t</a:t>
            </a:r>
            <a:r>
              <a:rPr sz="1300" spc="125" dirty="0">
                <a:latin typeface="Times New Roman"/>
                <a:cs typeface="Times New Roman"/>
              </a:rPr>
              <a:t>2</a:t>
            </a:r>
            <a:endParaRPr sz="1300">
              <a:latin typeface="Times New Roman"/>
              <a:cs typeface="Times New Roman"/>
            </a:endParaRPr>
          </a:p>
        </p:txBody>
      </p:sp>
      <p:sp>
        <p:nvSpPr>
          <p:cNvPr id="24" name="object 21">
            <a:extLst>
              <a:ext uri="{FF2B5EF4-FFF2-40B4-BE49-F238E27FC236}">
                <a16:creationId xmlns:a16="http://schemas.microsoft.com/office/drawing/2014/main" id="{EFAB338C-8DAC-A8F9-9CA7-D593110B3B6E}"/>
              </a:ext>
            </a:extLst>
          </p:cNvPr>
          <p:cNvSpPr txBox="1"/>
          <p:nvPr/>
        </p:nvSpPr>
        <p:spPr>
          <a:xfrm>
            <a:off x="2230117" y="3994865"/>
            <a:ext cx="3640454" cy="1060450"/>
          </a:xfrm>
          <a:prstGeom prst="rect">
            <a:avLst/>
          </a:prstGeom>
          <a:ln w="8268">
            <a:solidFill>
              <a:srgbClr val="000000"/>
            </a:solidFill>
          </a:ln>
        </p:spPr>
        <p:txBody>
          <a:bodyPr vert="horz" wrap="square" lIns="0" tIns="2540" rIns="0" bIns="0" rtlCol="0">
            <a:spAutoFit/>
          </a:bodyPr>
          <a:lstStyle/>
          <a:p>
            <a:pPr marL="127000">
              <a:lnSpc>
                <a:spcPct val="100000"/>
              </a:lnSpc>
              <a:spcBef>
                <a:spcPts val="20"/>
              </a:spcBef>
            </a:pPr>
            <a:r>
              <a:rPr sz="1300" spc="130" dirty="0">
                <a:latin typeface="Times New Roman"/>
                <a:cs typeface="Times New Roman"/>
              </a:rPr>
              <a:t>No</a:t>
            </a:r>
            <a:endParaRPr sz="1300">
              <a:latin typeface="Times New Roman"/>
              <a:cs typeface="Times New Roman"/>
            </a:endParaRPr>
          </a:p>
          <a:p>
            <a:pPr marL="127000" marR="3268345">
              <a:lnSpc>
                <a:spcPct val="107000"/>
              </a:lnSpc>
            </a:pPr>
            <a:r>
              <a:rPr sz="1300" spc="100" dirty="0">
                <a:latin typeface="Times New Roman"/>
                <a:cs typeface="Times New Roman"/>
              </a:rPr>
              <a:t>No  No</a:t>
            </a:r>
            <a:endParaRPr sz="1300">
              <a:latin typeface="Times New Roman"/>
              <a:cs typeface="Times New Roman"/>
            </a:endParaRPr>
          </a:p>
          <a:p>
            <a:pPr marL="93980">
              <a:lnSpc>
                <a:spcPct val="100000"/>
              </a:lnSpc>
              <a:spcBef>
                <a:spcPts val="105"/>
              </a:spcBef>
            </a:pPr>
            <a:r>
              <a:rPr sz="1300" spc="160" dirty="0">
                <a:latin typeface="Times New Roman"/>
                <a:cs typeface="Times New Roman"/>
              </a:rPr>
              <a:t>Y</a:t>
            </a:r>
            <a:r>
              <a:rPr sz="1300" spc="130" dirty="0">
                <a:latin typeface="Times New Roman"/>
                <a:cs typeface="Times New Roman"/>
              </a:rPr>
              <a:t>e</a:t>
            </a:r>
            <a:r>
              <a:rPr sz="1300" spc="95" dirty="0">
                <a:latin typeface="Times New Roman"/>
                <a:cs typeface="Times New Roman"/>
              </a:rPr>
              <a:t>s</a:t>
            </a:r>
            <a:r>
              <a:rPr sz="1300" dirty="0">
                <a:latin typeface="Times New Roman"/>
                <a:cs typeface="Times New Roman"/>
              </a:rPr>
              <a:t> </a:t>
            </a:r>
            <a:r>
              <a:rPr sz="1300" spc="45" dirty="0">
                <a:latin typeface="Times New Roman"/>
                <a:cs typeface="Times New Roman"/>
              </a:rPr>
              <a:t> </a:t>
            </a:r>
            <a:r>
              <a:rPr sz="1300" spc="200" dirty="0">
                <a:solidFill>
                  <a:srgbClr val="3333CC"/>
                </a:solidFill>
                <a:latin typeface="Times New Roman"/>
                <a:cs typeface="Times New Roman"/>
              </a:rPr>
              <a:t>M</a:t>
            </a:r>
            <a:r>
              <a:rPr sz="1300" spc="95" dirty="0">
                <a:solidFill>
                  <a:srgbClr val="3333CC"/>
                </a:solidFill>
                <a:latin typeface="Times New Roman"/>
                <a:cs typeface="Times New Roman"/>
              </a:rPr>
              <a:t>U</a:t>
            </a:r>
            <a:r>
              <a:rPr sz="1300" spc="170" dirty="0">
                <a:solidFill>
                  <a:srgbClr val="3333CC"/>
                </a:solidFill>
                <a:latin typeface="Times New Roman"/>
                <a:cs typeface="Times New Roman"/>
              </a:rPr>
              <a:t>L</a:t>
            </a:r>
            <a:r>
              <a:rPr sz="1300" spc="110" dirty="0">
                <a:solidFill>
                  <a:srgbClr val="3333CC"/>
                </a:solidFill>
                <a:latin typeface="Times New Roman"/>
                <a:cs typeface="Times New Roman"/>
              </a:rPr>
              <a:t>T</a:t>
            </a:r>
            <a:r>
              <a:rPr sz="1300" spc="185" dirty="0">
                <a:solidFill>
                  <a:srgbClr val="3333CC"/>
                </a:solidFill>
                <a:latin typeface="Times New Roman"/>
                <a:cs typeface="Times New Roman"/>
              </a:rPr>
              <a:t>D</a:t>
            </a:r>
            <a:r>
              <a:rPr sz="1300" spc="-90" dirty="0">
                <a:solidFill>
                  <a:srgbClr val="3333CC"/>
                </a:solidFill>
                <a:latin typeface="Times New Roman"/>
                <a:cs typeface="Times New Roman"/>
              </a:rPr>
              <a:t> </a:t>
            </a:r>
            <a:r>
              <a:rPr sz="1300" spc="200" dirty="0">
                <a:solidFill>
                  <a:srgbClr val="FF0000"/>
                </a:solidFill>
                <a:latin typeface="Times New Roman"/>
                <a:cs typeface="Times New Roman"/>
              </a:rPr>
              <a:t>M</a:t>
            </a:r>
            <a:r>
              <a:rPr sz="1300" spc="85" dirty="0">
                <a:solidFill>
                  <a:srgbClr val="FF0000"/>
                </a:solidFill>
                <a:latin typeface="Times New Roman"/>
                <a:cs typeface="Times New Roman"/>
              </a:rPr>
              <a:t>(</a:t>
            </a:r>
            <a:r>
              <a:rPr sz="1300" spc="160" dirty="0">
                <a:solidFill>
                  <a:srgbClr val="FF0000"/>
                </a:solidFill>
                <a:latin typeface="Times New Roman"/>
                <a:cs typeface="Times New Roman"/>
              </a:rPr>
              <a:t>A</a:t>
            </a:r>
            <a:r>
              <a:rPr sz="1300" spc="105" dirty="0">
                <a:solidFill>
                  <a:srgbClr val="FF0000"/>
                </a:solidFill>
                <a:latin typeface="Times New Roman"/>
                <a:cs typeface="Times New Roman"/>
              </a:rPr>
              <a:t>2)</a:t>
            </a:r>
            <a:r>
              <a:rPr sz="1300" dirty="0">
                <a:solidFill>
                  <a:srgbClr val="FF0000"/>
                </a:solidFill>
                <a:latin typeface="Times New Roman"/>
                <a:cs typeface="Times New Roman"/>
              </a:rPr>
              <a:t>  </a:t>
            </a:r>
            <a:r>
              <a:rPr sz="1300" spc="-70" dirty="0">
                <a:solidFill>
                  <a:srgbClr val="FF0000"/>
                </a:solidFill>
                <a:latin typeface="Times New Roman"/>
                <a:cs typeface="Times New Roman"/>
              </a:rPr>
              <a:t> </a:t>
            </a:r>
            <a:r>
              <a:rPr sz="1300" spc="125" dirty="0">
                <a:solidFill>
                  <a:srgbClr val="3333CC"/>
                </a:solidFill>
                <a:latin typeface="Times New Roman"/>
                <a:cs typeface="Times New Roman"/>
              </a:rPr>
              <a:t>R(</a:t>
            </a:r>
            <a:r>
              <a:rPr sz="1300" spc="114" dirty="0">
                <a:solidFill>
                  <a:srgbClr val="3333CC"/>
                </a:solidFill>
                <a:latin typeface="Times New Roman"/>
                <a:cs typeface="Times New Roman"/>
              </a:rPr>
              <a:t>F</a:t>
            </a:r>
            <a:r>
              <a:rPr sz="1300" spc="105" dirty="0">
                <a:solidFill>
                  <a:srgbClr val="3333CC"/>
                </a:solidFill>
                <a:latin typeface="Times New Roman"/>
                <a:cs typeface="Times New Roman"/>
              </a:rPr>
              <a:t>4)</a:t>
            </a:r>
            <a:endParaRPr sz="1300">
              <a:latin typeface="Times New Roman"/>
              <a:cs typeface="Times New Roman"/>
            </a:endParaRPr>
          </a:p>
          <a:p>
            <a:pPr marL="93980">
              <a:lnSpc>
                <a:spcPct val="100000"/>
              </a:lnSpc>
              <a:spcBef>
                <a:spcPts val="110"/>
              </a:spcBef>
              <a:tabLst>
                <a:tab pos="596900" algn="l"/>
                <a:tab pos="1823720" algn="l"/>
              </a:tabLst>
            </a:pPr>
            <a:r>
              <a:rPr sz="1300" spc="130" dirty="0">
                <a:latin typeface="Times New Roman"/>
                <a:cs typeface="Times New Roman"/>
              </a:rPr>
              <a:t>Yes	</a:t>
            </a:r>
            <a:r>
              <a:rPr sz="1300" spc="130" dirty="0">
                <a:solidFill>
                  <a:srgbClr val="00FF00"/>
                </a:solidFill>
                <a:latin typeface="Times New Roman"/>
                <a:cs typeface="Times New Roman"/>
              </a:rPr>
              <a:t>DIVD	</a:t>
            </a:r>
            <a:r>
              <a:rPr sz="1300" spc="130" dirty="0">
                <a:latin typeface="Times New Roman"/>
                <a:cs typeface="Times New Roman"/>
              </a:rPr>
              <a:t>M(A1)</a:t>
            </a:r>
            <a:r>
              <a:rPr sz="1300" spc="470" dirty="0">
                <a:latin typeface="Times New Roman"/>
                <a:cs typeface="Times New Roman"/>
              </a:rPr>
              <a:t> </a:t>
            </a:r>
            <a:r>
              <a:rPr sz="1300" spc="110" dirty="0">
                <a:solidFill>
                  <a:srgbClr val="3333CC"/>
                </a:solidFill>
                <a:latin typeface="Times New Roman"/>
                <a:cs typeface="Times New Roman"/>
              </a:rPr>
              <a:t>Mult1</a:t>
            </a:r>
            <a:endParaRPr sz="1300">
              <a:latin typeface="Times New Roman"/>
              <a:cs typeface="Times New Roman"/>
            </a:endParaRPr>
          </a:p>
        </p:txBody>
      </p:sp>
      <p:sp>
        <p:nvSpPr>
          <p:cNvPr id="25" name="object 22">
            <a:extLst>
              <a:ext uri="{FF2B5EF4-FFF2-40B4-BE49-F238E27FC236}">
                <a16:creationId xmlns:a16="http://schemas.microsoft.com/office/drawing/2014/main" id="{20EBBE66-80F1-4085-CB36-27B4D636686C}"/>
              </a:ext>
            </a:extLst>
          </p:cNvPr>
          <p:cNvSpPr txBox="1"/>
          <p:nvPr/>
        </p:nvSpPr>
        <p:spPr>
          <a:xfrm>
            <a:off x="55634" y="5140947"/>
            <a:ext cx="2317115" cy="288290"/>
          </a:xfrm>
          <a:prstGeom prst="rect">
            <a:avLst/>
          </a:prstGeom>
        </p:spPr>
        <p:txBody>
          <a:bodyPr vert="horz" wrap="square" lIns="0" tIns="15875" rIns="0" bIns="0" rtlCol="0">
            <a:spAutoFit/>
          </a:bodyPr>
          <a:lstStyle/>
          <a:p>
            <a:pPr marL="12700">
              <a:lnSpc>
                <a:spcPct val="100000"/>
              </a:lnSpc>
              <a:spcBef>
                <a:spcPts val="125"/>
              </a:spcBef>
            </a:pPr>
            <a:r>
              <a:rPr sz="1700" i="1" spc="150" dirty="0">
                <a:solidFill>
                  <a:srgbClr val="FF0000"/>
                </a:solidFill>
                <a:latin typeface="Times New Roman"/>
                <a:cs typeface="Times New Roman"/>
              </a:rPr>
              <a:t>Register</a:t>
            </a:r>
            <a:r>
              <a:rPr sz="1700" i="1" spc="45" dirty="0">
                <a:solidFill>
                  <a:srgbClr val="FF0000"/>
                </a:solidFill>
                <a:latin typeface="Times New Roman"/>
                <a:cs typeface="Times New Roman"/>
              </a:rPr>
              <a:t> </a:t>
            </a:r>
            <a:r>
              <a:rPr sz="1700" i="1" spc="125" dirty="0">
                <a:solidFill>
                  <a:srgbClr val="FF0000"/>
                </a:solidFill>
                <a:latin typeface="Times New Roman"/>
                <a:cs typeface="Times New Roman"/>
              </a:rPr>
              <a:t>result</a:t>
            </a:r>
            <a:r>
              <a:rPr sz="1700" i="1" spc="90" dirty="0">
                <a:solidFill>
                  <a:srgbClr val="FF0000"/>
                </a:solidFill>
                <a:latin typeface="Times New Roman"/>
                <a:cs typeface="Times New Roman"/>
              </a:rPr>
              <a:t> </a:t>
            </a:r>
            <a:r>
              <a:rPr sz="1700" i="1" spc="130" dirty="0">
                <a:solidFill>
                  <a:srgbClr val="FF0000"/>
                </a:solidFill>
                <a:latin typeface="Times New Roman"/>
                <a:cs typeface="Times New Roman"/>
              </a:rPr>
              <a:t>status:</a:t>
            </a:r>
            <a:endParaRPr sz="1700">
              <a:latin typeface="Times New Roman"/>
              <a:cs typeface="Times New Roman"/>
            </a:endParaRPr>
          </a:p>
        </p:txBody>
      </p:sp>
      <p:graphicFrame>
        <p:nvGraphicFramePr>
          <p:cNvPr id="26" name="object 23">
            <a:extLst>
              <a:ext uri="{FF2B5EF4-FFF2-40B4-BE49-F238E27FC236}">
                <a16:creationId xmlns:a16="http://schemas.microsoft.com/office/drawing/2014/main" id="{94B72D49-6C82-BAF5-2EB0-0D6676E1C11D}"/>
              </a:ext>
            </a:extLst>
          </p:cNvPr>
          <p:cNvGraphicFramePr>
            <a:graphicFrameLocks noGrp="1"/>
          </p:cNvGraphicFramePr>
          <p:nvPr/>
        </p:nvGraphicFramePr>
        <p:xfrm>
          <a:off x="357712" y="5457856"/>
          <a:ext cx="8051162" cy="465351"/>
        </p:xfrm>
        <a:graphic>
          <a:graphicData uri="http://schemas.openxmlformats.org/drawingml/2006/table">
            <a:tbl>
              <a:tblPr firstRow="1" bandRow="1">
                <a:tableStyleId>{2D5ABB26-0587-4C30-8999-92F81FD0307C}</a:tableStyleId>
              </a:tblPr>
              <a:tblGrid>
                <a:gridCol w="1316355">
                  <a:extLst>
                    <a:ext uri="{9D8B030D-6E8A-4147-A177-3AD203B41FA5}">
                      <a16:colId xmlns:a16="http://schemas.microsoft.com/office/drawing/2014/main" val="20000"/>
                    </a:ext>
                  </a:extLst>
                </a:gridCol>
                <a:gridCol w="105029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700405">
                  <a:extLst>
                    <a:ext uri="{9D8B030D-6E8A-4147-A177-3AD203B41FA5}">
                      <a16:colId xmlns:a16="http://schemas.microsoft.com/office/drawing/2014/main" val="20003"/>
                    </a:ext>
                  </a:extLst>
                </a:gridCol>
                <a:gridCol w="418464">
                  <a:extLst>
                    <a:ext uri="{9D8B030D-6E8A-4147-A177-3AD203B41FA5}">
                      <a16:colId xmlns:a16="http://schemas.microsoft.com/office/drawing/2014/main" val="20004"/>
                    </a:ext>
                  </a:extLst>
                </a:gridCol>
                <a:gridCol w="741679">
                  <a:extLst>
                    <a:ext uri="{9D8B030D-6E8A-4147-A177-3AD203B41FA5}">
                      <a16:colId xmlns:a16="http://schemas.microsoft.com/office/drawing/2014/main" val="20005"/>
                    </a:ext>
                  </a:extLst>
                </a:gridCol>
                <a:gridCol w="657225">
                  <a:extLst>
                    <a:ext uri="{9D8B030D-6E8A-4147-A177-3AD203B41FA5}">
                      <a16:colId xmlns:a16="http://schemas.microsoft.com/office/drawing/2014/main" val="20006"/>
                    </a:ext>
                  </a:extLst>
                </a:gridCol>
                <a:gridCol w="634364">
                  <a:extLst>
                    <a:ext uri="{9D8B030D-6E8A-4147-A177-3AD203B41FA5}">
                      <a16:colId xmlns:a16="http://schemas.microsoft.com/office/drawing/2014/main" val="20007"/>
                    </a:ext>
                  </a:extLst>
                </a:gridCol>
                <a:gridCol w="1885950">
                  <a:extLst>
                    <a:ext uri="{9D8B030D-6E8A-4147-A177-3AD203B41FA5}">
                      <a16:colId xmlns:a16="http://schemas.microsoft.com/office/drawing/2014/main" val="20008"/>
                    </a:ext>
                  </a:extLst>
                </a:gridCol>
              </a:tblGrid>
              <a:tr h="253239">
                <a:tc>
                  <a:txBody>
                    <a:bodyPr/>
                    <a:lstStyle/>
                    <a:p>
                      <a:pPr marL="31750">
                        <a:lnSpc>
                          <a:spcPts val="1875"/>
                        </a:lnSpc>
                      </a:pPr>
                      <a:r>
                        <a:rPr sz="1700" spc="170" dirty="0">
                          <a:latin typeface="Times New Roman"/>
                          <a:cs typeface="Times New Roman"/>
                        </a:rPr>
                        <a:t>Clock</a:t>
                      </a:r>
                      <a:endParaRPr sz="1700">
                        <a:latin typeface="Times New Roman"/>
                        <a:cs typeface="Times New Roman"/>
                      </a:endParaRPr>
                    </a:p>
                  </a:txBody>
                  <a:tcPr marL="0" marR="0" marT="0" marB="0"/>
                </a:tc>
                <a:tc gridSpan="2">
                  <a:txBody>
                    <a:bodyPr/>
                    <a:lstStyle/>
                    <a:p>
                      <a:pPr marR="177165" algn="r">
                        <a:lnSpc>
                          <a:spcPts val="1875"/>
                        </a:lnSpc>
                      </a:pPr>
                      <a:r>
                        <a:rPr sz="1700" i="1" spc="170" dirty="0">
                          <a:latin typeface="Times New Roman"/>
                          <a:cs typeface="Times New Roman"/>
                        </a:rPr>
                        <a:t>F0</a:t>
                      </a:r>
                      <a:endParaRPr sz="1700">
                        <a:latin typeface="Times New Roman"/>
                        <a:cs typeface="Times New Roman"/>
                      </a:endParaRPr>
                    </a:p>
                  </a:txBody>
                  <a:tcPr marL="0" marR="0" marT="0" marB="0"/>
                </a:tc>
                <a:tc hMerge="1">
                  <a:txBody>
                    <a:bodyPr/>
                    <a:lstStyle/>
                    <a:p>
                      <a:endParaRPr/>
                    </a:p>
                  </a:txBody>
                  <a:tcPr marL="0" marR="0" marT="0" marB="0"/>
                </a:tc>
                <a:tc>
                  <a:txBody>
                    <a:bodyPr/>
                    <a:lstStyle/>
                    <a:p>
                      <a:pPr marR="62230" algn="ctr">
                        <a:lnSpc>
                          <a:spcPts val="1875"/>
                        </a:lnSpc>
                      </a:pPr>
                      <a:r>
                        <a:rPr sz="1700" i="1" spc="170" dirty="0">
                          <a:latin typeface="Times New Roman"/>
                          <a:cs typeface="Times New Roman"/>
                        </a:rPr>
                        <a:t>F2</a:t>
                      </a:r>
                      <a:endParaRPr sz="1700">
                        <a:latin typeface="Times New Roman"/>
                        <a:cs typeface="Times New Roman"/>
                      </a:endParaRPr>
                    </a:p>
                  </a:txBody>
                  <a:tcPr marL="0" marR="0" marT="0" marB="0"/>
                </a:tc>
                <a:tc>
                  <a:txBody>
                    <a:bodyPr/>
                    <a:lstStyle/>
                    <a:p>
                      <a:pPr marL="90170">
                        <a:lnSpc>
                          <a:spcPts val="1875"/>
                        </a:lnSpc>
                      </a:pPr>
                      <a:r>
                        <a:rPr sz="1700" i="1" spc="170" dirty="0">
                          <a:latin typeface="Times New Roman"/>
                          <a:cs typeface="Times New Roman"/>
                        </a:rPr>
                        <a:t>F4</a:t>
                      </a:r>
                      <a:endParaRPr sz="1700">
                        <a:latin typeface="Times New Roman"/>
                        <a:cs typeface="Times New Roman"/>
                      </a:endParaRPr>
                    </a:p>
                  </a:txBody>
                  <a:tcPr marL="0" marR="0" marT="0" marB="0"/>
                </a:tc>
                <a:tc>
                  <a:txBody>
                    <a:bodyPr/>
                    <a:lstStyle/>
                    <a:p>
                      <a:pPr marL="290195">
                        <a:lnSpc>
                          <a:spcPts val="1875"/>
                        </a:lnSpc>
                      </a:pPr>
                      <a:r>
                        <a:rPr sz="1700" i="1" spc="170" dirty="0">
                          <a:latin typeface="Times New Roman"/>
                          <a:cs typeface="Times New Roman"/>
                        </a:rPr>
                        <a:t>F6</a:t>
                      </a:r>
                      <a:endParaRPr sz="1700">
                        <a:latin typeface="Times New Roman"/>
                        <a:cs typeface="Times New Roman"/>
                      </a:endParaRPr>
                    </a:p>
                  </a:txBody>
                  <a:tcPr marL="0" marR="0" marT="0" marB="0"/>
                </a:tc>
                <a:tc>
                  <a:txBody>
                    <a:bodyPr/>
                    <a:lstStyle/>
                    <a:p>
                      <a:pPr marL="166370">
                        <a:lnSpc>
                          <a:spcPts val="1875"/>
                        </a:lnSpc>
                      </a:pPr>
                      <a:r>
                        <a:rPr sz="1700" i="1" spc="170" dirty="0">
                          <a:latin typeface="Times New Roman"/>
                          <a:cs typeface="Times New Roman"/>
                        </a:rPr>
                        <a:t>F8</a:t>
                      </a:r>
                      <a:endParaRPr sz="1700">
                        <a:latin typeface="Times New Roman"/>
                        <a:cs typeface="Times New Roman"/>
                      </a:endParaRPr>
                    </a:p>
                  </a:txBody>
                  <a:tcPr marL="0" marR="0" marT="0" marB="0"/>
                </a:tc>
                <a:tc>
                  <a:txBody>
                    <a:bodyPr/>
                    <a:lstStyle/>
                    <a:p>
                      <a:pPr marL="61594">
                        <a:lnSpc>
                          <a:spcPts val="1875"/>
                        </a:lnSpc>
                      </a:pPr>
                      <a:r>
                        <a:rPr sz="1700" i="1" spc="185" dirty="0">
                          <a:latin typeface="Times New Roman"/>
                          <a:cs typeface="Times New Roman"/>
                        </a:rPr>
                        <a:t>F10</a:t>
                      </a:r>
                      <a:endParaRPr sz="1700">
                        <a:latin typeface="Times New Roman"/>
                        <a:cs typeface="Times New Roman"/>
                      </a:endParaRPr>
                    </a:p>
                  </a:txBody>
                  <a:tcPr marL="0" marR="0" marT="0" marB="0"/>
                </a:tc>
                <a:tc>
                  <a:txBody>
                    <a:bodyPr/>
                    <a:lstStyle/>
                    <a:p>
                      <a:pPr marL="151765">
                        <a:lnSpc>
                          <a:spcPts val="1875"/>
                        </a:lnSpc>
                        <a:tabLst>
                          <a:tab pos="942340" algn="l"/>
                          <a:tab pos="1370965" algn="l"/>
                        </a:tabLst>
                      </a:pPr>
                      <a:r>
                        <a:rPr sz="1700" i="1" spc="185" dirty="0">
                          <a:latin typeface="Times New Roman"/>
                          <a:cs typeface="Times New Roman"/>
                        </a:rPr>
                        <a:t>F12	</a:t>
                      </a:r>
                      <a:r>
                        <a:rPr sz="1700" i="1" spc="90" dirty="0">
                          <a:latin typeface="Times New Roman"/>
                          <a:cs typeface="Times New Roman"/>
                        </a:rPr>
                        <a:t>...	</a:t>
                      </a:r>
                      <a:r>
                        <a:rPr sz="1700" i="1" spc="185" dirty="0">
                          <a:latin typeface="Times New Roman"/>
                          <a:cs typeface="Times New Roman"/>
                        </a:rPr>
                        <a:t>F30</a:t>
                      </a:r>
                      <a:endParaRPr sz="1700">
                        <a:latin typeface="Times New Roman"/>
                        <a:cs typeface="Times New Roman"/>
                      </a:endParaRPr>
                    </a:p>
                  </a:txBody>
                  <a:tcPr marL="0" marR="0" marT="0" marB="0"/>
                </a:tc>
                <a:extLst>
                  <a:ext uri="{0D108BD9-81ED-4DB2-BD59-A6C34878D82A}">
                    <a16:rowId xmlns:a16="http://schemas.microsoft.com/office/drawing/2014/main" val="10000"/>
                  </a:ext>
                </a:extLst>
              </a:tr>
              <a:tr h="212112">
                <a:tc>
                  <a:txBody>
                    <a:bodyPr/>
                    <a:lstStyle/>
                    <a:p>
                      <a:pPr marL="287020">
                        <a:lnSpc>
                          <a:spcPts val="1550"/>
                        </a:lnSpc>
                        <a:spcBef>
                          <a:spcPts val="15"/>
                        </a:spcBef>
                      </a:pPr>
                      <a:r>
                        <a:rPr sz="1300" b="1" spc="120" dirty="0">
                          <a:latin typeface="Times New Roman"/>
                          <a:cs typeface="Times New Roman"/>
                        </a:rPr>
                        <a:t>12</a:t>
                      </a:r>
                      <a:endParaRPr sz="1300">
                        <a:latin typeface="Times New Roman"/>
                        <a:cs typeface="Times New Roman"/>
                      </a:endParaRPr>
                    </a:p>
                  </a:txBody>
                  <a:tcPr marL="0" marR="0" marT="1905" marB="0"/>
                </a:tc>
                <a:tc>
                  <a:txBody>
                    <a:bodyPr/>
                    <a:lstStyle/>
                    <a:p>
                      <a:pPr marL="658495">
                        <a:lnSpc>
                          <a:spcPts val="1550"/>
                        </a:lnSpc>
                        <a:spcBef>
                          <a:spcPts val="15"/>
                        </a:spcBef>
                      </a:pPr>
                      <a:r>
                        <a:rPr sz="1300" i="1" spc="190" dirty="0">
                          <a:latin typeface="Times New Roman"/>
                          <a:cs typeface="Times New Roman"/>
                        </a:rPr>
                        <a:t>FU</a:t>
                      </a:r>
                      <a:endParaRPr sz="1300">
                        <a:latin typeface="Times New Roman"/>
                        <a:cs typeface="Times New Roman"/>
                      </a:endParaRPr>
                    </a:p>
                  </a:txBody>
                  <a:tcPr marL="0" marR="0" marT="1905" marB="0">
                    <a:lnR w="9525">
                      <a:solidFill>
                        <a:srgbClr val="000000"/>
                      </a:solidFill>
                      <a:prstDash val="solid"/>
                    </a:lnR>
                  </a:tcPr>
                </a:tc>
                <a:tc>
                  <a:txBody>
                    <a:bodyPr/>
                    <a:lstStyle/>
                    <a:p>
                      <a:pPr marL="102235">
                        <a:lnSpc>
                          <a:spcPts val="1550"/>
                        </a:lnSpc>
                        <a:spcBef>
                          <a:spcPts val="15"/>
                        </a:spcBef>
                      </a:pPr>
                      <a:r>
                        <a:rPr sz="1300" spc="110" dirty="0">
                          <a:solidFill>
                            <a:srgbClr val="0000FF"/>
                          </a:solidFill>
                          <a:latin typeface="Times New Roman"/>
                          <a:cs typeface="Times New Roman"/>
                        </a:rPr>
                        <a:t>Mult1</a:t>
                      </a:r>
                      <a:endParaRPr sz="1300">
                        <a:latin typeface="Times New Roman"/>
                        <a:cs typeface="Times New Roman"/>
                      </a:endParaRPr>
                    </a:p>
                  </a:txBody>
                  <a:tcPr marL="0" marR="0" marT="1905"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16510" algn="ctr">
                        <a:lnSpc>
                          <a:spcPts val="1550"/>
                        </a:lnSpc>
                        <a:spcBef>
                          <a:spcPts val="15"/>
                        </a:spcBef>
                      </a:pPr>
                      <a:r>
                        <a:rPr sz="1300" spc="130" dirty="0">
                          <a:solidFill>
                            <a:srgbClr val="FF0000"/>
                          </a:solidFill>
                          <a:latin typeface="Times New Roman"/>
                          <a:cs typeface="Times New Roman"/>
                        </a:rPr>
                        <a:t>M(A2)</a:t>
                      </a:r>
                      <a:endParaRPr sz="1300">
                        <a:latin typeface="Times New Roman"/>
                        <a:cs typeface="Times New Roman"/>
                      </a:endParaRPr>
                    </a:p>
                  </a:txBody>
                  <a:tcPr marL="0" marR="0" marT="1905" marB="0">
                    <a:lnB w="9525">
                      <a:solidFill>
                        <a:srgbClr val="000000"/>
                      </a:solidFill>
                      <a:prstDash val="solid"/>
                    </a:lnB>
                  </a:tcPr>
                </a:tc>
                <a:tc gridSpan="3">
                  <a:txBody>
                    <a:bodyPr/>
                    <a:lstStyle/>
                    <a:p>
                      <a:pPr marL="461009">
                        <a:lnSpc>
                          <a:spcPts val="1550"/>
                        </a:lnSpc>
                        <a:spcBef>
                          <a:spcPts val="15"/>
                        </a:spcBef>
                      </a:pPr>
                      <a:r>
                        <a:rPr sz="1300" spc="140" dirty="0">
                          <a:solidFill>
                            <a:srgbClr val="00FF00"/>
                          </a:solidFill>
                          <a:latin typeface="Times New Roman"/>
                          <a:cs typeface="Times New Roman"/>
                        </a:rPr>
                        <a:t>(M-M+M</a:t>
                      </a:r>
                      <a:r>
                        <a:rPr sz="1300" spc="140" dirty="0">
                          <a:solidFill>
                            <a:srgbClr val="FF00FF"/>
                          </a:solidFill>
                          <a:latin typeface="Times New Roman"/>
                          <a:cs typeface="Times New Roman"/>
                        </a:rPr>
                        <a:t>(M-M)</a:t>
                      </a:r>
                      <a:endParaRPr sz="1300">
                        <a:latin typeface="Times New Roman"/>
                        <a:cs typeface="Times New Roman"/>
                      </a:endParaRPr>
                    </a:p>
                  </a:txBody>
                  <a:tcPr marL="0" marR="0" marT="1905" marB="0">
                    <a:lnB w="9525">
                      <a:solidFill>
                        <a:srgbClr val="000000"/>
                      </a:solidFill>
                      <a:prstDash val="solid"/>
                    </a:lnB>
                  </a:tcPr>
                </a:tc>
                <a:tc hMerge="1">
                  <a:txBody>
                    <a:bodyPr/>
                    <a:lstStyle/>
                    <a:p>
                      <a:endParaRPr/>
                    </a:p>
                  </a:txBody>
                  <a:tcPr marL="0" marR="0" marT="0" marB="0"/>
                </a:tc>
                <a:tc hMerge="1">
                  <a:txBody>
                    <a:bodyPr/>
                    <a:lstStyle/>
                    <a:p>
                      <a:endParaRPr/>
                    </a:p>
                  </a:txBody>
                  <a:tcPr marL="0" marR="0" marT="0" marB="0"/>
                </a:tc>
                <a:tc gridSpan="2">
                  <a:txBody>
                    <a:bodyPr/>
                    <a:lstStyle/>
                    <a:p>
                      <a:pPr marL="53340">
                        <a:lnSpc>
                          <a:spcPts val="1550"/>
                        </a:lnSpc>
                        <a:spcBef>
                          <a:spcPts val="15"/>
                        </a:spcBef>
                      </a:pPr>
                      <a:r>
                        <a:rPr sz="1300" spc="110" dirty="0">
                          <a:solidFill>
                            <a:srgbClr val="00FF00"/>
                          </a:solidFill>
                          <a:latin typeface="Times New Roman"/>
                          <a:cs typeface="Times New Roman"/>
                        </a:rPr>
                        <a:t>Mult2</a:t>
                      </a:r>
                      <a:endParaRPr sz="1300">
                        <a:latin typeface="Times New Roman"/>
                        <a:cs typeface="Times New Roman"/>
                      </a:endParaRPr>
                    </a:p>
                  </a:txBody>
                  <a:tcPr marL="0" marR="0" marT="1905" marB="0">
                    <a:lnR w="9525">
                      <a:solidFill>
                        <a:srgbClr val="000000"/>
                      </a:solidFill>
                      <a:prstDash val="solid"/>
                    </a:lnR>
                    <a:lnB w="952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pSp>
        <p:nvGrpSpPr>
          <p:cNvPr id="27" name="object 24">
            <a:extLst>
              <a:ext uri="{FF2B5EF4-FFF2-40B4-BE49-F238E27FC236}">
                <a16:creationId xmlns:a16="http://schemas.microsoft.com/office/drawing/2014/main" id="{1FB9DE18-B49A-D5F5-CBEA-47CCD63860C0}"/>
              </a:ext>
            </a:extLst>
          </p:cNvPr>
          <p:cNvGrpSpPr/>
          <p:nvPr/>
        </p:nvGrpSpPr>
        <p:grpSpPr>
          <a:xfrm>
            <a:off x="2720173" y="2104206"/>
            <a:ext cx="1918970" cy="1278890"/>
            <a:chOff x="2692974" y="1433919"/>
            <a:chExt cx="1918970" cy="1278890"/>
          </a:xfrm>
        </p:grpSpPr>
        <p:sp>
          <p:nvSpPr>
            <p:cNvPr id="28" name="object 25">
              <a:extLst>
                <a:ext uri="{FF2B5EF4-FFF2-40B4-BE49-F238E27FC236}">
                  <a16:creationId xmlns:a16="http://schemas.microsoft.com/office/drawing/2014/main" id="{39848CB1-B13B-0507-FD60-46C00B7D5361}"/>
                </a:ext>
              </a:extLst>
            </p:cNvPr>
            <p:cNvSpPr/>
            <p:nvPr/>
          </p:nvSpPr>
          <p:spPr>
            <a:xfrm>
              <a:off x="2705341" y="1437395"/>
              <a:ext cx="1902460" cy="0"/>
            </a:xfrm>
            <a:custGeom>
              <a:avLst/>
              <a:gdLst/>
              <a:ahLst/>
              <a:cxnLst/>
              <a:rect l="l" t="t" r="r" b="b"/>
              <a:pathLst>
                <a:path w="1902460">
                  <a:moveTo>
                    <a:pt x="0" y="0"/>
                  </a:moveTo>
                  <a:lnTo>
                    <a:pt x="1902047" y="0"/>
                  </a:lnTo>
                </a:path>
              </a:pathLst>
            </a:custGeom>
            <a:ln w="6838">
              <a:solidFill>
                <a:srgbClr val="000000"/>
              </a:solidFill>
            </a:ln>
          </p:spPr>
          <p:txBody>
            <a:bodyPr wrap="square" lIns="0" tIns="0" rIns="0" bIns="0" rtlCol="0"/>
            <a:lstStyle/>
            <a:p>
              <a:endParaRPr/>
            </a:p>
          </p:txBody>
        </p:sp>
        <p:sp>
          <p:nvSpPr>
            <p:cNvPr id="29" name="object 26">
              <a:extLst>
                <a:ext uri="{FF2B5EF4-FFF2-40B4-BE49-F238E27FC236}">
                  <a16:creationId xmlns:a16="http://schemas.microsoft.com/office/drawing/2014/main" id="{A8248C41-BAE9-7AED-0AC1-FCB8BF1A5F1F}"/>
                </a:ext>
              </a:extLst>
            </p:cNvPr>
            <p:cNvSpPr/>
            <p:nvPr/>
          </p:nvSpPr>
          <p:spPr>
            <a:xfrm>
              <a:off x="2701159" y="1433951"/>
              <a:ext cx="1910714" cy="6985"/>
            </a:xfrm>
            <a:custGeom>
              <a:avLst/>
              <a:gdLst/>
              <a:ahLst/>
              <a:cxnLst/>
              <a:rect l="l" t="t" r="r" b="b"/>
              <a:pathLst>
                <a:path w="1910714" h="6984">
                  <a:moveTo>
                    <a:pt x="1910300" y="0"/>
                  </a:moveTo>
                  <a:lnTo>
                    <a:pt x="0" y="0"/>
                  </a:lnTo>
                  <a:lnTo>
                    <a:pt x="0" y="6827"/>
                  </a:lnTo>
                  <a:lnTo>
                    <a:pt x="1910300" y="6827"/>
                  </a:lnTo>
                  <a:lnTo>
                    <a:pt x="1910300" y="0"/>
                  </a:lnTo>
                  <a:close/>
                </a:path>
              </a:pathLst>
            </a:custGeom>
            <a:solidFill>
              <a:srgbClr val="000000"/>
            </a:solidFill>
          </p:spPr>
          <p:txBody>
            <a:bodyPr wrap="square" lIns="0" tIns="0" rIns="0" bIns="0" rtlCol="0"/>
            <a:lstStyle/>
            <a:p>
              <a:endParaRPr/>
            </a:p>
          </p:txBody>
        </p:sp>
        <p:sp>
          <p:nvSpPr>
            <p:cNvPr id="30" name="object 27">
              <a:extLst>
                <a:ext uri="{FF2B5EF4-FFF2-40B4-BE49-F238E27FC236}">
                  <a16:creationId xmlns:a16="http://schemas.microsoft.com/office/drawing/2014/main" id="{C0209803-0157-CCB1-E41D-2F4BCC956E80}"/>
                </a:ext>
              </a:extLst>
            </p:cNvPr>
            <p:cNvSpPr/>
            <p:nvPr/>
          </p:nvSpPr>
          <p:spPr>
            <a:xfrm>
              <a:off x="2697088" y="1437395"/>
              <a:ext cx="0" cy="1271905"/>
            </a:xfrm>
            <a:custGeom>
              <a:avLst/>
              <a:gdLst/>
              <a:ahLst/>
              <a:cxnLst/>
              <a:rect l="l" t="t" r="r" b="b"/>
              <a:pathLst>
                <a:path h="1271905">
                  <a:moveTo>
                    <a:pt x="0" y="0"/>
                  </a:moveTo>
                  <a:lnTo>
                    <a:pt x="0" y="1271762"/>
                  </a:lnTo>
                </a:path>
              </a:pathLst>
            </a:custGeom>
            <a:ln w="8227">
              <a:solidFill>
                <a:srgbClr val="000000"/>
              </a:solidFill>
            </a:ln>
          </p:spPr>
          <p:txBody>
            <a:bodyPr wrap="square" lIns="0" tIns="0" rIns="0" bIns="0" rtlCol="0"/>
            <a:lstStyle/>
            <a:p>
              <a:endParaRPr/>
            </a:p>
          </p:txBody>
        </p:sp>
        <p:sp>
          <p:nvSpPr>
            <p:cNvPr id="31" name="object 28">
              <a:extLst>
                <a:ext uri="{FF2B5EF4-FFF2-40B4-BE49-F238E27FC236}">
                  <a16:creationId xmlns:a16="http://schemas.microsoft.com/office/drawing/2014/main" id="{C11FEC67-35AE-C88B-9E68-0985F47EA29E}"/>
                </a:ext>
              </a:extLst>
            </p:cNvPr>
            <p:cNvSpPr/>
            <p:nvPr/>
          </p:nvSpPr>
          <p:spPr>
            <a:xfrm>
              <a:off x="2693017" y="1433919"/>
              <a:ext cx="8255" cy="1278890"/>
            </a:xfrm>
            <a:custGeom>
              <a:avLst/>
              <a:gdLst/>
              <a:ahLst/>
              <a:cxnLst/>
              <a:rect l="l" t="t" r="r" b="b"/>
              <a:pathLst>
                <a:path w="8255" h="1278889">
                  <a:moveTo>
                    <a:pt x="8226" y="0"/>
                  </a:moveTo>
                  <a:lnTo>
                    <a:pt x="0" y="0"/>
                  </a:lnTo>
                  <a:lnTo>
                    <a:pt x="0" y="1278622"/>
                  </a:lnTo>
                  <a:lnTo>
                    <a:pt x="8226" y="1278622"/>
                  </a:lnTo>
                  <a:lnTo>
                    <a:pt x="8226" y="0"/>
                  </a:lnTo>
                  <a:close/>
                </a:path>
              </a:pathLst>
            </a:custGeom>
            <a:solidFill>
              <a:srgbClr val="000000"/>
            </a:solidFill>
          </p:spPr>
          <p:txBody>
            <a:bodyPr wrap="square" lIns="0" tIns="0" rIns="0" bIns="0" rtlCol="0"/>
            <a:lstStyle/>
            <a:p>
              <a:endParaRPr/>
            </a:p>
          </p:txBody>
        </p:sp>
        <p:sp>
          <p:nvSpPr>
            <p:cNvPr id="32" name="object 29">
              <a:extLst>
                <a:ext uri="{FF2B5EF4-FFF2-40B4-BE49-F238E27FC236}">
                  <a16:creationId xmlns:a16="http://schemas.microsoft.com/office/drawing/2014/main" id="{83D049C8-9E0A-710C-EB2D-5223C3BB4B2E}"/>
                </a:ext>
              </a:extLst>
            </p:cNvPr>
            <p:cNvSpPr/>
            <p:nvPr/>
          </p:nvSpPr>
          <p:spPr>
            <a:xfrm>
              <a:off x="4607388" y="1444255"/>
              <a:ext cx="0" cy="1264920"/>
            </a:xfrm>
            <a:custGeom>
              <a:avLst/>
              <a:gdLst/>
              <a:ahLst/>
              <a:cxnLst/>
              <a:rect l="l" t="t" r="r" b="b"/>
              <a:pathLst>
                <a:path h="1264920">
                  <a:moveTo>
                    <a:pt x="0" y="0"/>
                  </a:moveTo>
                  <a:lnTo>
                    <a:pt x="0" y="1264902"/>
                  </a:lnTo>
                </a:path>
              </a:pathLst>
            </a:custGeom>
            <a:ln w="8227">
              <a:solidFill>
                <a:srgbClr val="000000"/>
              </a:solidFill>
            </a:ln>
          </p:spPr>
          <p:txBody>
            <a:bodyPr wrap="square" lIns="0" tIns="0" rIns="0" bIns="0" rtlCol="0"/>
            <a:lstStyle/>
            <a:p>
              <a:endParaRPr/>
            </a:p>
          </p:txBody>
        </p:sp>
        <p:sp>
          <p:nvSpPr>
            <p:cNvPr id="33" name="object 30">
              <a:extLst>
                <a:ext uri="{FF2B5EF4-FFF2-40B4-BE49-F238E27FC236}">
                  <a16:creationId xmlns:a16="http://schemas.microsoft.com/office/drawing/2014/main" id="{5E9C6228-E918-9CAA-83ED-01975266B596}"/>
                </a:ext>
              </a:extLst>
            </p:cNvPr>
            <p:cNvSpPr/>
            <p:nvPr/>
          </p:nvSpPr>
          <p:spPr>
            <a:xfrm>
              <a:off x="4603317" y="1440779"/>
              <a:ext cx="8255" cy="1271905"/>
            </a:xfrm>
            <a:custGeom>
              <a:avLst/>
              <a:gdLst/>
              <a:ahLst/>
              <a:cxnLst/>
              <a:rect l="l" t="t" r="r" b="b"/>
              <a:pathLst>
                <a:path w="8254" h="1271905">
                  <a:moveTo>
                    <a:pt x="8227" y="0"/>
                  </a:moveTo>
                  <a:lnTo>
                    <a:pt x="0" y="0"/>
                  </a:lnTo>
                  <a:lnTo>
                    <a:pt x="0" y="1271762"/>
                  </a:lnTo>
                  <a:lnTo>
                    <a:pt x="8227" y="1271762"/>
                  </a:lnTo>
                  <a:lnTo>
                    <a:pt x="8227" y="0"/>
                  </a:lnTo>
                  <a:close/>
                </a:path>
              </a:pathLst>
            </a:custGeom>
            <a:solidFill>
              <a:srgbClr val="000000"/>
            </a:solidFill>
          </p:spPr>
          <p:txBody>
            <a:bodyPr wrap="square" lIns="0" tIns="0" rIns="0" bIns="0" rtlCol="0"/>
            <a:lstStyle/>
            <a:p>
              <a:endParaRPr/>
            </a:p>
          </p:txBody>
        </p:sp>
        <p:sp>
          <p:nvSpPr>
            <p:cNvPr id="34" name="object 31">
              <a:extLst>
                <a:ext uri="{FF2B5EF4-FFF2-40B4-BE49-F238E27FC236}">
                  <a16:creationId xmlns:a16="http://schemas.microsoft.com/office/drawing/2014/main" id="{74021955-3869-C2D9-DD8D-A34788BAEB7B}"/>
                </a:ext>
              </a:extLst>
            </p:cNvPr>
            <p:cNvSpPr/>
            <p:nvPr/>
          </p:nvSpPr>
          <p:spPr>
            <a:xfrm>
              <a:off x="2705341" y="2709157"/>
              <a:ext cx="1902460" cy="0"/>
            </a:xfrm>
            <a:custGeom>
              <a:avLst/>
              <a:gdLst/>
              <a:ahLst/>
              <a:cxnLst/>
              <a:rect l="l" t="t" r="r" b="b"/>
              <a:pathLst>
                <a:path w="1902460">
                  <a:moveTo>
                    <a:pt x="0" y="0"/>
                  </a:moveTo>
                  <a:lnTo>
                    <a:pt x="1902047" y="0"/>
                  </a:lnTo>
                </a:path>
              </a:pathLst>
            </a:custGeom>
            <a:ln w="6838">
              <a:solidFill>
                <a:srgbClr val="000000"/>
              </a:solidFill>
            </a:ln>
          </p:spPr>
          <p:txBody>
            <a:bodyPr wrap="square" lIns="0" tIns="0" rIns="0" bIns="0" rtlCol="0"/>
            <a:lstStyle/>
            <a:p>
              <a:endParaRPr/>
            </a:p>
          </p:txBody>
        </p:sp>
        <p:sp>
          <p:nvSpPr>
            <p:cNvPr id="35" name="object 32">
              <a:extLst>
                <a:ext uri="{FF2B5EF4-FFF2-40B4-BE49-F238E27FC236}">
                  <a16:creationId xmlns:a16="http://schemas.microsoft.com/office/drawing/2014/main" id="{066BC5A6-41D4-A387-9091-F6EB5D90DF83}"/>
                </a:ext>
              </a:extLst>
            </p:cNvPr>
            <p:cNvSpPr/>
            <p:nvPr/>
          </p:nvSpPr>
          <p:spPr>
            <a:xfrm>
              <a:off x="2701159" y="2705714"/>
              <a:ext cx="1910714" cy="6985"/>
            </a:xfrm>
            <a:custGeom>
              <a:avLst/>
              <a:gdLst/>
              <a:ahLst/>
              <a:cxnLst/>
              <a:rect l="l" t="t" r="r" b="b"/>
              <a:pathLst>
                <a:path w="1910714" h="6985">
                  <a:moveTo>
                    <a:pt x="1910300" y="0"/>
                  </a:moveTo>
                  <a:lnTo>
                    <a:pt x="0" y="0"/>
                  </a:lnTo>
                  <a:lnTo>
                    <a:pt x="0" y="6827"/>
                  </a:lnTo>
                  <a:lnTo>
                    <a:pt x="1910300" y="6827"/>
                  </a:lnTo>
                  <a:lnTo>
                    <a:pt x="1910300"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2028176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5FFDA-C503-4965-880E-B48135EDF25A}"/>
              </a:ext>
            </a:extLst>
          </p:cNvPr>
          <p:cNvSpPr>
            <a:spLocks noGrp="1"/>
          </p:cNvSpPr>
          <p:nvPr>
            <p:ph type="title"/>
          </p:nvPr>
        </p:nvSpPr>
        <p:spPr/>
        <p:txBody>
          <a:bodyPr/>
          <a:lstStyle/>
          <a:p>
            <a:r>
              <a:rPr lang="en-US" dirty="0"/>
              <a:t>Cycle-13</a:t>
            </a:r>
            <a:endParaRPr lang="en-IN" dirty="0"/>
          </a:p>
        </p:txBody>
      </p:sp>
      <p:sp>
        <p:nvSpPr>
          <p:cNvPr id="4" name="Footer Placeholder 3">
            <a:extLst>
              <a:ext uri="{FF2B5EF4-FFF2-40B4-BE49-F238E27FC236}">
                <a16:creationId xmlns:a16="http://schemas.microsoft.com/office/drawing/2014/main" id="{0E70FA2A-A27C-04DB-6E7B-82C5E3AA8663}"/>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4E17B5BC-C284-697B-41A2-32265682A169}"/>
              </a:ext>
            </a:extLst>
          </p:cNvPr>
          <p:cNvSpPr>
            <a:spLocks noGrp="1"/>
          </p:cNvSpPr>
          <p:nvPr>
            <p:ph type="sldNum" sz="quarter" idx="12"/>
          </p:nvPr>
        </p:nvSpPr>
        <p:spPr/>
        <p:txBody>
          <a:bodyPr/>
          <a:lstStyle/>
          <a:p>
            <a:fld id="{B8651ABE-1138-46C6-9A43-7FCD4EB2550C}" type="slidenum">
              <a:rPr lang="en-IN" smtClean="0"/>
              <a:pPr/>
              <a:t>34</a:t>
            </a:fld>
            <a:endParaRPr lang="en-IN" dirty="0"/>
          </a:p>
        </p:txBody>
      </p:sp>
      <p:sp>
        <p:nvSpPr>
          <p:cNvPr id="6" name="object 3">
            <a:extLst>
              <a:ext uri="{FF2B5EF4-FFF2-40B4-BE49-F238E27FC236}">
                <a16:creationId xmlns:a16="http://schemas.microsoft.com/office/drawing/2014/main" id="{ED0530E5-2BF4-6D0E-7091-F0A32D3C3A63}"/>
              </a:ext>
            </a:extLst>
          </p:cNvPr>
          <p:cNvSpPr txBox="1"/>
          <p:nvPr/>
        </p:nvSpPr>
        <p:spPr>
          <a:xfrm>
            <a:off x="55634" y="1578474"/>
            <a:ext cx="1938655" cy="288290"/>
          </a:xfrm>
          <a:prstGeom prst="rect">
            <a:avLst/>
          </a:prstGeom>
        </p:spPr>
        <p:txBody>
          <a:bodyPr vert="horz" wrap="square" lIns="0" tIns="15875" rIns="0" bIns="0" rtlCol="0">
            <a:spAutoFit/>
          </a:bodyPr>
          <a:lstStyle/>
          <a:p>
            <a:pPr marL="12700">
              <a:lnSpc>
                <a:spcPct val="100000"/>
              </a:lnSpc>
              <a:spcBef>
                <a:spcPts val="125"/>
              </a:spcBef>
            </a:pPr>
            <a:r>
              <a:rPr sz="1700" i="1" spc="145" dirty="0">
                <a:solidFill>
                  <a:srgbClr val="FF0000"/>
                </a:solidFill>
                <a:latin typeface="Times New Roman"/>
                <a:cs typeface="Times New Roman"/>
              </a:rPr>
              <a:t>Instruction</a:t>
            </a:r>
            <a:r>
              <a:rPr sz="1700" i="1" spc="25" dirty="0">
                <a:solidFill>
                  <a:srgbClr val="FF0000"/>
                </a:solidFill>
                <a:latin typeface="Times New Roman"/>
                <a:cs typeface="Times New Roman"/>
              </a:rPr>
              <a:t> </a:t>
            </a:r>
            <a:r>
              <a:rPr sz="1700" i="1" spc="130" dirty="0">
                <a:solidFill>
                  <a:srgbClr val="FF0000"/>
                </a:solidFill>
                <a:latin typeface="Times New Roman"/>
                <a:cs typeface="Times New Roman"/>
              </a:rPr>
              <a:t>status:</a:t>
            </a:r>
            <a:endParaRPr sz="1700">
              <a:latin typeface="Times New Roman"/>
              <a:cs typeface="Times New Roman"/>
            </a:endParaRPr>
          </a:p>
        </p:txBody>
      </p:sp>
      <p:sp>
        <p:nvSpPr>
          <p:cNvPr id="7" name="object 4">
            <a:extLst>
              <a:ext uri="{FF2B5EF4-FFF2-40B4-BE49-F238E27FC236}">
                <a16:creationId xmlns:a16="http://schemas.microsoft.com/office/drawing/2014/main" id="{F610D3CC-7D61-EE4B-A555-C02503720C9B}"/>
              </a:ext>
            </a:extLst>
          </p:cNvPr>
          <p:cNvSpPr txBox="1"/>
          <p:nvPr/>
        </p:nvSpPr>
        <p:spPr>
          <a:xfrm>
            <a:off x="5894394" y="1858895"/>
            <a:ext cx="1363345" cy="247650"/>
          </a:xfrm>
          <a:prstGeom prst="rect">
            <a:avLst/>
          </a:prstGeom>
        </p:spPr>
        <p:txBody>
          <a:bodyPr vert="horz" wrap="square" lIns="0" tIns="13335" rIns="0" bIns="0" rtlCol="0">
            <a:spAutoFit/>
          </a:bodyPr>
          <a:lstStyle/>
          <a:p>
            <a:pPr marL="12700">
              <a:lnSpc>
                <a:spcPct val="100000"/>
              </a:lnSpc>
              <a:spcBef>
                <a:spcPts val="105"/>
              </a:spcBef>
              <a:tabLst>
                <a:tab pos="621665" algn="l"/>
              </a:tabLst>
            </a:pPr>
            <a:r>
              <a:rPr sz="1450" spc="150" dirty="0">
                <a:latin typeface="Times New Roman"/>
                <a:cs typeface="Times New Roman"/>
              </a:rPr>
              <a:t>Busy	</a:t>
            </a:r>
            <a:r>
              <a:rPr sz="1450" spc="135" dirty="0">
                <a:latin typeface="Times New Roman"/>
                <a:cs typeface="Times New Roman"/>
              </a:rPr>
              <a:t>Address</a:t>
            </a:r>
            <a:endParaRPr sz="1450">
              <a:latin typeface="Times New Roman"/>
              <a:cs typeface="Times New Roman"/>
            </a:endParaRPr>
          </a:p>
        </p:txBody>
      </p:sp>
      <p:sp>
        <p:nvSpPr>
          <p:cNvPr id="8" name="object 5">
            <a:extLst>
              <a:ext uri="{FF2B5EF4-FFF2-40B4-BE49-F238E27FC236}">
                <a16:creationId xmlns:a16="http://schemas.microsoft.com/office/drawing/2014/main" id="{96188240-805C-B239-D4F6-9AA12DF5A49A}"/>
              </a:ext>
            </a:extLst>
          </p:cNvPr>
          <p:cNvSpPr txBox="1"/>
          <p:nvPr/>
        </p:nvSpPr>
        <p:spPr>
          <a:xfrm>
            <a:off x="3658859" y="2083216"/>
            <a:ext cx="111760" cy="450215"/>
          </a:xfrm>
          <a:prstGeom prst="rect">
            <a:avLst/>
          </a:prstGeom>
        </p:spPr>
        <p:txBody>
          <a:bodyPr vert="horz" wrap="square" lIns="0" tIns="26670" rIns="0" bIns="0" rtlCol="0">
            <a:spAutoFit/>
          </a:bodyPr>
          <a:lstStyle/>
          <a:p>
            <a:pPr>
              <a:lnSpc>
                <a:spcPct val="100000"/>
              </a:lnSpc>
              <a:spcBef>
                <a:spcPts val="210"/>
              </a:spcBef>
            </a:pPr>
            <a:r>
              <a:rPr sz="1300" spc="125" dirty="0">
                <a:latin typeface="Times New Roman"/>
                <a:cs typeface="Times New Roman"/>
              </a:rPr>
              <a:t>3</a:t>
            </a:r>
            <a:endParaRPr sz="1300">
              <a:latin typeface="Times New Roman"/>
              <a:cs typeface="Times New Roman"/>
            </a:endParaRPr>
          </a:p>
          <a:p>
            <a:pPr>
              <a:lnSpc>
                <a:spcPct val="100000"/>
              </a:lnSpc>
              <a:spcBef>
                <a:spcPts val="110"/>
              </a:spcBef>
            </a:pPr>
            <a:r>
              <a:rPr sz="1300" spc="125" dirty="0">
                <a:latin typeface="Times New Roman"/>
                <a:cs typeface="Times New Roman"/>
              </a:rPr>
              <a:t>4</a:t>
            </a:r>
            <a:endParaRPr sz="1300">
              <a:latin typeface="Times New Roman"/>
              <a:cs typeface="Times New Roman"/>
            </a:endParaRPr>
          </a:p>
        </p:txBody>
      </p:sp>
      <p:sp>
        <p:nvSpPr>
          <p:cNvPr id="9" name="object 6">
            <a:extLst>
              <a:ext uri="{FF2B5EF4-FFF2-40B4-BE49-F238E27FC236}">
                <a16:creationId xmlns:a16="http://schemas.microsoft.com/office/drawing/2014/main" id="{F81817CC-4AA5-0A42-5C15-3CE4CAAE4985}"/>
              </a:ext>
            </a:extLst>
          </p:cNvPr>
          <p:cNvSpPr txBox="1"/>
          <p:nvPr/>
        </p:nvSpPr>
        <p:spPr>
          <a:xfrm>
            <a:off x="4276406" y="2083216"/>
            <a:ext cx="111760" cy="450215"/>
          </a:xfrm>
          <a:prstGeom prst="rect">
            <a:avLst/>
          </a:prstGeom>
        </p:spPr>
        <p:txBody>
          <a:bodyPr vert="horz" wrap="square" lIns="0" tIns="26670" rIns="0" bIns="0" rtlCol="0">
            <a:spAutoFit/>
          </a:bodyPr>
          <a:lstStyle/>
          <a:p>
            <a:pPr>
              <a:lnSpc>
                <a:spcPct val="100000"/>
              </a:lnSpc>
              <a:spcBef>
                <a:spcPts val="210"/>
              </a:spcBef>
            </a:pPr>
            <a:r>
              <a:rPr sz="1300" spc="125" dirty="0">
                <a:latin typeface="Times New Roman"/>
                <a:cs typeface="Times New Roman"/>
              </a:rPr>
              <a:t>4</a:t>
            </a:r>
            <a:endParaRPr sz="1300">
              <a:latin typeface="Times New Roman"/>
              <a:cs typeface="Times New Roman"/>
            </a:endParaRPr>
          </a:p>
          <a:p>
            <a:pPr>
              <a:lnSpc>
                <a:spcPct val="100000"/>
              </a:lnSpc>
              <a:spcBef>
                <a:spcPts val="110"/>
              </a:spcBef>
            </a:pPr>
            <a:r>
              <a:rPr sz="1300" spc="125" dirty="0">
                <a:latin typeface="Times New Roman"/>
                <a:cs typeface="Times New Roman"/>
              </a:rPr>
              <a:t>5</a:t>
            </a:r>
            <a:endParaRPr sz="1300">
              <a:latin typeface="Times New Roman"/>
              <a:cs typeface="Times New Roman"/>
            </a:endParaRPr>
          </a:p>
        </p:txBody>
      </p:sp>
      <p:sp>
        <p:nvSpPr>
          <p:cNvPr id="10" name="object 7">
            <a:extLst>
              <a:ext uri="{FF2B5EF4-FFF2-40B4-BE49-F238E27FC236}">
                <a16:creationId xmlns:a16="http://schemas.microsoft.com/office/drawing/2014/main" id="{9A614D6F-C494-9F24-4CB2-B0FB9E212458}"/>
              </a:ext>
            </a:extLst>
          </p:cNvPr>
          <p:cNvSpPr txBox="1"/>
          <p:nvPr/>
        </p:nvSpPr>
        <p:spPr>
          <a:xfrm>
            <a:off x="5268594" y="2083216"/>
            <a:ext cx="535305" cy="661670"/>
          </a:xfrm>
          <a:prstGeom prst="rect">
            <a:avLst/>
          </a:prstGeom>
        </p:spPr>
        <p:txBody>
          <a:bodyPr vert="horz" wrap="square" lIns="0" tIns="12700" rIns="0" bIns="0" rtlCol="0">
            <a:spAutoFit/>
          </a:bodyPr>
          <a:lstStyle/>
          <a:p>
            <a:pPr marL="12700" marR="5080" algn="just">
              <a:lnSpc>
                <a:spcPct val="107000"/>
              </a:lnSpc>
              <a:spcBef>
                <a:spcPts val="100"/>
              </a:spcBef>
            </a:pPr>
            <a:r>
              <a:rPr sz="1300" spc="170" dirty="0">
                <a:latin typeface="Times New Roman"/>
                <a:cs typeface="Times New Roman"/>
              </a:rPr>
              <a:t>L</a:t>
            </a:r>
            <a:r>
              <a:rPr sz="1300" spc="125" dirty="0">
                <a:latin typeface="Times New Roman"/>
                <a:cs typeface="Times New Roman"/>
              </a:rPr>
              <a:t>oa</a:t>
            </a:r>
            <a:r>
              <a:rPr sz="1300" spc="95" dirty="0">
                <a:latin typeface="Times New Roman"/>
                <a:cs typeface="Times New Roman"/>
              </a:rPr>
              <a:t>d1  </a:t>
            </a:r>
            <a:r>
              <a:rPr sz="1300" spc="170" dirty="0">
                <a:latin typeface="Times New Roman"/>
                <a:cs typeface="Times New Roman"/>
              </a:rPr>
              <a:t>L</a:t>
            </a:r>
            <a:r>
              <a:rPr sz="1300" spc="125" dirty="0">
                <a:latin typeface="Times New Roman"/>
                <a:cs typeface="Times New Roman"/>
              </a:rPr>
              <a:t>oa</a:t>
            </a:r>
            <a:r>
              <a:rPr sz="1300" spc="95" dirty="0">
                <a:latin typeface="Times New Roman"/>
                <a:cs typeface="Times New Roman"/>
              </a:rPr>
              <a:t>d2  </a:t>
            </a:r>
            <a:r>
              <a:rPr sz="1300" spc="170" dirty="0">
                <a:latin typeface="Times New Roman"/>
                <a:cs typeface="Times New Roman"/>
              </a:rPr>
              <a:t>L</a:t>
            </a:r>
            <a:r>
              <a:rPr sz="1300" spc="125" dirty="0">
                <a:latin typeface="Times New Roman"/>
                <a:cs typeface="Times New Roman"/>
              </a:rPr>
              <a:t>oad3</a:t>
            </a:r>
            <a:endParaRPr sz="1300">
              <a:latin typeface="Times New Roman"/>
              <a:cs typeface="Times New Roman"/>
            </a:endParaRPr>
          </a:p>
        </p:txBody>
      </p:sp>
      <p:sp>
        <p:nvSpPr>
          <p:cNvPr id="11" name="object 8">
            <a:extLst>
              <a:ext uri="{FF2B5EF4-FFF2-40B4-BE49-F238E27FC236}">
                <a16:creationId xmlns:a16="http://schemas.microsoft.com/office/drawing/2014/main" id="{2AD48F46-EDD3-D278-A0A8-386C7BBDD2C4}"/>
              </a:ext>
            </a:extLst>
          </p:cNvPr>
          <p:cNvSpPr txBox="1"/>
          <p:nvPr/>
        </p:nvSpPr>
        <p:spPr>
          <a:xfrm>
            <a:off x="5870031" y="2107670"/>
            <a:ext cx="1457960" cy="636270"/>
          </a:xfrm>
          <a:prstGeom prst="rect">
            <a:avLst/>
          </a:prstGeom>
          <a:ln w="8268">
            <a:solidFill>
              <a:srgbClr val="000000"/>
            </a:solidFill>
          </a:ln>
        </p:spPr>
        <p:txBody>
          <a:bodyPr vert="horz" wrap="square" lIns="0" tIns="1905" rIns="0" bIns="0" rtlCol="0">
            <a:spAutoFit/>
          </a:bodyPr>
          <a:lstStyle/>
          <a:p>
            <a:pPr marL="184785">
              <a:lnSpc>
                <a:spcPct val="100000"/>
              </a:lnSpc>
              <a:spcBef>
                <a:spcPts val="15"/>
              </a:spcBef>
            </a:pPr>
            <a:r>
              <a:rPr sz="1300" spc="130" dirty="0">
                <a:latin typeface="Times New Roman"/>
                <a:cs typeface="Times New Roman"/>
              </a:rPr>
              <a:t>No</a:t>
            </a:r>
            <a:endParaRPr sz="1300">
              <a:latin typeface="Times New Roman"/>
              <a:cs typeface="Times New Roman"/>
            </a:endParaRPr>
          </a:p>
          <a:p>
            <a:pPr marL="184785" marR="1028700">
              <a:lnSpc>
                <a:spcPct val="107000"/>
              </a:lnSpc>
              <a:spcBef>
                <a:spcPts val="5"/>
              </a:spcBef>
            </a:pPr>
            <a:r>
              <a:rPr sz="1300" spc="100" dirty="0">
                <a:latin typeface="Times New Roman"/>
                <a:cs typeface="Times New Roman"/>
              </a:rPr>
              <a:t>No  No</a:t>
            </a:r>
            <a:endParaRPr sz="1300">
              <a:latin typeface="Times New Roman"/>
              <a:cs typeface="Times New Roman"/>
            </a:endParaRPr>
          </a:p>
        </p:txBody>
      </p:sp>
      <p:sp>
        <p:nvSpPr>
          <p:cNvPr id="12" name="object 9">
            <a:extLst>
              <a:ext uri="{FF2B5EF4-FFF2-40B4-BE49-F238E27FC236}">
                <a16:creationId xmlns:a16="http://schemas.microsoft.com/office/drawing/2014/main" id="{5E49E369-6805-7D7E-ED2C-C06054AA44B6}"/>
              </a:ext>
            </a:extLst>
          </p:cNvPr>
          <p:cNvSpPr txBox="1"/>
          <p:nvPr/>
        </p:nvSpPr>
        <p:spPr>
          <a:xfrm>
            <a:off x="3658859" y="2733991"/>
            <a:ext cx="111760" cy="222885"/>
          </a:xfrm>
          <a:prstGeom prst="rect">
            <a:avLst/>
          </a:prstGeom>
        </p:spPr>
        <p:txBody>
          <a:bodyPr vert="horz" wrap="square" lIns="0" tIns="12065" rIns="0" bIns="0" rtlCol="0">
            <a:spAutoFit/>
          </a:bodyPr>
          <a:lstStyle/>
          <a:p>
            <a:pPr>
              <a:lnSpc>
                <a:spcPct val="100000"/>
              </a:lnSpc>
              <a:spcBef>
                <a:spcPts val="95"/>
              </a:spcBef>
            </a:pPr>
            <a:r>
              <a:rPr sz="1300" spc="125" dirty="0">
                <a:latin typeface="Times New Roman"/>
                <a:cs typeface="Times New Roman"/>
              </a:rPr>
              <a:t>7</a:t>
            </a:r>
            <a:endParaRPr sz="1300">
              <a:latin typeface="Times New Roman"/>
              <a:cs typeface="Times New Roman"/>
            </a:endParaRPr>
          </a:p>
        </p:txBody>
      </p:sp>
      <p:sp>
        <p:nvSpPr>
          <p:cNvPr id="13" name="object 10">
            <a:extLst>
              <a:ext uri="{FF2B5EF4-FFF2-40B4-BE49-F238E27FC236}">
                <a16:creationId xmlns:a16="http://schemas.microsoft.com/office/drawing/2014/main" id="{0D5C5293-12C3-EA05-5E84-3A783F948620}"/>
              </a:ext>
            </a:extLst>
          </p:cNvPr>
          <p:cNvSpPr txBox="1"/>
          <p:nvPr/>
        </p:nvSpPr>
        <p:spPr>
          <a:xfrm>
            <a:off x="4276406" y="2733991"/>
            <a:ext cx="111760" cy="222885"/>
          </a:xfrm>
          <a:prstGeom prst="rect">
            <a:avLst/>
          </a:prstGeom>
        </p:spPr>
        <p:txBody>
          <a:bodyPr vert="horz" wrap="square" lIns="0" tIns="12065" rIns="0" bIns="0" rtlCol="0">
            <a:spAutoFit/>
          </a:bodyPr>
          <a:lstStyle/>
          <a:p>
            <a:pPr>
              <a:lnSpc>
                <a:spcPct val="100000"/>
              </a:lnSpc>
              <a:spcBef>
                <a:spcPts val="95"/>
              </a:spcBef>
            </a:pPr>
            <a:r>
              <a:rPr sz="1300" spc="125" dirty="0">
                <a:latin typeface="Times New Roman"/>
                <a:cs typeface="Times New Roman"/>
              </a:rPr>
              <a:t>8</a:t>
            </a:r>
            <a:endParaRPr sz="1300">
              <a:latin typeface="Times New Roman"/>
              <a:cs typeface="Times New Roman"/>
            </a:endParaRPr>
          </a:p>
        </p:txBody>
      </p:sp>
      <p:sp>
        <p:nvSpPr>
          <p:cNvPr id="14" name="object 11">
            <a:extLst>
              <a:ext uri="{FF2B5EF4-FFF2-40B4-BE49-F238E27FC236}">
                <a16:creationId xmlns:a16="http://schemas.microsoft.com/office/drawing/2014/main" id="{30F8781E-6D63-E664-B3D1-D010F93E5604}"/>
              </a:ext>
            </a:extLst>
          </p:cNvPr>
          <p:cNvSpPr txBox="1"/>
          <p:nvPr/>
        </p:nvSpPr>
        <p:spPr>
          <a:xfrm>
            <a:off x="368531" y="1857931"/>
            <a:ext cx="880744" cy="1522730"/>
          </a:xfrm>
          <a:prstGeom prst="rect">
            <a:avLst/>
          </a:prstGeom>
        </p:spPr>
        <p:txBody>
          <a:bodyPr vert="horz" wrap="square" lIns="0" tIns="12700" rIns="0" bIns="0" rtlCol="0">
            <a:spAutoFit/>
          </a:bodyPr>
          <a:lstStyle/>
          <a:p>
            <a:pPr marL="12700" marR="5080">
              <a:lnSpc>
                <a:spcPct val="110400"/>
              </a:lnSpc>
              <a:spcBef>
                <a:spcPts val="100"/>
              </a:spcBef>
            </a:pPr>
            <a:r>
              <a:rPr sz="1300" spc="105" dirty="0">
                <a:latin typeface="Times New Roman"/>
                <a:cs typeface="Times New Roman"/>
              </a:rPr>
              <a:t>In</a:t>
            </a:r>
            <a:r>
              <a:rPr sz="1300" spc="70" dirty="0">
                <a:latin typeface="Times New Roman"/>
                <a:cs typeface="Times New Roman"/>
              </a:rPr>
              <a:t>s</a:t>
            </a:r>
            <a:r>
              <a:rPr sz="1300" spc="85" dirty="0">
                <a:latin typeface="Times New Roman"/>
                <a:cs typeface="Times New Roman"/>
              </a:rPr>
              <a:t>t</a:t>
            </a:r>
            <a:r>
              <a:rPr sz="1300" spc="105" dirty="0">
                <a:latin typeface="Times New Roman"/>
                <a:cs typeface="Times New Roman"/>
              </a:rPr>
              <a:t>ruct</a:t>
            </a:r>
            <a:r>
              <a:rPr sz="1300" spc="25" dirty="0">
                <a:latin typeface="Times New Roman"/>
                <a:cs typeface="Times New Roman"/>
              </a:rPr>
              <a:t>i</a:t>
            </a:r>
            <a:r>
              <a:rPr sz="1300" spc="95" dirty="0">
                <a:latin typeface="Times New Roman"/>
                <a:cs typeface="Times New Roman"/>
              </a:rPr>
              <a:t>on  </a:t>
            </a:r>
            <a:r>
              <a:rPr sz="1300" spc="190" dirty="0">
                <a:latin typeface="Times New Roman"/>
                <a:cs typeface="Times New Roman"/>
              </a:rPr>
              <a:t>LD</a:t>
            </a:r>
            <a:endParaRPr sz="1300">
              <a:latin typeface="Times New Roman"/>
              <a:cs typeface="Times New Roman"/>
            </a:endParaRPr>
          </a:p>
          <a:p>
            <a:pPr marL="12700" marR="173990">
              <a:lnSpc>
                <a:spcPct val="107000"/>
              </a:lnSpc>
            </a:pPr>
            <a:r>
              <a:rPr sz="1300" spc="190" dirty="0">
                <a:solidFill>
                  <a:srgbClr val="FF0000"/>
                </a:solidFill>
                <a:latin typeface="Times New Roman"/>
                <a:cs typeface="Times New Roman"/>
              </a:rPr>
              <a:t>LD </a:t>
            </a:r>
            <a:r>
              <a:rPr sz="1300" spc="195" dirty="0">
                <a:solidFill>
                  <a:srgbClr val="FF0000"/>
                </a:solidFill>
                <a:latin typeface="Times New Roman"/>
                <a:cs typeface="Times New Roman"/>
              </a:rPr>
              <a:t> </a:t>
            </a:r>
            <a:r>
              <a:rPr sz="1300" spc="200" dirty="0">
                <a:solidFill>
                  <a:srgbClr val="0000FF"/>
                </a:solidFill>
                <a:latin typeface="Times New Roman"/>
                <a:cs typeface="Times New Roman"/>
              </a:rPr>
              <a:t>M</a:t>
            </a:r>
            <a:r>
              <a:rPr sz="1300" spc="95" dirty="0">
                <a:solidFill>
                  <a:srgbClr val="0000FF"/>
                </a:solidFill>
                <a:latin typeface="Times New Roman"/>
                <a:cs typeface="Times New Roman"/>
              </a:rPr>
              <a:t>U</a:t>
            </a:r>
            <a:r>
              <a:rPr sz="1300" spc="170" dirty="0">
                <a:solidFill>
                  <a:srgbClr val="0000FF"/>
                </a:solidFill>
                <a:latin typeface="Times New Roman"/>
                <a:cs typeface="Times New Roman"/>
              </a:rPr>
              <a:t>L</a:t>
            </a:r>
            <a:r>
              <a:rPr sz="1300" spc="110" dirty="0">
                <a:solidFill>
                  <a:srgbClr val="0000FF"/>
                </a:solidFill>
                <a:latin typeface="Times New Roman"/>
                <a:cs typeface="Times New Roman"/>
              </a:rPr>
              <a:t>T</a:t>
            </a:r>
            <a:r>
              <a:rPr sz="1300" spc="100" dirty="0">
                <a:solidFill>
                  <a:srgbClr val="0000FF"/>
                </a:solidFill>
                <a:latin typeface="Times New Roman"/>
                <a:cs typeface="Times New Roman"/>
              </a:rPr>
              <a:t>D  </a:t>
            </a:r>
            <a:r>
              <a:rPr sz="1300" spc="125" dirty="0">
                <a:solidFill>
                  <a:srgbClr val="FF00FF"/>
                </a:solidFill>
                <a:latin typeface="Times New Roman"/>
                <a:cs typeface="Times New Roman"/>
              </a:rPr>
              <a:t>SUBD </a:t>
            </a:r>
            <a:r>
              <a:rPr sz="1300" spc="130" dirty="0">
                <a:solidFill>
                  <a:srgbClr val="FF00FF"/>
                </a:solidFill>
                <a:latin typeface="Times New Roman"/>
                <a:cs typeface="Times New Roman"/>
              </a:rPr>
              <a:t> </a:t>
            </a:r>
            <a:r>
              <a:rPr sz="1300" spc="130" dirty="0">
                <a:solidFill>
                  <a:srgbClr val="00FF00"/>
                </a:solidFill>
                <a:latin typeface="Times New Roman"/>
                <a:cs typeface="Times New Roman"/>
              </a:rPr>
              <a:t>DIVD </a:t>
            </a:r>
            <a:r>
              <a:rPr sz="1300" spc="135" dirty="0">
                <a:solidFill>
                  <a:srgbClr val="00FF00"/>
                </a:solidFill>
                <a:latin typeface="Times New Roman"/>
                <a:cs typeface="Times New Roman"/>
              </a:rPr>
              <a:t> </a:t>
            </a:r>
            <a:r>
              <a:rPr sz="1300" spc="160" dirty="0">
                <a:latin typeface="Times New Roman"/>
                <a:cs typeface="Times New Roman"/>
              </a:rPr>
              <a:t>ADDD</a:t>
            </a:r>
            <a:endParaRPr sz="1300">
              <a:latin typeface="Times New Roman"/>
              <a:cs typeface="Times New Roman"/>
            </a:endParaRPr>
          </a:p>
        </p:txBody>
      </p:sp>
      <p:sp>
        <p:nvSpPr>
          <p:cNvPr id="15" name="object 12">
            <a:extLst>
              <a:ext uri="{FF2B5EF4-FFF2-40B4-BE49-F238E27FC236}">
                <a16:creationId xmlns:a16="http://schemas.microsoft.com/office/drawing/2014/main" id="{FC1AF37B-ABB4-8F8D-FFB4-345513B37EAE}"/>
              </a:ext>
            </a:extLst>
          </p:cNvPr>
          <p:cNvSpPr txBox="1"/>
          <p:nvPr/>
        </p:nvSpPr>
        <p:spPr>
          <a:xfrm>
            <a:off x="1224942" y="1588272"/>
            <a:ext cx="3413125" cy="1792605"/>
          </a:xfrm>
          <a:prstGeom prst="rect">
            <a:avLst/>
          </a:prstGeom>
        </p:spPr>
        <p:txBody>
          <a:bodyPr vert="horz" wrap="square" lIns="0" tIns="37465" rIns="0" bIns="0" rtlCol="0">
            <a:spAutoFit/>
          </a:bodyPr>
          <a:lstStyle/>
          <a:p>
            <a:pPr marL="2211070">
              <a:lnSpc>
                <a:spcPct val="100000"/>
              </a:lnSpc>
              <a:spcBef>
                <a:spcPts val="295"/>
              </a:spcBef>
              <a:tabLst>
                <a:tab pos="2828925" algn="l"/>
              </a:tabLst>
            </a:pPr>
            <a:r>
              <a:rPr sz="1450" i="1" spc="150" dirty="0">
                <a:latin typeface="Times New Roman"/>
                <a:cs typeface="Times New Roman"/>
              </a:rPr>
              <a:t>Exec	</a:t>
            </a:r>
            <a:r>
              <a:rPr sz="1450" i="1" spc="140" dirty="0">
                <a:latin typeface="Times New Roman"/>
                <a:cs typeface="Times New Roman"/>
              </a:rPr>
              <a:t>Write</a:t>
            </a:r>
            <a:endParaRPr sz="1450">
              <a:latin typeface="Times New Roman"/>
              <a:cs typeface="Times New Roman"/>
            </a:endParaRPr>
          </a:p>
          <a:p>
            <a:pPr marL="671195">
              <a:lnSpc>
                <a:spcPct val="100000"/>
              </a:lnSpc>
              <a:spcBef>
                <a:spcPts val="200"/>
              </a:spcBef>
              <a:tabLst>
                <a:tab pos="1189990" algn="l"/>
                <a:tab pos="1585595" algn="l"/>
                <a:tab pos="2211070" algn="l"/>
              </a:tabLst>
            </a:pPr>
            <a:r>
              <a:rPr sz="1300" i="1" spc="70" dirty="0">
                <a:latin typeface="Times New Roman"/>
                <a:cs typeface="Times New Roman"/>
              </a:rPr>
              <a:t>j	</a:t>
            </a:r>
            <a:r>
              <a:rPr sz="1300" i="1" spc="110" dirty="0">
                <a:latin typeface="Times New Roman"/>
                <a:cs typeface="Times New Roman"/>
              </a:rPr>
              <a:t>k	</a:t>
            </a:r>
            <a:r>
              <a:rPr sz="1450" i="1" spc="135" dirty="0">
                <a:latin typeface="Times New Roman"/>
                <a:cs typeface="Times New Roman"/>
              </a:rPr>
              <a:t>Issue	</a:t>
            </a:r>
            <a:r>
              <a:rPr sz="1450" i="1" spc="190" dirty="0">
                <a:latin typeface="Times New Roman"/>
                <a:cs typeface="Times New Roman"/>
              </a:rPr>
              <a:t>Comp </a:t>
            </a:r>
            <a:r>
              <a:rPr sz="1450" i="1" spc="140" dirty="0">
                <a:latin typeface="Times New Roman"/>
                <a:cs typeface="Times New Roman"/>
              </a:rPr>
              <a:t>Result</a:t>
            </a:r>
            <a:endParaRPr sz="1450">
              <a:latin typeface="Times New Roman"/>
              <a:cs typeface="Times New Roman"/>
            </a:endParaRPr>
          </a:p>
          <a:p>
            <a:pPr marL="61594">
              <a:lnSpc>
                <a:spcPct val="100000"/>
              </a:lnSpc>
              <a:spcBef>
                <a:spcPts val="130"/>
              </a:spcBef>
              <a:tabLst>
                <a:tab pos="555625" algn="l"/>
                <a:tab pos="1140460" algn="l"/>
              </a:tabLst>
            </a:pPr>
            <a:r>
              <a:rPr sz="1300" spc="120" dirty="0">
                <a:latin typeface="Times New Roman"/>
                <a:cs typeface="Times New Roman"/>
              </a:rPr>
              <a:t>F6	</a:t>
            </a:r>
            <a:r>
              <a:rPr sz="1300" spc="130" dirty="0">
                <a:latin typeface="Times New Roman"/>
                <a:cs typeface="Times New Roman"/>
              </a:rPr>
              <a:t>34+	</a:t>
            </a:r>
            <a:r>
              <a:rPr sz="1300" spc="140" dirty="0">
                <a:latin typeface="Times New Roman"/>
                <a:cs typeface="Times New Roman"/>
              </a:rPr>
              <a:t>R2</a:t>
            </a:r>
            <a:endParaRPr sz="1300">
              <a:latin typeface="Times New Roman"/>
              <a:cs typeface="Times New Roman"/>
            </a:endParaRPr>
          </a:p>
          <a:p>
            <a:pPr marL="61594">
              <a:lnSpc>
                <a:spcPct val="100000"/>
              </a:lnSpc>
              <a:spcBef>
                <a:spcPts val="110"/>
              </a:spcBef>
              <a:tabLst>
                <a:tab pos="555625" algn="l"/>
                <a:tab pos="1140460" algn="l"/>
              </a:tabLst>
            </a:pPr>
            <a:r>
              <a:rPr sz="1300" spc="120" dirty="0">
                <a:solidFill>
                  <a:srgbClr val="FF0000"/>
                </a:solidFill>
                <a:latin typeface="Times New Roman"/>
                <a:cs typeface="Times New Roman"/>
              </a:rPr>
              <a:t>F2	</a:t>
            </a:r>
            <a:r>
              <a:rPr sz="1300" spc="130" dirty="0">
                <a:solidFill>
                  <a:srgbClr val="FF0000"/>
                </a:solidFill>
                <a:latin typeface="Times New Roman"/>
                <a:cs typeface="Times New Roman"/>
              </a:rPr>
              <a:t>45+	</a:t>
            </a:r>
            <a:r>
              <a:rPr sz="1300" spc="140" dirty="0">
                <a:solidFill>
                  <a:srgbClr val="FF0000"/>
                </a:solidFill>
                <a:latin typeface="Times New Roman"/>
                <a:cs typeface="Times New Roman"/>
              </a:rPr>
              <a:t>R3</a:t>
            </a:r>
            <a:endParaRPr sz="1300">
              <a:latin typeface="Times New Roman"/>
              <a:cs typeface="Times New Roman"/>
            </a:endParaRPr>
          </a:p>
          <a:p>
            <a:pPr marL="61594">
              <a:lnSpc>
                <a:spcPct val="100000"/>
              </a:lnSpc>
              <a:spcBef>
                <a:spcPts val="110"/>
              </a:spcBef>
              <a:tabLst>
                <a:tab pos="613410" algn="l"/>
                <a:tab pos="1148715" algn="l"/>
              </a:tabLst>
            </a:pPr>
            <a:r>
              <a:rPr sz="1300" spc="120" dirty="0">
                <a:solidFill>
                  <a:srgbClr val="0000FF"/>
                </a:solidFill>
                <a:latin typeface="Times New Roman"/>
                <a:cs typeface="Times New Roman"/>
              </a:rPr>
              <a:t>F0	F2	</a:t>
            </a:r>
            <a:r>
              <a:rPr sz="1300" spc="110" dirty="0">
                <a:solidFill>
                  <a:srgbClr val="0000FF"/>
                </a:solidFill>
                <a:latin typeface="Times New Roman"/>
                <a:cs typeface="Times New Roman"/>
              </a:rPr>
              <a:t>F4</a:t>
            </a:r>
            <a:endParaRPr sz="1300">
              <a:latin typeface="Times New Roman"/>
              <a:cs typeface="Times New Roman"/>
            </a:endParaRPr>
          </a:p>
          <a:p>
            <a:pPr marL="61594">
              <a:lnSpc>
                <a:spcPct val="100000"/>
              </a:lnSpc>
              <a:spcBef>
                <a:spcPts val="110"/>
              </a:spcBef>
              <a:tabLst>
                <a:tab pos="613410" algn="l"/>
                <a:tab pos="1148715" algn="l"/>
              </a:tabLst>
            </a:pPr>
            <a:r>
              <a:rPr sz="1300" spc="120" dirty="0">
                <a:solidFill>
                  <a:srgbClr val="FF00FF"/>
                </a:solidFill>
                <a:latin typeface="Times New Roman"/>
                <a:cs typeface="Times New Roman"/>
              </a:rPr>
              <a:t>F8	F6	</a:t>
            </a:r>
            <a:r>
              <a:rPr sz="1300" spc="110" dirty="0">
                <a:solidFill>
                  <a:srgbClr val="FF00FF"/>
                </a:solidFill>
                <a:latin typeface="Times New Roman"/>
                <a:cs typeface="Times New Roman"/>
              </a:rPr>
              <a:t>F2</a:t>
            </a:r>
            <a:endParaRPr sz="1300">
              <a:latin typeface="Times New Roman"/>
              <a:cs typeface="Times New Roman"/>
            </a:endParaRPr>
          </a:p>
          <a:p>
            <a:pPr marL="12700">
              <a:lnSpc>
                <a:spcPct val="100000"/>
              </a:lnSpc>
              <a:spcBef>
                <a:spcPts val="110"/>
              </a:spcBef>
              <a:tabLst>
                <a:tab pos="613410" algn="l"/>
                <a:tab pos="1148715" algn="l"/>
              </a:tabLst>
            </a:pPr>
            <a:r>
              <a:rPr sz="1300" spc="120" dirty="0">
                <a:solidFill>
                  <a:srgbClr val="00FF00"/>
                </a:solidFill>
                <a:latin typeface="Times New Roman"/>
                <a:cs typeface="Times New Roman"/>
              </a:rPr>
              <a:t>F10	F0	</a:t>
            </a:r>
            <a:r>
              <a:rPr sz="1300" spc="110" dirty="0">
                <a:solidFill>
                  <a:srgbClr val="00FF00"/>
                </a:solidFill>
                <a:latin typeface="Times New Roman"/>
                <a:cs typeface="Times New Roman"/>
              </a:rPr>
              <a:t>F6</a:t>
            </a:r>
            <a:endParaRPr sz="1300">
              <a:latin typeface="Times New Roman"/>
              <a:cs typeface="Times New Roman"/>
            </a:endParaRPr>
          </a:p>
          <a:p>
            <a:pPr marL="61594">
              <a:lnSpc>
                <a:spcPct val="100000"/>
              </a:lnSpc>
              <a:spcBef>
                <a:spcPts val="110"/>
              </a:spcBef>
              <a:tabLst>
                <a:tab pos="613410" algn="l"/>
                <a:tab pos="1148715" algn="l"/>
              </a:tabLst>
            </a:pPr>
            <a:r>
              <a:rPr sz="1300" spc="120" dirty="0">
                <a:latin typeface="Times New Roman"/>
                <a:cs typeface="Times New Roman"/>
              </a:rPr>
              <a:t>F6	F8	</a:t>
            </a:r>
            <a:r>
              <a:rPr sz="1300" spc="110" dirty="0">
                <a:latin typeface="Times New Roman"/>
                <a:cs typeface="Times New Roman"/>
              </a:rPr>
              <a:t>F2</a:t>
            </a:r>
            <a:endParaRPr sz="1300">
              <a:latin typeface="Times New Roman"/>
              <a:cs typeface="Times New Roman"/>
            </a:endParaRPr>
          </a:p>
        </p:txBody>
      </p:sp>
      <p:sp>
        <p:nvSpPr>
          <p:cNvPr id="16" name="object 13">
            <a:extLst>
              <a:ext uri="{FF2B5EF4-FFF2-40B4-BE49-F238E27FC236}">
                <a16:creationId xmlns:a16="http://schemas.microsoft.com/office/drawing/2014/main" id="{C91B3884-3290-0821-6398-74D034CDF608}"/>
              </a:ext>
            </a:extLst>
          </p:cNvPr>
          <p:cNvSpPr txBox="1"/>
          <p:nvPr/>
        </p:nvSpPr>
        <p:spPr>
          <a:xfrm>
            <a:off x="3016664" y="2083216"/>
            <a:ext cx="111760" cy="1297940"/>
          </a:xfrm>
          <a:prstGeom prst="rect">
            <a:avLst/>
          </a:prstGeom>
        </p:spPr>
        <p:txBody>
          <a:bodyPr vert="horz" wrap="square" lIns="0" tIns="26670" rIns="0" bIns="0" rtlCol="0">
            <a:spAutoFit/>
          </a:bodyPr>
          <a:lstStyle/>
          <a:p>
            <a:pPr>
              <a:lnSpc>
                <a:spcPct val="100000"/>
              </a:lnSpc>
              <a:spcBef>
                <a:spcPts val="210"/>
              </a:spcBef>
            </a:pPr>
            <a:r>
              <a:rPr sz="1300" spc="125" dirty="0">
                <a:latin typeface="Times New Roman"/>
                <a:cs typeface="Times New Roman"/>
              </a:rPr>
              <a:t>1</a:t>
            </a:r>
            <a:endParaRPr sz="1300">
              <a:latin typeface="Times New Roman"/>
              <a:cs typeface="Times New Roman"/>
            </a:endParaRPr>
          </a:p>
          <a:p>
            <a:pPr>
              <a:lnSpc>
                <a:spcPct val="100000"/>
              </a:lnSpc>
              <a:spcBef>
                <a:spcPts val="110"/>
              </a:spcBef>
            </a:pPr>
            <a:r>
              <a:rPr sz="1300" spc="125" dirty="0">
                <a:latin typeface="Times New Roman"/>
                <a:cs typeface="Times New Roman"/>
              </a:rPr>
              <a:t>2</a:t>
            </a:r>
            <a:endParaRPr sz="1300">
              <a:latin typeface="Times New Roman"/>
              <a:cs typeface="Times New Roman"/>
            </a:endParaRPr>
          </a:p>
          <a:p>
            <a:pPr>
              <a:lnSpc>
                <a:spcPct val="100000"/>
              </a:lnSpc>
              <a:spcBef>
                <a:spcPts val="110"/>
              </a:spcBef>
            </a:pPr>
            <a:r>
              <a:rPr sz="1300" spc="125" dirty="0">
                <a:latin typeface="Times New Roman"/>
                <a:cs typeface="Times New Roman"/>
              </a:rPr>
              <a:t>3</a:t>
            </a:r>
            <a:endParaRPr sz="1300">
              <a:latin typeface="Times New Roman"/>
              <a:cs typeface="Times New Roman"/>
            </a:endParaRPr>
          </a:p>
          <a:p>
            <a:pPr>
              <a:lnSpc>
                <a:spcPct val="100000"/>
              </a:lnSpc>
              <a:spcBef>
                <a:spcPts val="105"/>
              </a:spcBef>
            </a:pPr>
            <a:r>
              <a:rPr sz="1300" spc="125" dirty="0">
                <a:latin typeface="Times New Roman"/>
                <a:cs typeface="Times New Roman"/>
              </a:rPr>
              <a:t>4</a:t>
            </a:r>
            <a:endParaRPr sz="1300">
              <a:latin typeface="Times New Roman"/>
              <a:cs typeface="Times New Roman"/>
            </a:endParaRPr>
          </a:p>
          <a:p>
            <a:pPr>
              <a:lnSpc>
                <a:spcPct val="100000"/>
              </a:lnSpc>
              <a:spcBef>
                <a:spcPts val="110"/>
              </a:spcBef>
            </a:pPr>
            <a:r>
              <a:rPr sz="1300" spc="125" dirty="0">
                <a:latin typeface="Times New Roman"/>
                <a:cs typeface="Times New Roman"/>
              </a:rPr>
              <a:t>5</a:t>
            </a:r>
            <a:endParaRPr sz="1300">
              <a:latin typeface="Times New Roman"/>
              <a:cs typeface="Times New Roman"/>
            </a:endParaRPr>
          </a:p>
          <a:p>
            <a:pPr>
              <a:lnSpc>
                <a:spcPct val="100000"/>
              </a:lnSpc>
              <a:spcBef>
                <a:spcPts val="110"/>
              </a:spcBef>
            </a:pPr>
            <a:r>
              <a:rPr sz="1300" spc="125" dirty="0">
                <a:latin typeface="Times New Roman"/>
                <a:cs typeface="Times New Roman"/>
              </a:rPr>
              <a:t>6</a:t>
            </a:r>
            <a:endParaRPr sz="1300">
              <a:latin typeface="Times New Roman"/>
              <a:cs typeface="Times New Roman"/>
            </a:endParaRPr>
          </a:p>
        </p:txBody>
      </p:sp>
      <p:sp>
        <p:nvSpPr>
          <p:cNvPr id="17" name="object 14">
            <a:extLst>
              <a:ext uri="{FF2B5EF4-FFF2-40B4-BE49-F238E27FC236}">
                <a16:creationId xmlns:a16="http://schemas.microsoft.com/office/drawing/2014/main" id="{DAC7A0BA-CE0C-8ECA-CA93-25F82ED77D83}"/>
              </a:ext>
            </a:extLst>
          </p:cNvPr>
          <p:cNvSpPr txBox="1"/>
          <p:nvPr/>
        </p:nvSpPr>
        <p:spPr>
          <a:xfrm>
            <a:off x="3609561" y="3158034"/>
            <a:ext cx="210185" cy="222885"/>
          </a:xfrm>
          <a:prstGeom prst="rect">
            <a:avLst/>
          </a:prstGeom>
        </p:spPr>
        <p:txBody>
          <a:bodyPr vert="horz" wrap="square" lIns="0" tIns="12065" rIns="0" bIns="0" rtlCol="0">
            <a:spAutoFit/>
          </a:bodyPr>
          <a:lstStyle/>
          <a:p>
            <a:pPr>
              <a:lnSpc>
                <a:spcPct val="100000"/>
              </a:lnSpc>
              <a:spcBef>
                <a:spcPts val="95"/>
              </a:spcBef>
            </a:pPr>
            <a:r>
              <a:rPr sz="1300" spc="120" dirty="0">
                <a:latin typeface="Times New Roman"/>
                <a:cs typeface="Times New Roman"/>
              </a:rPr>
              <a:t>10</a:t>
            </a:r>
            <a:endParaRPr sz="1300">
              <a:latin typeface="Times New Roman"/>
              <a:cs typeface="Times New Roman"/>
            </a:endParaRPr>
          </a:p>
        </p:txBody>
      </p:sp>
      <p:sp>
        <p:nvSpPr>
          <p:cNvPr id="18" name="object 15">
            <a:extLst>
              <a:ext uri="{FF2B5EF4-FFF2-40B4-BE49-F238E27FC236}">
                <a16:creationId xmlns:a16="http://schemas.microsoft.com/office/drawing/2014/main" id="{24C50C4F-2341-C209-5C06-C3826B520245}"/>
              </a:ext>
            </a:extLst>
          </p:cNvPr>
          <p:cNvSpPr txBox="1"/>
          <p:nvPr/>
        </p:nvSpPr>
        <p:spPr>
          <a:xfrm>
            <a:off x="4227108" y="3158034"/>
            <a:ext cx="210185" cy="222885"/>
          </a:xfrm>
          <a:prstGeom prst="rect">
            <a:avLst/>
          </a:prstGeom>
        </p:spPr>
        <p:txBody>
          <a:bodyPr vert="horz" wrap="square" lIns="0" tIns="12065" rIns="0" bIns="0" rtlCol="0">
            <a:spAutoFit/>
          </a:bodyPr>
          <a:lstStyle/>
          <a:p>
            <a:pPr>
              <a:lnSpc>
                <a:spcPct val="100000"/>
              </a:lnSpc>
              <a:spcBef>
                <a:spcPts val="95"/>
              </a:spcBef>
            </a:pPr>
            <a:r>
              <a:rPr sz="1300" spc="120" dirty="0">
                <a:latin typeface="Times New Roman"/>
                <a:cs typeface="Times New Roman"/>
              </a:rPr>
              <a:t>11</a:t>
            </a:r>
            <a:endParaRPr sz="1300">
              <a:latin typeface="Times New Roman"/>
              <a:cs typeface="Times New Roman"/>
            </a:endParaRPr>
          </a:p>
        </p:txBody>
      </p:sp>
      <p:sp>
        <p:nvSpPr>
          <p:cNvPr id="19" name="object 16">
            <a:extLst>
              <a:ext uri="{FF2B5EF4-FFF2-40B4-BE49-F238E27FC236}">
                <a16:creationId xmlns:a16="http://schemas.microsoft.com/office/drawing/2014/main" id="{C6529178-7231-A687-09BE-81FB38AFFE16}"/>
              </a:ext>
            </a:extLst>
          </p:cNvPr>
          <p:cNvSpPr txBox="1"/>
          <p:nvPr/>
        </p:nvSpPr>
        <p:spPr>
          <a:xfrm>
            <a:off x="55634" y="3444829"/>
            <a:ext cx="3147060" cy="548640"/>
          </a:xfrm>
          <a:prstGeom prst="rect">
            <a:avLst/>
          </a:prstGeom>
        </p:spPr>
        <p:txBody>
          <a:bodyPr vert="horz" wrap="square" lIns="0" tIns="36195" rIns="0" bIns="0" rtlCol="0">
            <a:spAutoFit/>
          </a:bodyPr>
          <a:lstStyle/>
          <a:p>
            <a:pPr marL="12700">
              <a:lnSpc>
                <a:spcPct val="100000"/>
              </a:lnSpc>
              <a:spcBef>
                <a:spcPts val="285"/>
              </a:spcBef>
            </a:pPr>
            <a:r>
              <a:rPr sz="1700" i="1" spc="155" dirty="0">
                <a:solidFill>
                  <a:srgbClr val="FF0000"/>
                </a:solidFill>
                <a:latin typeface="Times New Roman"/>
                <a:cs typeface="Times New Roman"/>
              </a:rPr>
              <a:t>Reservation</a:t>
            </a:r>
            <a:r>
              <a:rPr sz="1700" i="1" spc="50" dirty="0">
                <a:solidFill>
                  <a:srgbClr val="FF0000"/>
                </a:solidFill>
                <a:latin typeface="Times New Roman"/>
                <a:cs typeface="Times New Roman"/>
              </a:rPr>
              <a:t> </a:t>
            </a:r>
            <a:r>
              <a:rPr sz="1700" i="1" spc="145" dirty="0">
                <a:solidFill>
                  <a:srgbClr val="FF0000"/>
                </a:solidFill>
                <a:latin typeface="Times New Roman"/>
                <a:cs typeface="Times New Roman"/>
              </a:rPr>
              <a:t>Stations:</a:t>
            </a:r>
            <a:endParaRPr sz="1700">
              <a:latin typeface="Times New Roman"/>
              <a:cs typeface="Times New Roman"/>
            </a:endParaRPr>
          </a:p>
          <a:p>
            <a:pPr marL="1099185">
              <a:lnSpc>
                <a:spcPct val="100000"/>
              </a:lnSpc>
              <a:spcBef>
                <a:spcPts val="150"/>
              </a:spcBef>
              <a:tabLst>
                <a:tab pos="2853055" algn="l"/>
              </a:tabLst>
            </a:pPr>
            <a:r>
              <a:rPr sz="1300" i="1" spc="114" dirty="0">
                <a:latin typeface="Times New Roman"/>
                <a:cs typeface="Times New Roman"/>
              </a:rPr>
              <a:t>T</a:t>
            </a:r>
            <a:r>
              <a:rPr sz="1300" i="1" spc="85" dirty="0">
                <a:latin typeface="Times New Roman"/>
                <a:cs typeface="Times New Roman"/>
              </a:rPr>
              <a:t>i</a:t>
            </a:r>
            <a:r>
              <a:rPr sz="1300" i="1" spc="160" dirty="0">
                <a:latin typeface="Times New Roman"/>
                <a:cs typeface="Times New Roman"/>
              </a:rPr>
              <a:t>m</a:t>
            </a:r>
            <a:r>
              <a:rPr sz="1300" i="1" spc="110" dirty="0">
                <a:latin typeface="Times New Roman"/>
                <a:cs typeface="Times New Roman"/>
              </a:rPr>
              <a:t>e</a:t>
            </a:r>
            <a:r>
              <a:rPr sz="1300" i="1" dirty="0">
                <a:latin typeface="Times New Roman"/>
                <a:cs typeface="Times New Roman"/>
              </a:rPr>
              <a:t>  </a:t>
            </a:r>
            <a:r>
              <a:rPr sz="1300" i="1" spc="25" dirty="0">
                <a:latin typeface="Times New Roman"/>
                <a:cs typeface="Times New Roman"/>
              </a:rPr>
              <a:t> </a:t>
            </a:r>
            <a:r>
              <a:rPr sz="1300" i="1" spc="145" dirty="0">
                <a:latin typeface="Times New Roman"/>
                <a:cs typeface="Times New Roman"/>
              </a:rPr>
              <a:t>Na</a:t>
            </a:r>
            <a:r>
              <a:rPr sz="1300" i="1" spc="155" dirty="0">
                <a:latin typeface="Times New Roman"/>
                <a:cs typeface="Times New Roman"/>
              </a:rPr>
              <a:t>m</a:t>
            </a:r>
            <a:r>
              <a:rPr sz="1300" i="1" spc="110" dirty="0">
                <a:latin typeface="Times New Roman"/>
                <a:cs typeface="Times New Roman"/>
              </a:rPr>
              <a:t>e</a:t>
            </a:r>
            <a:r>
              <a:rPr sz="1300" i="1" dirty="0">
                <a:latin typeface="Times New Roman"/>
                <a:cs typeface="Times New Roman"/>
              </a:rPr>
              <a:t>  </a:t>
            </a:r>
            <a:r>
              <a:rPr sz="1300" i="1" spc="-110" dirty="0">
                <a:latin typeface="Times New Roman"/>
                <a:cs typeface="Times New Roman"/>
              </a:rPr>
              <a:t> </a:t>
            </a:r>
            <a:r>
              <a:rPr sz="1450" i="1" spc="180" dirty="0">
                <a:latin typeface="Times New Roman"/>
                <a:cs typeface="Times New Roman"/>
              </a:rPr>
              <a:t>Bus</a:t>
            </a:r>
            <a:r>
              <a:rPr sz="1450" i="1" spc="130" dirty="0">
                <a:latin typeface="Times New Roman"/>
                <a:cs typeface="Times New Roman"/>
              </a:rPr>
              <a:t>y</a:t>
            </a:r>
            <a:r>
              <a:rPr sz="1450" i="1" dirty="0">
                <a:latin typeface="Times New Roman"/>
                <a:cs typeface="Times New Roman"/>
              </a:rPr>
              <a:t>	</a:t>
            </a:r>
            <a:r>
              <a:rPr sz="1450" i="1" spc="210" dirty="0">
                <a:latin typeface="Times New Roman"/>
                <a:cs typeface="Times New Roman"/>
              </a:rPr>
              <a:t>Op</a:t>
            </a:r>
            <a:endParaRPr sz="1450">
              <a:latin typeface="Times New Roman"/>
              <a:cs typeface="Times New Roman"/>
            </a:endParaRPr>
          </a:p>
        </p:txBody>
      </p:sp>
      <p:sp>
        <p:nvSpPr>
          <p:cNvPr id="20" name="object 17">
            <a:extLst>
              <a:ext uri="{FF2B5EF4-FFF2-40B4-BE49-F238E27FC236}">
                <a16:creationId xmlns:a16="http://schemas.microsoft.com/office/drawing/2014/main" id="{E30D93D7-EE92-EF5A-649D-8634249D2F08}"/>
              </a:ext>
            </a:extLst>
          </p:cNvPr>
          <p:cNvSpPr txBox="1"/>
          <p:nvPr/>
        </p:nvSpPr>
        <p:spPr>
          <a:xfrm>
            <a:off x="3563959" y="3475428"/>
            <a:ext cx="255904" cy="518159"/>
          </a:xfrm>
          <a:prstGeom prst="rect">
            <a:avLst/>
          </a:prstGeom>
        </p:spPr>
        <p:txBody>
          <a:bodyPr vert="horz" wrap="square" lIns="0" tIns="37465" rIns="0" bIns="0" rtlCol="0">
            <a:spAutoFit/>
          </a:bodyPr>
          <a:lstStyle/>
          <a:p>
            <a:pPr marL="12700">
              <a:lnSpc>
                <a:spcPct val="100000"/>
              </a:lnSpc>
              <a:spcBef>
                <a:spcPts val="295"/>
              </a:spcBef>
            </a:pPr>
            <a:r>
              <a:rPr sz="1450" i="1" spc="180" dirty="0">
                <a:latin typeface="Times New Roman"/>
                <a:cs typeface="Times New Roman"/>
              </a:rPr>
              <a:t>S1</a:t>
            </a:r>
            <a:endParaRPr sz="1450">
              <a:latin typeface="Times New Roman"/>
              <a:cs typeface="Times New Roman"/>
            </a:endParaRPr>
          </a:p>
          <a:p>
            <a:pPr marL="36830">
              <a:lnSpc>
                <a:spcPct val="100000"/>
              </a:lnSpc>
              <a:spcBef>
                <a:spcPts val="200"/>
              </a:spcBef>
            </a:pPr>
            <a:r>
              <a:rPr sz="1450" i="1" spc="95" dirty="0">
                <a:latin typeface="Times New Roman"/>
                <a:cs typeface="Times New Roman"/>
              </a:rPr>
              <a:t>Vj</a:t>
            </a:r>
            <a:endParaRPr sz="1450">
              <a:latin typeface="Times New Roman"/>
              <a:cs typeface="Times New Roman"/>
            </a:endParaRPr>
          </a:p>
        </p:txBody>
      </p:sp>
      <p:sp>
        <p:nvSpPr>
          <p:cNvPr id="21" name="object 18">
            <a:extLst>
              <a:ext uri="{FF2B5EF4-FFF2-40B4-BE49-F238E27FC236}">
                <a16:creationId xmlns:a16="http://schemas.microsoft.com/office/drawing/2014/main" id="{4061E2E2-B87B-60B6-A680-033100EBE135}"/>
              </a:ext>
            </a:extLst>
          </p:cNvPr>
          <p:cNvSpPr txBox="1"/>
          <p:nvPr/>
        </p:nvSpPr>
        <p:spPr>
          <a:xfrm>
            <a:off x="4181506" y="3475428"/>
            <a:ext cx="255904" cy="518159"/>
          </a:xfrm>
          <a:prstGeom prst="rect">
            <a:avLst/>
          </a:prstGeom>
        </p:spPr>
        <p:txBody>
          <a:bodyPr vert="horz" wrap="square" lIns="0" tIns="37465" rIns="0" bIns="0" rtlCol="0">
            <a:spAutoFit/>
          </a:bodyPr>
          <a:lstStyle/>
          <a:p>
            <a:pPr marL="12700">
              <a:lnSpc>
                <a:spcPct val="100000"/>
              </a:lnSpc>
              <a:spcBef>
                <a:spcPts val="295"/>
              </a:spcBef>
            </a:pPr>
            <a:r>
              <a:rPr sz="1450" i="1" spc="180" dirty="0">
                <a:latin typeface="Times New Roman"/>
                <a:cs typeface="Times New Roman"/>
              </a:rPr>
              <a:t>S2</a:t>
            </a:r>
            <a:endParaRPr sz="1450">
              <a:latin typeface="Times New Roman"/>
              <a:cs typeface="Times New Roman"/>
            </a:endParaRPr>
          </a:p>
          <a:p>
            <a:pPr marL="12700">
              <a:lnSpc>
                <a:spcPct val="100000"/>
              </a:lnSpc>
              <a:spcBef>
                <a:spcPts val="200"/>
              </a:spcBef>
            </a:pPr>
            <a:r>
              <a:rPr sz="1450" i="1" spc="120" dirty="0">
                <a:latin typeface="Times New Roman"/>
                <a:cs typeface="Times New Roman"/>
              </a:rPr>
              <a:t>Vk</a:t>
            </a:r>
            <a:endParaRPr sz="1450">
              <a:latin typeface="Times New Roman"/>
              <a:cs typeface="Times New Roman"/>
            </a:endParaRPr>
          </a:p>
        </p:txBody>
      </p:sp>
      <p:sp>
        <p:nvSpPr>
          <p:cNvPr id="22" name="object 19">
            <a:extLst>
              <a:ext uri="{FF2B5EF4-FFF2-40B4-BE49-F238E27FC236}">
                <a16:creationId xmlns:a16="http://schemas.microsoft.com/office/drawing/2014/main" id="{8668A4CA-C4CA-60BE-0B19-6226E463D540}"/>
              </a:ext>
            </a:extLst>
          </p:cNvPr>
          <p:cNvSpPr txBox="1"/>
          <p:nvPr/>
        </p:nvSpPr>
        <p:spPr>
          <a:xfrm>
            <a:off x="4790799" y="3475428"/>
            <a:ext cx="902969" cy="518159"/>
          </a:xfrm>
          <a:prstGeom prst="rect">
            <a:avLst/>
          </a:prstGeom>
        </p:spPr>
        <p:txBody>
          <a:bodyPr vert="horz" wrap="square" lIns="0" tIns="37465" rIns="0" bIns="0" rtlCol="0">
            <a:spAutoFit/>
          </a:bodyPr>
          <a:lstStyle/>
          <a:p>
            <a:pPr marL="12700">
              <a:lnSpc>
                <a:spcPct val="100000"/>
              </a:lnSpc>
              <a:spcBef>
                <a:spcPts val="295"/>
              </a:spcBef>
              <a:tabLst>
                <a:tab pos="629920" algn="l"/>
              </a:tabLst>
            </a:pPr>
            <a:r>
              <a:rPr sz="1450" i="1" spc="180" dirty="0">
                <a:latin typeface="Times New Roman"/>
                <a:cs typeface="Times New Roman"/>
              </a:rPr>
              <a:t>RS	</a:t>
            </a:r>
            <a:r>
              <a:rPr sz="1450" i="1" spc="195" dirty="0">
                <a:latin typeface="Times New Roman"/>
                <a:cs typeface="Times New Roman"/>
              </a:rPr>
              <a:t>RS</a:t>
            </a:r>
            <a:endParaRPr sz="1450">
              <a:latin typeface="Times New Roman"/>
              <a:cs typeface="Times New Roman"/>
            </a:endParaRPr>
          </a:p>
          <a:p>
            <a:pPr marL="28575">
              <a:lnSpc>
                <a:spcPct val="100000"/>
              </a:lnSpc>
              <a:spcBef>
                <a:spcPts val="200"/>
              </a:spcBef>
              <a:tabLst>
                <a:tab pos="621665" algn="l"/>
              </a:tabLst>
            </a:pPr>
            <a:r>
              <a:rPr sz="1450" i="1" spc="245" dirty="0">
                <a:latin typeface="Times New Roman"/>
                <a:cs typeface="Times New Roman"/>
              </a:rPr>
              <a:t>Q</a:t>
            </a:r>
            <a:r>
              <a:rPr sz="1450" i="1" spc="80" dirty="0">
                <a:latin typeface="Times New Roman"/>
                <a:cs typeface="Times New Roman"/>
              </a:rPr>
              <a:t>j</a:t>
            </a:r>
            <a:r>
              <a:rPr sz="1450" i="1" dirty="0">
                <a:latin typeface="Times New Roman"/>
                <a:cs typeface="Times New Roman"/>
              </a:rPr>
              <a:t>	</a:t>
            </a:r>
            <a:r>
              <a:rPr sz="1450" i="1" spc="204" dirty="0">
                <a:latin typeface="Times New Roman"/>
                <a:cs typeface="Times New Roman"/>
              </a:rPr>
              <a:t>Qk</a:t>
            </a:r>
            <a:endParaRPr sz="1450">
              <a:latin typeface="Times New Roman"/>
              <a:cs typeface="Times New Roman"/>
            </a:endParaRPr>
          </a:p>
        </p:txBody>
      </p:sp>
      <p:sp>
        <p:nvSpPr>
          <p:cNvPr id="23" name="object 20">
            <a:extLst>
              <a:ext uri="{FF2B5EF4-FFF2-40B4-BE49-F238E27FC236}">
                <a16:creationId xmlns:a16="http://schemas.microsoft.com/office/drawing/2014/main" id="{AC154AFD-0289-A104-A23C-200C454D781C}"/>
              </a:ext>
            </a:extLst>
          </p:cNvPr>
          <p:cNvSpPr txBox="1"/>
          <p:nvPr/>
        </p:nvSpPr>
        <p:spPr>
          <a:xfrm>
            <a:off x="1504995" y="3970554"/>
            <a:ext cx="659765" cy="1085850"/>
          </a:xfrm>
          <a:prstGeom prst="rect">
            <a:avLst/>
          </a:prstGeom>
        </p:spPr>
        <p:txBody>
          <a:bodyPr vert="horz" wrap="square" lIns="0" tIns="12700" rIns="0" bIns="0" rtlCol="0">
            <a:spAutoFit/>
          </a:bodyPr>
          <a:lstStyle/>
          <a:p>
            <a:pPr marL="168910" marR="45720" algn="just">
              <a:lnSpc>
                <a:spcPct val="107000"/>
              </a:lnSpc>
              <a:spcBef>
                <a:spcPts val="100"/>
              </a:spcBef>
            </a:pPr>
            <a:r>
              <a:rPr sz="1300" spc="160" dirty="0">
                <a:latin typeface="Times New Roman"/>
                <a:cs typeface="Times New Roman"/>
              </a:rPr>
              <a:t>A</a:t>
            </a:r>
            <a:r>
              <a:rPr sz="1300" spc="100" dirty="0">
                <a:latin typeface="Times New Roman"/>
                <a:cs typeface="Times New Roman"/>
              </a:rPr>
              <a:t>dd1  </a:t>
            </a:r>
            <a:r>
              <a:rPr sz="1300" spc="160" dirty="0">
                <a:latin typeface="Times New Roman"/>
                <a:cs typeface="Times New Roman"/>
              </a:rPr>
              <a:t>A</a:t>
            </a:r>
            <a:r>
              <a:rPr sz="1300" spc="100" dirty="0">
                <a:latin typeface="Times New Roman"/>
                <a:cs typeface="Times New Roman"/>
              </a:rPr>
              <a:t>dd2  </a:t>
            </a:r>
            <a:r>
              <a:rPr sz="1300" spc="160" dirty="0">
                <a:latin typeface="Times New Roman"/>
                <a:cs typeface="Times New Roman"/>
              </a:rPr>
              <a:t>A</a:t>
            </a:r>
            <a:r>
              <a:rPr sz="1300" spc="125" dirty="0">
                <a:latin typeface="Times New Roman"/>
                <a:cs typeface="Times New Roman"/>
              </a:rPr>
              <a:t>dd3</a:t>
            </a:r>
            <a:endParaRPr sz="1300">
              <a:latin typeface="Times New Roman"/>
              <a:cs typeface="Times New Roman"/>
            </a:endParaRPr>
          </a:p>
          <a:p>
            <a:pPr marL="168910" marR="5080" indent="-156845" algn="just">
              <a:lnSpc>
                <a:spcPct val="107000"/>
              </a:lnSpc>
            </a:pPr>
            <a:r>
              <a:rPr sz="1300" spc="125" dirty="0">
                <a:latin typeface="Times New Roman"/>
                <a:cs typeface="Times New Roman"/>
              </a:rPr>
              <a:t>2</a:t>
            </a:r>
            <a:r>
              <a:rPr sz="1300" spc="50" dirty="0">
                <a:latin typeface="Times New Roman"/>
                <a:cs typeface="Times New Roman"/>
              </a:rPr>
              <a:t> </a:t>
            </a:r>
            <a:r>
              <a:rPr sz="1300" spc="110" dirty="0">
                <a:latin typeface="Times New Roman"/>
                <a:cs typeface="Times New Roman"/>
              </a:rPr>
              <a:t>Mult1 </a:t>
            </a:r>
            <a:r>
              <a:rPr sz="1300" spc="-315" dirty="0">
                <a:latin typeface="Times New Roman"/>
                <a:cs typeface="Times New Roman"/>
              </a:rPr>
              <a:t> </a:t>
            </a:r>
            <a:r>
              <a:rPr sz="1300" spc="200" dirty="0">
                <a:latin typeface="Times New Roman"/>
                <a:cs typeface="Times New Roman"/>
              </a:rPr>
              <a:t>M</a:t>
            </a:r>
            <a:r>
              <a:rPr sz="1300" spc="125" dirty="0">
                <a:latin typeface="Times New Roman"/>
                <a:cs typeface="Times New Roman"/>
              </a:rPr>
              <a:t>u</a:t>
            </a:r>
            <a:r>
              <a:rPr sz="1300" spc="20" dirty="0">
                <a:latin typeface="Times New Roman"/>
                <a:cs typeface="Times New Roman"/>
              </a:rPr>
              <a:t>l</a:t>
            </a:r>
            <a:r>
              <a:rPr sz="1300" spc="85" dirty="0">
                <a:latin typeface="Times New Roman"/>
                <a:cs typeface="Times New Roman"/>
              </a:rPr>
              <a:t>t</a:t>
            </a:r>
            <a:r>
              <a:rPr sz="1300" spc="125" dirty="0">
                <a:latin typeface="Times New Roman"/>
                <a:cs typeface="Times New Roman"/>
              </a:rPr>
              <a:t>2</a:t>
            </a:r>
            <a:endParaRPr sz="1300">
              <a:latin typeface="Times New Roman"/>
              <a:cs typeface="Times New Roman"/>
            </a:endParaRPr>
          </a:p>
        </p:txBody>
      </p:sp>
      <p:sp>
        <p:nvSpPr>
          <p:cNvPr id="24" name="object 21">
            <a:extLst>
              <a:ext uri="{FF2B5EF4-FFF2-40B4-BE49-F238E27FC236}">
                <a16:creationId xmlns:a16="http://schemas.microsoft.com/office/drawing/2014/main" id="{0FDF645C-1F0F-E37B-4F4F-A0F46DE1B00E}"/>
              </a:ext>
            </a:extLst>
          </p:cNvPr>
          <p:cNvSpPr txBox="1"/>
          <p:nvPr/>
        </p:nvSpPr>
        <p:spPr>
          <a:xfrm>
            <a:off x="2230117" y="3994865"/>
            <a:ext cx="3640454" cy="1060450"/>
          </a:xfrm>
          <a:prstGeom prst="rect">
            <a:avLst/>
          </a:prstGeom>
          <a:ln w="8268">
            <a:solidFill>
              <a:srgbClr val="000000"/>
            </a:solidFill>
          </a:ln>
        </p:spPr>
        <p:txBody>
          <a:bodyPr vert="horz" wrap="square" lIns="0" tIns="2540" rIns="0" bIns="0" rtlCol="0">
            <a:spAutoFit/>
          </a:bodyPr>
          <a:lstStyle/>
          <a:p>
            <a:pPr marL="127000">
              <a:lnSpc>
                <a:spcPct val="100000"/>
              </a:lnSpc>
              <a:spcBef>
                <a:spcPts val="20"/>
              </a:spcBef>
            </a:pPr>
            <a:r>
              <a:rPr sz="1300" spc="130" dirty="0">
                <a:latin typeface="Times New Roman"/>
                <a:cs typeface="Times New Roman"/>
              </a:rPr>
              <a:t>No</a:t>
            </a:r>
            <a:endParaRPr sz="1300">
              <a:latin typeface="Times New Roman"/>
              <a:cs typeface="Times New Roman"/>
            </a:endParaRPr>
          </a:p>
          <a:p>
            <a:pPr marL="127000" marR="3268345">
              <a:lnSpc>
                <a:spcPct val="107000"/>
              </a:lnSpc>
            </a:pPr>
            <a:r>
              <a:rPr sz="1300" spc="100" dirty="0">
                <a:latin typeface="Times New Roman"/>
                <a:cs typeface="Times New Roman"/>
              </a:rPr>
              <a:t>No  No</a:t>
            </a:r>
            <a:endParaRPr sz="1300">
              <a:latin typeface="Times New Roman"/>
              <a:cs typeface="Times New Roman"/>
            </a:endParaRPr>
          </a:p>
          <a:p>
            <a:pPr marL="93980">
              <a:lnSpc>
                <a:spcPct val="100000"/>
              </a:lnSpc>
              <a:spcBef>
                <a:spcPts val="105"/>
              </a:spcBef>
            </a:pPr>
            <a:r>
              <a:rPr sz="1300" spc="160" dirty="0">
                <a:latin typeface="Times New Roman"/>
                <a:cs typeface="Times New Roman"/>
              </a:rPr>
              <a:t>Y</a:t>
            </a:r>
            <a:r>
              <a:rPr sz="1300" spc="130" dirty="0">
                <a:latin typeface="Times New Roman"/>
                <a:cs typeface="Times New Roman"/>
              </a:rPr>
              <a:t>e</a:t>
            </a:r>
            <a:r>
              <a:rPr sz="1300" spc="95" dirty="0">
                <a:latin typeface="Times New Roman"/>
                <a:cs typeface="Times New Roman"/>
              </a:rPr>
              <a:t>s</a:t>
            </a:r>
            <a:r>
              <a:rPr sz="1300" dirty="0">
                <a:latin typeface="Times New Roman"/>
                <a:cs typeface="Times New Roman"/>
              </a:rPr>
              <a:t> </a:t>
            </a:r>
            <a:r>
              <a:rPr sz="1300" spc="45" dirty="0">
                <a:latin typeface="Times New Roman"/>
                <a:cs typeface="Times New Roman"/>
              </a:rPr>
              <a:t> </a:t>
            </a:r>
            <a:r>
              <a:rPr sz="1300" spc="200" dirty="0">
                <a:solidFill>
                  <a:srgbClr val="3333CC"/>
                </a:solidFill>
                <a:latin typeface="Times New Roman"/>
                <a:cs typeface="Times New Roman"/>
              </a:rPr>
              <a:t>M</a:t>
            </a:r>
            <a:r>
              <a:rPr sz="1300" spc="95" dirty="0">
                <a:solidFill>
                  <a:srgbClr val="3333CC"/>
                </a:solidFill>
                <a:latin typeface="Times New Roman"/>
                <a:cs typeface="Times New Roman"/>
              </a:rPr>
              <a:t>U</a:t>
            </a:r>
            <a:r>
              <a:rPr sz="1300" spc="170" dirty="0">
                <a:solidFill>
                  <a:srgbClr val="3333CC"/>
                </a:solidFill>
                <a:latin typeface="Times New Roman"/>
                <a:cs typeface="Times New Roman"/>
              </a:rPr>
              <a:t>L</a:t>
            </a:r>
            <a:r>
              <a:rPr sz="1300" spc="110" dirty="0">
                <a:solidFill>
                  <a:srgbClr val="3333CC"/>
                </a:solidFill>
                <a:latin typeface="Times New Roman"/>
                <a:cs typeface="Times New Roman"/>
              </a:rPr>
              <a:t>T</a:t>
            </a:r>
            <a:r>
              <a:rPr sz="1300" spc="185" dirty="0">
                <a:solidFill>
                  <a:srgbClr val="3333CC"/>
                </a:solidFill>
                <a:latin typeface="Times New Roman"/>
                <a:cs typeface="Times New Roman"/>
              </a:rPr>
              <a:t>D</a:t>
            </a:r>
            <a:r>
              <a:rPr sz="1300" spc="-90" dirty="0">
                <a:solidFill>
                  <a:srgbClr val="3333CC"/>
                </a:solidFill>
                <a:latin typeface="Times New Roman"/>
                <a:cs typeface="Times New Roman"/>
              </a:rPr>
              <a:t> </a:t>
            </a:r>
            <a:r>
              <a:rPr sz="1300" spc="200" dirty="0">
                <a:solidFill>
                  <a:srgbClr val="FF0000"/>
                </a:solidFill>
                <a:latin typeface="Times New Roman"/>
                <a:cs typeface="Times New Roman"/>
              </a:rPr>
              <a:t>M</a:t>
            </a:r>
            <a:r>
              <a:rPr sz="1300" spc="85" dirty="0">
                <a:solidFill>
                  <a:srgbClr val="FF0000"/>
                </a:solidFill>
                <a:latin typeface="Times New Roman"/>
                <a:cs typeface="Times New Roman"/>
              </a:rPr>
              <a:t>(</a:t>
            </a:r>
            <a:r>
              <a:rPr sz="1300" spc="160" dirty="0">
                <a:solidFill>
                  <a:srgbClr val="FF0000"/>
                </a:solidFill>
                <a:latin typeface="Times New Roman"/>
                <a:cs typeface="Times New Roman"/>
              </a:rPr>
              <a:t>A</a:t>
            </a:r>
            <a:r>
              <a:rPr sz="1300" spc="105" dirty="0">
                <a:solidFill>
                  <a:srgbClr val="FF0000"/>
                </a:solidFill>
                <a:latin typeface="Times New Roman"/>
                <a:cs typeface="Times New Roman"/>
              </a:rPr>
              <a:t>2)</a:t>
            </a:r>
            <a:r>
              <a:rPr sz="1300" dirty="0">
                <a:solidFill>
                  <a:srgbClr val="FF0000"/>
                </a:solidFill>
                <a:latin typeface="Times New Roman"/>
                <a:cs typeface="Times New Roman"/>
              </a:rPr>
              <a:t>  </a:t>
            </a:r>
            <a:r>
              <a:rPr sz="1300" spc="-70" dirty="0">
                <a:solidFill>
                  <a:srgbClr val="FF0000"/>
                </a:solidFill>
                <a:latin typeface="Times New Roman"/>
                <a:cs typeface="Times New Roman"/>
              </a:rPr>
              <a:t> </a:t>
            </a:r>
            <a:r>
              <a:rPr sz="1300" spc="125" dirty="0">
                <a:solidFill>
                  <a:srgbClr val="3333CC"/>
                </a:solidFill>
                <a:latin typeface="Times New Roman"/>
                <a:cs typeface="Times New Roman"/>
              </a:rPr>
              <a:t>R(</a:t>
            </a:r>
            <a:r>
              <a:rPr sz="1300" spc="114" dirty="0">
                <a:solidFill>
                  <a:srgbClr val="3333CC"/>
                </a:solidFill>
                <a:latin typeface="Times New Roman"/>
                <a:cs typeface="Times New Roman"/>
              </a:rPr>
              <a:t>F</a:t>
            </a:r>
            <a:r>
              <a:rPr sz="1300" spc="105" dirty="0">
                <a:solidFill>
                  <a:srgbClr val="3333CC"/>
                </a:solidFill>
                <a:latin typeface="Times New Roman"/>
                <a:cs typeface="Times New Roman"/>
              </a:rPr>
              <a:t>4)</a:t>
            </a:r>
            <a:endParaRPr sz="1300">
              <a:latin typeface="Times New Roman"/>
              <a:cs typeface="Times New Roman"/>
            </a:endParaRPr>
          </a:p>
          <a:p>
            <a:pPr marL="93980">
              <a:lnSpc>
                <a:spcPct val="100000"/>
              </a:lnSpc>
              <a:spcBef>
                <a:spcPts val="110"/>
              </a:spcBef>
              <a:tabLst>
                <a:tab pos="596900" algn="l"/>
                <a:tab pos="1823720" algn="l"/>
              </a:tabLst>
            </a:pPr>
            <a:r>
              <a:rPr sz="1300" spc="130" dirty="0">
                <a:latin typeface="Times New Roman"/>
                <a:cs typeface="Times New Roman"/>
              </a:rPr>
              <a:t>Yes	</a:t>
            </a:r>
            <a:r>
              <a:rPr sz="1300" spc="130" dirty="0">
                <a:solidFill>
                  <a:srgbClr val="00FF00"/>
                </a:solidFill>
                <a:latin typeface="Times New Roman"/>
                <a:cs typeface="Times New Roman"/>
              </a:rPr>
              <a:t>DIVD	</a:t>
            </a:r>
            <a:r>
              <a:rPr sz="1300" spc="130" dirty="0">
                <a:latin typeface="Times New Roman"/>
                <a:cs typeface="Times New Roman"/>
              </a:rPr>
              <a:t>M(A1)</a:t>
            </a:r>
            <a:r>
              <a:rPr sz="1300" spc="470" dirty="0">
                <a:latin typeface="Times New Roman"/>
                <a:cs typeface="Times New Roman"/>
              </a:rPr>
              <a:t> </a:t>
            </a:r>
            <a:r>
              <a:rPr sz="1300" spc="110" dirty="0">
                <a:solidFill>
                  <a:srgbClr val="3333CC"/>
                </a:solidFill>
                <a:latin typeface="Times New Roman"/>
                <a:cs typeface="Times New Roman"/>
              </a:rPr>
              <a:t>Mult1</a:t>
            </a:r>
            <a:endParaRPr sz="1300">
              <a:latin typeface="Times New Roman"/>
              <a:cs typeface="Times New Roman"/>
            </a:endParaRPr>
          </a:p>
        </p:txBody>
      </p:sp>
      <p:sp>
        <p:nvSpPr>
          <p:cNvPr id="25" name="object 22">
            <a:extLst>
              <a:ext uri="{FF2B5EF4-FFF2-40B4-BE49-F238E27FC236}">
                <a16:creationId xmlns:a16="http://schemas.microsoft.com/office/drawing/2014/main" id="{86518567-598E-37E0-427E-D43F2160D7CB}"/>
              </a:ext>
            </a:extLst>
          </p:cNvPr>
          <p:cNvSpPr txBox="1"/>
          <p:nvPr/>
        </p:nvSpPr>
        <p:spPr>
          <a:xfrm>
            <a:off x="55634" y="5140947"/>
            <a:ext cx="2317115" cy="288290"/>
          </a:xfrm>
          <a:prstGeom prst="rect">
            <a:avLst/>
          </a:prstGeom>
        </p:spPr>
        <p:txBody>
          <a:bodyPr vert="horz" wrap="square" lIns="0" tIns="15875" rIns="0" bIns="0" rtlCol="0">
            <a:spAutoFit/>
          </a:bodyPr>
          <a:lstStyle/>
          <a:p>
            <a:pPr marL="12700">
              <a:lnSpc>
                <a:spcPct val="100000"/>
              </a:lnSpc>
              <a:spcBef>
                <a:spcPts val="125"/>
              </a:spcBef>
            </a:pPr>
            <a:r>
              <a:rPr sz="1700" i="1" spc="150" dirty="0">
                <a:solidFill>
                  <a:srgbClr val="FF0000"/>
                </a:solidFill>
                <a:latin typeface="Times New Roman"/>
                <a:cs typeface="Times New Roman"/>
              </a:rPr>
              <a:t>Register</a:t>
            </a:r>
            <a:r>
              <a:rPr sz="1700" i="1" spc="45" dirty="0">
                <a:solidFill>
                  <a:srgbClr val="FF0000"/>
                </a:solidFill>
                <a:latin typeface="Times New Roman"/>
                <a:cs typeface="Times New Roman"/>
              </a:rPr>
              <a:t> </a:t>
            </a:r>
            <a:r>
              <a:rPr sz="1700" i="1" spc="125" dirty="0">
                <a:solidFill>
                  <a:srgbClr val="FF0000"/>
                </a:solidFill>
                <a:latin typeface="Times New Roman"/>
                <a:cs typeface="Times New Roman"/>
              </a:rPr>
              <a:t>result</a:t>
            </a:r>
            <a:r>
              <a:rPr sz="1700" i="1" spc="90" dirty="0">
                <a:solidFill>
                  <a:srgbClr val="FF0000"/>
                </a:solidFill>
                <a:latin typeface="Times New Roman"/>
                <a:cs typeface="Times New Roman"/>
              </a:rPr>
              <a:t> </a:t>
            </a:r>
            <a:r>
              <a:rPr sz="1700" i="1" spc="130" dirty="0">
                <a:solidFill>
                  <a:srgbClr val="FF0000"/>
                </a:solidFill>
                <a:latin typeface="Times New Roman"/>
                <a:cs typeface="Times New Roman"/>
              </a:rPr>
              <a:t>status:</a:t>
            </a:r>
            <a:endParaRPr sz="1700">
              <a:latin typeface="Times New Roman"/>
              <a:cs typeface="Times New Roman"/>
            </a:endParaRPr>
          </a:p>
        </p:txBody>
      </p:sp>
      <p:graphicFrame>
        <p:nvGraphicFramePr>
          <p:cNvPr id="26" name="object 23">
            <a:extLst>
              <a:ext uri="{FF2B5EF4-FFF2-40B4-BE49-F238E27FC236}">
                <a16:creationId xmlns:a16="http://schemas.microsoft.com/office/drawing/2014/main" id="{27F3444D-5126-F4CF-FFC1-EF52D4C1901A}"/>
              </a:ext>
            </a:extLst>
          </p:cNvPr>
          <p:cNvGraphicFramePr>
            <a:graphicFrameLocks noGrp="1"/>
          </p:cNvGraphicFramePr>
          <p:nvPr/>
        </p:nvGraphicFramePr>
        <p:xfrm>
          <a:off x="357712" y="5457856"/>
          <a:ext cx="8051162" cy="465351"/>
        </p:xfrm>
        <a:graphic>
          <a:graphicData uri="http://schemas.openxmlformats.org/drawingml/2006/table">
            <a:tbl>
              <a:tblPr firstRow="1" bandRow="1">
                <a:tableStyleId>{2D5ABB26-0587-4C30-8999-92F81FD0307C}</a:tableStyleId>
              </a:tblPr>
              <a:tblGrid>
                <a:gridCol w="1316355">
                  <a:extLst>
                    <a:ext uri="{9D8B030D-6E8A-4147-A177-3AD203B41FA5}">
                      <a16:colId xmlns:a16="http://schemas.microsoft.com/office/drawing/2014/main" val="20000"/>
                    </a:ext>
                  </a:extLst>
                </a:gridCol>
                <a:gridCol w="105029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700405">
                  <a:extLst>
                    <a:ext uri="{9D8B030D-6E8A-4147-A177-3AD203B41FA5}">
                      <a16:colId xmlns:a16="http://schemas.microsoft.com/office/drawing/2014/main" val="20003"/>
                    </a:ext>
                  </a:extLst>
                </a:gridCol>
                <a:gridCol w="418464">
                  <a:extLst>
                    <a:ext uri="{9D8B030D-6E8A-4147-A177-3AD203B41FA5}">
                      <a16:colId xmlns:a16="http://schemas.microsoft.com/office/drawing/2014/main" val="20004"/>
                    </a:ext>
                  </a:extLst>
                </a:gridCol>
                <a:gridCol w="741679">
                  <a:extLst>
                    <a:ext uri="{9D8B030D-6E8A-4147-A177-3AD203B41FA5}">
                      <a16:colId xmlns:a16="http://schemas.microsoft.com/office/drawing/2014/main" val="20005"/>
                    </a:ext>
                  </a:extLst>
                </a:gridCol>
                <a:gridCol w="657225">
                  <a:extLst>
                    <a:ext uri="{9D8B030D-6E8A-4147-A177-3AD203B41FA5}">
                      <a16:colId xmlns:a16="http://schemas.microsoft.com/office/drawing/2014/main" val="20006"/>
                    </a:ext>
                  </a:extLst>
                </a:gridCol>
                <a:gridCol w="634364">
                  <a:extLst>
                    <a:ext uri="{9D8B030D-6E8A-4147-A177-3AD203B41FA5}">
                      <a16:colId xmlns:a16="http://schemas.microsoft.com/office/drawing/2014/main" val="20007"/>
                    </a:ext>
                  </a:extLst>
                </a:gridCol>
                <a:gridCol w="1885950">
                  <a:extLst>
                    <a:ext uri="{9D8B030D-6E8A-4147-A177-3AD203B41FA5}">
                      <a16:colId xmlns:a16="http://schemas.microsoft.com/office/drawing/2014/main" val="20008"/>
                    </a:ext>
                  </a:extLst>
                </a:gridCol>
              </a:tblGrid>
              <a:tr h="253239">
                <a:tc>
                  <a:txBody>
                    <a:bodyPr/>
                    <a:lstStyle/>
                    <a:p>
                      <a:pPr marR="619125" algn="ctr">
                        <a:lnSpc>
                          <a:spcPts val="1875"/>
                        </a:lnSpc>
                      </a:pPr>
                      <a:r>
                        <a:rPr sz="1700" spc="170" dirty="0">
                          <a:latin typeface="Times New Roman"/>
                          <a:cs typeface="Times New Roman"/>
                        </a:rPr>
                        <a:t>Clock</a:t>
                      </a:r>
                      <a:endParaRPr sz="1700">
                        <a:latin typeface="Times New Roman"/>
                        <a:cs typeface="Times New Roman"/>
                      </a:endParaRPr>
                    </a:p>
                  </a:txBody>
                  <a:tcPr marL="0" marR="0" marT="0" marB="0"/>
                </a:tc>
                <a:tc gridSpan="2">
                  <a:txBody>
                    <a:bodyPr/>
                    <a:lstStyle/>
                    <a:p>
                      <a:pPr marR="177165" algn="r">
                        <a:lnSpc>
                          <a:spcPts val="1875"/>
                        </a:lnSpc>
                      </a:pPr>
                      <a:r>
                        <a:rPr sz="1700" i="1" spc="170" dirty="0">
                          <a:latin typeface="Times New Roman"/>
                          <a:cs typeface="Times New Roman"/>
                        </a:rPr>
                        <a:t>F0</a:t>
                      </a:r>
                      <a:endParaRPr sz="1700">
                        <a:latin typeface="Times New Roman"/>
                        <a:cs typeface="Times New Roman"/>
                      </a:endParaRPr>
                    </a:p>
                  </a:txBody>
                  <a:tcPr marL="0" marR="0" marT="0" marB="0"/>
                </a:tc>
                <a:tc hMerge="1">
                  <a:txBody>
                    <a:bodyPr/>
                    <a:lstStyle/>
                    <a:p>
                      <a:endParaRPr/>
                    </a:p>
                  </a:txBody>
                  <a:tcPr marL="0" marR="0" marT="0" marB="0"/>
                </a:tc>
                <a:tc>
                  <a:txBody>
                    <a:bodyPr/>
                    <a:lstStyle/>
                    <a:p>
                      <a:pPr marR="62230" algn="ctr">
                        <a:lnSpc>
                          <a:spcPts val="1875"/>
                        </a:lnSpc>
                      </a:pPr>
                      <a:r>
                        <a:rPr sz="1700" i="1" spc="170" dirty="0">
                          <a:latin typeface="Times New Roman"/>
                          <a:cs typeface="Times New Roman"/>
                        </a:rPr>
                        <a:t>F2</a:t>
                      </a:r>
                      <a:endParaRPr sz="1700">
                        <a:latin typeface="Times New Roman"/>
                        <a:cs typeface="Times New Roman"/>
                      </a:endParaRPr>
                    </a:p>
                  </a:txBody>
                  <a:tcPr marL="0" marR="0" marT="0" marB="0"/>
                </a:tc>
                <a:tc>
                  <a:txBody>
                    <a:bodyPr/>
                    <a:lstStyle/>
                    <a:p>
                      <a:pPr marL="90170">
                        <a:lnSpc>
                          <a:spcPts val="1875"/>
                        </a:lnSpc>
                      </a:pPr>
                      <a:r>
                        <a:rPr sz="1700" i="1" spc="170" dirty="0">
                          <a:latin typeface="Times New Roman"/>
                          <a:cs typeface="Times New Roman"/>
                        </a:rPr>
                        <a:t>F4</a:t>
                      </a:r>
                      <a:endParaRPr sz="1700">
                        <a:latin typeface="Times New Roman"/>
                        <a:cs typeface="Times New Roman"/>
                      </a:endParaRPr>
                    </a:p>
                  </a:txBody>
                  <a:tcPr marL="0" marR="0" marT="0" marB="0"/>
                </a:tc>
                <a:tc>
                  <a:txBody>
                    <a:bodyPr/>
                    <a:lstStyle/>
                    <a:p>
                      <a:pPr marL="290195">
                        <a:lnSpc>
                          <a:spcPts val="1875"/>
                        </a:lnSpc>
                      </a:pPr>
                      <a:r>
                        <a:rPr sz="1700" i="1" spc="170" dirty="0">
                          <a:latin typeface="Times New Roman"/>
                          <a:cs typeface="Times New Roman"/>
                        </a:rPr>
                        <a:t>F6</a:t>
                      </a:r>
                      <a:endParaRPr sz="1700">
                        <a:latin typeface="Times New Roman"/>
                        <a:cs typeface="Times New Roman"/>
                      </a:endParaRPr>
                    </a:p>
                  </a:txBody>
                  <a:tcPr marL="0" marR="0" marT="0" marB="0"/>
                </a:tc>
                <a:tc>
                  <a:txBody>
                    <a:bodyPr/>
                    <a:lstStyle/>
                    <a:p>
                      <a:pPr marL="166370">
                        <a:lnSpc>
                          <a:spcPts val="1875"/>
                        </a:lnSpc>
                      </a:pPr>
                      <a:r>
                        <a:rPr sz="1700" i="1" spc="170" dirty="0">
                          <a:latin typeface="Times New Roman"/>
                          <a:cs typeface="Times New Roman"/>
                        </a:rPr>
                        <a:t>F8</a:t>
                      </a:r>
                      <a:endParaRPr sz="1700">
                        <a:latin typeface="Times New Roman"/>
                        <a:cs typeface="Times New Roman"/>
                      </a:endParaRPr>
                    </a:p>
                  </a:txBody>
                  <a:tcPr marL="0" marR="0" marT="0" marB="0"/>
                </a:tc>
                <a:tc>
                  <a:txBody>
                    <a:bodyPr/>
                    <a:lstStyle/>
                    <a:p>
                      <a:pPr marL="61594">
                        <a:lnSpc>
                          <a:spcPts val="1875"/>
                        </a:lnSpc>
                      </a:pPr>
                      <a:r>
                        <a:rPr sz="1700" i="1" spc="185" dirty="0">
                          <a:latin typeface="Times New Roman"/>
                          <a:cs typeface="Times New Roman"/>
                        </a:rPr>
                        <a:t>F10</a:t>
                      </a:r>
                      <a:endParaRPr sz="1700">
                        <a:latin typeface="Times New Roman"/>
                        <a:cs typeface="Times New Roman"/>
                      </a:endParaRPr>
                    </a:p>
                  </a:txBody>
                  <a:tcPr marL="0" marR="0" marT="0" marB="0"/>
                </a:tc>
                <a:tc>
                  <a:txBody>
                    <a:bodyPr/>
                    <a:lstStyle/>
                    <a:p>
                      <a:pPr marL="151765">
                        <a:lnSpc>
                          <a:spcPts val="1875"/>
                        </a:lnSpc>
                        <a:tabLst>
                          <a:tab pos="942340" algn="l"/>
                          <a:tab pos="1370965" algn="l"/>
                        </a:tabLst>
                      </a:pPr>
                      <a:r>
                        <a:rPr sz="1700" i="1" spc="185" dirty="0">
                          <a:latin typeface="Times New Roman"/>
                          <a:cs typeface="Times New Roman"/>
                        </a:rPr>
                        <a:t>F12	</a:t>
                      </a:r>
                      <a:r>
                        <a:rPr sz="1700" i="1" spc="90" dirty="0">
                          <a:latin typeface="Times New Roman"/>
                          <a:cs typeface="Times New Roman"/>
                        </a:rPr>
                        <a:t>...	</a:t>
                      </a:r>
                      <a:r>
                        <a:rPr sz="1700" i="1" spc="185" dirty="0">
                          <a:latin typeface="Times New Roman"/>
                          <a:cs typeface="Times New Roman"/>
                        </a:rPr>
                        <a:t>F30</a:t>
                      </a:r>
                      <a:endParaRPr sz="1700">
                        <a:latin typeface="Times New Roman"/>
                        <a:cs typeface="Times New Roman"/>
                      </a:endParaRPr>
                    </a:p>
                  </a:txBody>
                  <a:tcPr marL="0" marR="0" marT="0" marB="0"/>
                </a:tc>
                <a:extLst>
                  <a:ext uri="{0D108BD9-81ED-4DB2-BD59-A6C34878D82A}">
                    <a16:rowId xmlns:a16="http://schemas.microsoft.com/office/drawing/2014/main" val="10000"/>
                  </a:ext>
                </a:extLst>
              </a:tr>
              <a:tr h="212112">
                <a:tc>
                  <a:txBody>
                    <a:bodyPr/>
                    <a:lstStyle/>
                    <a:p>
                      <a:pPr marR="536575" algn="ctr">
                        <a:lnSpc>
                          <a:spcPts val="1550"/>
                        </a:lnSpc>
                        <a:spcBef>
                          <a:spcPts val="15"/>
                        </a:spcBef>
                      </a:pPr>
                      <a:r>
                        <a:rPr sz="1300" b="1" spc="120" dirty="0">
                          <a:latin typeface="Times New Roman"/>
                          <a:cs typeface="Times New Roman"/>
                        </a:rPr>
                        <a:t>13</a:t>
                      </a:r>
                      <a:endParaRPr sz="1300">
                        <a:latin typeface="Times New Roman"/>
                        <a:cs typeface="Times New Roman"/>
                      </a:endParaRPr>
                    </a:p>
                  </a:txBody>
                  <a:tcPr marL="0" marR="0" marT="1905" marB="0"/>
                </a:tc>
                <a:tc>
                  <a:txBody>
                    <a:bodyPr/>
                    <a:lstStyle/>
                    <a:p>
                      <a:pPr marL="658495">
                        <a:lnSpc>
                          <a:spcPts val="1550"/>
                        </a:lnSpc>
                        <a:spcBef>
                          <a:spcPts val="15"/>
                        </a:spcBef>
                      </a:pPr>
                      <a:r>
                        <a:rPr sz="1300" i="1" spc="190" dirty="0">
                          <a:latin typeface="Times New Roman"/>
                          <a:cs typeface="Times New Roman"/>
                        </a:rPr>
                        <a:t>FU</a:t>
                      </a:r>
                      <a:endParaRPr sz="1300">
                        <a:latin typeface="Times New Roman"/>
                        <a:cs typeface="Times New Roman"/>
                      </a:endParaRPr>
                    </a:p>
                  </a:txBody>
                  <a:tcPr marL="0" marR="0" marT="1905" marB="0">
                    <a:lnR w="9525">
                      <a:solidFill>
                        <a:srgbClr val="000000"/>
                      </a:solidFill>
                      <a:prstDash val="solid"/>
                    </a:lnR>
                  </a:tcPr>
                </a:tc>
                <a:tc>
                  <a:txBody>
                    <a:bodyPr/>
                    <a:lstStyle/>
                    <a:p>
                      <a:pPr marL="102235">
                        <a:lnSpc>
                          <a:spcPts val="1550"/>
                        </a:lnSpc>
                        <a:spcBef>
                          <a:spcPts val="15"/>
                        </a:spcBef>
                      </a:pPr>
                      <a:r>
                        <a:rPr sz="1300" spc="110" dirty="0">
                          <a:solidFill>
                            <a:srgbClr val="0000FF"/>
                          </a:solidFill>
                          <a:latin typeface="Times New Roman"/>
                          <a:cs typeface="Times New Roman"/>
                        </a:rPr>
                        <a:t>Mult1</a:t>
                      </a:r>
                      <a:endParaRPr sz="1300">
                        <a:latin typeface="Times New Roman"/>
                        <a:cs typeface="Times New Roman"/>
                      </a:endParaRPr>
                    </a:p>
                  </a:txBody>
                  <a:tcPr marL="0" marR="0" marT="1905"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16510" algn="ctr">
                        <a:lnSpc>
                          <a:spcPts val="1550"/>
                        </a:lnSpc>
                        <a:spcBef>
                          <a:spcPts val="15"/>
                        </a:spcBef>
                      </a:pPr>
                      <a:r>
                        <a:rPr sz="1300" spc="130" dirty="0">
                          <a:solidFill>
                            <a:srgbClr val="FF0000"/>
                          </a:solidFill>
                          <a:latin typeface="Times New Roman"/>
                          <a:cs typeface="Times New Roman"/>
                        </a:rPr>
                        <a:t>M(A2)</a:t>
                      </a:r>
                      <a:endParaRPr sz="1300">
                        <a:latin typeface="Times New Roman"/>
                        <a:cs typeface="Times New Roman"/>
                      </a:endParaRPr>
                    </a:p>
                  </a:txBody>
                  <a:tcPr marL="0" marR="0" marT="1905" marB="0">
                    <a:lnB w="9525">
                      <a:solidFill>
                        <a:srgbClr val="000000"/>
                      </a:solidFill>
                      <a:prstDash val="solid"/>
                    </a:lnB>
                  </a:tcPr>
                </a:tc>
                <a:tc gridSpan="3">
                  <a:txBody>
                    <a:bodyPr/>
                    <a:lstStyle/>
                    <a:p>
                      <a:pPr marL="461009">
                        <a:lnSpc>
                          <a:spcPts val="1550"/>
                        </a:lnSpc>
                        <a:spcBef>
                          <a:spcPts val="15"/>
                        </a:spcBef>
                      </a:pPr>
                      <a:r>
                        <a:rPr sz="1300" spc="140" dirty="0">
                          <a:solidFill>
                            <a:srgbClr val="00FF00"/>
                          </a:solidFill>
                          <a:latin typeface="Times New Roman"/>
                          <a:cs typeface="Times New Roman"/>
                        </a:rPr>
                        <a:t>(M-M+M</a:t>
                      </a:r>
                      <a:r>
                        <a:rPr sz="1300" spc="140" dirty="0">
                          <a:solidFill>
                            <a:srgbClr val="FF00FF"/>
                          </a:solidFill>
                          <a:latin typeface="Times New Roman"/>
                          <a:cs typeface="Times New Roman"/>
                        </a:rPr>
                        <a:t>(M-M)</a:t>
                      </a:r>
                      <a:endParaRPr sz="1300">
                        <a:latin typeface="Times New Roman"/>
                        <a:cs typeface="Times New Roman"/>
                      </a:endParaRPr>
                    </a:p>
                  </a:txBody>
                  <a:tcPr marL="0" marR="0" marT="1905" marB="0">
                    <a:lnB w="9525">
                      <a:solidFill>
                        <a:srgbClr val="000000"/>
                      </a:solidFill>
                      <a:prstDash val="solid"/>
                    </a:lnB>
                  </a:tcPr>
                </a:tc>
                <a:tc hMerge="1">
                  <a:txBody>
                    <a:bodyPr/>
                    <a:lstStyle/>
                    <a:p>
                      <a:endParaRPr/>
                    </a:p>
                  </a:txBody>
                  <a:tcPr marL="0" marR="0" marT="0" marB="0"/>
                </a:tc>
                <a:tc hMerge="1">
                  <a:txBody>
                    <a:bodyPr/>
                    <a:lstStyle/>
                    <a:p>
                      <a:endParaRPr/>
                    </a:p>
                  </a:txBody>
                  <a:tcPr marL="0" marR="0" marT="0" marB="0"/>
                </a:tc>
                <a:tc gridSpan="2">
                  <a:txBody>
                    <a:bodyPr/>
                    <a:lstStyle/>
                    <a:p>
                      <a:pPr marL="53340">
                        <a:lnSpc>
                          <a:spcPts val="1550"/>
                        </a:lnSpc>
                        <a:spcBef>
                          <a:spcPts val="15"/>
                        </a:spcBef>
                      </a:pPr>
                      <a:r>
                        <a:rPr sz="1300" spc="110" dirty="0">
                          <a:solidFill>
                            <a:srgbClr val="00FF00"/>
                          </a:solidFill>
                          <a:latin typeface="Times New Roman"/>
                          <a:cs typeface="Times New Roman"/>
                        </a:rPr>
                        <a:t>Mult2</a:t>
                      </a:r>
                      <a:endParaRPr sz="1300">
                        <a:latin typeface="Times New Roman"/>
                        <a:cs typeface="Times New Roman"/>
                      </a:endParaRPr>
                    </a:p>
                  </a:txBody>
                  <a:tcPr marL="0" marR="0" marT="1905" marB="0">
                    <a:lnR w="9525">
                      <a:solidFill>
                        <a:srgbClr val="000000"/>
                      </a:solidFill>
                      <a:prstDash val="solid"/>
                    </a:lnR>
                    <a:lnB w="952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pSp>
        <p:nvGrpSpPr>
          <p:cNvPr id="27" name="object 24">
            <a:extLst>
              <a:ext uri="{FF2B5EF4-FFF2-40B4-BE49-F238E27FC236}">
                <a16:creationId xmlns:a16="http://schemas.microsoft.com/office/drawing/2014/main" id="{998A771D-0EFC-C3AA-00F7-4923F2E65CA3}"/>
              </a:ext>
            </a:extLst>
          </p:cNvPr>
          <p:cNvGrpSpPr/>
          <p:nvPr/>
        </p:nvGrpSpPr>
        <p:grpSpPr>
          <a:xfrm>
            <a:off x="2720173" y="2104206"/>
            <a:ext cx="1918970" cy="1278890"/>
            <a:chOff x="2711262" y="1433919"/>
            <a:chExt cx="1918970" cy="1278890"/>
          </a:xfrm>
        </p:grpSpPr>
        <p:sp>
          <p:nvSpPr>
            <p:cNvPr id="28" name="object 25">
              <a:extLst>
                <a:ext uri="{FF2B5EF4-FFF2-40B4-BE49-F238E27FC236}">
                  <a16:creationId xmlns:a16="http://schemas.microsoft.com/office/drawing/2014/main" id="{83552EF4-0141-DF97-EE57-0510889B8168}"/>
                </a:ext>
              </a:extLst>
            </p:cNvPr>
            <p:cNvSpPr/>
            <p:nvPr/>
          </p:nvSpPr>
          <p:spPr>
            <a:xfrm>
              <a:off x="2723629" y="1437395"/>
              <a:ext cx="1902460" cy="0"/>
            </a:xfrm>
            <a:custGeom>
              <a:avLst/>
              <a:gdLst/>
              <a:ahLst/>
              <a:cxnLst/>
              <a:rect l="l" t="t" r="r" b="b"/>
              <a:pathLst>
                <a:path w="1902460">
                  <a:moveTo>
                    <a:pt x="0" y="0"/>
                  </a:moveTo>
                  <a:lnTo>
                    <a:pt x="1902047" y="0"/>
                  </a:lnTo>
                </a:path>
              </a:pathLst>
            </a:custGeom>
            <a:ln w="6838">
              <a:solidFill>
                <a:srgbClr val="000000"/>
              </a:solidFill>
            </a:ln>
          </p:spPr>
          <p:txBody>
            <a:bodyPr wrap="square" lIns="0" tIns="0" rIns="0" bIns="0" rtlCol="0"/>
            <a:lstStyle/>
            <a:p>
              <a:endParaRPr/>
            </a:p>
          </p:txBody>
        </p:sp>
        <p:sp>
          <p:nvSpPr>
            <p:cNvPr id="29" name="object 26">
              <a:extLst>
                <a:ext uri="{FF2B5EF4-FFF2-40B4-BE49-F238E27FC236}">
                  <a16:creationId xmlns:a16="http://schemas.microsoft.com/office/drawing/2014/main" id="{C9997E8F-E2EF-DC77-A49E-B73DDD26C658}"/>
                </a:ext>
              </a:extLst>
            </p:cNvPr>
            <p:cNvSpPr/>
            <p:nvPr/>
          </p:nvSpPr>
          <p:spPr>
            <a:xfrm>
              <a:off x="2719448" y="1433951"/>
              <a:ext cx="1910714" cy="6985"/>
            </a:xfrm>
            <a:custGeom>
              <a:avLst/>
              <a:gdLst/>
              <a:ahLst/>
              <a:cxnLst/>
              <a:rect l="l" t="t" r="r" b="b"/>
              <a:pathLst>
                <a:path w="1910714" h="6984">
                  <a:moveTo>
                    <a:pt x="1910300" y="0"/>
                  </a:moveTo>
                  <a:lnTo>
                    <a:pt x="0" y="0"/>
                  </a:lnTo>
                  <a:lnTo>
                    <a:pt x="0" y="6827"/>
                  </a:lnTo>
                  <a:lnTo>
                    <a:pt x="1910300" y="6827"/>
                  </a:lnTo>
                  <a:lnTo>
                    <a:pt x="1910300" y="0"/>
                  </a:lnTo>
                  <a:close/>
                </a:path>
              </a:pathLst>
            </a:custGeom>
            <a:solidFill>
              <a:srgbClr val="000000"/>
            </a:solidFill>
          </p:spPr>
          <p:txBody>
            <a:bodyPr wrap="square" lIns="0" tIns="0" rIns="0" bIns="0" rtlCol="0"/>
            <a:lstStyle/>
            <a:p>
              <a:endParaRPr/>
            </a:p>
          </p:txBody>
        </p:sp>
        <p:sp>
          <p:nvSpPr>
            <p:cNvPr id="30" name="object 27">
              <a:extLst>
                <a:ext uri="{FF2B5EF4-FFF2-40B4-BE49-F238E27FC236}">
                  <a16:creationId xmlns:a16="http://schemas.microsoft.com/office/drawing/2014/main" id="{6FFD7BFD-5EA9-105E-B259-06134A34BECB}"/>
                </a:ext>
              </a:extLst>
            </p:cNvPr>
            <p:cNvSpPr/>
            <p:nvPr/>
          </p:nvSpPr>
          <p:spPr>
            <a:xfrm>
              <a:off x="2715376" y="1437395"/>
              <a:ext cx="0" cy="1271905"/>
            </a:xfrm>
            <a:custGeom>
              <a:avLst/>
              <a:gdLst/>
              <a:ahLst/>
              <a:cxnLst/>
              <a:rect l="l" t="t" r="r" b="b"/>
              <a:pathLst>
                <a:path h="1271905">
                  <a:moveTo>
                    <a:pt x="0" y="0"/>
                  </a:moveTo>
                  <a:lnTo>
                    <a:pt x="0" y="1271762"/>
                  </a:lnTo>
                </a:path>
              </a:pathLst>
            </a:custGeom>
            <a:ln w="8227">
              <a:solidFill>
                <a:srgbClr val="000000"/>
              </a:solidFill>
            </a:ln>
          </p:spPr>
          <p:txBody>
            <a:bodyPr wrap="square" lIns="0" tIns="0" rIns="0" bIns="0" rtlCol="0"/>
            <a:lstStyle/>
            <a:p>
              <a:endParaRPr/>
            </a:p>
          </p:txBody>
        </p:sp>
        <p:sp>
          <p:nvSpPr>
            <p:cNvPr id="31" name="object 28">
              <a:extLst>
                <a:ext uri="{FF2B5EF4-FFF2-40B4-BE49-F238E27FC236}">
                  <a16:creationId xmlns:a16="http://schemas.microsoft.com/office/drawing/2014/main" id="{8CDC2D18-B3B2-F966-395E-C6BC1D743B10}"/>
                </a:ext>
              </a:extLst>
            </p:cNvPr>
            <p:cNvSpPr/>
            <p:nvPr/>
          </p:nvSpPr>
          <p:spPr>
            <a:xfrm>
              <a:off x="2711305" y="1433919"/>
              <a:ext cx="8255" cy="1278890"/>
            </a:xfrm>
            <a:custGeom>
              <a:avLst/>
              <a:gdLst/>
              <a:ahLst/>
              <a:cxnLst/>
              <a:rect l="l" t="t" r="r" b="b"/>
              <a:pathLst>
                <a:path w="8255" h="1278889">
                  <a:moveTo>
                    <a:pt x="8226" y="0"/>
                  </a:moveTo>
                  <a:lnTo>
                    <a:pt x="0" y="0"/>
                  </a:lnTo>
                  <a:lnTo>
                    <a:pt x="0" y="1278622"/>
                  </a:lnTo>
                  <a:lnTo>
                    <a:pt x="8226" y="1278622"/>
                  </a:lnTo>
                  <a:lnTo>
                    <a:pt x="8226" y="0"/>
                  </a:lnTo>
                  <a:close/>
                </a:path>
              </a:pathLst>
            </a:custGeom>
            <a:solidFill>
              <a:srgbClr val="000000"/>
            </a:solidFill>
          </p:spPr>
          <p:txBody>
            <a:bodyPr wrap="square" lIns="0" tIns="0" rIns="0" bIns="0" rtlCol="0"/>
            <a:lstStyle/>
            <a:p>
              <a:endParaRPr/>
            </a:p>
          </p:txBody>
        </p:sp>
        <p:sp>
          <p:nvSpPr>
            <p:cNvPr id="32" name="object 29">
              <a:extLst>
                <a:ext uri="{FF2B5EF4-FFF2-40B4-BE49-F238E27FC236}">
                  <a16:creationId xmlns:a16="http://schemas.microsoft.com/office/drawing/2014/main" id="{30ACDE1D-2B6E-8047-5B81-29B2E171C29A}"/>
                </a:ext>
              </a:extLst>
            </p:cNvPr>
            <p:cNvSpPr/>
            <p:nvPr/>
          </p:nvSpPr>
          <p:spPr>
            <a:xfrm>
              <a:off x="4625676" y="1444255"/>
              <a:ext cx="0" cy="1264920"/>
            </a:xfrm>
            <a:custGeom>
              <a:avLst/>
              <a:gdLst/>
              <a:ahLst/>
              <a:cxnLst/>
              <a:rect l="l" t="t" r="r" b="b"/>
              <a:pathLst>
                <a:path h="1264920">
                  <a:moveTo>
                    <a:pt x="0" y="0"/>
                  </a:moveTo>
                  <a:lnTo>
                    <a:pt x="0" y="1264902"/>
                  </a:lnTo>
                </a:path>
              </a:pathLst>
            </a:custGeom>
            <a:ln w="8227">
              <a:solidFill>
                <a:srgbClr val="000000"/>
              </a:solidFill>
            </a:ln>
          </p:spPr>
          <p:txBody>
            <a:bodyPr wrap="square" lIns="0" tIns="0" rIns="0" bIns="0" rtlCol="0"/>
            <a:lstStyle/>
            <a:p>
              <a:endParaRPr/>
            </a:p>
          </p:txBody>
        </p:sp>
        <p:sp>
          <p:nvSpPr>
            <p:cNvPr id="33" name="object 30">
              <a:extLst>
                <a:ext uri="{FF2B5EF4-FFF2-40B4-BE49-F238E27FC236}">
                  <a16:creationId xmlns:a16="http://schemas.microsoft.com/office/drawing/2014/main" id="{21478A95-B730-C905-58DC-724083608B1D}"/>
                </a:ext>
              </a:extLst>
            </p:cNvPr>
            <p:cNvSpPr/>
            <p:nvPr/>
          </p:nvSpPr>
          <p:spPr>
            <a:xfrm>
              <a:off x="4621605" y="1440779"/>
              <a:ext cx="8255" cy="1271905"/>
            </a:xfrm>
            <a:custGeom>
              <a:avLst/>
              <a:gdLst/>
              <a:ahLst/>
              <a:cxnLst/>
              <a:rect l="l" t="t" r="r" b="b"/>
              <a:pathLst>
                <a:path w="8254" h="1271905">
                  <a:moveTo>
                    <a:pt x="8227" y="0"/>
                  </a:moveTo>
                  <a:lnTo>
                    <a:pt x="0" y="0"/>
                  </a:lnTo>
                  <a:lnTo>
                    <a:pt x="0" y="1271762"/>
                  </a:lnTo>
                  <a:lnTo>
                    <a:pt x="8227" y="1271762"/>
                  </a:lnTo>
                  <a:lnTo>
                    <a:pt x="8227" y="0"/>
                  </a:lnTo>
                  <a:close/>
                </a:path>
              </a:pathLst>
            </a:custGeom>
            <a:solidFill>
              <a:srgbClr val="000000"/>
            </a:solidFill>
          </p:spPr>
          <p:txBody>
            <a:bodyPr wrap="square" lIns="0" tIns="0" rIns="0" bIns="0" rtlCol="0"/>
            <a:lstStyle/>
            <a:p>
              <a:endParaRPr/>
            </a:p>
          </p:txBody>
        </p:sp>
        <p:sp>
          <p:nvSpPr>
            <p:cNvPr id="34" name="object 31">
              <a:extLst>
                <a:ext uri="{FF2B5EF4-FFF2-40B4-BE49-F238E27FC236}">
                  <a16:creationId xmlns:a16="http://schemas.microsoft.com/office/drawing/2014/main" id="{DCC58B9D-9E62-282D-C08B-75638B498A37}"/>
                </a:ext>
              </a:extLst>
            </p:cNvPr>
            <p:cNvSpPr/>
            <p:nvPr/>
          </p:nvSpPr>
          <p:spPr>
            <a:xfrm>
              <a:off x="2723629" y="2709157"/>
              <a:ext cx="1902460" cy="0"/>
            </a:xfrm>
            <a:custGeom>
              <a:avLst/>
              <a:gdLst/>
              <a:ahLst/>
              <a:cxnLst/>
              <a:rect l="l" t="t" r="r" b="b"/>
              <a:pathLst>
                <a:path w="1902460">
                  <a:moveTo>
                    <a:pt x="0" y="0"/>
                  </a:moveTo>
                  <a:lnTo>
                    <a:pt x="1902047" y="0"/>
                  </a:lnTo>
                </a:path>
              </a:pathLst>
            </a:custGeom>
            <a:ln w="6838">
              <a:solidFill>
                <a:srgbClr val="000000"/>
              </a:solidFill>
            </a:ln>
          </p:spPr>
          <p:txBody>
            <a:bodyPr wrap="square" lIns="0" tIns="0" rIns="0" bIns="0" rtlCol="0"/>
            <a:lstStyle/>
            <a:p>
              <a:endParaRPr/>
            </a:p>
          </p:txBody>
        </p:sp>
        <p:sp>
          <p:nvSpPr>
            <p:cNvPr id="35" name="object 32">
              <a:extLst>
                <a:ext uri="{FF2B5EF4-FFF2-40B4-BE49-F238E27FC236}">
                  <a16:creationId xmlns:a16="http://schemas.microsoft.com/office/drawing/2014/main" id="{525D532E-ED81-BB64-95F0-74CDB2F38F0B}"/>
                </a:ext>
              </a:extLst>
            </p:cNvPr>
            <p:cNvSpPr/>
            <p:nvPr/>
          </p:nvSpPr>
          <p:spPr>
            <a:xfrm>
              <a:off x="2719448" y="2705714"/>
              <a:ext cx="1910714" cy="6985"/>
            </a:xfrm>
            <a:custGeom>
              <a:avLst/>
              <a:gdLst/>
              <a:ahLst/>
              <a:cxnLst/>
              <a:rect l="l" t="t" r="r" b="b"/>
              <a:pathLst>
                <a:path w="1910714" h="6985">
                  <a:moveTo>
                    <a:pt x="1910300" y="0"/>
                  </a:moveTo>
                  <a:lnTo>
                    <a:pt x="0" y="0"/>
                  </a:lnTo>
                  <a:lnTo>
                    <a:pt x="0" y="6827"/>
                  </a:lnTo>
                  <a:lnTo>
                    <a:pt x="1910300" y="6827"/>
                  </a:lnTo>
                  <a:lnTo>
                    <a:pt x="1910300"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16029624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07CF2-577C-1779-835A-14D62A0A0BDB}"/>
              </a:ext>
            </a:extLst>
          </p:cNvPr>
          <p:cNvSpPr>
            <a:spLocks noGrp="1"/>
          </p:cNvSpPr>
          <p:nvPr>
            <p:ph type="title"/>
          </p:nvPr>
        </p:nvSpPr>
        <p:spPr/>
        <p:txBody>
          <a:bodyPr/>
          <a:lstStyle/>
          <a:p>
            <a:r>
              <a:rPr lang="en-US" dirty="0"/>
              <a:t>Cycle-14</a:t>
            </a:r>
            <a:endParaRPr lang="en-IN" dirty="0"/>
          </a:p>
        </p:txBody>
      </p:sp>
      <p:sp>
        <p:nvSpPr>
          <p:cNvPr id="4" name="Footer Placeholder 3">
            <a:extLst>
              <a:ext uri="{FF2B5EF4-FFF2-40B4-BE49-F238E27FC236}">
                <a16:creationId xmlns:a16="http://schemas.microsoft.com/office/drawing/2014/main" id="{C7B7499B-6513-46B9-2B86-7502DE46F8F2}"/>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79BFD2F6-274A-47B7-4465-47EC573F4729}"/>
              </a:ext>
            </a:extLst>
          </p:cNvPr>
          <p:cNvSpPr>
            <a:spLocks noGrp="1"/>
          </p:cNvSpPr>
          <p:nvPr>
            <p:ph type="sldNum" sz="quarter" idx="12"/>
          </p:nvPr>
        </p:nvSpPr>
        <p:spPr/>
        <p:txBody>
          <a:bodyPr/>
          <a:lstStyle/>
          <a:p>
            <a:fld id="{B8651ABE-1138-46C6-9A43-7FCD4EB2550C}" type="slidenum">
              <a:rPr lang="en-IN" smtClean="0"/>
              <a:pPr/>
              <a:t>35</a:t>
            </a:fld>
            <a:endParaRPr lang="en-IN" dirty="0"/>
          </a:p>
        </p:txBody>
      </p:sp>
      <p:sp>
        <p:nvSpPr>
          <p:cNvPr id="6" name="object 3">
            <a:extLst>
              <a:ext uri="{FF2B5EF4-FFF2-40B4-BE49-F238E27FC236}">
                <a16:creationId xmlns:a16="http://schemas.microsoft.com/office/drawing/2014/main" id="{070559FF-67EB-C8EA-22A3-F5597573AC08}"/>
              </a:ext>
            </a:extLst>
          </p:cNvPr>
          <p:cNvSpPr txBox="1"/>
          <p:nvPr/>
        </p:nvSpPr>
        <p:spPr>
          <a:xfrm>
            <a:off x="55634" y="1569641"/>
            <a:ext cx="1938655" cy="288290"/>
          </a:xfrm>
          <a:prstGeom prst="rect">
            <a:avLst/>
          </a:prstGeom>
        </p:spPr>
        <p:txBody>
          <a:bodyPr vert="horz" wrap="square" lIns="0" tIns="15875" rIns="0" bIns="0" rtlCol="0">
            <a:spAutoFit/>
          </a:bodyPr>
          <a:lstStyle/>
          <a:p>
            <a:pPr marL="12700">
              <a:lnSpc>
                <a:spcPct val="100000"/>
              </a:lnSpc>
              <a:spcBef>
                <a:spcPts val="125"/>
              </a:spcBef>
            </a:pPr>
            <a:r>
              <a:rPr sz="1700" i="1" spc="145" dirty="0">
                <a:solidFill>
                  <a:srgbClr val="FF0000"/>
                </a:solidFill>
                <a:latin typeface="Times New Roman"/>
                <a:cs typeface="Times New Roman"/>
              </a:rPr>
              <a:t>Instruction</a:t>
            </a:r>
            <a:r>
              <a:rPr sz="1700" i="1" spc="25" dirty="0">
                <a:solidFill>
                  <a:srgbClr val="FF0000"/>
                </a:solidFill>
                <a:latin typeface="Times New Roman"/>
                <a:cs typeface="Times New Roman"/>
              </a:rPr>
              <a:t> </a:t>
            </a:r>
            <a:r>
              <a:rPr sz="1700" i="1" spc="130" dirty="0">
                <a:solidFill>
                  <a:srgbClr val="FF0000"/>
                </a:solidFill>
                <a:latin typeface="Times New Roman"/>
                <a:cs typeface="Times New Roman"/>
              </a:rPr>
              <a:t>status:</a:t>
            </a:r>
            <a:endParaRPr sz="1700">
              <a:latin typeface="Times New Roman"/>
              <a:cs typeface="Times New Roman"/>
            </a:endParaRPr>
          </a:p>
        </p:txBody>
      </p:sp>
      <p:sp>
        <p:nvSpPr>
          <p:cNvPr id="7" name="object 4">
            <a:extLst>
              <a:ext uri="{FF2B5EF4-FFF2-40B4-BE49-F238E27FC236}">
                <a16:creationId xmlns:a16="http://schemas.microsoft.com/office/drawing/2014/main" id="{1FCF52FF-FD94-CDA8-1083-8016A067D44D}"/>
              </a:ext>
            </a:extLst>
          </p:cNvPr>
          <p:cNvSpPr txBox="1"/>
          <p:nvPr/>
        </p:nvSpPr>
        <p:spPr>
          <a:xfrm>
            <a:off x="5894394" y="1850062"/>
            <a:ext cx="1363345" cy="247650"/>
          </a:xfrm>
          <a:prstGeom prst="rect">
            <a:avLst/>
          </a:prstGeom>
        </p:spPr>
        <p:txBody>
          <a:bodyPr vert="horz" wrap="square" lIns="0" tIns="13335" rIns="0" bIns="0" rtlCol="0">
            <a:spAutoFit/>
          </a:bodyPr>
          <a:lstStyle/>
          <a:p>
            <a:pPr marL="12700">
              <a:lnSpc>
                <a:spcPct val="100000"/>
              </a:lnSpc>
              <a:spcBef>
                <a:spcPts val="105"/>
              </a:spcBef>
              <a:tabLst>
                <a:tab pos="621665" algn="l"/>
              </a:tabLst>
            </a:pPr>
            <a:r>
              <a:rPr sz="1450" spc="150" dirty="0">
                <a:latin typeface="Times New Roman"/>
                <a:cs typeface="Times New Roman"/>
              </a:rPr>
              <a:t>Busy	</a:t>
            </a:r>
            <a:r>
              <a:rPr sz="1450" spc="135" dirty="0">
                <a:latin typeface="Times New Roman"/>
                <a:cs typeface="Times New Roman"/>
              </a:rPr>
              <a:t>Address</a:t>
            </a:r>
            <a:endParaRPr sz="1450">
              <a:latin typeface="Times New Roman"/>
              <a:cs typeface="Times New Roman"/>
            </a:endParaRPr>
          </a:p>
        </p:txBody>
      </p:sp>
      <p:sp>
        <p:nvSpPr>
          <p:cNvPr id="8" name="object 5">
            <a:extLst>
              <a:ext uri="{FF2B5EF4-FFF2-40B4-BE49-F238E27FC236}">
                <a16:creationId xmlns:a16="http://schemas.microsoft.com/office/drawing/2014/main" id="{F7407EDA-F30C-2F66-2857-61D9DCAE2AC1}"/>
              </a:ext>
            </a:extLst>
          </p:cNvPr>
          <p:cNvSpPr txBox="1"/>
          <p:nvPr/>
        </p:nvSpPr>
        <p:spPr>
          <a:xfrm>
            <a:off x="3658859" y="2074383"/>
            <a:ext cx="111760" cy="450215"/>
          </a:xfrm>
          <a:prstGeom prst="rect">
            <a:avLst/>
          </a:prstGeom>
        </p:spPr>
        <p:txBody>
          <a:bodyPr vert="horz" wrap="square" lIns="0" tIns="26670" rIns="0" bIns="0" rtlCol="0">
            <a:spAutoFit/>
          </a:bodyPr>
          <a:lstStyle/>
          <a:p>
            <a:pPr>
              <a:lnSpc>
                <a:spcPct val="100000"/>
              </a:lnSpc>
              <a:spcBef>
                <a:spcPts val="210"/>
              </a:spcBef>
            </a:pPr>
            <a:r>
              <a:rPr sz="1300" spc="125" dirty="0">
                <a:latin typeface="Times New Roman"/>
                <a:cs typeface="Times New Roman"/>
              </a:rPr>
              <a:t>3</a:t>
            </a:r>
            <a:endParaRPr sz="1300">
              <a:latin typeface="Times New Roman"/>
              <a:cs typeface="Times New Roman"/>
            </a:endParaRPr>
          </a:p>
          <a:p>
            <a:pPr>
              <a:lnSpc>
                <a:spcPct val="100000"/>
              </a:lnSpc>
              <a:spcBef>
                <a:spcPts val="110"/>
              </a:spcBef>
            </a:pPr>
            <a:r>
              <a:rPr sz="1300" spc="125" dirty="0">
                <a:latin typeface="Times New Roman"/>
                <a:cs typeface="Times New Roman"/>
              </a:rPr>
              <a:t>4</a:t>
            </a:r>
            <a:endParaRPr sz="1300">
              <a:latin typeface="Times New Roman"/>
              <a:cs typeface="Times New Roman"/>
            </a:endParaRPr>
          </a:p>
        </p:txBody>
      </p:sp>
      <p:sp>
        <p:nvSpPr>
          <p:cNvPr id="9" name="object 6">
            <a:extLst>
              <a:ext uri="{FF2B5EF4-FFF2-40B4-BE49-F238E27FC236}">
                <a16:creationId xmlns:a16="http://schemas.microsoft.com/office/drawing/2014/main" id="{2FDABA97-DC58-D201-8314-7D97973A4001}"/>
              </a:ext>
            </a:extLst>
          </p:cNvPr>
          <p:cNvSpPr txBox="1"/>
          <p:nvPr/>
        </p:nvSpPr>
        <p:spPr>
          <a:xfrm>
            <a:off x="4276406" y="2074383"/>
            <a:ext cx="111760" cy="450215"/>
          </a:xfrm>
          <a:prstGeom prst="rect">
            <a:avLst/>
          </a:prstGeom>
        </p:spPr>
        <p:txBody>
          <a:bodyPr vert="horz" wrap="square" lIns="0" tIns="26670" rIns="0" bIns="0" rtlCol="0">
            <a:spAutoFit/>
          </a:bodyPr>
          <a:lstStyle/>
          <a:p>
            <a:pPr>
              <a:lnSpc>
                <a:spcPct val="100000"/>
              </a:lnSpc>
              <a:spcBef>
                <a:spcPts val="210"/>
              </a:spcBef>
            </a:pPr>
            <a:r>
              <a:rPr sz="1300" spc="125" dirty="0">
                <a:latin typeface="Times New Roman"/>
                <a:cs typeface="Times New Roman"/>
              </a:rPr>
              <a:t>4</a:t>
            </a:r>
            <a:endParaRPr sz="1300">
              <a:latin typeface="Times New Roman"/>
              <a:cs typeface="Times New Roman"/>
            </a:endParaRPr>
          </a:p>
          <a:p>
            <a:pPr>
              <a:lnSpc>
                <a:spcPct val="100000"/>
              </a:lnSpc>
              <a:spcBef>
                <a:spcPts val="110"/>
              </a:spcBef>
            </a:pPr>
            <a:r>
              <a:rPr sz="1300" spc="125" dirty="0">
                <a:latin typeface="Times New Roman"/>
                <a:cs typeface="Times New Roman"/>
              </a:rPr>
              <a:t>5</a:t>
            </a:r>
            <a:endParaRPr sz="1300">
              <a:latin typeface="Times New Roman"/>
              <a:cs typeface="Times New Roman"/>
            </a:endParaRPr>
          </a:p>
        </p:txBody>
      </p:sp>
      <p:sp>
        <p:nvSpPr>
          <p:cNvPr id="10" name="object 7">
            <a:extLst>
              <a:ext uri="{FF2B5EF4-FFF2-40B4-BE49-F238E27FC236}">
                <a16:creationId xmlns:a16="http://schemas.microsoft.com/office/drawing/2014/main" id="{D51AD4E6-6280-CBD1-74EC-7901839CF9D2}"/>
              </a:ext>
            </a:extLst>
          </p:cNvPr>
          <p:cNvSpPr txBox="1"/>
          <p:nvPr/>
        </p:nvSpPr>
        <p:spPr>
          <a:xfrm>
            <a:off x="5268594" y="2074383"/>
            <a:ext cx="535305" cy="661670"/>
          </a:xfrm>
          <a:prstGeom prst="rect">
            <a:avLst/>
          </a:prstGeom>
        </p:spPr>
        <p:txBody>
          <a:bodyPr vert="horz" wrap="square" lIns="0" tIns="12700" rIns="0" bIns="0" rtlCol="0">
            <a:spAutoFit/>
          </a:bodyPr>
          <a:lstStyle/>
          <a:p>
            <a:pPr marL="12700" marR="5080" algn="just">
              <a:lnSpc>
                <a:spcPct val="107000"/>
              </a:lnSpc>
              <a:spcBef>
                <a:spcPts val="100"/>
              </a:spcBef>
            </a:pPr>
            <a:r>
              <a:rPr sz="1300" spc="170" dirty="0">
                <a:latin typeface="Times New Roman"/>
                <a:cs typeface="Times New Roman"/>
              </a:rPr>
              <a:t>L</a:t>
            </a:r>
            <a:r>
              <a:rPr sz="1300" spc="125" dirty="0">
                <a:latin typeface="Times New Roman"/>
                <a:cs typeface="Times New Roman"/>
              </a:rPr>
              <a:t>oa</a:t>
            </a:r>
            <a:r>
              <a:rPr sz="1300" spc="95" dirty="0">
                <a:latin typeface="Times New Roman"/>
                <a:cs typeface="Times New Roman"/>
              </a:rPr>
              <a:t>d1  </a:t>
            </a:r>
            <a:r>
              <a:rPr sz="1300" spc="170" dirty="0">
                <a:latin typeface="Times New Roman"/>
                <a:cs typeface="Times New Roman"/>
              </a:rPr>
              <a:t>L</a:t>
            </a:r>
            <a:r>
              <a:rPr sz="1300" spc="125" dirty="0">
                <a:latin typeface="Times New Roman"/>
                <a:cs typeface="Times New Roman"/>
              </a:rPr>
              <a:t>oa</a:t>
            </a:r>
            <a:r>
              <a:rPr sz="1300" spc="95" dirty="0">
                <a:latin typeface="Times New Roman"/>
                <a:cs typeface="Times New Roman"/>
              </a:rPr>
              <a:t>d2  </a:t>
            </a:r>
            <a:r>
              <a:rPr sz="1300" spc="170" dirty="0">
                <a:latin typeface="Times New Roman"/>
                <a:cs typeface="Times New Roman"/>
              </a:rPr>
              <a:t>L</a:t>
            </a:r>
            <a:r>
              <a:rPr sz="1300" spc="125" dirty="0">
                <a:latin typeface="Times New Roman"/>
                <a:cs typeface="Times New Roman"/>
              </a:rPr>
              <a:t>oad3</a:t>
            </a:r>
            <a:endParaRPr sz="1300">
              <a:latin typeface="Times New Roman"/>
              <a:cs typeface="Times New Roman"/>
            </a:endParaRPr>
          </a:p>
        </p:txBody>
      </p:sp>
      <p:sp>
        <p:nvSpPr>
          <p:cNvPr id="11" name="object 8">
            <a:extLst>
              <a:ext uri="{FF2B5EF4-FFF2-40B4-BE49-F238E27FC236}">
                <a16:creationId xmlns:a16="http://schemas.microsoft.com/office/drawing/2014/main" id="{2837338B-A01C-7AB2-6030-88F8D8B3753F}"/>
              </a:ext>
            </a:extLst>
          </p:cNvPr>
          <p:cNvSpPr txBox="1"/>
          <p:nvPr/>
        </p:nvSpPr>
        <p:spPr>
          <a:xfrm>
            <a:off x="5870031" y="2098837"/>
            <a:ext cx="1457960" cy="636270"/>
          </a:xfrm>
          <a:prstGeom prst="rect">
            <a:avLst/>
          </a:prstGeom>
          <a:ln w="8268">
            <a:solidFill>
              <a:srgbClr val="000000"/>
            </a:solidFill>
          </a:ln>
        </p:spPr>
        <p:txBody>
          <a:bodyPr vert="horz" wrap="square" lIns="0" tIns="1905" rIns="0" bIns="0" rtlCol="0">
            <a:spAutoFit/>
          </a:bodyPr>
          <a:lstStyle/>
          <a:p>
            <a:pPr marL="184785">
              <a:lnSpc>
                <a:spcPct val="100000"/>
              </a:lnSpc>
              <a:spcBef>
                <a:spcPts val="15"/>
              </a:spcBef>
            </a:pPr>
            <a:r>
              <a:rPr sz="1300" spc="130" dirty="0">
                <a:latin typeface="Times New Roman"/>
                <a:cs typeface="Times New Roman"/>
              </a:rPr>
              <a:t>No</a:t>
            </a:r>
            <a:endParaRPr sz="1300">
              <a:latin typeface="Times New Roman"/>
              <a:cs typeface="Times New Roman"/>
            </a:endParaRPr>
          </a:p>
          <a:p>
            <a:pPr marL="184785" marR="1028700">
              <a:lnSpc>
                <a:spcPct val="107000"/>
              </a:lnSpc>
              <a:spcBef>
                <a:spcPts val="5"/>
              </a:spcBef>
            </a:pPr>
            <a:r>
              <a:rPr sz="1300" spc="100" dirty="0">
                <a:latin typeface="Times New Roman"/>
                <a:cs typeface="Times New Roman"/>
              </a:rPr>
              <a:t>No  No</a:t>
            </a:r>
            <a:endParaRPr sz="1300">
              <a:latin typeface="Times New Roman"/>
              <a:cs typeface="Times New Roman"/>
            </a:endParaRPr>
          </a:p>
        </p:txBody>
      </p:sp>
      <p:sp>
        <p:nvSpPr>
          <p:cNvPr id="12" name="object 9">
            <a:extLst>
              <a:ext uri="{FF2B5EF4-FFF2-40B4-BE49-F238E27FC236}">
                <a16:creationId xmlns:a16="http://schemas.microsoft.com/office/drawing/2014/main" id="{A8C02642-9A37-6613-3A23-6D241AFDF0E2}"/>
              </a:ext>
            </a:extLst>
          </p:cNvPr>
          <p:cNvSpPr txBox="1"/>
          <p:nvPr/>
        </p:nvSpPr>
        <p:spPr>
          <a:xfrm>
            <a:off x="3658859" y="2725158"/>
            <a:ext cx="111760" cy="222885"/>
          </a:xfrm>
          <a:prstGeom prst="rect">
            <a:avLst/>
          </a:prstGeom>
        </p:spPr>
        <p:txBody>
          <a:bodyPr vert="horz" wrap="square" lIns="0" tIns="12065" rIns="0" bIns="0" rtlCol="0">
            <a:spAutoFit/>
          </a:bodyPr>
          <a:lstStyle/>
          <a:p>
            <a:pPr>
              <a:lnSpc>
                <a:spcPct val="100000"/>
              </a:lnSpc>
              <a:spcBef>
                <a:spcPts val="95"/>
              </a:spcBef>
            </a:pPr>
            <a:r>
              <a:rPr sz="1300" spc="125" dirty="0">
                <a:latin typeface="Times New Roman"/>
                <a:cs typeface="Times New Roman"/>
              </a:rPr>
              <a:t>7</a:t>
            </a:r>
            <a:endParaRPr sz="1300">
              <a:latin typeface="Times New Roman"/>
              <a:cs typeface="Times New Roman"/>
            </a:endParaRPr>
          </a:p>
        </p:txBody>
      </p:sp>
      <p:sp>
        <p:nvSpPr>
          <p:cNvPr id="13" name="object 10">
            <a:extLst>
              <a:ext uri="{FF2B5EF4-FFF2-40B4-BE49-F238E27FC236}">
                <a16:creationId xmlns:a16="http://schemas.microsoft.com/office/drawing/2014/main" id="{F8CD32EC-84B1-3306-9AA3-CB157C69D7CE}"/>
              </a:ext>
            </a:extLst>
          </p:cNvPr>
          <p:cNvSpPr txBox="1"/>
          <p:nvPr/>
        </p:nvSpPr>
        <p:spPr>
          <a:xfrm>
            <a:off x="4276406" y="2725158"/>
            <a:ext cx="111760" cy="222885"/>
          </a:xfrm>
          <a:prstGeom prst="rect">
            <a:avLst/>
          </a:prstGeom>
        </p:spPr>
        <p:txBody>
          <a:bodyPr vert="horz" wrap="square" lIns="0" tIns="12065" rIns="0" bIns="0" rtlCol="0">
            <a:spAutoFit/>
          </a:bodyPr>
          <a:lstStyle/>
          <a:p>
            <a:pPr>
              <a:lnSpc>
                <a:spcPct val="100000"/>
              </a:lnSpc>
              <a:spcBef>
                <a:spcPts val="95"/>
              </a:spcBef>
            </a:pPr>
            <a:r>
              <a:rPr sz="1300" spc="125" dirty="0">
                <a:latin typeface="Times New Roman"/>
                <a:cs typeface="Times New Roman"/>
              </a:rPr>
              <a:t>8</a:t>
            </a:r>
            <a:endParaRPr sz="1300">
              <a:latin typeface="Times New Roman"/>
              <a:cs typeface="Times New Roman"/>
            </a:endParaRPr>
          </a:p>
        </p:txBody>
      </p:sp>
      <p:sp>
        <p:nvSpPr>
          <p:cNvPr id="14" name="object 11">
            <a:extLst>
              <a:ext uri="{FF2B5EF4-FFF2-40B4-BE49-F238E27FC236}">
                <a16:creationId xmlns:a16="http://schemas.microsoft.com/office/drawing/2014/main" id="{3E39E621-C2FE-D3EA-D4A4-91FA3BF43B1F}"/>
              </a:ext>
            </a:extLst>
          </p:cNvPr>
          <p:cNvSpPr txBox="1"/>
          <p:nvPr/>
        </p:nvSpPr>
        <p:spPr>
          <a:xfrm>
            <a:off x="368531" y="1849098"/>
            <a:ext cx="880744" cy="1522730"/>
          </a:xfrm>
          <a:prstGeom prst="rect">
            <a:avLst/>
          </a:prstGeom>
        </p:spPr>
        <p:txBody>
          <a:bodyPr vert="horz" wrap="square" lIns="0" tIns="12700" rIns="0" bIns="0" rtlCol="0">
            <a:spAutoFit/>
          </a:bodyPr>
          <a:lstStyle/>
          <a:p>
            <a:pPr marL="12700" marR="5080">
              <a:lnSpc>
                <a:spcPct val="110400"/>
              </a:lnSpc>
              <a:spcBef>
                <a:spcPts val="100"/>
              </a:spcBef>
            </a:pPr>
            <a:r>
              <a:rPr sz="1300" spc="105" dirty="0">
                <a:latin typeface="Times New Roman"/>
                <a:cs typeface="Times New Roman"/>
              </a:rPr>
              <a:t>In</a:t>
            </a:r>
            <a:r>
              <a:rPr sz="1300" spc="70" dirty="0">
                <a:latin typeface="Times New Roman"/>
                <a:cs typeface="Times New Roman"/>
              </a:rPr>
              <a:t>s</a:t>
            </a:r>
            <a:r>
              <a:rPr sz="1300" spc="85" dirty="0">
                <a:latin typeface="Times New Roman"/>
                <a:cs typeface="Times New Roman"/>
              </a:rPr>
              <a:t>t</a:t>
            </a:r>
            <a:r>
              <a:rPr sz="1300" spc="105" dirty="0">
                <a:latin typeface="Times New Roman"/>
                <a:cs typeface="Times New Roman"/>
              </a:rPr>
              <a:t>ruct</a:t>
            </a:r>
            <a:r>
              <a:rPr sz="1300" spc="25" dirty="0">
                <a:latin typeface="Times New Roman"/>
                <a:cs typeface="Times New Roman"/>
              </a:rPr>
              <a:t>i</a:t>
            </a:r>
            <a:r>
              <a:rPr sz="1300" spc="95" dirty="0">
                <a:latin typeface="Times New Roman"/>
                <a:cs typeface="Times New Roman"/>
              </a:rPr>
              <a:t>on  </a:t>
            </a:r>
            <a:r>
              <a:rPr sz="1300" spc="190" dirty="0">
                <a:latin typeface="Times New Roman"/>
                <a:cs typeface="Times New Roman"/>
              </a:rPr>
              <a:t>LD</a:t>
            </a:r>
            <a:endParaRPr sz="1300">
              <a:latin typeface="Times New Roman"/>
              <a:cs typeface="Times New Roman"/>
            </a:endParaRPr>
          </a:p>
          <a:p>
            <a:pPr marL="12700" marR="173990">
              <a:lnSpc>
                <a:spcPct val="107000"/>
              </a:lnSpc>
            </a:pPr>
            <a:r>
              <a:rPr sz="1300" spc="190" dirty="0">
                <a:solidFill>
                  <a:srgbClr val="FF0000"/>
                </a:solidFill>
                <a:latin typeface="Times New Roman"/>
                <a:cs typeface="Times New Roman"/>
              </a:rPr>
              <a:t>LD </a:t>
            </a:r>
            <a:r>
              <a:rPr sz="1300" spc="195" dirty="0">
                <a:solidFill>
                  <a:srgbClr val="FF0000"/>
                </a:solidFill>
                <a:latin typeface="Times New Roman"/>
                <a:cs typeface="Times New Roman"/>
              </a:rPr>
              <a:t> </a:t>
            </a:r>
            <a:r>
              <a:rPr sz="1300" spc="200" dirty="0">
                <a:solidFill>
                  <a:srgbClr val="0000FF"/>
                </a:solidFill>
                <a:latin typeface="Times New Roman"/>
                <a:cs typeface="Times New Roman"/>
              </a:rPr>
              <a:t>M</a:t>
            </a:r>
            <a:r>
              <a:rPr sz="1300" spc="95" dirty="0">
                <a:solidFill>
                  <a:srgbClr val="0000FF"/>
                </a:solidFill>
                <a:latin typeface="Times New Roman"/>
                <a:cs typeface="Times New Roman"/>
              </a:rPr>
              <a:t>U</a:t>
            </a:r>
            <a:r>
              <a:rPr sz="1300" spc="170" dirty="0">
                <a:solidFill>
                  <a:srgbClr val="0000FF"/>
                </a:solidFill>
                <a:latin typeface="Times New Roman"/>
                <a:cs typeface="Times New Roman"/>
              </a:rPr>
              <a:t>L</a:t>
            </a:r>
            <a:r>
              <a:rPr sz="1300" spc="110" dirty="0">
                <a:solidFill>
                  <a:srgbClr val="0000FF"/>
                </a:solidFill>
                <a:latin typeface="Times New Roman"/>
                <a:cs typeface="Times New Roman"/>
              </a:rPr>
              <a:t>T</a:t>
            </a:r>
            <a:r>
              <a:rPr sz="1300" spc="100" dirty="0">
                <a:solidFill>
                  <a:srgbClr val="0000FF"/>
                </a:solidFill>
                <a:latin typeface="Times New Roman"/>
                <a:cs typeface="Times New Roman"/>
              </a:rPr>
              <a:t>D  </a:t>
            </a:r>
            <a:r>
              <a:rPr sz="1300" spc="125" dirty="0">
                <a:solidFill>
                  <a:srgbClr val="FF00FF"/>
                </a:solidFill>
                <a:latin typeface="Times New Roman"/>
                <a:cs typeface="Times New Roman"/>
              </a:rPr>
              <a:t>SUBD </a:t>
            </a:r>
            <a:r>
              <a:rPr sz="1300" spc="130" dirty="0">
                <a:solidFill>
                  <a:srgbClr val="FF00FF"/>
                </a:solidFill>
                <a:latin typeface="Times New Roman"/>
                <a:cs typeface="Times New Roman"/>
              </a:rPr>
              <a:t> </a:t>
            </a:r>
            <a:r>
              <a:rPr sz="1300" spc="130" dirty="0">
                <a:solidFill>
                  <a:srgbClr val="00FF00"/>
                </a:solidFill>
                <a:latin typeface="Times New Roman"/>
                <a:cs typeface="Times New Roman"/>
              </a:rPr>
              <a:t>DIVD </a:t>
            </a:r>
            <a:r>
              <a:rPr sz="1300" spc="135" dirty="0">
                <a:solidFill>
                  <a:srgbClr val="00FF00"/>
                </a:solidFill>
                <a:latin typeface="Times New Roman"/>
                <a:cs typeface="Times New Roman"/>
              </a:rPr>
              <a:t> </a:t>
            </a:r>
            <a:r>
              <a:rPr sz="1300" spc="160" dirty="0">
                <a:latin typeface="Times New Roman"/>
                <a:cs typeface="Times New Roman"/>
              </a:rPr>
              <a:t>ADDD</a:t>
            </a:r>
            <a:endParaRPr sz="1300">
              <a:latin typeface="Times New Roman"/>
              <a:cs typeface="Times New Roman"/>
            </a:endParaRPr>
          </a:p>
        </p:txBody>
      </p:sp>
      <p:sp>
        <p:nvSpPr>
          <p:cNvPr id="15" name="object 12">
            <a:extLst>
              <a:ext uri="{FF2B5EF4-FFF2-40B4-BE49-F238E27FC236}">
                <a16:creationId xmlns:a16="http://schemas.microsoft.com/office/drawing/2014/main" id="{9061EA5C-3555-D487-97DD-387B77DE5299}"/>
              </a:ext>
            </a:extLst>
          </p:cNvPr>
          <p:cNvSpPr txBox="1"/>
          <p:nvPr/>
        </p:nvSpPr>
        <p:spPr>
          <a:xfrm>
            <a:off x="1224942" y="1579439"/>
            <a:ext cx="3413125" cy="1792605"/>
          </a:xfrm>
          <a:prstGeom prst="rect">
            <a:avLst/>
          </a:prstGeom>
        </p:spPr>
        <p:txBody>
          <a:bodyPr vert="horz" wrap="square" lIns="0" tIns="37465" rIns="0" bIns="0" rtlCol="0">
            <a:spAutoFit/>
          </a:bodyPr>
          <a:lstStyle/>
          <a:p>
            <a:pPr marL="2211070">
              <a:lnSpc>
                <a:spcPct val="100000"/>
              </a:lnSpc>
              <a:spcBef>
                <a:spcPts val="295"/>
              </a:spcBef>
              <a:tabLst>
                <a:tab pos="2828925" algn="l"/>
              </a:tabLst>
            </a:pPr>
            <a:r>
              <a:rPr sz="1450" i="1" spc="150" dirty="0">
                <a:latin typeface="Times New Roman"/>
                <a:cs typeface="Times New Roman"/>
              </a:rPr>
              <a:t>Exec	</a:t>
            </a:r>
            <a:r>
              <a:rPr sz="1450" i="1" spc="140" dirty="0">
                <a:latin typeface="Times New Roman"/>
                <a:cs typeface="Times New Roman"/>
              </a:rPr>
              <a:t>Write</a:t>
            </a:r>
            <a:endParaRPr sz="1450">
              <a:latin typeface="Times New Roman"/>
              <a:cs typeface="Times New Roman"/>
            </a:endParaRPr>
          </a:p>
          <a:p>
            <a:pPr marL="671195">
              <a:lnSpc>
                <a:spcPct val="100000"/>
              </a:lnSpc>
              <a:spcBef>
                <a:spcPts val="200"/>
              </a:spcBef>
              <a:tabLst>
                <a:tab pos="1189990" algn="l"/>
                <a:tab pos="1585595" algn="l"/>
                <a:tab pos="2211070" algn="l"/>
              </a:tabLst>
            </a:pPr>
            <a:r>
              <a:rPr sz="1300" i="1" spc="70" dirty="0">
                <a:latin typeface="Times New Roman"/>
                <a:cs typeface="Times New Roman"/>
              </a:rPr>
              <a:t>j	</a:t>
            </a:r>
            <a:r>
              <a:rPr sz="1300" i="1" spc="110" dirty="0">
                <a:latin typeface="Times New Roman"/>
                <a:cs typeface="Times New Roman"/>
              </a:rPr>
              <a:t>k	</a:t>
            </a:r>
            <a:r>
              <a:rPr sz="1450" i="1" spc="135" dirty="0">
                <a:latin typeface="Times New Roman"/>
                <a:cs typeface="Times New Roman"/>
              </a:rPr>
              <a:t>Issue	</a:t>
            </a:r>
            <a:r>
              <a:rPr sz="1450" i="1" spc="190" dirty="0">
                <a:latin typeface="Times New Roman"/>
                <a:cs typeface="Times New Roman"/>
              </a:rPr>
              <a:t>Comp </a:t>
            </a:r>
            <a:r>
              <a:rPr sz="1450" i="1" spc="140" dirty="0">
                <a:latin typeface="Times New Roman"/>
                <a:cs typeface="Times New Roman"/>
              </a:rPr>
              <a:t>Result</a:t>
            </a:r>
            <a:endParaRPr sz="1450">
              <a:latin typeface="Times New Roman"/>
              <a:cs typeface="Times New Roman"/>
            </a:endParaRPr>
          </a:p>
          <a:p>
            <a:pPr marL="61594">
              <a:lnSpc>
                <a:spcPct val="100000"/>
              </a:lnSpc>
              <a:spcBef>
                <a:spcPts val="130"/>
              </a:spcBef>
              <a:tabLst>
                <a:tab pos="555625" algn="l"/>
                <a:tab pos="1140460" algn="l"/>
              </a:tabLst>
            </a:pPr>
            <a:r>
              <a:rPr sz="1300" spc="120" dirty="0">
                <a:latin typeface="Times New Roman"/>
                <a:cs typeface="Times New Roman"/>
              </a:rPr>
              <a:t>F6	</a:t>
            </a:r>
            <a:r>
              <a:rPr sz="1300" spc="130" dirty="0">
                <a:latin typeface="Times New Roman"/>
                <a:cs typeface="Times New Roman"/>
              </a:rPr>
              <a:t>34+	</a:t>
            </a:r>
            <a:r>
              <a:rPr sz="1300" spc="140" dirty="0">
                <a:latin typeface="Times New Roman"/>
                <a:cs typeface="Times New Roman"/>
              </a:rPr>
              <a:t>R2</a:t>
            </a:r>
            <a:endParaRPr sz="1300">
              <a:latin typeface="Times New Roman"/>
              <a:cs typeface="Times New Roman"/>
            </a:endParaRPr>
          </a:p>
          <a:p>
            <a:pPr marL="61594">
              <a:lnSpc>
                <a:spcPct val="100000"/>
              </a:lnSpc>
              <a:spcBef>
                <a:spcPts val="110"/>
              </a:spcBef>
              <a:tabLst>
                <a:tab pos="555625" algn="l"/>
                <a:tab pos="1140460" algn="l"/>
              </a:tabLst>
            </a:pPr>
            <a:r>
              <a:rPr sz="1300" spc="120" dirty="0">
                <a:solidFill>
                  <a:srgbClr val="FF0000"/>
                </a:solidFill>
                <a:latin typeface="Times New Roman"/>
                <a:cs typeface="Times New Roman"/>
              </a:rPr>
              <a:t>F2	</a:t>
            </a:r>
            <a:r>
              <a:rPr sz="1300" spc="130" dirty="0">
                <a:solidFill>
                  <a:srgbClr val="FF0000"/>
                </a:solidFill>
                <a:latin typeface="Times New Roman"/>
                <a:cs typeface="Times New Roman"/>
              </a:rPr>
              <a:t>45+	</a:t>
            </a:r>
            <a:r>
              <a:rPr sz="1300" spc="140" dirty="0">
                <a:solidFill>
                  <a:srgbClr val="FF0000"/>
                </a:solidFill>
                <a:latin typeface="Times New Roman"/>
                <a:cs typeface="Times New Roman"/>
              </a:rPr>
              <a:t>R3</a:t>
            </a:r>
            <a:endParaRPr sz="1300">
              <a:latin typeface="Times New Roman"/>
              <a:cs typeface="Times New Roman"/>
            </a:endParaRPr>
          </a:p>
          <a:p>
            <a:pPr marL="61594">
              <a:lnSpc>
                <a:spcPct val="100000"/>
              </a:lnSpc>
              <a:spcBef>
                <a:spcPts val="110"/>
              </a:spcBef>
              <a:tabLst>
                <a:tab pos="613410" algn="l"/>
                <a:tab pos="1148715" algn="l"/>
              </a:tabLst>
            </a:pPr>
            <a:r>
              <a:rPr sz="1300" spc="120" dirty="0">
                <a:solidFill>
                  <a:srgbClr val="0000FF"/>
                </a:solidFill>
                <a:latin typeface="Times New Roman"/>
                <a:cs typeface="Times New Roman"/>
              </a:rPr>
              <a:t>F0	F2	</a:t>
            </a:r>
            <a:r>
              <a:rPr sz="1300" spc="110" dirty="0">
                <a:solidFill>
                  <a:srgbClr val="0000FF"/>
                </a:solidFill>
                <a:latin typeface="Times New Roman"/>
                <a:cs typeface="Times New Roman"/>
              </a:rPr>
              <a:t>F4</a:t>
            </a:r>
            <a:endParaRPr sz="1300">
              <a:latin typeface="Times New Roman"/>
              <a:cs typeface="Times New Roman"/>
            </a:endParaRPr>
          </a:p>
          <a:p>
            <a:pPr marL="61594">
              <a:lnSpc>
                <a:spcPct val="100000"/>
              </a:lnSpc>
              <a:spcBef>
                <a:spcPts val="110"/>
              </a:spcBef>
              <a:tabLst>
                <a:tab pos="613410" algn="l"/>
                <a:tab pos="1148715" algn="l"/>
              </a:tabLst>
            </a:pPr>
            <a:r>
              <a:rPr sz="1300" spc="120" dirty="0">
                <a:solidFill>
                  <a:srgbClr val="FF00FF"/>
                </a:solidFill>
                <a:latin typeface="Times New Roman"/>
                <a:cs typeface="Times New Roman"/>
              </a:rPr>
              <a:t>F8	F6	</a:t>
            </a:r>
            <a:r>
              <a:rPr sz="1300" spc="110" dirty="0">
                <a:solidFill>
                  <a:srgbClr val="FF00FF"/>
                </a:solidFill>
                <a:latin typeface="Times New Roman"/>
                <a:cs typeface="Times New Roman"/>
              </a:rPr>
              <a:t>F2</a:t>
            </a:r>
            <a:endParaRPr sz="1300">
              <a:latin typeface="Times New Roman"/>
              <a:cs typeface="Times New Roman"/>
            </a:endParaRPr>
          </a:p>
          <a:p>
            <a:pPr marL="12700">
              <a:lnSpc>
                <a:spcPct val="100000"/>
              </a:lnSpc>
              <a:spcBef>
                <a:spcPts val="110"/>
              </a:spcBef>
              <a:tabLst>
                <a:tab pos="613410" algn="l"/>
                <a:tab pos="1148715" algn="l"/>
              </a:tabLst>
            </a:pPr>
            <a:r>
              <a:rPr sz="1300" spc="120" dirty="0">
                <a:solidFill>
                  <a:srgbClr val="00FF00"/>
                </a:solidFill>
                <a:latin typeface="Times New Roman"/>
                <a:cs typeface="Times New Roman"/>
              </a:rPr>
              <a:t>F10	F0	</a:t>
            </a:r>
            <a:r>
              <a:rPr sz="1300" spc="110" dirty="0">
                <a:solidFill>
                  <a:srgbClr val="00FF00"/>
                </a:solidFill>
                <a:latin typeface="Times New Roman"/>
                <a:cs typeface="Times New Roman"/>
              </a:rPr>
              <a:t>F6</a:t>
            </a:r>
            <a:endParaRPr sz="1300">
              <a:latin typeface="Times New Roman"/>
              <a:cs typeface="Times New Roman"/>
            </a:endParaRPr>
          </a:p>
          <a:p>
            <a:pPr marL="61594">
              <a:lnSpc>
                <a:spcPct val="100000"/>
              </a:lnSpc>
              <a:spcBef>
                <a:spcPts val="110"/>
              </a:spcBef>
              <a:tabLst>
                <a:tab pos="613410" algn="l"/>
                <a:tab pos="1148715" algn="l"/>
              </a:tabLst>
            </a:pPr>
            <a:r>
              <a:rPr sz="1300" spc="120" dirty="0">
                <a:latin typeface="Times New Roman"/>
                <a:cs typeface="Times New Roman"/>
              </a:rPr>
              <a:t>F6	F8	</a:t>
            </a:r>
            <a:r>
              <a:rPr sz="1300" spc="110" dirty="0">
                <a:latin typeface="Times New Roman"/>
                <a:cs typeface="Times New Roman"/>
              </a:rPr>
              <a:t>F2</a:t>
            </a:r>
            <a:endParaRPr sz="1300">
              <a:latin typeface="Times New Roman"/>
              <a:cs typeface="Times New Roman"/>
            </a:endParaRPr>
          </a:p>
        </p:txBody>
      </p:sp>
      <p:sp>
        <p:nvSpPr>
          <p:cNvPr id="16" name="object 13">
            <a:extLst>
              <a:ext uri="{FF2B5EF4-FFF2-40B4-BE49-F238E27FC236}">
                <a16:creationId xmlns:a16="http://schemas.microsoft.com/office/drawing/2014/main" id="{E1EBBD73-99DF-CE26-D52C-A6CD51905A95}"/>
              </a:ext>
            </a:extLst>
          </p:cNvPr>
          <p:cNvSpPr txBox="1"/>
          <p:nvPr/>
        </p:nvSpPr>
        <p:spPr>
          <a:xfrm>
            <a:off x="3016664" y="2074383"/>
            <a:ext cx="111760" cy="1297940"/>
          </a:xfrm>
          <a:prstGeom prst="rect">
            <a:avLst/>
          </a:prstGeom>
        </p:spPr>
        <p:txBody>
          <a:bodyPr vert="horz" wrap="square" lIns="0" tIns="26670" rIns="0" bIns="0" rtlCol="0">
            <a:spAutoFit/>
          </a:bodyPr>
          <a:lstStyle/>
          <a:p>
            <a:pPr>
              <a:lnSpc>
                <a:spcPct val="100000"/>
              </a:lnSpc>
              <a:spcBef>
                <a:spcPts val="210"/>
              </a:spcBef>
            </a:pPr>
            <a:r>
              <a:rPr sz="1300" spc="125" dirty="0">
                <a:latin typeface="Times New Roman"/>
                <a:cs typeface="Times New Roman"/>
              </a:rPr>
              <a:t>1</a:t>
            </a:r>
            <a:endParaRPr sz="1300">
              <a:latin typeface="Times New Roman"/>
              <a:cs typeface="Times New Roman"/>
            </a:endParaRPr>
          </a:p>
          <a:p>
            <a:pPr>
              <a:lnSpc>
                <a:spcPct val="100000"/>
              </a:lnSpc>
              <a:spcBef>
                <a:spcPts val="110"/>
              </a:spcBef>
            </a:pPr>
            <a:r>
              <a:rPr sz="1300" spc="125" dirty="0">
                <a:latin typeface="Times New Roman"/>
                <a:cs typeface="Times New Roman"/>
              </a:rPr>
              <a:t>2</a:t>
            </a:r>
            <a:endParaRPr sz="1300">
              <a:latin typeface="Times New Roman"/>
              <a:cs typeface="Times New Roman"/>
            </a:endParaRPr>
          </a:p>
          <a:p>
            <a:pPr>
              <a:lnSpc>
                <a:spcPct val="100000"/>
              </a:lnSpc>
              <a:spcBef>
                <a:spcPts val="110"/>
              </a:spcBef>
            </a:pPr>
            <a:r>
              <a:rPr sz="1300" spc="125" dirty="0">
                <a:latin typeface="Times New Roman"/>
                <a:cs typeface="Times New Roman"/>
              </a:rPr>
              <a:t>3</a:t>
            </a:r>
            <a:endParaRPr sz="1300">
              <a:latin typeface="Times New Roman"/>
              <a:cs typeface="Times New Roman"/>
            </a:endParaRPr>
          </a:p>
          <a:p>
            <a:pPr>
              <a:lnSpc>
                <a:spcPct val="100000"/>
              </a:lnSpc>
              <a:spcBef>
                <a:spcPts val="105"/>
              </a:spcBef>
            </a:pPr>
            <a:r>
              <a:rPr sz="1300" spc="125" dirty="0">
                <a:latin typeface="Times New Roman"/>
                <a:cs typeface="Times New Roman"/>
              </a:rPr>
              <a:t>4</a:t>
            </a:r>
            <a:endParaRPr sz="1300">
              <a:latin typeface="Times New Roman"/>
              <a:cs typeface="Times New Roman"/>
            </a:endParaRPr>
          </a:p>
          <a:p>
            <a:pPr>
              <a:lnSpc>
                <a:spcPct val="100000"/>
              </a:lnSpc>
              <a:spcBef>
                <a:spcPts val="110"/>
              </a:spcBef>
            </a:pPr>
            <a:r>
              <a:rPr sz="1300" spc="125" dirty="0">
                <a:latin typeface="Times New Roman"/>
                <a:cs typeface="Times New Roman"/>
              </a:rPr>
              <a:t>5</a:t>
            </a:r>
            <a:endParaRPr sz="1300">
              <a:latin typeface="Times New Roman"/>
              <a:cs typeface="Times New Roman"/>
            </a:endParaRPr>
          </a:p>
          <a:p>
            <a:pPr>
              <a:lnSpc>
                <a:spcPct val="100000"/>
              </a:lnSpc>
              <a:spcBef>
                <a:spcPts val="110"/>
              </a:spcBef>
            </a:pPr>
            <a:r>
              <a:rPr sz="1300" spc="125" dirty="0">
                <a:latin typeface="Times New Roman"/>
                <a:cs typeface="Times New Roman"/>
              </a:rPr>
              <a:t>6</a:t>
            </a:r>
            <a:endParaRPr sz="1300">
              <a:latin typeface="Times New Roman"/>
              <a:cs typeface="Times New Roman"/>
            </a:endParaRPr>
          </a:p>
        </p:txBody>
      </p:sp>
      <p:sp>
        <p:nvSpPr>
          <p:cNvPr id="17" name="object 14">
            <a:extLst>
              <a:ext uri="{FF2B5EF4-FFF2-40B4-BE49-F238E27FC236}">
                <a16:creationId xmlns:a16="http://schemas.microsoft.com/office/drawing/2014/main" id="{59E44794-00F1-6C6C-7A45-C26CFF26FE7F}"/>
              </a:ext>
            </a:extLst>
          </p:cNvPr>
          <p:cNvSpPr txBox="1"/>
          <p:nvPr/>
        </p:nvSpPr>
        <p:spPr>
          <a:xfrm>
            <a:off x="3609561" y="3149201"/>
            <a:ext cx="210185" cy="222885"/>
          </a:xfrm>
          <a:prstGeom prst="rect">
            <a:avLst/>
          </a:prstGeom>
        </p:spPr>
        <p:txBody>
          <a:bodyPr vert="horz" wrap="square" lIns="0" tIns="12065" rIns="0" bIns="0" rtlCol="0">
            <a:spAutoFit/>
          </a:bodyPr>
          <a:lstStyle/>
          <a:p>
            <a:pPr>
              <a:lnSpc>
                <a:spcPct val="100000"/>
              </a:lnSpc>
              <a:spcBef>
                <a:spcPts val="95"/>
              </a:spcBef>
            </a:pPr>
            <a:r>
              <a:rPr sz="1300" spc="120" dirty="0">
                <a:latin typeface="Times New Roman"/>
                <a:cs typeface="Times New Roman"/>
              </a:rPr>
              <a:t>10</a:t>
            </a:r>
            <a:endParaRPr sz="1300">
              <a:latin typeface="Times New Roman"/>
              <a:cs typeface="Times New Roman"/>
            </a:endParaRPr>
          </a:p>
        </p:txBody>
      </p:sp>
      <p:sp>
        <p:nvSpPr>
          <p:cNvPr id="18" name="object 15">
            <a:extLst>
              <a:ext uri="{FF2B5EF4-FFF2-40B4-BE49-F238E27FC236}">
                <a16:creationId xmlns:a16="http://schemas.microsoft.com/office/drawing/2014/main" id="{E58D8625-C38E-A8F8-EFF8-44FDE3253487}"/>
              </a:ext>
            </a:extLst>
          </p:cNvPr>
          <p:cNvSpPr txBox="1"/>
          <p:nvPr/>
        </p:nvSpPr>
        <p:spPr>
          <a:xfrm>
            <a:off x="4227108" y="3149201"/>
            <a:ext cx="210185" cy="222885"/>
          </a:xfrm>
          <a:prstGeom prst="rect">
            <a:avLst/>
          </a:prstGeom>
        </p:spPr>
        <p:txBody>
          <a:bodyPr vert="horz" wrap="square" lIns="0" tIns="12065" rIns="0" bIns="0" rtlCol="0">
            <a:spAutoFit/>
          </a:bodyPr>
          <a:lstStyle/>
          <a:p>
            <a:pPr>
              <a:lnSpc>
                <a:spcPct val="100000"/>
              </a:lnSpc>
              <a:spcBef>
                <a:spcPts val="95"/>
              </a:spcBef>
            </a:pPr>
            <a:r>
              <a:rPr sz="1300" spc="120" dirty="0">
                <a:latin typeface="Times New Roman"/>
                <a:cs typeface="Times New Roman"/>
              </a:rPr>
              <a:t>11</a:t>
            </a:r>
            <a:endParaRPr sz="1300">
              <a:latin typeface="Times New Roman"/>
              <a:cs typeface="Times New Roman"/>
            </a:endParaRPr>
          </a:p>
        </p:txBody>
      </p:sp>
      <p:sp>
        <p:nvSpPr>
          <p:cNvPr id="19" name="object 16">
            <a:extLst>
              <a:ext uri="{FF2B5EF4-FFF2-40B4-BE49-F238E27FC236}">
                <a16:creationId xmlns:a16="http://schemas.microsoft.com/office/drawing/2014/main" id="{01C43154-1198-A4E7-EB37-D2ED1A42CC30}"/>
              </a:ext>
            </a:extLst>
          </p:cNvPr>
          <p:cNvSpPr txBox="1"/>
          <p:nvPr/>
        </p:nvSpPr>
        <p:spPr>
          <a:xfrm>
            <a:off x="55634" y="3435996"/>
            <a:ext cx="3147060" cy="548640"/>
          </a:xfrm>
          <a:prstGeom prst="rect">
            <a:avLst/>
          </a:prstGeom>
        </p:spPr>
        <p:txBody>
          <a:bodyPr vert="horz" wrap="square" lIns="0" tIns="36195" rIns="0" bIns="0" rtlCol="0">
            <a:spAutoFit/>
          </a:bodyPr>
          <a:lstStyle/>
          <a:p>
            <a:pPr marL="12700">
              <a:lnSpc>
                <a:spcPct val="100000"/>
              </a:lnSpc>
              <a:spcBef>
                <a:spcPts val="285"/>
              </a:spcBef>
            </a:pPr>
            <a:r>
              <a:rPr sz="1700" i="1" spc="155" dirty="0">
                <a:solidFill>
                  <a:srgbClr val="FF0000"/>
                </a:solidFill>
                <a:latin typeface="Times New Roman"/>
                <a:cs typeface="Times New Roman"/>
              </a:rPr>
              <a:t>Reservation</a:t>
            </a:r>
            <a:r>
              <a:rPr sz="1700" i="1" spc="50" dirty="0">
                <a:solidFill>
                  <a:srgbClr val="FF0000"/>
                </a:solidFill>
                <a:latin typeface="Times New Roman"/>
                <a:cs typeface="Times New Roman"/>
              </a:rPr>
              <a:t> </a:t>
            </a:r>
            <a:r>
              <a:rPr sz="1700" i="1" spc="145" dirty="0">
                <a:solidFill>
                  <a:srgbClr val="FF0000"/>
                </a:solidFill>
                <a:latin typeface="Times New Roman"/>
                <a:cs typeface="Times New Roman"/>
              </a:rPr>
              <a:t>Stations:</a:t>
            </a:r>
            <a:endParaRPr sz="1700">
              <a:latin typeface="Times New Roman"/>
              <a:cs typeface="Times New Roman"/>
            </a:endParaRPr>
          </a:p>
          <a:p>
            <a:pPr marL="1099185">
              <a:lnSpc>
                <a:spcPct val="100000"/>
              </a:lnSpc>
              <a:spcBef>
                <a:spcPts val="150"/>
              </a:spcBef>
              <a:tabLst>
                <a:tab pos="2853055" algn="l"/>
              </a:tabLst>
            </a:pPr>
            <a:r>
              <a:rPr sz="1300" i="1" spc="114" dirty="0">
                <a:latin typeface="Times New Roman"/>
                <a:cs typeface="Times New Roman"/>
              </a:rPr>
              <a:t>T</a:t>
            </a:r>
            <a:r>
              <a:rPr sz="1300" i="1" spc="85" dirty="0">
                <a:latin typeface="Times New Roman"/>
                <a:cs typeface="Times New Roman"/>
              </a:rPr>
              <a:t>i</a:t>
            </a:r>
            <a:r>
              <a:rPr sz="1300" i="1" spc="160" dirty="0">
                <a:latin typeface="Times New Roman"/>
                <a:cs typeface="Times New Roman"/>
              </a:rPr>
              <a:t>m</a:t>
            </a:r>
            <a:r>
              <a:rPr sz="1300" i="1" spc="110" dirty="0">
                <a:latin typeface="Times New Roman"/>
                <a:cs typeface="Times New Roman"/>
              </a:rPr>
              <a:t>e</a:t>
            </a:r>
            <a:r>
              <a:rPr sz="1300" i="1" dirty="0">
                <a:latin typeface="Times New Roman"/>
                <a:cs typeface="Times New Roman"/>
              </a:rPr>
              <a:t>  </a:t>
            </a:r>
            <a:r>
              <a:rPr sz="1300" i="1" spc="25" dirty="0">
                <a:latin typeface="Times New Roman"/>
                <a:cs typeface="Times New Roman"/>
              </a:rPr>
              <a:t> </a:t>
            </a:r>
            <a:r>
              <a:rPr sz="1300" i="1" spc="145" dirty="0">
                <a:latin typeface="Times New Roman"/>
                <a:cs typeface="Times New Roman"/>
              </a:rPr>
              <a:t>Na</a:t>
            </a:r>
            <a:r>
              <a:rPr sz="1300" i="1" spc="155" dirty="0">
                <a:latin typeface="Times New Roman"/>
                <a:cs typeface="Times New Roman"/>
              </a:rPr>
              <a:t>m</a:t>
            </a:r>
            <a:r>
              <a:rPr sz="1300" i="1" spc="110" dirty="0">
                <a:latin typeface="Times New Roman"/>
                <a:cs typeface="Times New Roman"/>
              </a:rPr>
              <a:t>e</a:t>
            </a:r>
            <a:r>
              <a:rPr sz="1300" i="1" dirty="0">
                <a:latin typeface="Times New Roman"/>
                <a:cs typeface="Times New Roman"/>
              </a:rPr>
              <a:t>  </a:t>
            </a:r>
            <a:r>
              <a:rPr sz="1300" i="1" spc="-110" dirty="0">
                <a:latin typeface="Times New Roman"/>
                <a:cs typeface="Times New Roman"/>
              </a:rPr>
              <a:t> </a:t>
            </a:r>
            <a:r>
              <a:rPr sz="1450" i="1" spc="180" dirty="0">
                <a:latin typeface="Times New Roman"/>
                <a:cs typeface="Times New Roman"/>
              </a:rPr>
              <a:t>Bus</a:t>
            </a:r>
            <a:r>
              <a:rPr sz="1450" i="1" spc="130" dirty="0">
                <a:latin typeface="Times New Roman"/>
                <a:cs typeface="Times New Roman"/>
              </a:rPr>
              <a:t>y</a:t>
            </a:r>
            <a:r>
              <a:rPr sz="1450" i="1" dirty="0">
                <a:latin typeface="Times New Roman"/>
                <a:cs typeface="Times New Roman"/>
              </a:rPr>
              <a:t>	</a:t>
            </a:r>
            <a:r>
              <a:rPr sz="1450" i="1" spc="210" dirty="0">
                <a:latin typeface="Times New Roman"/>
                <a:cs typeface="Times New Roman"/>
              </a:rPr>
              <a:t>Op</a:t>
            </a:r>
            <a:endParaRPr sz="1450">
              <a:latin typeface="Times New Roman"/>
              <a:cs typeface="Times New Roman"/>
            </a:endParaRPr>
          </a:p>
        </p:txBody>
      </p:sp>
      <p:sp>
        <p:nvSpPr>
          <p:cNvPr id="20" name="object 17">
            <a:extLst>
              <a:ext uri="{FF2B5EF4-FFF2-40B4-BE49-F238E27FC236}">
                <a16:creationId xmlns:a16="http://schemas.microsoft.com/office/drawing/2014/main" id="{64783188-70A5-8176-6825-BBEC9945AE85}"/>
              </a:ext>
            </a:extLst>
          </p:cNvPr>
          <p:cNvSpPr txBox="1"/>
          <p:nvPr/>
        </p:nvSpPr>
        <p:spPr>
          <a:xfrm>
            <a:off x="3563959" y="3466595"/>
            <a:ext cx="255904" cy="518159"/>
          </a:xfrm>
          <a:prstGeom prst="rect">
            <a:avLst/>
          </a:prstGeom>
        </p:spPr>
        <p:txBody>
          <a:bodyPr vert="horz" wrap="square" lIns="0" tIns="37465" rIns="0" bIns="0" rtlCol="0">
            <a:spAutoFit/>
          </a:bodyPr>
          <a:lstStyle/>
          <a:p>
            <a:pPr marL="12700">
              <a:lnSpc>
                <a:spcPct val="100000"/>
              </a:lnSpc>
              <a:spcBef>
                <a:spcPts val="295"/>
              </a:spcBef>
            </a:pPr>
            <a:r>
              <a:rPr sz="1450" i="1" spc="180" dirty="0">
                <a:latin typeface="Times New Roman"/>
                <a:cs typeface="Times New Roman"/>
              </a:rPr>
              <a:t>S1</a:t>
            </a:r>
            <a:endParaRPr sz="1450">
              <a:latin typeface="Times New Roman"/>
              <a:cs typeface="Times New Roman"/>
            </a:endParaRPr>
          </a:p>
          <a:p>
            <a:pPr marL="36830">
              <a:lnSpc>
                <a:spcPct val="100000"/>
              </a:lnSpc>
              <a:spcBef>
                <a:spcPts val="200"/>
              </a:spcBef>
            </a:pPr>
            <a:r>
              <a:rPr sz="1450" i="1" spc="95" dirty="0">
                <a:latin typeface="Times New Roman"/>
                <a:cs typeface="Times New Roman"/>
              </a:rPr>
              <a:t>Vj</a:t>
            </a:r>
            <a:endParaRPr sz="1450">
              <a:latin typeface="Times New Roman"/>
              <a:cs typeface="Times New Roman"/>
            </a:endParaRPr>
          </a:p>
        </p:txBody>
      </p:sp>
      <p:sp>
        <p:nvSpPr>
          <p:cNvPr id="21" name="object 18">
            <a:extLst>
              <a:ext uri="{FF2B5EF4-FFF2-40B4-BE49-F238E27FC236}">
                <a16:creationId xmlns:a16="http://schemas.microsoft.com/office/drawing/2014/main" id="{5149A75A-9A1F-ED06-9346-2517A0277E6B}"/>
              </a:ext>
            </a:extLst>
          </p:cNvPr>
          <p:cNvSpPr txBox="1"/>
          <p:nvPr/>
        </p:nvSpPr>
        <p:spPr>
          <a:xfrm>
            <a:off x="4181506" y="3466595"/>
            <a:ext cx="255904" cy="518159"/>
          </a:xfrm>
          <a:prstGeom prst="rect">
            <a:avLst/>
          </a:prstGeom>
        </p:spPr>
        <p:txBody>
          <a:bodyPr vert="horz" wrap="square" lIns="0" tIns="37465" rIns="0" bIns="0" rtlCol="0">
            <a:spAutoFit/>
          </a:bodyPr>
          <a:lstStyle/>
          <a:p>
            <a:pPr marL="12700">
              <a:lnSpc>
                <a:spcPct val="100000"/>
              </a:lnSpc>
              <a:spcBef>
                <a:spcPts val="295"/>
              </a:spcBef>
            </a:pPr>
            <a:r>
              <a:rPr sz="1450" i="1" spc="180" dirty="0">
                <a:latin typeface="Times New Roman"/>
                <a:cs typeface="Times New Roman"/>
              </a:rPr>
              <a:t>S2</a:t>
            </a:r>
            <a:endParaRPr sz="1450">
              <a:latin typeface="Times New Roman"/>
              <a:cs typeface="Times New Roman"/>
            </a:endParaRPr>
          </a:p>
          <a:p>
            <a:pPr marL="12700">
              <a:lnSpc>
                <a:spcPct val="100000"/>
              </a:lnSpc>
              <a:spcBef>
                <a:spcPts val="200"/>
              </a:spcBef>
            </a:pPr>
            <a:r>
              <a:rPr sz="1450" i="1" spc="120" dirty="0">
                <a:latin typeface="Times New Roman"/>
                <a:cs typeface="Times New Roman"/>
              </a:rPr>
              <a:t>Vk</a:t>
            </a:r>
            <a:endParaRPr sz="1450">
              <a:latin typeface="Times New Roman"/>
              <a:cs typeface="Times New Roman"/>
            </a:endParaRPr>
          </a:p>
        </p:txBody>
      </p:sp>
      <p:sp>
        <p:nvSpPr>
          <p:cNvPr id="22" name="object 19">
            <a:extLst>
              <a:ext uri="{FF2B5EF4-FFF2-40B4-BE49-F238E27FC236}">
                <a16:creationId xmlns:a16="http://schemas.microsoft.com/office/drawing/2014/main" id="{269312A3-D77A-AF0A-ADCA-4BBF20AF524E}"/>
              </a:ext>
            </a:extLst>
          </p:cNvPr>
          <p:cNvSpPr txBox="1"/>
          <p:nvPr/>
        </p:nvSpPr>
        <p:spPr>
          <a:xfrm>
            <a:off x="4790799" y="3466595"/>
            <a:ext cx="902969" cy="518159"/>
          </a:xfrm>
          <a:prstGeom prst="rect">
            <a:avLst/>
          </a:prstGeom>
        </p:spPr>
        <p:txBody>
          <a:bodyPr vert="horz" wrap="square" lIns="0" tIns="37465" rIns="0" bIns="0" rtlCol="0">
            <a:spAutoFit/>
          </a:bodyPr>
          <a:lstStyle/>
          <a:p>
            <a:pPr marL="12700">
              <a:lnSpc>
                <a:spcPct val="100000"/>
              </a:lnSpc>
              <a:spcBef>
                <a:spcPts val="295"/>
              </a:spcBef>
              <a:tabLst>
                <a:tab pos="629920" algn="l"/>
              </a:tabLst>
            </a:pPr>
            <a:r>
              <a:rPr sz="1450" i="1" spc="180" dirty="0">
                <a:latin typeface="Times New Roman"/>
                <a:cs typeface="Times New Roman"/>
              </a:rPr>
              <a:t>RS	</a:t>
            </a:r>
            <a:r>
              <a:rPr sz="1450" i="1" spc="195" dirty="0">
                <a:latin typeface="Times New Roman"/>
                <a:cs typeface="Times New Roman"/>
              </a:rPr>
              <a:t>RS</a:t>
            </a:r>
            <a:endParaRPr sz="1450">
              <a:latin typeface="Times New Roman"/>
              <a:cs typeface="Times New Roman"/>
            </a:endParaRPr>
          </a:p>
          <a:p>
            <a:pPr marL="28575">
              <a:lnSpc>
                <a:spcPct val="100000"/>
              </a:lnSpc>
              <a:spcBef>
                <a:spcPts val="200"/>
              </a:spcBef>
              <a:tabLst>
                <a:tab pos="621665" algn="l"/>
              </a:tabLst>
            </a:pPr>
            <a:r>
              <a:rPr sz="1450" i="1" spc="245" dirty="0">
                <a:latin typeface="Times New Roman"/>
                <a:cs typeface="Times New Roman"/>
              </a:rPr>
              <a:t>Q</a:t>
            </a:r>
            <a:r>
              <a:rPr sz="1450" i="1" spc="80" dirty="0">
                <a:latin typeface="Times New Roman"/>
                <a:cs typeface="Times New Roman"/>
              </a:rPr>
              <a:t>j</a:t>
            </a:r>
            <a:r>
              <a:rPr sz="1450" i="1" dirty="0">
                <a:latin typeface="Times New Roman"/>
                <a:cs typeface="Times New Roman"/>
              </a:rPr>
              <a:t>	</a:t>
            </a:r>
            <a:r>
              <a:rPr sz="1450" i="1" spc="204" dirty="0">
                <a:latin typeface="Times New Roman"/>
                <a:cs typeface="Times New Roman"/>
              </a:rPr>
              <a:t>Qk</a:t>
            </a:r>
            <a:endParaRPr sz="1450">
              <a:latin typeface="Times New Roman"/>
              <a:cs typeface="Times New Roman"/>
            </a:endParaRPr>
          </a:p>
        </p:txBody>
      </p:sp>
      <p:sp>
        <p:nvSpPr>
          <p:cNvPr id="23" name="object 20">
            <a:extLst>
              <a:ext uri="{FF2B5EF4-FFF2-40B4-BE49-F238E27FC236}">
                <a16:creationId xmlns:a16="http://schemas.microsoft.com/office/drawing/2014/main" id="{EDB6DE1A-05F9-92E6-9118-6194B651D8E0}"/>
              </a:ext>
            </a:extLst>
          </p:cNvPr>
          <p:cNvSpPr txBox="1"/>
          <p:nvPr/>
        </p:nvSpPr>
        <p:spPr>
          <a:xfrm>
            <a:off x="1504995" y="3961721"/>
            <a:ext cx="659765" cy="1085850"/>
          </a:xfrm>
          <a:prstGeom prst="rect">
            <a:avLst/>
          </a:prstGeom>
        </p:spPr>
        <p:txBody>
          <a:bodyPr vert="horz" wrap="square" lIns="0" tIns="12700" rIns="0" bIns="0" rtlCol="0">
            <a:spAutoFit/>
          </a:bodyPr>
          <a:lstStyle/>
          <a:p>
            <a:pPr marL="168910" marR="45720" algn="just">
              <a:lnSpc>
                <a:spcPct val="107000"/>
              </a:lnSpc>
              <a:spcBef>
                <a:spcPts val="100"/>
              </a:spcBef>
            </a:pPr>
            <a:r>
              <a:rPr sz="1300" spc="160" dirty="0">
                <a:latin typeface="Times New Roman"/>
                <a:cs typeface="Times New Roman"/>
              </a:rPr>
              <a:t>A</a:t>
            </a:r>
            <a:r>
              <a:rPr sz="1300" spc="100" dirty="0">
                <a:latin typeface="Times New Roman"/>
                <a:cs typeface="Times New Roman"/>
              </a:rPr>
              <a:t>dd1  </a:t>
            </a:r>
            <a:r>
              <a:rPr sz="1300" spc="160" dirty="0">
                <a:latin typeface="Times New Roman"/>
                <a:cs typeface="Times New Roman"/>
              </a:rPr>
              <a:t>A</a:t>
            </a:r>
            <a:r>
              <a:rPr sz="1300" spc="100" dirty="0">
                <a:latin typeface="Times New Roman"/>
                <a:cs typeface="Times New Roman"/>
              </a:rPr>
              <a:t>dd2  </a:t>
            </a:r>
            <a:r>
              <a:rPr sz="1300" spc="160" dirty="0">
                <a:latin typeface="Times New Roman"/>
                <a:cs typeface="Times New Roman"/>
              </a:rPr>
              <a:t>A</a:t>
            </a:r>
            <a:r>
              <a:rPr sz="1300" spc="125" dirty="0">
                <a:latin typeface="Times New Roman"/>
                <a:cs typeface="Times New Roman"/>
              </a:rPr>
              <a:t>dd3</a:t>
            </a:r>
            <a:endParaRPr sz="1300">
              <a:latin typeface="Times New Roman"/>
              <a:cs typeface="Times New Roman"/>
            </a:endParaRPr>
          </a:p>
          <a:p>
            <a:pPr marL="168910" marR="5080" indent="-156845" algn="just">
              <a:lnSpc>
                <a:spcPct val="107000"/>
              </a:lnSpc>
            </a:pPr>
            <a:r>
              <a:rPr sz="1300" spc="125" dirty="0">
                <a:latin typeface="Times New Roman"/>
                <a:cs typeface="Times New Roman"/>
              </a:rPr>
              <a:t>1</a:t>
            </a:r>
            <a:r>
              <a:rPr sz="1300" spc="50" dirty="0">
                <a:latin typeface="Times New Roman"/>
                <a:cs typeface="Times New Roman"/>
              </a:rPr>
              <a:t> </a:t>
            </a:r>
            <a:r>
              <a:rPr sz="1300" spc="110" dirty="0">
                <a:latin typeface="Times New Roman"/>
                <a:cs typeface="Times New Roman"/>
              </a:rPr>
              <a:t>Mult1 </a:t>
            </a:r>
            <a:r>
              <a:rPr sz="1300" spc="-315" dirty="0">
                <a:latin typeface="Times New Roman"/>
                <a:cs typeface="Times New Roman"/>
              </a:rPr>
              <a:t> </a:t>
            </a:r>
            <a:r>
              <a:rPr sz="1300" spc="200" dirty="0">
                <a:latin typeface="Times New Roman"/>
                <a:cs typeface="Times New Roman"/>
              </a:rPr>
              <a:t>M</a:t>
            </a:r>
            <a:r>
              <a:rPr sz="1300" spc="125" dirty="0">
                <a:latin typeface="Times New Roman"/>
                <a:cs typeface="Times New Roman"/>
              </a:rPr>
              <a:t>u</a:t>
            </a:r>
            <a:r>
              <a:rPr sz="1300" spc="20" dirty="0">
                <a:latin typeface="Times New Roman"/>
                <a:cs typeface="Times New Roman"/>
              </a:rPr>
              <a:t>l</a:t>
            </a:r>
            <a:r>
              <a:rPr sz="1300" spc="85" dirty="0">
                <a:latin typeface="Times New Roman"/>
                <a:cs typeface="Times New Roman"/>
              </a:rPr>
              <a:t>t</a:t>
            </a:r>
            <a:r>
              <a:rPr sz="1300" spc="125" dirty="0">
                <a:latin typeface="Times New Roman"/>
                <a:cs typeface="Times New Roman"/>
              </a:rPr>
              <a:t>2</a:t>
            </a:r>
            <a:endParaRPr sz="1300">
              <a:latin typeface="Times New Roman"/>
              <a:cs typeface="Times New Roman"/>
            </a:endParaRPr>
          </a:p>
        </p:txBody>
      </p:sp>
      <p:sp>
        <p:nvSpPr>
          <p:cNvPr id="24" name="object 21">
            <a:extLst>
              <a:ext uri="{FF2B5EF4-FFF2-40B4-BE49-F238E27FC236}">
                <a16:creationId xmlns:a16="http://schemas.microsoft.com/office/drawing/2014/main" id="{63F2C3D9-754B-8222-9AF6-FDCD935B4C90}"/>
              </a:ext>
            </a:extLst>
          </p:cNvPr>
          <p:cNvSpPr txBox="1"/>
          <p:nvPr/>
        </p:nvSpPr>
        <p:spPr>
          <a:xfrm>
            <a:off x="2230117" y="3986032"/>
            <a:ext cx="3640454" cy="1060450"/>
          </a:xfrm>
          <a:prstGeom prst="rect">
            <a:avLst/>
          </a:prstGeom>
          <a:ln w="8268">
            <a:solidFill>
              <a:srgbClr val="000000"/>
            </a:solidFill>
          </a:ln>
        </p:spPr>
        <p:txBody>
          <a:bodyPr vert="horz" wrap="square" lIns="0" tIns="2540" rIns="0" bIns="0" rtlCol="0">
            <a:spAutoFit/>
          </a:bodyPr>
          <a:lstStyle/>
          <a:p>
            <a:pPr marL="127000">
              <a:lnSpc>
                <a:spcPct val="100000"/>
              </a:lnSpc>
              <a:spcBef>
                <a:spcPts val="20"/>
              </a:spcBef>
            </a:pPr>
            <a:r>
              <a:rPr sz="1300" spc="130" dirty="0">
                <a:latin typeface="Times New Roman"/>
                <a:cs typeface="Times New Roman"/>
              </a:rPr>
              <a:t>No</a:t>
            </a:r>
            <a:endParaRPr sz="1300">
              <a:latin typeface="Times New Roman"/>
              <a:cs typeface="Times New Roman"/>
            </a:endParaRPr>
          </a:p>
          <a:p>
            <a:pPr marL="127000" marR="3268345">
              <a:lnSpc>
                <a:spcPct val="107000"/>
              </a:lnSpc>
            </a:pPr>
            <a:r>
              <a:rPr sz="1300" spc="100" dirty="0">
                <a:latin typeface="Times New Roman"/>
                <a:cs typeface="Times New Roman"/>
              </a:rPr>
              <a:t>No  No</a:t>
            </a:r>
            <a:endParaRPr sz="1300">
              <a:latin typeface="Times New Roman"/>
              <a:cs typeface="Times New Roman"/>
            </a:endParaRPr>
          </a:p>
          <a:p>
            <a:pPr marL="93980">
              <a:lnSpc>
                <a:spcPct val="100000"/>
              </a:lnSpc>
              <a:spcBef>
                <a:spcPts val="105"/>
              </a:spcBef>
            </a:pPr>
            <a:r>
              <a:rPr sz="1300" spc="160" dirty="0">
                <a:latin typeface="Times New Roman"/>
                <a:cs typeface="Times New Roman"/>
              </a:rPr>
              <a:t>Y</a:t>
            </a:r>
            <a:r>
              <a:rPr sz="1300" spc="130" dirty="0">
                <a:latin typeface="Times New Roman"/>
                <a:cs typeface="Times New Roman"/>
              </a:rPr>
              <a:t>e</a:t>
            </a:r>
            <a:r>
              <a:rPr sz="1300" spc="95" dirty="0">
                <a:latin typeface="Times New Roman"/>
                <a:cs typeface="Times New Roman"/>
              </a:rPr>
              <a:t>s</a:t>
            </a:r>
            <a:r>
              <a:rPr sz="1300" dirty="0">
                <a:latin typeface="Times New Roman"/>
                <a:cs typeface="Times New Roman"/>
              </a:rPr>
              <a:t> </a:t>
            </a:r>
            <a:r>
              <a:rPr sz="1300" spc="45" dirty="0">
                <a:latin typeface="Times New Roman"/>
                <a:cs typeface="Times New Roman"/>
              </a:rPr>
              <a:t> </a:t>
            </a:r>
            <a:r>
              <a:rPr sz="1300" spc="200" dirty="0">
                <a:solidFill>
                  <a:srgbClr val="3333CC"/>
                </a:solidFill>
                <a:latin typeface="Times New Roman"/>
                <a:cs typeface="Times New Roman"/>
              </a:rPr>
              <a:t>M</a:t>
            </a:r>
            <a:r>
              <a:rPr sz="1300" spc="95" dirty="0">
                <a:solidFill>
                  <a:srgbClr val="3333CC"/>
                </a:solidFill>
                <a:latin typeface="Times New Roman"/>
                <a:cs typeface="Times New Roman"/>
              </a:rPr>
              <a:t>U</a:t>
            </a:r>
            <a:r>
              <a:rPr sz="1300" spc="170" dirty="0">
                <a:solidFill>
                  <a:srgbClr val="3333CC"/>
                </a:solidFill>
                <a:latin typeface="Times New Roman"/>
                <a:cs typeface="Times New Roman"/>
              </a:rPr>
              <a:t>L</a:t>
            </a:r>
            <a:r>
              <a:rPr sz="1300" spc="110" dirty="0">
                <a:solidFill>
                  <a:srgbClr val="3333CC"/>
                </a:solidFill>
                <a:latin typeface="Times New Roman"/>
                <a:cs typeface="Times New Roman"/>
              </a:rPr>
              <a:t>T</a:t>
            </a:r>
            <a:r>
              <a:rPr sz="1300" spc="185" dirty="0">
                <a:solidFill>
                  <a:srgbClr val="3333CC"/>
                </a:solidFill>
                <a:latin typeface="Times New Roman"/>
                <a:cs typeface="Times New Roman"/>
              </a:rPr>
              <a:t>D</a:t>
            </a:r>
            <a:r>
              <a:rPr sz="1300" spc="-90" dirty="0">
                <a:solidFill>
                  <a:srgbClr val="3333CC"/>
                </a:solidFill>
                <a:latin typeface="Times New Roman"/>
                <a:cs typeface="Times New Roman"/>
              </a:rPr>
              <a:t> </a:t>
            </a:r>
            <a:r>
              <a:rPr sz="1300" spc="200" dirty="0">
                <a:solidFill>
                  <a:srgbClr val="FF0000"/>
                </a:solidFill>
                <a:latin typeface="Times New Roman"/>
                <a:cs typeface="Times New Roman"/>
              </a:rPr>
              <a:t>M</a:t>
            </a:r>
            <a:r>
              <a:rPr sz="1300" spc="85" dirty="0">
                <a:solidFill>
                  <a:srgbClr val="FF0000"/>
                </a:solidFill>
                <a:latin typeface="Times New Roman"/>
                <a:cs typeface="Times New Roman"/>
              </a:rPr>
              <a:t>(</a:t>
            </a:r>
            <a:r>
              <a:rPr sz="1300" spc="160" dirty="0">
                <a:solidFill>
                  <a:srgbClr val="FF0000"/>
                </a:solidFill>
                <a:latin typeface="Times New Roman"/>
                <a:cs typeface="Times New Roman"/>
              </a:rPr>
              <a:t>A</a:t>
            </a:r>
            <a:r>
              <a:rPr sz="1300" spc="105" dirty="0">
                <a:solidFill>
                  <a:srgbClr val="FF0000"/>
                </a:solidFill>
                <a:latin typeface="Times New Roman"/>
                <a:cs typeface="Times New Roman"/>
              </a:rPr>
              <a:t>2)</a:t>
            </a:r>
            <a:r>
              <a:rPr sz="1300" dirty="0">
                <a:solidFill>
                  <a:srgbClr val="FF0000"/>
                </a:solidFill>
                <a:latin typeface="Times New Roman"/>
                <a:cs typeface="Times New Roman"/>
              </a:rPr>
              <a:t>  </a:t>
            </a:r>
            <a:r>
              <a:rPr sz="1300" spc="-70" dirty="0">
                <a:solidFill>
                  <a:srgbClr val="FF0000"/>
                </a:solidFill>
                <a:latin typeface="Times New Roman"/>
                <a:cs typeface="Times New Roman"/>
              </a:rPr>
              <a:t> </a:t>
            </a:r>
            <a:r>
              <a:rPr sz="1300" spc="125" dirty="0">
                <a:solidFill>
                  <a:srgbClr val="3333CC"/>
                </a:solidFill>
                <a:latin typeface="Times New Roman"/>
                <a:cs typeface="Times New Roman"/>
              </a:rPr>
              <a:t>R(</a:t>
            </a:r>
            <a:r>
              <a:rPr sz="1300" spc="114" dirty="0">
                <a:solidFill>
                  <a:srgbClr val="3333CC"/>
                </a:solidFill>
                <a:latin typeface="Times New Roman"/>
                <a:cs typeface="Times New Roman"/>
              </a:rPr>
              <a:t>F</a:t>
            </a:r>
            <a:r>
              <a:rPr sz="1300" spc="105" dirty="0">
                <a:solidFill>
                  <a:srgbClr val="3333CC"/>
                </a:solidFill>
                <a:latin typeface="Times New Roman"/>
                <a:cs typeface="Times New Roman"/>
              </a:rPr>
              <a:t>4)</a:t>
            </a:r>
            <a:endParaRPr sz="1300">
              <a:latin typeface="Times New Roman"/>
              <a:cs typeface="Times New Roman"/>
            </a:endParaRPr>
          </a:p>
          <a:p>
            <a:pPr marL="93980">
              <a:lnSpc>
                <a:spcPct val="100000"/>
              </a:lnSpc>
              <a:spcBef>
                <a:spcPts val="110"/>
              </a:spcBef>
              <a:tabLst>
                <a:tab pos="596900" algn="l"/>
                <a:tab pos="1823720" algn="l"/>
              </a:tabLst>
            </a:pPr>
            <a:r>
              <a:rPr sz="1300" spc="130" dirty="0">
                <a:latin typeface="Times New Roman"/>
                <a:cs typeface="Times New Roman"/>
              </a:rPr>
              <a:t>Yes	</a:t>
            </a:r>
            <a:r>
              <a:rPr sz="1300" spc="130" dirty="0">
                <a:solidFill>
                  <a:srgbClr val="00FF00"/>
                </a:solidFill>
                <a:latin typeface="Times New Roman"/>
                <a:cs typeface="Times New Roman"/>
              </a:rPr>
              <a:t>DIVD	</a:t>
            </a:r>
            <a:r>
              <a:rPr sz="1300" spc="130" dirty="0">
                <a:latin typeface="Times New Roman"/>
                <a:cs typeface="Times New Roman"/>
              </a:rPr>
              <a:t>M(A1)</a:t>
            </a:r>
            <a:r>
              <a:rPr sz="1300" spc="470" dirty="0">
                <a:latin typeface="Times New Roman"/>
                <a:cs typeface="Times New Roman"/>
              </a:rPr>
              <a:t> </a:t>
            </a:r>
            <a:r>
              <a:rPr sz="1300" spc="110" dirty="0">
                <a:solidFill>
                  <a:srgbClr val="3333CC"/>
                </a:solidFill>
                <a:latin typeface="Times New Roman"/>
                <a:cs typeface="Times New Roman"/>
              </a:rPr>
              <a:t>Mult1</a:t>
            </a:r>
            <a:endParaRPr sz="1300">
              <a:latin typeface="Times New Roman"/>
              <a:cs typeface="Times New Roman"/>
            </a:endParaRPr>
          </a:p>
        </p:txBody>
      </p:sp>
      <p:sp>
        <p:nvSpPr>
          <p:cNvPr id="25" name="object 22">
            <a:extLst>
              <a:ext uri="{FF2B5EF4-FFF2-40B4-BE49-F238E27FC236}">
                <a16:creationId xmlns:a16="http://schemas.microsoft.com/office/drawing/2014/main" id="{58EC6A76-C991-6E59-5D69-BD064B18B75B}"/>
              </a:ext>
            </a:extLst>
          </p:cNvPr>
          <p:cNvSpPr txBox="1"/>
          <p:nvPr/>
        </p:nvSpPr>
        <p:spPr>
          <a:xfrm>
            <a:off x="55634" y="5132114"/>
            <a:ext cx="2317115" cy="288290"/>
          </a:xfrm>
          <a:prstGeom prst="rect">
            <a:avLst/>
          </a:prstGeom>
        </p:spPr>
        <p:txBody>
          <a:bodyPr vert="horz" wrap="square" lIns="0" tIns="15875" rIns="0" bIns="0" rtlCol="0">
            <a:spAutoFit/>
          </a:bodyPr>
          <a:lstStyle/>
          <a:p>
            <a:pPr marL="12700">
              <a:lnSpc>
                <a:spcPct val="100000"/>
              </a:lnSpc>
              <a:spcBef>
                <a:spcPts val="125"/>
              </a:spcBef>
            </a:pPr>
            <a:r>
              <a:rPr sz="1700" i="1" spc="150" dirty="0">
                <a:solidFill>
                  <a:srgbClr val="FF0000"/>
                </a:solidFill>
                <a:latin typeface="Times New Roman"/>
                <a:cs typeface="Times New Roman"/>
              </a:rPr>
              <a:t>Register</a:t>
            </a:r>
            <a:r>
              <a:rPr sz="1700" i="1" spc="45" dirty="0">
                <a:solidFill>
                  <a:srgbClr val="FF0000"/>
                </a:solidFill>
                <a:latin typeface="Times New Roman"/>
                <a:cs typeface="Times New Roman"/>
              </a:rPr>
              <a:t> </a:t>
            </a:r>
            <a:r>
              <a:rPr sz="1700" i="1" spc="125" dirty="0">
                <a:solidFill>
                  <a:srgbClr val="FF0000"/>
                </a:solidFill>
                <a:latin typeface="Times New Roman"/>
                <a:cs typeface="Times New Roman"/>
              </a:rPr>
              <a:t>result</a:t>
            </a:r>
            <a:r>
              <a:rPr sz="1700" i="1" spc="90" dirty="0">
                <a:solidFill>
                  <a:srgbClr val="FF0000"/>
                </a:solidFill>
                <a:latin typeface="Times New Roman"/>
                <a:cs typeface="Times New Roman"/>
              </a:rPr>
              <a:t> </a:t>
            </a:r>
            <a:r>
              <a:rPr sz="1700" i="1" spc="130" dirty="0">
                <a:solidFill>
                  <a:srgbClr val="FF0000"/>
                </a:solidFill>
                <a:latin typeface="Times New Roman"/>
                <a:cs typeface="Times New Roman"/>
              </a:rPr>
              <a:t>status:</a:t>
            </a:r>
            <a:endParaRPr sz="1700">
              <a:latin typeface="Times New Roman"/>
              <a:cs typeface="Times New Roman"/>
            </a:endParaRPr>
          </a:p>
        </p:txBody>
      </p:sp>
      <p:graphicFrame>
        <p:nvGraphicFramePr>
          <p:cNvPr id="26" name="object 23">
            <a:extLst>
              <a:ext uri="{FF2B5EF4-FFF2-40B4-BE49-F238E27FC236}">
                <a16:creationId xmlns:a16="http://schemas.microsoft.com/office/drawing/2014/main" id="{A9D83E6D-D1ED-F364-8A6C-1E7EBD665774}"/>
              </a:ext>
            </a:extLst>
          </p:cNvPr>
          <p:cNvGraphicFramePr>
            <a:graphicFrameLocks noGrp="1"/>
          </p:cNvGraphicFramePr>
          <p:nvPr/>
        </p:nvGraphicFramePr>
        <p:xfrm>
          <a:off x="357712" y="5449023"/>
          <a:ext cx="8051162" cy="465351"/>
        </p:xfrm>
        <a:graphic>
          <a:graphicData uri="http://schemas.openxmlformats.org/drawingml/2006/table">
            <a:tbl>
              <a:tblPr firstRow="1" bandRow="1">
                <a:tableStyleId>{2D5ABB26-0587-4C30-8999-92F81FD0307C}</a:tableStyleId>
              </a:tblPr>
              <a:tblGrid>
                <a:gridCol w="1316355">
                  <a:extLst>
                    <a:ext uri="{9D8B030D-6E8A-4147-A177-3AD203B41FA5}">
                      <a16:colId xmlns:a16="http://schemas.microsoft.com/office/drawing/2014/main" val="20000"/>
                    </a:ext>
                  </a:extLst>
                </a:gridCol>
                <a:gridCol w="105029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700405">
                  <a:extLst>
                    <a:ext uri="{9D8B030D-6E8A-4147-A177-3AD203B41FA5}">
                      <a16:colId xmlns:a16="http://schemas.microsoft.com/office/drawing/2014/main" val="20003"/>
                    </a:ext>
                  </a:extLst>
                </a:gridCol>
                <a:gridCol w="418464">
                  <a:extLst>
                    <a:ext uri="{9D8B030D-6E8A-4147-A177-3AD203B41FA5}">
                      <a16:colId xmlns:a16="http://schemas.microsoft.com/office/drawing/2014/main" val="20004"/>
                    </a:ext>
                  </a:extLst>
                </a:gridCol>
                <a:gridCol w="741679">
                  <a:extLst>
                    <a:ext uri="{9D8B030D-6E8A-4147-A177-3AD203B41FA5}">
                      <a16:colId xmlns:a16="http://schemas.microsoft.com/office/drawing/2014/main" val="20005"/>
                    </a:ext>
                  </a:extLst>
                </a:gridCol>
                <a:gridCol w="657225">
                  <a:extLst>
                    <a:ext uri="{9D8B030D-6E8A-4147-A177-3AD203B41FA5}">
                      <a16:colId xmlns:a16="http://schemas.microsoft.com/office/drawing/2014/main" val="20006"/>
                    </a:ext>
                  </a:extLst>
                </a:gridCol>
                <a:gridCol w="634364">
                  <a:extLst>
                    <a:ext uri="{9D8B030D-6E8A-4147-A177-3AD203B41FA5}">
                      <a16:colId xmlns:a16="http://schemas.microsoft.com/office/drawing/2014/main" val="20007"/>
                    </a:ext>
                  </a:extLst>
                </a:gridCol>
                <a:gridCol w="1885950">
                  <a:extLst>
                    <a:ext uri="{9D8B030D-6E8A-4147-A177-3AD203B41FA5}">
                      <a16:colId xmlns:a16="http://schemas.microsoft.com/office/drawing/2014/main" val="20008"/>
                    </a:ext>
                  </a:extLst>
                </a:gridCol>
              </a:tblGrid>
              <a:tr h="253239">
                <a:tc>
                  <a:txBody>
                    <a:bodyPr/>
                    <a:lstStyle/>
                    <a:p>
                      <a:pPr marR="619125" algn="ctr">
                        <a:lnSpc>
                          <a:spcPts val="1875"/>
                        </a:lnSpc>
                      </a:pPr>
                      <a:r>
                        <a:rPr sz="1700" spc="170" dirty="0">
                          <a:latin typeface="Times New Roman"/>
                          <a:cs typeface="Times New Roman"/>
                        </a:rPr>
                        <a:t>Clock</a:t>
                      </a:r>
                      <a:endParaRPr sz="1700">
                        <a:latin typeface="Times New Roman"/>
                        <a:cs typeface="Times New Roman"/>
                      </a:endParaRPr>
                    </a:p>
                  </a:txBody>
                  <a:tcPr marL="0" marR="0" marT="0" marB="0"/>
                </a:tc>
                <a:tc gridSpan="2">
                  <a:txBody>
                    <a:bodyPr/>
                    <a:lstStyle/>
                    <a:p>
                      <a:pPr marR="177165" algn="r">
                        <a:lnSpc>
                          <a:spcPts val="1875"/>
                        </a:lnSpc>
                      </a:pPr>
                      <a:r>
                        <a:rPr sz="1700" i="1" spc="170" dirty="0">
                          <a:latin typeface="Times New Roman"/>
                          <a:cs typeface="Times New Roman"/>
                        </a:rPr>
                        <a:t>F0</a:t>
                      </a:r>
                      <a:endParaRPr sz="1700">
                        <a:latin typeface="Times New Roman"/>
                        <a:cs typeface="Times New Roman"/>
                      </a:endParaRPr>
                    </a:p>
                  </a:txBody>
                  <a:tcPr marL="0" marR="0" marT="0" marB="0"/>
                </a:tc>
                <a:tc hMerge="1">
                  <a:txBody>
                    <a:bodyPr/>
                    <a:lstStyle/>
                    <a:p>
                      <a:endParaRPr/>
                    </a:p>
                  </a:txBody>
                  <a:tcPr marL="0" marR="0" marT="0" marB="0"/>
                </a:tc>
                <a:tc>
                  <a:txBody>
                    <a:bodyPr/>
                    <a:lstStyle/>
                    <a:p>
                      <a:pPr marR="62230" algn="ctr">
                        <a:lnSpc>
                          <a:spcPts val="1875"/>
                        </a:lnSpc>
                      </a:pPr>
                      <a:r>
                        <a:rPr sz="1700" i="1" spc="170" dirty="0">
                          <a:latin typeface="Times New Roman"/>
                          <a:cs typeface="Times New Roman"/>
                        </a:rPr>
                        <a:t>F2</a:t>
                      </a:r>
                      <a:endParaRPr sz="1700">
                        <a:latin typeface="Times New Roman"/>
                        <a:cs typeface="Times New Roman"/>
                      </a:endParaRPr>
                    </a:p>
                  </a:txBody>
                  <a:tcPr marL="0" marR="0" marT="0" marB="0"/>
                </a:tc>
                <a:tc>
                  <a:txBody>
                    <a:bodyPr/>
                    <a:lstStyle/>
                    <a:p>
                      <a:pPr marL="90170">
                        <a:lnSpc>
                          <a:spcPts val="1875"/>
                        </a:lnSpc>
                      </a:pPr>
                      <a:r>
                        <a:rPr sz="1700" i="1" spc="170" dirty="0">
                          <a:latin typeface="Times New Roman"/>
                          <a:cs typeface="Times New Roman"/>
                        </a:rPr>
                        <a:t>F4</a:t>
                      </a:r>
                      <a:endParaRPr sz="1700">
                        <a:latin typeface="Times New Roman"/>
                        <a:cs typeface="Times New Roman"/>
                      </a:endParaRPr>
                    </a:p>
                  </a:txBody>
                  <a:tcPr marL="0" marR="0" marT="0" marB="0"/>
                </a:tc>
                <a:tc>
                  <a:txBody>
                    <a:bodyPr/>
                    <a:lstStyle/>
                    <a:p>
                      <a:pPr marL="290195">
                        <a:lnSpc>
                          <a:spcPts val="1875"/>
                        </a:lnSpc>
                      </a:pPr>
                      <a:r>
                        <a:rPr sz="1700" i="1" spc="170" dirty="0">
                          <a:latin typeface="Times New Roman"/>
                          <a:cs typeface="Times New Roman"/>
                        </a:rPr>
                        <a:t>F6</a:t>
                      </a:r>
                      <a:endParaRPr sz="1700">
                        <a:latin typeface="Times New Roman"/>
                        <a:cs typeface="Times New Roman"/>
                      </a:endParaRPr>
                    </a:p>
                  </a:txBody>
                  <a:tcPr marL="0" marR="0" marT="0" marB="0"/>
                </a:tc>
                <a:tc>
                  <a:txBody>
                    <a:bodyPr/>
                    <a:lstStyle/>
                    <a:p>
                      <a:pPr marL="166370">
                        <a:lnSpc>
                          <a:spcPts val="1875"/>
                        </a:lnSpc>
                      </a:pPr>
                      <a:r>
                        <a:rPr sz="1700" i="1" spc="170" dirty="0">
                          <a:latin typeface="Times New Roman"/>
                          <a:cs typeface="Times New Roman"/>
                        </a:rPr>
                        <a:t>F8</a:t>
                      </a:r>
                      <a:endParaRPr sz="1700">
                        <a:latin typeface="Times New Roman"/>
                        <a:cs typeface="Times New Roman"/>
                      </a:endParaRPr>
                    </a:p>
                  </a:txBody>
                  <a:tcPr marL="0" marR="0" marT="0" marB="0"/>
                </a:tc>
                <a:tc>
                  <a:txBody>
                    <a:bodyPr/>
                    <a:lstStyle/>
                    <a:p>
                      <a:pPr marL="61594">
                        <a:lnSpc>
                          <a:spcPts val="1875"/>
                        </a:lnSpc>
                      </a:pPr>
                      <a:r>
                        <a:rPr sz="1700" i="1" spc="185" dirty="0">
                          <a:latin typeface="Times New Roman"/>
                          <a:cs typeface="Times New Roman"/>
                        </a:rPr>
                        <a:t>F10</a:t>
                      </a:r>
                      <a:endParaRPr sz="1700">
                        <a:latin typeface="Times New Roman"/>
                        <a:cs typeface="Times New Roman"/>
                      </a:endParaRPr>
                    </a:p>
                  </a:txBody>
                  <a:tcPr marL="0" marR="0" marT="0" marB="0"/>
                </a:tc>
                <a:tc>
                  <a:txBody>
                    <a:bodyPr/>
                    <a:lstStyle/>
                    <a:p>
                      <a:pPr marL="151765">
                        <a:lnSpc>
                          <a:spcPts val="1875"/>
                        </a:lnSpc>
                        <a:tabLst>
                          <a:tab pos="942340" algn="l"/>
                          <a:tab pos="1370965" algn="l"/>
                        </a:tabLst>
                      </a:pPr>
                      <a:r>
                        <a:rPr sz="1700" i="1" spc="185" dirty="0">
                          <a:latin typeface="Times New Roman"/>
                          <a:cs typeface="Times New Roman"/>
                        </a:rPr>
                        <a:t>F12	</a:t>
                      </a:r>
                      <a:r>
                        <a:rPr sz="1700" i="1" spc="90" dirty="0">
                          <a:latin typeface="Times New Roman"/>
                          <a:cs typeface="Times New Roman"/>
                        </a:rPr>
                        <a:t>...	</a:t>
                      </a:r>
                      <a:r>
                        <a:rPr sz="1700" i="1" spc="185" dirty="0">
                          <a:latin typeface="Times New Roman"/>
                          <a:cs typeface="Times New Roman"/>
                        </a:rPr>
                        <a:t>F30</a:t>
                      </a:r>
                      <a:endParaRPr sz="1700">
                        <a:latin typeface="Times New Roman"/>
                        <a:cs typeface="Times New Roman"/>
                      </a:endParaRPr>
                    </a:p>
                  </a:txBody>
                  <a:tcPr marL="0" marR="0" marT="0" marB="0"/>
                </a:tc>
                <a:extLst>
                  <a:ext uri="{0D108BD9-81ED-4DB2-BD59-A6C34878D82A}">
                    <a16:rowId xmlns:a16="http://schemas.microsoft.com/office/drawing/2014/main" val="10000"/>
                  </a:ext>
                </a:extLst>
              </a:tr>
              <a:tr h="212112">
                <a:tc>
                  <a:txBody>
                    <a:bodyPr/>
                    <a:lstStyle/>
                    <a:p>
                      <a:pPr marR="536575" algn="ctr">
                        <a:lnSpc>
                          <a:spcPts val="1550"/>
                        </a:lnSpc>
                        <a:spcBef>
                          <a:spcPts val="15"/>
                        </a:spcBef>
                      </a:pPr>
                      <a:r>
                        <a:rPr sz="1300" b="1" spc="120" dirty="0">
                          <a:latin typeface="Times New Roman"/>
                          <a:cs typeface="Times New Roman"/>
                        </a:rPr>
                        <a:t>14</a:t>
                      </a:r>
                      <a:endParaRPr sz="1300">
                        <a:latin typeface="Times New Roman"/>
                        <a:cs typeface="Times New Roman"/>
                      </a:endParaRPr>
                    </a:p>
                  </a:txBody>
                  <a:tcPr marL="0" marR="0" marT="1905" marB="0"/>
                </a:tc>
                <a:tc>
                  <a:txBody>
                    <a:bodyPr/>
                    <a:lstStyle/>
                    <a:p>
                      <a:pPr marL="658495">
                        <a:lnSpc>
                          <a:spcPts val="1550"/>
                        </a:lnSpc>
                        <a:spcBef>
                          <a:spcPts val="15"/>
                        </a:spcBef>
                      </a:pPr>
                      <a:r>
                        <a:rPr sz="1300" i="1" spc="190" dirty="0">
                          <a:latin typeface="Times New Roman"/>
                          <a:cs typeface="Times New Roman"/>
                        </a:rPr>
                        <a:t>FU</a:t>
                      </a:r>
                      <a:endParaRPr sz="1300">
                        <a:latin typeface="Times New Roman"/>
                        <a:cs typeface="Times New Roman"/>
                      </a:endParaRPr>
                    </a:p>
                  </a:txBody>
                  <a:tcPr marL="0" marR="0" marT="1905" marB="0">
                    <a:lnR w="9525">
                      <a:solidFill>
                        <a:srgbClr val="000000"/>
                      </a:solidFill>
                      <a:prstDash val="solid"/>
                    </a:lnR>
                  </a:tcPr>
                </a:tc>
                <a:tc>
                  <a:txBody>
                    <a:bodyPr/>
                    <a:lstStyle/>
                    <a:p>
                      <a:pPr marL="102235">
                        <a:lnSpc>
                          <a:spcPts val="1550"/>
                        </a:lnSpc>
                        <a:spcBef>
                          <a:spcPts val="15"/>
                        </a:spcBef>
                      </a:pPr>
                      <a:r>
                        <a:rPr sz="1300" spc="110" dirty="0">
                          <a:solidFill>
                            <a:srgbClr val="0000FF"/>
                          </a:solidFill>
                          <a:latin typeface="Times New Roman"/>
                          <a:cs typeface="Times New Roman"/>
                        </a:rPr>
                        <a:t>Mult1</a:t>
                      </a:r>
                      <a:endParaRPr sz="1300">
                        <a:latin typeface="Times New Roman"/>
                        <a:cs typeface="Times New Roman"/>
                      </a:endParaRPr>
                    </a:p>
                  </a:txBody>
                  <a:tcPr marL="0" marR="0" marT="1905"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16510" algn="ctr">
                        <a:lnSpc>
                          <a:spcPts val="1550"/>
                        </a:lnSpc>
                        <a:spcBef>
                          <a:spcPts val="15"/>
                        </a:spcBef>
                      </a:pPr>
                      <a:r>
                        <a:rPr sz="1300" spc="130" dirty="0">
                          <a:solidFill>
                            <a:srgbClr val="FF0000"/>
                          </a:solidFill>
                          <a:latin typeface="Times New Roman"/>
                          <a:cs typeface="Times New Roman"/>
                        </a:rPr>
                        <a:t>M(A2)</a:t>
                      </a:r>
                      <a:endParaRPr sz="1300">
                        <a:latin typeface="Times New Roman"/>
                        <a:cs typeface="Times New Roman"/>
                      </a:endParaRPr>
                    </a:p>
                  </a:txBody>
                  <a:tcPr marL="0" marR="0" marT="1905" marB="0">
                    <a:lnB w="9525">
                      <a:solidFill>
                        <a:srgbClr val="000000"/>
                      </a:solidFill>
                      <a:prstDash val="solid"/>
                    </a:lnB>
                  </a:tcPr>
                </a:tc>
                <a:tc gridSpan="3">
                  <a:txBody>
                    <a:bodyPr/>
                    <a:lstStyle/>
                    <a:p>
                      <a:pPr marL="461009">
                        <a:lnSpc>
                          <a:spcPts val="1550"/>
                        </a:lnSpc>
                        <a:spcBef>
                          <a:spcPts val="15"/>
                        </a:spcBef>
                      </a:pPr>
                      <a:r>
                        <a:rPr sz="1300" spc="140" dirty="0">
                          <a:solidFill>
                            <a:srgbClr val="00FF00"/>
                          </a:solidFill>
                          <a:latin typeface="Times New Roman"/>
                          <a:cs typeface="Times New Roman"/>
                        </a:rPr>
                        <a:t>(M-M+M</a:t>
                      </a:r>
                      <a:r>
                        <a:rPr sz="1300" spc="140" dirty="0">
                          <a:solidFill>
                            <a:srgbClr val="FF00FF"/>
                          </a:solidFill>
                          <a:latin typeface="Times New Roman"/>
                          <a:cs typeface="Times New Roman"/>
                        </a:rPr>
                        <a:t>(M-M)</a:t>
                      </a:r>
                      <a:endParaRPr sz="1300">
                        <a:latin typeface="Times New Roman"/>
                        <a:cs typeface="Times New Roman"/>
                      </a:endParaRPr>
                    </a:p>
                  </a:txBody>
                  <a:tcPr marL="0" marR="0" marT="1905" marB="0">
                    <a:lnB w="9525">
                      <a:solidFill>
                        <a:srgbClr val="000000"/>
                      </a:solidFill>
                      <a:prstDash val="solid"/>
                    </a:lnB>
                  </a:tcPr>
                </a:tc>
                <a:tc hMerge="1">
                  <a:txBody>
                    <a:bodyPr/>
                    <a:lstStyle/>
                    <a:p>
                      <a:endParaRPr/>
                    </a:p>
                  </a:txBody>
                  <a:tcPr marL="0" marR="0" marT="0" marB="0"/>
                </a:tc>
                <a:tc hMerge="1">
                  <a:txBody>
                    <a:bodyPr/>
                    <a:lstStyle/>
                    <a:p>
                      <a:endParaRPr/>
                    </a:p>
                  </a:txBody>
                  <a:tcPr marL="0" marR="0" marT="0" marB="0"/>
                </a:tc>
                <a:tc gridSpan="2">
                  <a:txBody>
                    <a:bodyPr/>
                    <a:lstStyle/>
                    <a:p>
                      <a:pPr marL="53340">
                        <a:lnSpc>
                          <a:spcPts val="1550"/>
                        </a:lnSpc>
                        <a:spcBef>
                          <a:spcPts val="15"/>
                        </a:spcBef>
                      </a:pPr>
                      <a:r>
                        <a:rPr sz="1300" spc="110" dirty="0">
                          <a:solidFill>
                            <a:srgbClr val="00FF00"/>
                          </a:solidFill>
                          <a:latin typeface="Times New Roman"/>
                          <a:cs typeface="Times New Roman"/>
                        </a:rPr>
                        <a:t>Mult2</a:t>
                      </a:r>
                      <a:endParaRPr sz="1300">
                        <a:latin typeface="Times New Roman"/>
                        <a:cs typeface="Times New Roman"/>
                      </a:endParaRPr>
                    </a:p>
                  </a:txBody>
                  <a:tcPr marL="0" marR="0" marT="1905" marB="0">
                    <a:lnR w="9525">
                      <a:solidFill>
                        <a:srgbClr val="000000"/>
                      </a:solidFill>
                      <a:prstDash val="solid"/>
                    </a:lnR>
                    <a:lnB w="952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pSp>
        <p:nvGrpSpPr>
          <p:cNvPr id="27" name="object 24">
            <a:extLst>
              <a:ext uri="{FF2B5EF4-FFF2-40B4-BE49-F238E27FC236}">
                <a16:creationId xmlns:a16="http://schemas.microsoft.com/office/drawing/2014/main" id="{65B2CE85-E6FF-FD06-D320-BDD53C80D07B}"/>
              </a:ext>
            </a:extLst>
          </p:cNvPr>
          <p:cNvGrpSpPr/>
          <p:nvPr/>
        </p:nvGrpSpPr>
        <p:grpSpPr>
          <a:xfrm>
            <a:off x="2720173" y="2095373"/>
            <a:ext cx="1918970" cy="1278890"/>
            <a:chOff x="2711262" y="1433919"/>
            <a:chExt cx="1918970" cy="1278890"/>
          </a:xfrm>
        </p:grpSpPr>
        <p:sp>
          <p:nvSpPr>
            <p:cNvPr id="28" name="object 25">
              <a:extLst>
                <a:ext uri="{FF2B5EF4-FFF2-40B4-BE49-F238E27FC236}">
                  <a16:creationId xmlns:a16="http://schemas.microsoft.com/office/drawing/2014/main" id="{8D5DE81C-5067-503C-915D-3B1459F10CD5}"/>
                </a:ext>
              </a:extLst>
            </p:cNvPr>
            <p:cNvSpPr/>
            <p:nvPr/>
          </p:nvSpPr>
          <p:spPr>
            <a:xfrm>
              <a:off x="2723629" y="1437395"/>
              <a:ext cx="1902460" cy="0"/>
            </a:xfrm>
            <a:custGeom>
              <a:avLst/>
              <a:gdLst/>
              <a:ahLst/>
              <a:cxnLst/>
              <a:rect l="l" t="t" r="r" b="b"/>
              <a:pathLst>
                <a:path w="1902460">
                  <a:moveTo>
                    <a:pt x="0" y="0"/>
                  </a:moveTo>
                  <a:lnTo>
                    <a:pt x="1902047" y="0"/>
                  </a:lnTo>
                </a:path>
              </a:pathLst>
            </a:custGeom>
            <a:ln w="6838">
              <a:solidFill>
                <a:srgbClr val="000000"/>
              </a:solidFill>
            </a:ln>
          </p:spPr>
          <p:txBody>
            <a:bodyPr wrap="square" lIns="0" tIns="0" rIns="0" bIns="0" rtlCol="0"/>
            <a:lstStyle/>
            <a:p>
              <a:endParaRPr/>
            </a:p>
          </p:txBody>
        </p:sp>
        <p:sp>
          <p:nvSpPr>
            <p:cNvPr id="29" name="object 26">
              <a:extLst>
                <a:ext uri="{FF2B5EF4-FFF2-40B4-BE49-F238E27FC236}">
                  <a16:creationId xmlns:a16="http://schemas.microsoft.com/office/drawing/2014/main" id="{1AE9FDD3-FF73-C529-A6F7-52994B0C24D6}"/>
                </a:ext>
              </a:extLst>
            </p:cNvPr>
            <p:cNvSpPr/>
            <p:nvPr/>
          </p:nvSpPr>
          <p:spPr>
            <a:xfrm>
              <a:off x="2719448" y="1433951"/>
              <a:ext cx="1910714" cy="6985"/>
            </a:xfrm>
            <a:custGeom>
              <a:avLst/>
              <a:gdLst/>
              <a:ahLst/>
              <a:cxnLst/>
              <a:rect l="l" t="t" r="r" b="b"/>
              <a:pathLst>
                <a:path w="1910714" h="6984">
                  <a:moveTo>
                    <a:pt x="1910300" y="0"/>
                  </a:moveTo>
                  <a:lnTo>
                    <a:pt x="0" y="0"/>
                  </a:lnTo>
                  <a:lnTo>
                    <a:pt x="0" y="6827"/>
                  </a:lnTo>
                  <a:lnTo>
                    <a:pt x="1910300" y="6827"/>
                  </a:lnTo>
                  <a:lnTo>
                    <a:pt x="1910300" y="0"/>
                  </a:lnTo>
                  <a:close/>
                </a:path>
              </a:pathLst>
            </a:custGeom>
            <a:solidFill>
              <a:srgbClr val="000000"/>
            </a:solidFill>
          </p:spPr>
          <p:txBody>
            <a:bodyPr wrap="square" lIns="0" tIns="0" rIns="0" bIns="0" rtlCol="0"/>
            <a:lstStyle/>
            <a:p>
              <a:endParaRPr/>
            </a:p>
          </p:txBody>
        </p:sp>
        <p:sp>
          <p:nvSpPr>
            <p:cNvPr id="30" name="object 27">
              <a:extLst>
                <a:ext uri="{FF2B5EF4-FFF2-40B4-BE49-F238E27FC236}">
                  <a16:creationId xmlns:a16="http://schemas.microsoft.com/office/drawing/2014/main" id="{37D69A58-A594-E60C-93D8-4C226A1AE7B9}"/>
                </a:ext>
              </a:extLst>
            </p:cNvPr>
            <p:cNvSpPr/>
            <p:nvPr/>
          </p:nvSpPr>
          <p:spPr>
            <a:xfrm>
              <a:off x="2715376" y="1437395"/>
              <a:ext cx="0" cy="1271905"/>
            </a:xfrm>
            <a:custGeom>
              <a:avLst/>
              <a:gdLst/>
              <a:ahLst/>
              <a:cxnLst/>
              <a:rect l="l" t="t" r="r" b="b"/>
              <a:pathLst>
                <a:path h="1271905">
                  <a:moveTo>
                    <a:pt x="0" y="0"/>
                  </a:moveTo>
                  <a:lnTo>
                    <a:pt x="0" y="1271762"/>
                  </a:lnTo>
                </a:path>
              </a:pathLst>
            </a:custGeom>
            <a:ln w="8227">
              <a:solidFill>
                <a:srgbClr val="000000"/>
              </a:solidFill>
            </a:ln>
          </p:spPr>
          <p:txBody>
            <a:bodyPr wrap="square" lIns="0" tIns="0" rIns="0" bIns="0" rtlCol="0"/>
            <a:lstStyle/>
            <a:p>
              <a:endParaRPr/>
            </a:p>
          </p:txBody>
        </p:sp>
        <p:sp>
          <p:nvSpPr>
            <p:cNvPr id="31" name="object 28">
              <a:extLst>
                <a:ext uri="{FF2B5EF4-FFF2-40B4-BE49-F238E27FC236}">
                  <a16:creationId xmlns:a16="http://schemas.microsoft.com/office/drawing/2014/main" id="{6C393FCD-D6FE-3327-D008-124ED3246D49}"/>
                </a:ext>
              </a:extLst>
            </p:cNvPr>
            <p:cNvSpPr/>
            <p:nvPr/>
          </p:nvSpPr>
          <p:spPr>
            <a:xfrm>
              <a:off x="2711305" y="1433919"/>
              <a:ext cx="8255" cy="1278890"/>
            </a:xfrm>
            <a:custGeom>
              <a:avLst/>
              <a:gdLst/>
              <a:ahLst/>
              <a:cxnLst/>
              <a:rect l="l" t="t" r="r" b="b"/>
              <a:pathLst>
                <a:path w="8255" h="1278889">
                  <a:moveTo>
                    <a:pt x="8226" y="0"/>
                  </a:moveTo>
                  <a:lnTo>
                    <a:pt x="0" y="0"/>
                  </a:lnTo>
                  <a:lnTo>
                    <a:pt x="0" y="1278622"/>
                  </a:lnTo>
                  <a:lnTo>
                    <a:pt x="8226" y="1278622"/>
                  </a:lnTo>
                  <a:lnTo>
                    <a:pt x="8226" y="0"/>
                  </a:lnTo>
                  <a:close/>
                </a:path>
              </a:pathLst>
            </a:custGeom>
            <a:solidFill>
              <a:srgbClr val="000000"/>
            </a:solidFill>
          </p:spPr>
          <p:txBody>
            <a:bodyPr wrap="square" lIns="0" tIns="0" rIns="0" bIns="0" rtlCol="0"/>
            <a:lstStyle/>
            <a:p>
              <a:endParaRPr/>
            </a:p>
          </p:txBody>
        </p:sp>
        <p:sp>
          <p:nvSpPr>
            <p:cNvPr id="32" name="object 29">
              <a:extLst>
                <a:ext uri="{FF2B5EF4-FFF2-40B4-BE49-F238E27FC236}">
                  <a16:creationId xmlns:a16="http://schemas.microsoft.com/office/drawing/2014/main" id="{BBDC6FCC-A36E-11BB-6D4C-8F3C0A15EAE6}"/>
                </a:ext>
              </a:extLst>
            </p:cNvPr>
            <p:cNvSpPr/>
            <p:nvPr/>
          </p:nvSpPr>
          <p:spPr>
            <a:xfrm>
              <a:off x="4625676" y="1444255"/>
              <a:ext cx="0" cy="1264920"/>
            </a:xfrm>
            <a:custGeom>
              <a:avLst/>
              <a:gdLst/>
              <a:ahLst/>
              <a:cxnLst/>
              <a:rect l="l" t="t" r="r" b="b"/>
              <a:pathLst>
                <a:path h="1264920">
                  <a:moveTo>
                    <a:pt x="0" y="0"/>
                  </a:moveTo>
                  <a:lnTo>
                    <a:pt x="0" y="1264902"/>
                  </a:lnTo>
                </a:path>
              </a:pathLst>
            </a:custGeom>
            <a:ln w="8227">
              <a:solidFill>
                <a:srgbClr val="000000"/>
              </a:solidFill>
            </a:ln>
          </p:spPr>
          <p:txBody>
            <a:bodyPr wrap="square" lIns="0" tIns="0" rIns="0" bIns="0" rtlCol="0"/>
            <a:lstStyle/>
            <a:p>
              <a:endParaRPr/>
            </a:p>
          </p:txBody>
        </p:sp>
        <p:sp>
          <p:nvSpPr>
            <p:cNvPr id="33" name="object 30">
              <a:extLst>
                <a:ext uri="{FF2B5EF4-FFF2-40B4-BE49-F238E27FC236}">
                  <a16:creationId xmlns:a16="http://schemas.microsoft.com/office/drawing/2014/main" id="{495111B7-5375-386F-F040-DCF639F3EC45}"/>
                </a:ext>
              </a:extLst>
            </p:cNvPr>
            <p:cNvSpPr/>
            <p:nvPr/>
          </p:nvSpPr>
          <p:spPr>
            <a:xfrm>
              <a:off x="4621605" y="1440779"/>
              <a:ext cx="8255" cy="1271905"/>
            </a:xfrm>
            <a:custGeom>
              <a:avLst/>
              <a:gdLst/>
              <a:ahLst/>
              <a:cxnLst/>
              <a:rect l="l" t="t" r="r" b="b"/>
              <a:pathLst>
                <a:path w="8254" h="1271905">
                  <a:moveTo>
                    <a:pt x="8227" y="0"/>
                  </a:moveTo>
                  <a:lnTo>
                    <a:pt x="0" y="0"/>
                  </a:lnTo>
                  <a:lnTo>
                    <a:pt x="0" y="1271762"/>
                  </a:lnTo>
                  <a:lnTo>
                    <a:pt x="8227" y="1271762"/>
                  </a:lnTo>
                  <a:lnTo>
                    <a:pt x="8227" y="0"/>
                  </a:lnTo>
                  <a:close/>
                </a:path>
              </a:pathLst>
            </a:custGeom>
            <a:solidFill>
              <a:srgbClr val="000000"/>
            </a:solidFill>
          </p:spPr>
          <p:txBody>
            <a:bodyPr wrap="square" lIns="0" tIns="0" rIns="0" bIns="0" rtlCol="0"/>
            <a:lstStyle/>
            <a:p>
              <a:endParaRPr/>
            </a:p>
          </p:txBody>
        </p:sp>
        <p:sp>
          <p:nvSpPr>
            <p:cNvPr id="34" name="object 31">
              <a:extLst>
                <a:ext uri="{FF2B5EF4-FFF2-40B4-BE49-F238E27FC236}">
                  <a16:creationId xmlns:a16="http://schemas.microsoft.com/office/drawing/2014/main" id="{D1BE840A-E029-C2D9-098D-7873E8FEAB64}"/>
                </a:ext>
              </a:extLst>
            </p:cNvPr>
            <p:cNvSpPr/>
            <p:nvPr/>
          </p:nvSpPr>
          <p:spPr>
            <a:xfrm>
              <a:off x="2723629" y="2709157"/>
              <a:ext cx="1902460" cy="0"/>
            </a:xfrm>
            <a:custGeom>
              <a:avLst/>
              <a:gdLst/>
              <a:ahLst/>
              <a:cxnLst/>
              <a:rect l="l" t="t" r="r" b="b"/>
              <a:pathLst>
                <a:path w="1902460">
                  <a:moveTo>
                    <a:pt x="0" y="0"/>
                  </a:moveTo>
                  <a:lnTo>
                    <a:pt x="1902047" y="0"/>
                  </a:lnTo>
                </a:path>
              </a:pathLst>
            </a:custGeom>
            <a:ln w="6838">
              <a:solidFill>
                <a:srgbClr val="000000"/>
              </a:solidFill>
            </a:ln>
          </p:spPr>
          <p:txBody>
            <a:bodyPr wrap="square" lIns="0" tIns="0" rIns="0" bIns="0" rtlCol="0"/>
            <a:lstStyle/>
            <a:p>
              <a:endParaRPr/>
            </a:p>
          </p:txBody>
        </p:sp>
        <p:sp>
          <p:nvSpPr>
            <p:cNvPr id="35" name="object 32">
              <a:extLst>
                <a:ext uri="{FF2B5EF4-FFF2-40B4-BE49-F238E27FC236}">
                  <a16:creationId xmlns:a16="http://schemas.microsoft.com/office/drawing/2014/main" id="{72E25393-45C0-5352-9EEE-4B131B20AC8A}"/>
                </a:ext>
              </a:extLst>
            </p:cNvPr>
            <p:cNvSpPr/>
            <p:nvPr/>
          </p:nvSpPr>
          <p:spPr>
            <a:xfrm>
              <a:off x="2719448" y="2705714"/>
              <a:ext cx="1910714" cy="6985"/>
            </a:xfrm>
            <a:custGeom>
              <a:avLst/>
              <a:gdLst/>
              <a:ahLst/>
              <a:cxnLst/>
              <a:rect l="l" t="t" r="r" b="b"/>
              <a:pathLst>
                <a:path w="1910714" h="6985">
                  <a:moveTo>
                    <a:pt x="1910300" y="0"/>
                  </a:moveTo>
                  <a:lnTo>
                    <a:pt x="0" y="0"/>
                  </a:lnTo>
                  <a:lnTo>
                    <a:pt x="0" y="6827"/>
                  </a:lnTo>
                  <a:lnTo>
                    <a:pt x="1910300" y="6827"/>
                  </a:lnTo>
                  <a:lnTo>
                    <a:pt x="1910300"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13816628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ABD8E-EE90-28AB-1600-EC2D83EE6EEA}"/>
              </a:ext>
            </a:extLst>
          </p:cNvPr>
          <p:cNvSpPr>
            <a:spLocks noGrp="1"/>
          </p:cNvSpPr>
          <p:nvPr>
            <p:ph type="title"/>
          </p:nvPr>
        </p:nvSpPr>
        <p:spPr/>
        <p:txBody>
          <a:bodyPr/>
          <a:lstStyle/>
          <a:p>
            <a:r>
              <a:rPr lang="en-US" dirty="0"/>
              <a:t>Cycle-15</a:t>
            </a:r>
            <a:endParaRPr lang="en-IN" dirty="0"/>
          </a:p>
        </p:txBody>
      </p:sp>
      <p:sp>
        <p:nvSpPr>
          <p:cNvPr id="4" name="Footer Placeholder 3">
            <a:extLst>
              <a:ext uri="{FF2B5EF4-FFF2-40B4-BE49-F238E27FC236}">
                <a16:creationId xmlns:a16="http://schemas.microsoft.com/office/drawing/2014/main" id="{08522E01-67E5-04B0-8A4E-E661A7F432D4}"/>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8115BE44-42B4-F444-4F47-CF1B6D3B52DA}"/>
              </a:ext>
            </a:extLst>
          </p:cNvPr>
          <p:cNvSpPr>
            <a:spLocks noGrp="1"/>
          </p:cNvSpPr>
          <p:nvPr>
            <p:ph type="sldNum" sz="quarter" idx="12"/>
          </p:nvPr>
        </p:nvSpPr>
        <p:spPr/>
        <p:txBody>
          <a:bodyPr/>
          <a:lstStyle/>
          <a:p>
            <a:fld id="{B8651ABE-1138-46C6-9A43-7FCD4EB2550C}" type="slidenum">
              <a:rPr lang="en-IN" smtClean="0"/>
              <a:pPr/>
              <a:t>36</a:t>
            </a:fld>
            <a:endParaRPr lang="en-IN" dirty="0"/>
          </a:p>
        </p:txBody>
      </p:sp>
      <p:sp>
        <p:nvSpPr>
          <p:cNvPr id="6" name="object 3">
            <a:extLst>
              <a:ext uri="{FF2B5EF4-FFF2-40B4-BE49-F238E27FC236}">
                <a16:creationId xmlns:a16="http://schemas.microsoft.com/office/drawing/2014/main" id="{8952F0D4-40EF-61A7-031D-6E6AF6BCD0C2}"/>
              </a:ext>
            </a:extLst>
          </p:cNvPr>
          <p:cNvSpPr txBox="1"/>
          <p:nvPr/>
        </p:nvSpPr>
        <p:spPr>
          <a:xfrm>
            <a:off x="55634" y="1579439"/>
            <a:ext cx="1938655" cy="288290"/>
          </a:xfrm>
          <a:prstGeom prst="rect">
            <a:avLst/>
          </a:prstGeom>
        </p:spPr>
        <p:txBody>
          <a:bodyPr vert="horz" wrap="square" lIns="0" tIns="15875" rIns="0" bIns="0" rtlCol="0">
            <a:spAutoFit/>
          </a:bodyPr>
          <a:lstStyle/>
          <a:p>
            <a:pPr marL="12700">
              <a:lnSpc>
                <a:spcPct val="100000"/>
              </a:lnSpc>
              <a:spcBef>
                <a:spcPts val="125"/>
              </a:spcBef>
            </a:pPr>
            <a:r>
              <a:rPr sz="1700" i="1" spc="145" dirty="0">
                <a:solidFill>
                  <a:srgbClr val="FF0000"/>
                </a:solidFill>
                <a:latin typeface="Times New Roman"/>
                <a:cs typeface="Times New Roman"/>
              </a:rPr>
              <a:t>Instruction</a:t>
            </a:r>
            <a:r>
              <a:rPr sz="1700" i="1" spc="25" dirty="0">
                <a:solidFill>
                  <a:srgbClr val="FF0000"/>
                </a:solidFill>
                <a:latin typeface="Times New Roman"/>
                <a:cs typeface="Times New Roman"/>
              </a:rPr>
              <a:t> </a:t>
            </a:r>
            <a:r>
              <a:rPr sz="1700" i="1" spc="130" dirty="0">
                <a:solidFill>
                  <a:srgbClr val="FF0000"/>
                </a:solidFill>
                <a:latin typeface="Times New Roman"/>
                <a:cs typeface="Times New Roman"/>
              </a:rPr>
              <a:t>status:</a:t>
            </a:r>
            <a:endParaRPr sz="1700">
              <a:latin typeface="Times New Roman"/>
              <a:cs typeface="Times New Roman"/>
            </a:endParaRPr>
          </a:p>
        </p:txBody>
      </p:sp>
      <p:sp>
        <p:nvSpPr>
          <p:cNvPr id="7" name="object 4">
            <a:extLst>
              <a:ext uri="{FF2B5EF4-FFF2-40B4-BE49-F238E27FC236}">
                <a16:creationId xmlns:a16="http://schemas.microsoft.com/office/drawing/2014/main" id="{6C2C9FC7-EDB0-7425-7B11-46558A06A160}"/>
              </a:ext>
            </a:extLst>
          </p:cNvPr>
          <p:cNvSpPr txBox="1"/>
          <p:nvPr/>
        </p:nvSpPr>
        <p:spPr>
          <a:xfrm>
            <a:off x="5894393" y="1859860"/>
            <a:ext cx="1363345" cy="247650"/>
          </a:xfrm>
          <a:prstGeom prst="rect">
            <a:avLst/>
          </a:prstGeom>
        </p:spPr>
        <p:txBody>
          <a:bodyPr vert="horz" wrap="square" lIns="0" tIns="13335" rIns="0" bIns="0" rtlCol="0">
            <a:spAutoFit/>
          </a:bodyPr>
          <a:lstStyle/>
          <a:p>
            <a:pPr marL="12700">
              <a:lnSpc>
                <a:spcPct val="100000"/>
              </a:lnSpc>
              <a:spcBef>
                <a:spcPts val="105"/>
              </a:spcBef>
              <a:tabLst>
                <a:tab pos="621665" algn="l"/>
              </a:tabLst>
            </a:pPr>
            <a:r>
              <a:rPr sz="1450" spc="150" dirty="0">
                <a:latin typeface="Times New Roman"/>
                <a:cs typeface="Times New Roman"/>
              </a:rPr>
              <a:t>Busy	</a:t>
            </a:r>
            <a:r>
              <a:rPr sz="1450" spc="135" dirty="0">
                <a:latin typeface="Times New Roman"/>
                <a:cs typeface="Times New Roman"/>
              </a:rPr>
              <a:t>Address</a:t>
            </a:r>
            <a:endParaRPr sz="1450">
              <a:latin typeface="Times New Roman"/>
              <a:cs typeface="Times New Roman"/>
            </a:endParaRPr>
          </a:p>
        </p:txBody>
      </p:sp>
      <p:sp>
        <p:nvSpPr>
          <p:cNvPr id="8" name="object 5">
            <a:extLst>
              <a:ext uri="{FF2B5EF4-FFF2-40B4-BE49-F238E27FC236}">
                <a16:creationId xmlns:a16="http://schemas.microsoft.com/office/drawing/2014/main" id="{98971CAE-6B20-22CF-86DC-E22123381F9D}"/>
              </a:ext>
            </a:extLst>
          </p:cNvPr>
          <p:cNvSpPr txBox="1"/>
          <p:nvPr/>
        </p:nvSpPr>
        <p:spPr>
          <a:xfrm>
            <a:off x="3609561" y="2084181"/>
            <a:ext cx="210185" cy="873760"/>
          </a:xfrm>
          <a:prstGeom prst="rect">
            <a:avLst/>
          </a:prstGeom>
        </p:spPr>
        <p:txBody>
          <a:bodyPr vert="horz" wrap="square" lIns="0" tIns="26670" rIns="0" bIns="0" rtlCol="0">
            <a:spAutoFit/>
          </a:bodyPr>
          <a:lstStyle/>
          <a:p>
            <a:pPr marL="48895">
              <a:lnSpc>
                <a:spcPct val="100000"/>
              </a:lnSpc>
              <a:spcBef>
                <a:spcPts val="210"/>
              </a:spcBef>
            </a:pPr>
            <a:r>
              <a:rPr sz="1300" spc="125" dirty="0">
                <a:latin typeface="Times New Roman"/>
                <a:cs typeface="Times New Roman"/>
              </a:rPr>
              <a:t>3</a:t>
            </a:r>
            <a:endParaRPr sz="1300">
              <a:latin typeface="Times New Roman"/>
              <a:cs typeface="Times New Roman"/>
            </a:endParaRPr>
          </a:p>
          <a:p>
            <a:pPr marL="48895">
              <a:lnSpc>
                <a:spcPct val="100000"/>
              </a:lnSpc>
              <a:spcBef>
                <a:spcPts val="110"/>
              </a:spcBef>
            </a:pPr>
            <a:r>
              <a:rPr sz="1300" spc="125" dirty="0">
                <a:latin typeface="Times New Roman"/>
                <a:cs typeface="Times New Roman"/>
              </a:rPr>
              <a:t>4</a:t>
            </a:r>
            <a:endParaRPr sz="1300">
              <a:latin typeface="Times New Roman"/>
              <a:cs typeface="Times New Roman"/>
            </a:endParaRPr>
          </a:p>
          <a:p>
            <a:pPr>
              <a:lnSpc>
                <a:spcPct val="100000"/>
              </a:lnSpc>
              <a:spcBef>
                <a:spcPts val="110"/>
              </a:spcBef>
            </a:pPr>
            <a:r>
              <a:rPr sz="1300" spc="120" dirty="0">
                <a:latin typeface="Times New Roman"/>
                <a:cs typeface="Times New Roman"/>
              </a:rPr>
              <a:t>15</a:t>
            </a:r>
            <a:endParaRPr sz="1300">
              <a:latin typeface="Times New Roman"/>
              <a:cs typeface="Times New Roman"/>
            </a:endParaRPr>
          </a:p>
          <a:p>
            <a:pPr marL="48895">
              <a:lnSpc>
                <a:spcPct val="100000"/>
              </a:lnSpc>
              <a:spcBef>
                <a:spcPts val="105"/>
              </a:spcBef>
            </a:pPr>
            <a:r>
              <a:rPr sz="1300" spc="125" dirty="0">
                <a:latin typeface="Times New Roman"/>
                <a:cs typeface="Times New Roman"/>
              </a:rPr>
              <a:t>7</a:t>
            </a:r>
            <a:endParaRPr sz="1300">
              <a:latin typeface="Times New Roman"/>
              <a:cs typeface="Times New Roman"/>
            </a:endParaRPr>
          </a:p>
        </p:txBody>
      </p:sp>
      <p:sp>
        <p:nvSpPr>
          <p:cNvPr id="9" name="object 6">
            <a:extLst>
              <a:ext uri="{FF2B5EF4-FFF2-40B4-BE49-F238E27FC236}">
                <a16:creationId xmlns:a16="http://schemas.microsoft.com/office/drawing/2014/main" id="{CAD516D9-E730-1415-BA45-28F9A8DF9CF0}"/>
              </a:ext>
            </a:extLst>
          </p:cNvPr>
          <p:cNvSpPr txBox="1"/>
          <p:nvPr/>
        </p:nvSpPr>
        <p:spPr>
          <a:xfrm>
            <a:off x="4276406" y="2084181"/>
            <a:ext cx="111760" cy="873760"/>
          </a:xfrm>
          <a:prstGeom prst="rect">
            <a:avLst/>
          </a:prstGeom>
        </p:spPr>
        <p:txBody>
          <a:bodyPr vert="horz" wrap="square" lIns="0" tIns="26670" rIns="0" bIns="0" rtlCol="0">
            <a:spAutoFit/>
          </a:bodyPr>
          <a:lstStyle/>
          <a:p>
            <a:pPr>
              <a:lnSpc>
                <a:spcPct val="100000"/>
              </a:lnSpc>
              <a:spcBef>
                <a:spcPts val="210"/>
              </a:spcBef>
            </a:pPr>
            <a:r>
              <a:rPr sz="1300" spc="125" dirty="0">
                <a:latin typeface="Times New Roman"/>
                <a:cs typeface="Times New Roman"/>
              </a:rPr>
              <a:t>4</a:t>
            </a:r>
            <a:endParaRPr sz="1300">
              <a:latin typeface="Times New Roman"/>
              <a:cs typeface="Times New Roman"/>
            </a:endParaRPr>
          </a:p>
          <a:p>
            <a:pPr>
              <a:lnSpc>
                <a:spcPct val="100000"/>
              </a:lnSpc>
              <a:spcBef>
                <a:spcPts val="110"/>
              </a:spcBef>
            </a:pPr>
            <a:r>
              <a:rPr sz="1300" spc="125" dirty="0">
                <a:latin typeface="Times New Roman"/>
                <a:cs typeface="Times New Roman"/>
              </a:rPr>
              <a:t>5</a:t>
            </a:r>
            <a:endParaRPr sz="1300">
              <a:latin typeface="Times New Roman"/>
              <a:cs typeface="Times New Roman"/>
            </a:endParaRPr>
          </a:p>
          <a:p>
            <a:pPr>
              <a:lnSpc>
                <a:spcPct val="100000"/>
              </a:lnSpc>
              <a:spcBef>
                <a:spcPts val="50"/>
              </a:spcBef>
            </a:pPr>
            <a:endParaRPr sz="1500">
              <a:latin typeface="Times New Roman"/>
              <a:cs typeface="Times New Roman"/>
            </a:endParaRPr>
          </a:p>
          <a:p>
            <a:pPr>
              <a:lnSpc>
                <a:spcPct val="100000"/>
              </a:lnSpc>
            </a:pPr>
            <a:r>
              <a:rPr sz="1300" spc="125" dirty="0">
                <a:latin typeface="Times New Roman"/>
                <a:cs typeface="Times New Roman"/>
              </a:rPr>
              <a:t>8</a:t>
            </a:r>
            <a:endParaRPr sz="1300">
              <a:latin typeface="Times New Roman"/>
              <a:cs typeface="Times New Roman"/>
            </a:endParaRPr>
          </a:p>
        </p:txBody>
      </p:sp>
      <p:sp>
        <p:nvSpPr>
          <p:cNvPr id="10" name="object 7">
            <a:extLst>
              <a:ext uri="{FF2B5EF4-FFF2-40B4-BE49-F238E27FC236}">
                <a16:creationId xmlns:a16="http://schemas.microsoft.com/office/drawing/2014/main" id="{EEDA7C94-6B89-570A-B243-41AEA94CED66}"/>
              </a:ext>
            </a:extLst>
          </p:cNvPr>
          <p:cNvSpPr txBox="1"/>
          <p:nvPr/>
        </p:nvSpPr>
        <p:spPr>
          <a:xfrm>
            <a:off x="368531" y="1858896"/>
            <a:ext cx="880744" cy="1522730"/>
          </a:xfrm>
          <a:prstGeom prst="rect">
            <a:avLst/>
          </a:prstGeom>
        </p:spPr>
        <p:txBody>
          <a:bodyPr vert="horz" wrap="square" lIns="0" tIns="12700" rIns="0" bIns="0" rtlCol="0">
            <a:spAutoFit/>
          </a:bodyPr>
          <a:lstStyle/>
          <a:p>
            <a:pPr marL="12700" marR="5080">
              <a:lnSpc>
                <a:spcPct val="110400"/>
              </a:lnSpc>
              <a:spcBef>
                <a:spcPts val="100"/>
              </a:spcBef>
            </a:pPr>
            <a:r>
              <a:rPr sz="1300" spc="105" dirty="0">
                <a:latin typeface="Times New Roman"/>
                <a:cs typeface="Times New Roman"/>
              </a:rPr>
              <a:t>In</a:t>
            </a:r>
            <a:r>
              <a:rPr sz="1300" spc="70" dirty="0">
                <a:latin typeface="Times New Roman"/>
                <a:cs typeface="Times New Roman"/>
              </a:rPr>
              <a:t>s</a:t>
            </a:r>
            <a:r>
              <a:rPr sz="1300" spc="85" dirty="0">
                <a:latin typeface="Times New Roman"/>
                <a:cs typeface="Times New Roman"/>
              </a:rPr>
              <a:t>t</a:t>
            </a:r>
            <a:r>
              <a:rPr sz="1300" spc="105" dirty="0">
                <a:latin typeface="Times New Roman"/>
                <a:cs typeface="Times New Roman"/>
              </a:rPr>
              <a:t>ruct</a:t>
            </a:r>
            <a:r>
              <a:rPr sz="1300" spc="25" dirty="0">
                <a:latin typeface="Times New Roman"/>
                <a:cs typeface="Times New Roman"/>
              </a:rPr>
              <a:t>i</a:t>
            </a:r>
            <a:r>
              <a:rPr sz="1300" spc="95" dirty="0">
                <a:latin typeface="Times New Roman"/>
                <a:cs typeface="Times New Roman"/>
              </a:rPr>
              <a:t>on  </a:t>
            </a:r>
            <a:r>
              <a:rPr sz="1300" spc="190" dirty="0">
                <a:latin typeface="Times New Roman"/>
                <a:cs typeface="Times New Roman"/>
              </a:rPr>
              <a:t>LD</a:t>
            </a:r>
            <a:endParaRPr sz="1300">
              <a:latin typeface="Times New Roman"/>
              <a:cs typeface="Times New Roman"/>
            </a:endParaRPr>
          </a:p>
          <a:p>
            <a:pPr marL="12700" marR="173990">
              <a:lnSpc>
                <a:spcPct val="107000"/>
              </a:lnSpc>
            </a:pPr>
            <a:r>
              <a:rPr sz="1300" spc="190" dirty="0">
                <a:solidFill>
                  <a:srgbClr val="FF0000"/>
                </a:solidFill>
                <a:latin typeface="Times New Roman"/>
                <a:cs typeface="Times New Roman"/>
              </a:rPr>
              <a:t>LD </a:t>
            </a:r>
            <a:r>
              <a:rPr sz="1300" spc="195" dirty="0">
                <a:solidFill>
                  <a:srgbClr val="FF0000"/>
                </a:solidFill>
                <a:latin typeface="Times New Roman"/>
                <a:cs typeface="Times New Roman"/>
              </a:rPr>
              <a:t> </a:t>
            </a:r>
            <a:r>
              <a:rPr sz="1300" spc="200" dirty="0">
                <a:solidFill>
                  <a:srgbClr val="0000FF"/>
                </a:solidFill>
                <a:latin typeface="Times New Roman"/>
                <a:cs typeface="Times New Roman"/>
              </a:rPr>
              <a:t>M</a:t>
            </a:r>
            <a:r>
              <a:rPr sz="1300" spc="95" dirty="0">
                <a:solidFill>
                  <a:srgbClr val="0000FF"/>
                </a:solidFill>
                <a:latin typeface="Times New Roman"/>
                <a:cs typeface="Times New Roman"/>
              </a:rPr>
              <a:t>U</a:t>
            </a:r>
            <a:r>
              <a:rPr sz="1300" spc="170" dirty="0">
                <a:solidFill>
                  <a:srgbClr val="0000FF"/>
                </a:solidFill>
                <a:latin typeface="Times New Roman"/>
                <a:cs typeface="Times New Roman"/>
              </a:rPr>
              <a:t>L</a:t>
            </a:r>
            <a:r>
              <a:rPr sz="1300" spc="110" dirty="0">
                <a:solidFill>
                  <a:srgbClr val="0000FF"/>
                </a:solidFill>
                <a:latin typeface="Times New Roman"/>
                <a:cs typeface="Times New Roman"/>
              </a:rPr>
              <a:t>T</a:t>
            </a:r>
            <a:r>
              <a:rPr sz="1300" spc="100" dirty="0">
                <a:solidFill>
                  <a:srgbClr val="0000FF"/>
                </a:solidFill>
                <a:latin typeface="Times New Roman"/>
                <a:cs typeface="Times New Roman"/>
              </a:rPr>
              <a:t>D  </a:t>
            </a:r>
            <a:r>
              <a:rPr sz="1300" spc="125" dirty="0">
                <a:solidFill>
                  <a:srgbClr val="FF00FF"/>
                </a:solidFill>
                <a:latin typeface="Times New Roman"/>
                <a:cs typeface="Times New Roman"/>
              </a:rPr>
              <a:t>SUBD </a:t>
            </a:r>
            <a:r>
              <a:rPr sz="1300" spc="130" dirty="0">
                <a:solidFill>
                  <a:srgbClr val="FF00FF"/>
                </a:solidFill>
                <a:latin typeface="Times New Roman"/>
                <a:cs typeface="Times New Roman"/>
              </a:rPr>
              <a:t> </a:t>
            </a:r>
            <a:r>
              <a:rPr sz="1300" spc="130" dirty="0">
                <a:solidFill>
                  <a:srgbClr val="00FF00"/>
                </a:solidFill>
                <a:latin typeface="Times New Roman"/>
                <a:cs typeface="Times New Roman"/>
              </a:rPr>
              <a:t>DIVD </a:t>
            </a:r>
            <a:r>
              <a:rPr sz="1300" spc="135" dirty="0">
                <a:solidFill>
                  <a:srgbClr val="00FF00"/>
                </a:solidFill>
                <a:latin typeface="Times New Roman"/>
                <a:cs typeface="Times New Roman"/>
              </a:rPr>
              <a:t> </a:t>
            </a:r>
            <a:r>
              <a:rPr sz="1300" spc="160" dirty="0">
                <a:latin typeface="Times New Roman"/>
                <a:cs typeface="Times New Roman"/>
              </a:rPr>
              <a:t>ADDD</a:t>
            </a:r>
            <a:endParaRPr sz="1300">
              <a:latin typeface="Times New Roman"/>
              <a:cs typeface="Times New Roman"/>
            </a:endParaRPr>
          </a:p>
        </p:txBody>
      </p:sp>
      <p:sp>
        <p:nvSpPr>
          <p:cNvPr id="11" name="object 8">
            <a:extLst>
              <a:ext uri="{FF2B5EF4-FFF2-40B4-BE49-F238E27FC236}">
                <a16:creationId xmlns:a16="http://schemas.microsoft.com/office/drawing/2014/main" id="{AFB7475B-8018-EAE8-D019-F69C78A2C494}"/>
              </a:ext>
            </a:extLst>
          </p:cNvPr>
          <p:cNvSpPr txBox="1"/>
          <p:nvPr/>
        </p:nvSpPr>
        <p:spPr>
          <a:xfrm>
            <a:off x="1224942" y="1589237"/>
            <a:ext cx="3413125" cy="1792605"/>
          </a:xfrm>
          <a:prstGeom prst="rect">
            <a:avLst/>
          </a:prstGeom>
        </p:spPr>
        <p:txBody>
          <a:bodyPr vert="horz" wrap="square" lIns="0" tIns="37465" rIns="0" bIns="0" rtlCol="0">
            <a:spAutoFit/>
          </a:bodyPr>
          <a:lstStyle/>
          <a:p>
            <a:pPr marL="2211070">
              <a:lnSpc>
                <a:spcPct val="100000"/>
              </a:lnSpc>
              <a:spcBef>
                <a:spcPts val="295"/>
              </a:spcBef>
              <a:tabLst>
                <a:tab pos="2828925" algn="l"/>
              </a:tabLst>
            </a:pPr>
            <a:r>
              <a:rPr sz="1450" i="1" spc="150" dirty="0">
                <a:latin typeface="Times New Roman"/>
                <a:cs typeface="Times New Roman"/>
              </a:rPr>
              <a:t>Exec	</a:t>
            </a:r>
            <a:r>
              <a:rPr sz="1450" i="1" spc="140" dirty="0">
                <a:latin typeface="Times New Roman"/>
                <a:cs typeface="Times New Roman"/>
              </a:rPr>
              <a:t>Write</a:t>
            </a:r>
            <a:endParaRPr sz="1450">
              <a:latin typeface="Times New Roman"/>
              <a:cs typeface="Times New Roman"/>
            </a:endParaRPr>
          </a:p>
          <a:p>
            <a:pPr marL="671195">
              <a:lnSpc>
                <a:spcPct val="100000"/>
              </a:lnSpc>
              <a:spcBef>
                <a:spcPts val="200"/>
              </a:spcBef>
              <a:tabLst>
                <a:tab pos="1189990" algn="l"/>
                <a:tab pos="1585595" algn="l"/>
                <a:tab pos="2211070" algn="l"/>
              </a:tabLst>
            </a:pPr>
            <a:r>
              <a:rPr sz="1300" i="1" spc="70" dirty="0">
                <a:latin typeface="Times New Roman"/>
                <a:cs typeface="Times New Roman"/>
              </a:rPr>
              <a:t>j	</a:t>
            </a:r>
            <a:r>
              <a:rPr sz="1300" i="1" spc="110" dirty="0">
                <a:latin typeface="Times New Roman"/>
                <a:cs typeface="Times New Roman"/>
              </a:rPr>
              <a:t>k	</a:t>
            </a:r>
            <a:r>
              <a:rPr sz="1450" i="1" spc="135" dirty="0">
                <a:latin typeface="Times New Roman"/>
                <a:cs typeface="Times New Roman"/>
              </a:rPr>
              <a:t>Issue	</a:t>
            </a:r>
            <a:r>
              <a:rPr sz="1450" i="1" spc="190" dirty="0">
                <a:latin typeface="Times New Roman"/>
                <a:cs typeface="Times New Roman"/>
              </a:rPr>
              <a:t>Comp </a:t>
            </a:r>
            <a:r>
              <a:rPr sz="1450" i="1" spc="140" dirty="0">
                <a:latin typeface="Times New Roman"/>
                <a:cs typeface="Times New Roman"/>
              </a:rPr>
              <a:t>Result</a:t>
            </a:r>
            <a:endParaRPr sz="1450">
              <a:latin typeface="Times New Roman"/>
              <a:cs typeface="Times New Roman"/>
            </a:endParaRPr>
          </a:p>
          <a:p>
            <a:pPr marL="61594">
              <a:lnSpc>
                <a:spcPct val="100000"/>
              </a:lnSpc>
              <a:spcBef>
                <a:spcPts val="130"/>
              </a:spcBef>
              <a:tabLst>
                <a:tab pos="555625" algn="l"/>
                <a:tab pos="1140460" algn="l"/>
              </a:tabLst>
            </a:pPr>
            <a:r>
              <a:rPr sz="1300" spc="120" dirty="0">
                <a:latin typeface="Times New Roman"/>
                <a:cs typeface="Times New Roman"/>
              </a:rPr>
              <a:t>F6	</a:t>
            </a:r>
            <a:r>
              <a:rPr sz="1300" spc="130" dirty="0">
                <a:latin typeface="Times New Roman"/>
                <a:cs typeface="Times New Roman"/>
              </a:rPr>
              <a:t>34+	</a:t>
            </a:r>
            <a:r>
              <a:rPr sz="1300" spc="140" dirty="0">
                <a:latin typeface="Times New Roman"/>
                <a:cs typeface="Times New Roman"/>
              </a:rPr>
              <a:t>R2</a:t>
            </a:r>
            <a:endParaRPr sz="1300">
              <a:latin typeface="Times New Roman"/>
              <a:cs typeface="Times New Roman"/>
            </a:endParaRPr>
          </a:p>
          <a:p>
            <a:pPr marL="61594">
              <a:lnSpc>
                <a:spcPct val="100000"/>
              </a:lnSpc>
              <a:spcBef>
                <a:spcPts val="110"/>
              </a:spcBef>
              <a:tabLst>
                <a:tab pos="555625" algn="l"/>
                <a:tab pos="1140460" algn="l"/>
              </a:tabLst>
            </a:pPr>
            <a:r>
              <a:rPr sz="1300" spc="120" dirty="0">
                <a:solidFill>
                  <a:srgbClr val="FF0000"/>
                </a:solidFill>
                <a:latin typeface="Times New Roman"/>
                <a:cs typeface="Times New Roman"/>
              </a:rPr>
              <a:t>F2	</a:t>
            </a:r>
            <a:r>
              <a:rPr sz="1300" spc="130" dirty="0">
                <a:solidFill>
                  <a:srgbClr val="FF0000"/>
                </a:solidFill>
                <a:latin typeface="Times New Roman"/>
                <a:cs typeface="Times New Roman"/>
              </a:rPr>
              <a:t>45+	</a:t>
            </a:r>
            <a:r>
              <a:rPr sz="1300" spc="140" dirty="0">
                <a:solidFill>
                  <a:srgbClr val="FF0000"/>
                </a:solidFill>
                <a:latin typeface="Times New Roman"/>
                <a:cs typeface="Times New Roman"/>
              </a:rPr>
              <a:t>R3</a:t>
            </a:r>
            <a:endParaRPr sz="1300">
              <a:latin typeface="Times New Roman"/>
              <a:cs typeface="Times New Roman"/>
            </a:endParaRPr>
          </a:p>
          <a:p>
            <a:pPr marL="61594">
              <a:lnSpc>
                <a:spcPct val="100000"/>
              </a:lnSpc>
              <a:spcBef>
                <a:spcPts val="110"/>
              </a:spcBef>
              <a:tabLst>
                <a:tab pos="613410" algn="l"/>
                <a:tab pos="1148715" algn="l"/>
              </a:tabLst>
            </a:pPr>
            <a:r>
              <a:rPr sz="1300" spc="120" dirty="0">
                <a:solidFill>
                  <a:srgbClr val="0000FF"/>
                </a:solidFill>
                <a:latin typeface="Times New Roman"/>
                <a:cs typeface="Times New Roman"/>
              </a:rPr>
              <a:t>F0	F2	</a:t>
            </a:r>
            <a:r>
              <a:rPr sz="1300" spc="110" dirty="0">
                <a:solidFill>
                  <a:srgbClr val="0000FF"/>
                </a:solidFill>
                <a:latin typeface="Times New Roman"/>
                <a:cs typeface="Times New Roman"/>
              </a:rPr>
              <a:t>F4</a:t>
            </a:r>
            <a:endParaRPr sz="1300">
              <a:latin typeface="Times New Roman"/>
              <a:cs typeface="Times New Roman"/>
            </a:endParaRPr>
          </a:p>
          <a:p>
            <a:pPr marL="61594">
              <a:lnSpc>
                <a:spcPct val="100000"/>
              </a:lnSpc>
              <a:spcBef>
                <a:spcPts val="110"/>
              </a:spcBef>
              <a:tabLst>
                <a:tab pos="613410" algn="l"/>
                <a:tab pos="1148715" algn="l"/>
              </a:tabLst>
            </a:pPr>
            <a:r>
              <a:rPr sz="1300" spc="120" dirty="0">
                <a:solidFill>
                  <a:srgbClr val="FF00FF"/>
                </a:solidFill>
                <a:latin typeface="Times New Roman"/>
                <a:cs typeface="Times New Roman"/>
              </a:rPr>
              <a:t>F8	F6	</a:t>
            </a:r>
            <a:r>
              <a:rPr sz="1300" spc="110" dirty="0">
                <a:solidFill>
                  <a:srgbClr val="FF00FF"/>
                </a:solidFill>
                <a:latin typeface="Times New Roman"/>
                <a:cs typeface="Times New Roman"/>
              </a:rPr>
              <a:t>F2</a:t>
            </a:r>
            <a:endParaRPr sz="1300">
              <a:latin typeface="Times New Roman"/>
              <a:cs typeface="Times New Roman"/>
            </a:endParaRPr>
          </a:p>
          <a:p>
            <a:pPr marL="12700">
              <a:lnSpc>
                <a:spcPct val="100000"/>
              </a:lnSpc>
              <a:spcBef>
                <a:spcPts val="110"/>
              </a:spcBef>
              <a:tabLst>
                <a:tab pos="613410" algn="l"/>
                <a:tab pos="1148715" algn="l"/>
              </a:tabLst>
            </a:pPr>
            <a:r>
              <a:rPr sz="1300" spc="120" dirty="0">
                <a:solidFill>
                  <a:srgbClr val="00FF00"/>
                </a:solidFill>
                <a:latin typeface="Times New Roman"/>
                <a:cs typeface="Times New Roman"/>
              </a:rPr>
              <a:t>F10	F0	</a:t>
            </a:r>
            <a:r>
              <a:rPr sz="1300" spc="110" dirty="0">
                <a:solidFill>
                  <a:srgbClr val="00FF00"/>
                </a:solidFill>
                <a:latin typeface="Times New Roman"/>
                <a:cs typeface="Times New Roman"/>
              </a:rPr>
              <a:t>F6</a:t>
            </a:r>
            <a:endParaRPr sz="1300">
              <a:latin typeface="Times New Roman"/>
              <a:cs typeface="Times New Roman"/>
            </a:endParaRPr>
          </a:p>
          <a:p>
            <a:pPr marL="61594">
              <a:lnSpc>
                <a:spcPct val="100000"/>
              </a:lnSpc>
              <a:spcBef>
                <a:spcPts val="110"/>
              </a:spcBef>
              <a:tabLst>
                <a:tab pos="613410" algn="l"/>
                <a:tab pos="1148715" algn="l"/>
              </a:tabLst>
            </a:pPr>
            <a:r>
              <a:rPr sz="1300" spc="120" dirty="0">
                <a:latin typeface="Times New Roman"/>
                <a:cs typeface="Times New Roman"/>
              </a:rPr>
              <a:t>F6	F8	</a:t>
            </a:r>
            <a:r>
              <a:rPr sz="1300" spc="110" dirty="0">
                <a:latin typeface="Times New Roman"/>
                <a:cs typeface="Times New Roman"/>
              </a:rPr>
              <a:t>F2</a:t>
            </a:r>
            <a:endParaRPr sz="1300">
              <a:latin typeface="Times New Roman"/>
              <a:cs typeface="Times New Roman"/>
            </a:endParaRPr>
          </a:p>
        </p:txBody>
      </p:sp>
      <p:sp>
        <p:nvSpPr>
          <p:cNvPr id="12" name="object 9">
            <a:extLst>
              <a:ext uri="{FF2B5EF4-FFF2-40B4-BE49-F238E27FC236}">
                <a16:creationId xmlns:a16="http://schemas.microsoft.com/office/drawing/2014/main" id="{095205C7-6CAB-2D1B-4799-1515EF0E6063}"/>
              </a:ext>
            </a:extLst>
          </p:cNvPr>
          <p:cNvSpPr txBox="1"/>
          <p:nvPr/>
        </p:nvSpPr>
        <p:spPr>
          <a:xfrm>
            <a:off x="3016664" y="2084181"/>
            <a:ext cx="111760" cy="1297940"/>
          </a:xfrm>
          <a:prstGeom prst="rect">
            <a:avLst/>
          </a:prstGeom>
        </p:spPr>
        <p:txBody>
          <a:bodyPr vert="horz" wrap="square" lIns="0" tIns="26670" rIns="0" bIns="0" rtlCol="0">
            <a:spAutoFit/>
          </a:bodyPr>
          <a:lstStyle/>
          <a:p>
            <a:pPr>
              <a:lnSpc>
                <a:spcPct val="100000"/>
              </a:lnSpc>
              <a:spcBef>
                <a:spcPts val="210"/>
              </a:spcBef>
            </a:pPr>
            <a:r>
              <a:rPr sz="1300" spc="125" dirty="0">
                <a:latin typeface="Times New Roman"/>
                <a:cs typeface="Times New Roman"/>
              </a:rPr>
              <a:t>1</a:t>
            </a:r>
            <a:endParaRPr sz="1300">
              <a:latin typeface="Times New Roman"/>
              <a:cs typeface="Times New Roman"/>
            </a:endParaRPr>
          </a:p>
          <a:p>
            <a:pPr>
              <a:lnSpc>
                <a:spcPct val="100000"/>
              </a:lnSpc>
              <a:spcBef>
                <a:spcPts val="110"/>
              </a:spcBef>
            </a:pPr>
            <a:r>
              <a:rPr sz="1300" spc="125" dirty="0">
                <a:latin typeface="Times New Roman"/>
                <a:cs typeface="Times New Roman"/>
              </a:rPr>
              <a:t>2</a:t>
            </a:r>
            <a:endParaRPr sz="1300">
              <a:latin typeface="Times New Roman"/>
              <a:cs typeface="Times New Roman"/>
            </a:endParaRPr>
          </a:p>
          <a:p>
            <a:pPr>
              <a:lnSpc>
                <a:spcPct val="100000"/>
              </a:lnSpc>
              <a:spcBef>
                <a:spcPts val="110"/>
              </a:spcBef>
            </a:pPr>
            <a:r>
              <a:rPr sz="1300" spc="125" dirty="0">
                <a:latin typeface="Times New Roman"/>
                <a:cs typeface="Times New Roman"/>
              </a:rPr>
              <a:t>3</a:t>
            </a:r>
            <a:endParaRPr sz="1300">
              <a:latin typeface="Times New Roman"/>
              <a:cs typeface="Times New Roman"/>
            </a:endParaRPr>
          </a:p>
          <a:p>
            <a:pPr>
              <a:lnSpc>
                <a:spcPct val="100000"/>
              </a:lnSpc>
              <a:spcBef>
                <a:spcPts val="105"/>
              </a:spcBef>
            </a:pPr>
            <a:r>
              <a:rPr sz="1300" spc="125" dirty="0">
                <a:latin typeface="Times New Roman"/>
                <a:cs typeface="Times New Roman"/>
              </a:rPr>
              <a:t>4</a:t>
            </a:r>
            <a:endParaRPr sz="1300">
              <a:latin typeface="Times New Roman"/>
              <a:cs typeface="Times New Roman"/>
            </a:endParaRPr>
          </a:p>
          <a:p>
            <a:pPr>
              <a:lnSpc>
                <a:spcPct val="100000"/>
              </a:lnSpc>
              <a:spcBef>
                <a:spcPts val="110"/>
              </a:spcBef>
            </a:pPr>
            <a:r>
              <a:rPr sz="1300" spc="125" dirty="0">
                <a:latin typeface="Times New Roman"/>
                <a:cs typeface="Times New Roman"/>
              </a:rPr>
              <a:t>5</a:t>
            </a:r>
            <a:endParaRPr sz="1300">
              <a:latin typeface="Times New Roman"/>
              <a:cs typeface="Times New Roman"/>
            </a:endParaRPr>
          </a:p>
          <a:p>
            <a:pPr>
              <a:lnSpc>
                <a:spcPct val="100000"/>
              </a:lnSpc>
              <a:spcBef>
                <a:spcPts val="110"/>
              </a:spcBef>
            </a:pPr>
            <a:r>
              <a:rPr sz="1300" spc="125" dirty="0">
                <a:latin typeface="Times New Roman"/>
                <a:cs typeface="Times New Roman"/>
              </a:rPr>
              <a:t>6</a:t>
            </a:r>
            <a:endParaRPr sz="1300">
              <a:latin typeface="Times New Roman"/>
              <a:cs typeface="Times New Roman"/>
            </a:endParaRPr>
          </a:p>
        </p:txBody>
      </p:sp>
      <p:sp>
        <p:nvSpPr>
          <p:cNvPr id="13" name="object 10">
            <a:extLst>
              <a:ext uri="{FF2B5EF4-FFF2-40B4-BE49-F238E27FC236}">
                <a16:creationId xmlns:a16="http://schemas.microsoft.com/office/drawing/2014/main" id="{92DC3035-3A9F-DFA2-49BE-2A872DF86F47}"/>
              </a:ext>
            </a:extLst>
          </p:cNvPr>
          <p:cNvSpPr txBox="1"/>
          <p:nvPr/>
        </p:nvSpPr>
        <p:spPr>
          <a:xfrm>
            <a:off x="5268594" y="2084181"/>
            <a:ext cx="535305" cy="661670"/>
          </a:xfrm>
          <a:prstGeom prst="rect">
            <a:avLst/>
          </a:prstGeom>
        </p:spPr>
        <p:txBody>
          <a:bodyPr vert="horz" wrap="square" lIns="0" tIns="12700" rIns="0" bIns="0" rtlCol="0">
            <a:spAutoFit/>
          </a:bodyPr>
          <a:lstStyle/>
          <a:p>
            <a:pPr marL="12700" marR="5080" algn="just">
              <a:lnSpc>
                <a:spcPct val="107000"/>
              </a:lnSpc>
              <a:spcBef>
                <a:spcPts val="100"/>
              </a:spcBef>
            </a:pPr>
            <a:r>
              <a:rPr sz="1300" spc="170" dirty="0">
                <a:latin typeface="Times New Roman"/>
                <a:cs typeface="Times New Roman"/>
              </a:rPr>
              <a:t>L</a:t>
            </a:r>
            <a:r>
              <a:rPr sz="1300" spc="125" dirty="0">
                <a:latin typeface="Times New Roman"/>
                <a:cs typeface="Times New Roman"/>
              </a:rPr>
              <a:t>oa</a:t>
            </a:r>
            <a:r>
              <a:rPr sz="1300" spc="95" dirty="0">
                <a:latin typeface="Times New Roman"/>
                <a:cs typeface="Times New Roman"/>
              </a:rPr>
              <a:t>d1  </a:t>
            </a:r>
            <a:r>
              <a:rPr sz="1300" spc="170" dirty="0">
                <a:latin typeface="Times New Roman"/>
                <a:cs typeface="Times New Roman"/>
              </a:rPr>
              <a:t>L</a:t>
            </a:r>
            <a:r>
              <a:rPr sz="1300" spc="125" dirty="0">
                <a:latin typeface="Times New Roman"/>
                <a:cs typeface="Times New Roman"/>
              </a:rPr>
              <a:t>oa</a:t>
            </a:r>
            <a:r>
              <a:rPr sz="1300" spc="95" dirty="0">
                <a:latin typeface="Times New Roman"/>
                <a:cs typeface="Times New Roman"/>
              </a:rPr>
              <a:t>d2  </a:t>
            </a:r>
            <a:r>
              <a:rPr sz="1300" spc="170" dirty="0">
                <a:latin typeface="Times New Roman"/>
                <a:cs typeface="Times New Roman"/>
              </a:rPr>
              <a:t>L</a:t>
            </a:r>
            <a:r>
              <a:rPr sz="1300" spc="125" dirty="0">
                <a:latin typeface="Times New Roman"/>
                <a:cs typeface="Times New Roman"/>
              </a:rPr>
              <a:t>oad3</a:t>
            </a:r>
            <a:endParaRPr sz="1300">
              <a:latin typeface="Times New Roman"/>
              <a:cs typeface="Times New Roman"/>
            </a:endParaRPr>
          </a:p>
        </p:txBody>
      </p:sp>
      <p:sp>
        <p:nvSpPr>
          <p:cNvPr id="14" name="object 11">
            <a:extLst>
              <a:ext uri="{FF2B5EF4-FFF2-40B4-BE49-F238E27FC236}">
                <a16:creationId xmlns:a16="http://schemas.microsoft.com/office/drawing/2014/main" id="{627B6A0B-5260-594F-4EB0-429EEA60122F}"/>
              </a:ext>
            </a:extLst>
          </p:cNvPr>
          <p:cNvSpPr txBox="1"/>
          <p:nvPr/>
        </p:nvSpPr>
        <p:spPr>
          <a:xfrm>
            <a:off x="5870031" y="2108635"/>
            <a:ext cx="1457960" cy="636270"/>
          </a:xfrm>
          <a:prstGeom prst="rect">
            <a:avLst/>
          </a:prstGeom>
          <a:ln w="8268">
            <a:solidFill>
              <a:srgbClr val="000000"/>
            </a:solidFill>
          </a:ln>
        </p:spPr>
        <p:txBody>
          <a:bodyPr vert="horz" wrap="square" lIns="0" tIns="1905" rIns="0" bIns="0" rtlCol="0">
            <a:spAutoFit/>
          </a:bodyPr>
          <a:lstStyle/>
          <a:p>
            <a:pPr marL="184785">
              <a:lnSpc>
                <a:spcPct val="100000"/>
              </a:lnSpc>
              <a:spcBef>
                <a:spcPts val="15"/>
              </a:spcBef>
            </a:pPr>
            <a:r>
              <a:rPr sz="1300" spc="130" dirty="0">
                <a:latin typeface="Times New Roman"/>
                <a:cs typeface="Times New Roman"/>
              </a:rPr>
              <a:t>No</a:t>
            </a:r>
            <a:endParaRPr sz="1300">
              <a:latin typeface="Times New Roman"/>
              <a:cs typeface="Times New Roman"/>
            </a:endParaRPr>
          </a:p>
          <a:p>
            <a:pPr marL="184785" marR="1028700">
              <a:lnSpc>
                <a:spcPct val="107000"/>
              </a:lnSpc>
              <a:spcBef>
                <a:spcPts val="5"/>
              </a:spcBef>
            </a:pPr>
            <a:r>
              <a:rPr sz="1300" spc="100" dirty="0">
                <a:latin typeface="Times New Roman"/>
                <a:cs typeface="Times New Roman"/>
              </a:rPr>
              <a:t>No  No</a:t>
            </a:r>
            <a:endParaRPr sz="1300">
              <a:latin typeface="Times New Roman"/>
              <a:cs typeface="Times New Roman"/>
            </a:endParaRPr>
          </a:p>
        </p:txBody>
      </p:sp>
      <p:sp>
        <p:nvSpPr>
          <p:cNvPr id="15" name="object 12">
            <a:extLst>
              <a:ext uri="{FF2B5EF4-FFF2-40B4-BE49-F238E27FC236}">
                <a16:creationId xmlns:a16="http://schemas.microsoft.com/office/drawing/2014/main" id="{0614F7D6-BDF6-A6C9-A51F-BB94798492CB}"/>
              </a:ext>
            </a:extLst>
          </p:cNvPr>
          <p:cNvSpPr txBox="1"/>
          <p:nvPr/>
        </p:nvSpPr>
        <p:spPr>
          <a:xfrm>
            <a:off x="3609561" y="3158999"/>
            <a:ext cx="210185" cy="222885"/>
          </a:xfrm>
          <a:prstGeom prst="rect">
            <a:avLst/>
          </a:prstGeom>
        </p:spPr>
        <p:txBody>
          <a:bodyPr vert="horz" wrap="square" lIns="0" tIns="12065" rIns="0" bIns="0" rtlCol="0">
            <a:spAutoFit/>
          </a:bodyPr>
          <a:lstStyle/>
          <a:p>
            <a:pPr>
              <a:lnSpc>
                <a:spcPct val="100000"/>
              </a:lnSpc>
              <a:spcBef>
                <a:spcPts val="95"/>
              </a:spcBef>
            </a:pPr>
            <a:r>
              <a:rPr sz="1300" spc="120" dirty="0">
                <a:latin typeface="Times New Roman"/>
                <a:cs typeface="Times New Roman"/>
              </a:rPr>
              <a:t>10</a:t>
            </a:r>
            <a:endParaRPr sz="1300">
              <a:latin typeface="Times New Roman"/>
              <a:cs typeface="Times New Roman"/>
            </a:endParaRPr>
          </a:p>
        </p:txBody>
      </p:sp>
      <p:sp>
        <p:nvSpPr>
          <p:cNvPr id="16" name="object 13">
            <a:extLst>
              <a:ext uri="{FF2B5EF4-FFF2-40B4-BE49-F238E27FC236}">
                <a16:creationId xmlns:a16="http://schemas.microsoft.com/office/drawing/2014/main" id="{844FCC55-7257-8F29-13FB-56391F7914C0}"/>
              </a:ext>
            </a:extLst>
          </p:cNvPr>
          <p:cNvSpPr txBox="1"/>
          <p:nvPr/>
        </p:nvSpPr>
        <p:spPr>
          <a:xfrm>
            <a:off x="4227108" y="3158999"/>
            <a:ext cx="210185" cy="222885"/>
          </a:xfrm>
          <a:prstGeom prst="rect">
            <a:avLst/>
          </a:prstGeom>
        </p:spPr>
        <p:txBody>
          <a:bodyPr vert="horz" wrap="square" lIns="0" tIns="12065" rIns="0" bIns="0" rtlCol="0">
            <a:spAutoFit/>
          </a:bodyPr>
          <a:lstStyle/>
          <a:p>
            <a:pPr>
              <a:lnSpc>
                <a:spcPct val="100000"/>
              </a:lnSpc>
              <a:spcBef>
                <a:spcPts val="95"/>
              </a:spcBef>
            </a:pPr>
            <a:r>
              <a:rPr sz="1300" spc="120" dirty="0">
                <a:latin typeface="Times New Roman"/>
                <a:cs typeface="Times New Roman"/>
              </a:rPr>
              <a:t>11</a:t>
            </a:r>
            <a:endParaRPr sz="1300">
              <a:latin typeface="Times New Roman"/>
              <a:cs typeface="Times New Roman"/>
            </a:endParaRPr>
          </a:p>
        </p:txBody>
      </p:sp>
      <p:sp>
        <p:nvSpPr>
          <p:cNvPr id="17" name="object 14">
            <a:extLst>
              <a:ext uri="{FF2B5EF4-FFF2-40B4-BE49-F238E27FC236}">
                <a16:creationId xmlns:a16="http://schemas.microsoft.com/office/drawing/2014/main" id="{39CFE90D-376A-761B-0E5B-38FC427B16DE}"/>
              </a:ext>
            </a:extLst>
          </p:cNvPr>
          <p:cNvSpPr txBox="1"/>
          <p:nvPr/>
        </p:nvSpPr>
        <p:spPr>
          <a:xfrm>
            <a:off x="55634" y="3445794"/>
            <a:ext cx="3147060" cy="548640"/>
          </a:xfrm>
          <a:prstGeom prst="rect">
            <a:avLst/>
          </a:prstGeom>
        </p:spPr>
        <p:txBody>
          <a:bodyPr vert="horz" wrap="square" lIns="0" tIns="36195" rIns="0" bIns="0" rtlCol="0">
            <a:spAutoFit/>
          </a:bodyPr>
          <a:lstStyle/>
          <a:p>
            <a:pPr marL="12700">
              <a:lnSpc>
                <a:spcPct val="100000"/>
              </a:lnSpc>
              <a:spcBef>
                <a:spcPts val="285"/>
              </a:spcBef>
            </a:pPr>
            <a:r>
              <a:rPr sz="1700" i="1" spc="155" dirty="0">
                <a:solidFill>
                  <a:srgbClr val="FF0000"/>
                </a:solidFill>
                <a:latin typeface="Times New Roman"/>
                <a:cs typeface="Times New Roman"/>
              </a:rPr>
              <a:t>Reservation</a:t>
            </a:r>
            <a:r>
              <a:rPr sz="1700" i="1" spc="50" dirty="0">
                <a:solidFill>
                  <a:srgbClr val="FF0000"/>
                </a:solidFill>
                <a:latin typeface="Times New Roman"/>
                <a:cs typeface="Times New Roman"/>
              </a:rPr>
              <a:t> </a:t>
            </a:r>
            <a:r>
              <a:rPr sz="1700" i="1" spc="145" dirty="0">
                <a:solidFill>
                  <a:srgbClr val="FF0000"/>
                </a:solidFill>
                <a:latin typeface="Times New Roman"/>
                <a:cs typeface="Times New Roman"/>
              </a:rPr>
              <a:t>Stations:</a:t>
            </a:r>
            <a:endParaRPr sz="1700">
              <a:latin typeface="Times New Roman"/>
              <a:cs typeface="Times New Roman"/>
            </a:endParaRPr>
          </a:p>
          <a:p>
            <a:pPr marL="1099185">
              <a:lnSpc>
                <a:spcPct val="100000"/>
              </a:lnSpc>
              <a:spcBef>
                <a:spcPts val="150"/>
              </a:spcBef>
              <a:tabLst>
                <a:tab pos="2853055" algn="l"/>
              </a:tabLst>
            </a:pPr>
            <a:r>
              <a:rPr sz="1300" i="1" spc="114" dirty="0">
                <a:latin typeface="Times New Roman"/>
                <a:cs typeface="Times New Roman"/>
              </a:rPr>
              <a:t>T</a:t>
            </a:r>
            <a:r>
              <a:rPr sz="1300" i="1" spc="85" dirty="0">
                <a:latin typeface="Times New Roman"/>
                <a:cs typeface="Times New Roman"/>
              </a:rPr>
              <a:t>i</a:t>
            </a:r>
            <a:r>
              <a:rPr sz="1300" i="1" spc="160" dirty="0">
                <a:latin typeface="Times New Roman"/>
                <a:cs typeface="Times New Roman"/>
              </a:rPr>
              <a:t>m</a:t>
            </a:r>
            <a:r>
              <a:rPr sz="1300" i="1" spc="110" dirty="0">
                <a:latin typeface="Times New Roman"/>
                <a:cs typeface="Times New Roman"/>
              </a:rPr>
              <a:t>e</a:t>
            </a:r>
            <a:r>
              <a:rPr sz="1300" i="1" dirty="0">
                <a:latin typeface="Times New Roman"/>
                <a:cs typeface="Times New Roman"/>
              </a:rPr>
              <a:t>  </a:t>
            </a:r>
            <a:r>
              <a:rPr sz="1300" i="1" spc="25" dirty="0">
                <a:latin typeface="Times New Roman"/>
                <a:cs typeface="Times New Roman"/>
              </a:rPr>
              <a:t> </a:t>
            </a:r>
            <a:r>
              <a:rPr sz="1300" i="1" spc="145" dirty="0">
                <a:latin typeface="Times New Roman"/>
                <a:cs typeface="Times New Roman"/>
              </a:rPr>
              <a:t>Na</a:t>
            </a:r>
            <a:r>
              <a:rPr sz="1300" i="1" spc="155" dirty="0">
                <a:latin typeface="Times New Roman"/>
                <a:cs typeface="Times New Roman"/>
              </a:rPr>
              <a:t>m</a:t>
            </a:r>
            <a:r>
              <a:rPr sz="1300" i="1" spc="110" dirty="0">
                <a:latin typeface="Times New Roman"/>
                <a:cs typeface="Times New Roman"/>
              </a:rPr>
              <a:t>e</a:t>
            </a:r>
            <a:r>
              <a:rPr sz="1300" i="1" dirty="0">
                <a:latin typeface="Times New Roman"/>
                <a:cs typeface="Times New Roman"/>
              </a:rPr>
              <a:t>  </a:t>
            </a:r>
            <a:r>
              <a:rPr sz="1300" i="1" spc="-110" dirty="0">
                <a:latin typeface="Times New Roman"/>
                <a:cs typeface="Times New Roman"/>
              </a:rPr>
              <a:t> </a:t>
            </a:r>
            <a:r>
              <a:rPr sz="1450" i="1" spc="180" dirty="0">
                <a:latin typeface="Times New Roman"/>
                <a:cs typeface="Times New Roman"/>
              </a:rPr>
              <a:t>Bus</a:t>
            </a:r>
            <a:r>
              <a:rPr sz="1450" i="1" spc="130" dirty="0">
                <a:latin typeface="Times New Roman"/>
                <a:cs typeface="Times New Roman"/>
              </a:rPr>
              <a:t>y</a:t>
            </a:r>
            <a:r>
              <a:rPr sz="1450" i="1" dirty="0">
                <a:latin typeface="Times New Roman"/>
                <a:cs typeface="Times New Roman"/>
              </a:rPr>
              <a:t>	</a:t>
            </a:r>
            <a:r>
              <a:rPr sz="1450" i="1" spc="210" dirty="0">
                <a:latin typeface="Times New Roman"/>
                <a:cs typeface="Times New Roman"/>
              </a:rPr>
              <a:t>Op</a:t>
            </a:r>
            <a:endParaRPr sz="1450">
              <a:latin typeface="Times New Roman"/>
              <a:cs typeface="Times New Roman"/>
            </a:endParaRPr>
          </a:p>
        </p:txBody>
      </p:sp>
      <p:sp>
        <p:nvSpPr>
          <p:cNvPr id="18" name="object 15">
            <a:extLst>
              <a:ext uri="{FF2B5EF4-FFF2-40B4-BE49-F238E27FC236}">
                <a16:creationId xmlns:a16="http://schemas.microsoft.com/office/drawing/2014/main" id="{4C08F71B-DD0A-1884-CF2C-C1D6207D6E51}"/>
              </a:ext>
            </a:extLst>
          </p:cNvPr>
          <p:cNvSpPr txBox="1"/>
          <p:nvPr/>
        </p:nvSpPr>
        <p:spPr>
          <a:xfrm>
            <a:off x="3563959" y="3476393"/>
            <a:ext cx="255904" cy="518159"/>
          </a:xfrm>
          <a:prstGeom prst="rect">
            <a:avLst/>
          </a:prstGeom>
        </p:spPr>
        <p:txBody>
          <a:bodyPr vert="horz" wrap="square" lIns="0" tIns="37465" rIns="0" bIns="0" rtlCol="0">
            <a:spAutoFit/>
          </a:bodyPr>
          <a:lstStyle/>
          <a:p>
            <a:pPr marL="12700">
              <a:lnSpc>
                <a:spcPct val="100000"/>
              </a:lnSpc>
              <a:spcBef>
                <a:spcPts val="295"/>
              </a:spcBef>
            </a:pPr>
            <a:r>
              <a:rPr sz="1450" i="1" spc="180" dirty="0">
                <a:latin typeface="Times New Roman"/>
                <a:cs typeface="Times New Roman"/>
              </a:rPr>
              <a:t>S1</a:t>
            </a:r>
            <a:endParaRPr sz="1450">
              <a:latin typeface="Times New Roman"/>
              <a:cs typeface="Times New Roman"/>
            </a:endParaRPr>
          </a:p>
          <a:p>
            <a:pPr marL="36830">
              <a:lnSpc>
                <a:spcPct val="100000"/>
              </a:lnSpc>
              <a:spcBef>
                <a:spcPts val="200"/>
              </a:spcBef>
            </a:pPr>
            <a:r>
              <a:rPr sz="1450" i="1" spc="95" dirty="0">
                <a:latin typeface="Times New Roman"/>
                <a:cs typeface="Times New Roman"/>
              </a:rPr>
              <a:t>Vj</a:t>
            </a:r>
            <a:endParaRPr sz="1450">
              <a:latin typeface="Times New Roman"/>
              <a:cs typeface="Times New Roman"/>
            </a:endParaRPr>
          </a:p>
        </p:txBody>
      </p:sp>
      <p:sp>
        <p:nvSpPr>
          <p:cNvPr id="19" name="object 16">
            <a:extLst>
              <a:ext uri="{FF2B5EF4-FFF2-40B4-BE49-F238E27FC236}">
                <a16:creationId xmlns:a16="http://schemas.microsoft.com/office/drawing/2014/main" id="{C462B5ED-B4D4-4688-C76F-789DBCAA21DA}"/>
              </a:ext>
            </a:extLst>
          </p:cNvPr>
          <p:cNvSpPr txBox="1"/>
          <p:nvPr/>
        </p:nvSpPr>
        <p:spPr>
          <a:xfrm>
            <a:off x="4181506" y="3476393"/>
            <a:ext cx="255904" cy="518159"/>
          </a:xfrm>
          <a:prstGeom prst="rect">
            <a:avLst/>
          </a:prstGeom>
        </p:spPr>
        <p:txBody>
          <a:bodyPr vert="horz" wrap="square" lIns="0" tIns="37465" rIns="0" bIns="0" rtlCol="0">
            <a:spAutoFit/>
          </a:bodyPr>
          <a:lstStyle/>
          <a:p>
            <a:pPr marL="12700">
              <a:lnSpc>
                <a:spcPct val="100000"/>
              </a:lnSpc>
              <a:spcBef>
                <a:spcPts val="295"/>
              </a:spcBef>
            </a:pPr>
            <a:r>
              <a:rPr sz="1450" i="1" spc="180" dirty="0">
                <a:latin typeface="Times New Roman"/>
                <a:cs typeface="Times New Roman"/>
              </a:rPr>
              <a:t>S2</a:t>
            </a:r>
            <a:endParaRPr sz="1450">
              <a:latin typeface="Times New Roman"/>
              <a:cs typeface="Times New Roman"/>
            </a:endParaRPr>
          </a:p>
          <a:p>
            <a:pPr marL="12700">
              <a:lnSpc>
                <a:spcPct val="100000"/>
              </a:lnSpc>
              <a:spcBef>
                <a:spcPts val="200"/>
              </a:spcBef>
            </a:pPr>
            <a:r>
              <a:rPr sz="1450" i="1" spc="120" dirty="0">
                <a:latin typeface="Times New Roman"/>
                <a:cs typeface="Times New Roman"/>
              </a:rPr>
              <a:t>Vk</a:t>
            </a:r>
            <a:endParaRPr sz="1450">
              <a:latin typeface="Times New Roman"/>
              <a:cs typeface="Times New Roman"/>
            </a:endParaRPr>
          </a:p>
        </p:txBody>
      </p:sp>
      <p:sp>
        <p:nvSpPr>
          <p:cNvPr id="20" name="object 17">
            <a:extLst>
              <a:ext uri="{FF2B5EF4-FFF2-40B4-BE49-F238E27FC236}">
                <a16:creationId xmlns:a16="http://schemas.microsoft.com/office/drawing/2014/main" id="{ECA3090D-DF3D-D9EC-2DB4-13B79E48114A}"/>
              </a:ext>
            </a:extLst>
          </p:cNvPr>
          <p:cNvSpPr txBox="1"/>
          <p:nvPr/>
        </p:nvSpPr>
        <p:spPr>
          <a:xfrm>
            <a:off x="4790799" y="3476393"/>
            <a:ext cx="902969" cy="518159"/>
          </a:xfrm>
          <a:prstGeom prst="rect">
            <a:avLst/>
          </a:prstGeom>
        </p:spPr>
        <p:txBody>
          <a:bodyPr vert="horz" wrap="square" lIns="0" tIns="37465" rIns="0" bIns="0" rtlCol="0">
            <a:spAutoFit/>
          </a:bodyPr>
          <a:lstStyle/>
          <a:p>
            <a:pPr marL="12700">
              <a:lnSpc>
                <a:spcPct val="100000"/>
              </a:lnSpc>
              <a:spcBef>
                <a:spcPts val="295"/>
              </a:spcBef>
              <a:tabLst>
                <a:tab pos="629920" algn="l"/>
              </a:tabLst>
            </a:pPr>
            <a:r>
              <a:rPr sz="1450" i="1" spc="180" dirty="0">
                <a:latin typeface="Times New Roman"/>
                <a:cs typeface="Times New Roman"/>
              </a:rPr>
              <a:t>RS	</a:t>
            </a:r>
            <a:r>
              <a:rPr sz="1450" i="1" spc="195" dirty="0">
                <a:latin typeface="Times New Roman"/>
                <a:cs typeface="Times New Roman"/>
              </a:rPr>
              <a:t>RS</a:t>
            </a:r>
            <a:endParaRPr sz="1450">
              <a:latin typeface="Times New Roman"/>
              <a:cs typeface="Times New Roman"/>
            </a:endParaRPr>
          </a:p>
          <a:p>
            <a:pPr marL="28575">
              <a:lnSpc>
                <a:spcPct val="100000"/>
              </a:lnSpc>
              <a:spcBef>
                <a:spcPts val="200"/>
              </a:spcBef>
              <a:tabLst>
                <a:tab pos="621665" algn="l"/>
              </a:tabLst>
            </a:pPr>
            <a:r>
              <a:rPr sz="1450" i="1" spc="245" dirty="0">
                <a:latin typeface="Times New Roman"/>
                <a:cs typeface="Times New Roman"/>
              </a:rPr>
              <a:t>Q</a:t>
            </a:r>
            <a:r>
              <a:rPr sz="1450" i="1" spc="80" dirty="0">
                <a:latin typeface="Times New Roman"/>
                <a:cs typeface="Times New Roman"/>
              </a:rPr>
              <a:t>j</a:t>
            </a:r>
            <a:r>
              <a:rPr sz="1450" i="1" dirty="0">
                <a:latin typeface="Times New Roman"/>
                <a:cs typeface="Times New Roman"/>
              </a:rPr>
              <a:t>	</a:t>
            </a:r>
            <a:r>
              <a:rPr sz="1450" i="1" spc="204" dirty="0">
                <a:latin typeface="Times New Roman"/>
                <a:cs typeface="Times New Roman"/>
              </a:rPr>
              <a:t>Qk</a:t>
            </a:r>
            <a:endParaRPr sz="1450">
              <a:latin typeface="Times New Roman"/>
              <a:cs typeface="Times New Roman"/>
            </a:endParaRPr>
          </a:p>
        </p:txBody>
      </p:sp>
      <p:sp>
        <p:nvSpPr>
          <p:cNvPr id="21" name="object 18">
            <a:extLst>
              <a:ext uri="{FF2B5EF4-FFF2-40B4-BE49-F238E27FC236}">
                <a16:creationId xmlns:a16="http://schemas.microsoft.com/office/drawing/2014/main" id="{E93B5D31-740E-9497-7BB5-220907AC706A}"/>
              </a:ext>
            </a:extLst>
          </p:cNvPr>
          <p:cNvSpPr txBox="1"/>
          <p:nvPr/>
        </p:nvSpPr>
        <p:spPr>
          <a:xfrm>
            <a:off x="1504995" y="3971519"/>
            <a:ext cx="659765" cy="1085850"/>
          </a:xfrm>
          <a:prstGeom prst="rect">
            <a:avLst/>
          </a:prstGeom>
        </p:spPr>
        <p:txBody>
          <a:bodyPr vert="horz" wrap="square" lIns="0" tIns="12700" rIns="0" bIns="0" rtlCol="0">
            <a:spAutoFit/>
          </a:bodyPr>
          <a:lstStyle/>
          <a:p>
            <a:pPr marL="168910" marR="45720" algn="just">
              <a:lnSpc>
                <a:spcPct val="107000"/>
              </a:lnSpc>
              <a:spcBef>
                <a:spcPts val="100"/>
              </a:spcBef>
            </a:pPr>
            <a:r>
              <a:rPr sz="1300" spc="160" dirty="0">
                <a:latin typeface="Times New Roman"/>
                <a:cs typeface="Times New Roman"/>
              </a:rPr>
              <a:t>A</a:t>
            </a:r>
            <a:r>
              <a:rPr sz="1300" spc="100" dirty="0">
                <a:latin typeface="Times New Roman"/>
                <a:cs typeface="Times New Roman"/>
              </a:rPr>
              <a:t>dd1  </a:t>
            </a:r>
            <a:r>
              <a:rPr sz="1300" spc="160" dirty="0">
                <a:latin typeface="Times New Roman"/>
                <a:cs typeface="Times New Roman"/>
              </a:rPr>
              <a:t>A</a:t>
            </a:r>
            <a:r>
              <a:rPr sz="1300" spc="100" dirty="0">
                <a:latin typeface="Times New Roman"/>
                <a:cs typeface="Times New Roman"/>
              </a:rPr>
              <a:t>dd2  </a:t>
            </a:r>
            <a:r>
              <a:rPr sz="1300" spc="160" dirty="0">
                <a:latin typeface="Times New Roman"/>
                <a:cs typeface="Times New Roman"/>
              </a:rPr>
              <a:t>A</a:t>
            </a:r>
            <a:r>
              <a:rPr sz="1300" spc="125" dirty="0">
                <a:latin typeface="Times New Roman"/>
                <a:cs typeface="Times New Roman"/>
              </a:rPr>
              <a:t>dd3</a:t>
            </a:r>
            <a:endParaRPr sz="1300">
              <a:latin typeface="Times New Roman"/>
              <a:cs typeface="Times New Roman"/>
            </a:endParaRPr>
          </a:p>
          <a:p>
            <a:pPr marL="168910" marR="5080" indent="-156845" algn="just">
              <a:lnSpc>
                <a:spcPct val="107000"/>
              </a:lnSpc>
            </a:pPr>
            <a:r>
              <a:rPr sz="1300" spc="125" dirty="0">
                <a:latin typeface="Times New Roman"/>
                <a:cs typeface="Times New Roman"/>
              </a:rPr>
              <a:t>0</a:t>
            </a:r>
            <a:r>
              <a:rPr sz="1300" spc="50" dirty="0">
                <a:latin typeface="Times New Roman"/>
                <a:cs typeface="Times New Roman"/>
              </a:rPr>
              <a:t> </a:t>
            </a:r>
            <a:r>
              <a:rPr sz="1300" spc="110" dirty="0">
                <a:latin typeface="Times New Roman"/>
                <a:cs typeface="Times New Roman"/>
              </a:rPr>
              <a:t>Mult1 </a:t>
            </a:r>
            <a:r>
              <a:rPr sz="1300" spc="-315" dirty="0">
                <a:latin typeface="Times New Roman"/>
                <a:cs typeface="Times New Roman"/>
              </a:rPr>
              <a:t> </a:t>
            </a:r>
            <a:r>
              <a:rPr sz="1300" spc="200" dirty="0">
                <a:latin typeface="Times New Roman"/>
                <a:cs typeface="Times New Roman"/>
              </a:rPr>
              <a:t>M</a:t>
            </a:r>
            <a:r>
              <a:rPr sz="1300" spc="125" dirty="0">
                <a:latin typeface="Times New Roman"/>
                <a:cs typeface="Times New Roman"/>
              </a:rPr>
              <a:t>u</a:t>
            </a:r>
            <a:r>
              <a:rPr sz="1300" spc="20" dirty="0">
                <a:latin typeface="Times New Roman"/>
                <a:cs typeface="Times New Roman"/>
              </a:rPr>
              <a:t>l</a:t>
            </a:r>
            <a:r>
              <a:rPr sz="1300" spc="85" dirty="0">
                <a:latin typeface="Times New Roman"/>
                <a:cs typeface="Times New Roman"/>
              </a:rPr>
              <a:t>t</a:t>
            </a:r>
            <a:r>
              <a:rPr sz="1300" spc="125" dirty="0">
                <a:latin typeface="Times New Roman"/>
                <a:cs typeface="Times New Roman"/>
              </a:rPr>
              <a:t>2</a:t>
            </a:r>
            <a:endParaRPr sz="1300">
              <a:latin typeface="Times New Roman"/>
              <a:cs typeface="Times New Roman"/>
            </a:endParaRPr>
          </a:p>
        </p:txBody>
      </p:sp>
      <p:sp>
        <p:nvSpPr>
          <p:cNvPr id="22" name="object 19">
            <a:extLst>
              <a:ext uri="{FF2B5EF4-FFF2-40B4-BE49-F238E27FC236}">
                <a16:creationId xmlns:a16="http://schemas.microsoft.com/office/drawing/2014/main" id="{43300E56-44A4-2BC0-B475-6B1F0B8548A4}"/>
              </a:ext>
            </a:extLst>
          </p:cNvPr>
          <p:cNvSpPr txBox="1"/>
          <p:nvPr/>
        </p:nvSpPr>
        <p:spPr>
          <a:xfrm>
            <a:off x="2230117" y="3995830"/>
            <a:ext cx="3640454" cy="1060450"/>
          </a:xfrm>
          <a:prstGeom prst="rect">
            <a:avLst/>
          </a:prstGeom>
          <a:ln w="8268">
            <a:solidFill>
              <a:srgbClr val="000000"/>
            </a:solidFill>
          </a:ln>
        </p:spPr>
        <p:txBody>
          <a:bodyPr vert="horz" wrap="square" lIns="0" tIns="2540" rIns="0" bIns="0" rtlCol="0">
            <a:spAutoFit/>
          </a:bodyPr>
          <a:lstStyle/>
          <a:p>
            <a:pPr marL="127000">
              <a:lnSpc>
                <a:spcPct val="100000"/>
              </a:lnSpc>
              <a:spcBef>
                <a:spcPts val="20"/>
              </a:spcBef>
            </a:pPr>
            <a:r>
              <a:rPr sz="1300" spc="130" dirty="0">
                <a:latin typeface="Times New Roman"/>
                <a:cs typeface="Times New Roman"/>
              </a:rPr>
              <a:t>No</a:t>
            </a:r>
            <a:endParaRPr sz="1300">
              <a:latin typeface="Times New Roman"/>
              <a:cs typeface="Times New Roman"/>
            </a:endParaRPr>
          </a:p>
          <a:p>
            <a:pPr marL="127000" marR="3268345">
              <a:lnSpc>
                <a:spcPct val="107000"/>
              </a:lnSpc>
            </a:pPr>
            <a:r>
              <a:rPr sz="1300" spc="100" dirty="0">
                <a:latin typeface="Times New Roman"/>
                <a:cs typeface="Times New Roman"/>
              </a:rPr>
              <a:t>No  No</a:t>
            </a:r>
            <a:endParaRPr sz="1300">
              <a:latin typeface="Times New Roman"/>
              <a:cs typeface="Times New Roman"/>
            </a:endParaRPr>
          </a:p>
          <a:p>
            <a:pPr marL="93980">
              <a:lnSpc>
                <a:spcPct val="100000"/>
              </a:lnSpc>
              <a:spcBef>
                <a:spcPts val="105"/>
              </a:spcBef>
            </a:pPr>
            <a:r>
              <a:rPr sz="1300" spc="160" dirty="0">
                <a:latin typeface="Times New Roman"/>
                <a:cs typeface="Times New Roman"/>
              </a:rPr>
              <a:t>Y</a:t>
            </a:r>
            <a:r>
              <a:rPr sz="1300" spc="130" dirty="0">
                <a:latin typeface="Times New Roman"/>
                <a:cs typeface="Times New Roman"/>
              </a:rPr>
              <a:t>e</a:t>
            </a:r>
            <a:r>
              <a:rPr sz="1300" spc="95" dirty="0">
                <a:latin typeface="Times New Roman"/>
                <a:cs typeface="Times New Roman"/>
              </a:rPr>
              <a:t>s</a:t>
            </a:r>
            <a:r>
              <a:rPr sz="1300" dirty="0">
                <a:latin typeface="Times New Roman"/>
                <a:cs typeface="Times New Roman"/>
              </a:rPr>
              <a:t> </a:t>
            </a:r>
            <a:r>
              <a:rPr sz="1300" spc="45" dirty="0">
                <a:latin typeface="Times New Roman"/>
                <a:cs typeface="Times New Roman"/>
              </a:rPr>
              <a:t> </a:t>
            </a:r>
            <a:r>
              <a:rPr sz="1300" spc="200" dirty="0">
                <a:solidFill>
                  <a:srgbClr val="3333CC"/>
                </a:solidFill>
                <a:latin typeface="Times New Roman"/>
                <a:cs typeface="Times New Roman"/>
              </a:rPr>
              <a:t>M</a:t>
            </a:r>
            <a:r>
              <a:rPr sz="1300" spc="95" dirty="0">
                <a:solidFill>
                  <a:srgbClr val="3333CC"/>
                </a:solidFill>
                <a:latin typeface="Times New Roman"/>
                <a:cs typeface="Times New Roman"/>
              </a:rPr>
              <a:t>U</a:t>
            </a:r>
            <a:r>
              <a:rPr sz="1300" spc="170" dirty="0">
                <a:solidFill>
                  <a:srgbClr val="3333CC"/>
                </a:solidFill>
                <a:latin typeface="Times New Roman"/>
                <a:cs typeface="Times New Roman"/>
              </a:rPr>
              <a:t>L</a:t>
            </a:r>
            <a:r>
              <a:rPr sz="1300" spc="110" dirty="0">
                <a:solidFill>
                  <a:srgbClr val="3333CC"/>
                </a:solidFill>
                <a:latin typeface="Times New Roman"/>
                <a:cs typeface="Times New Roman"/>
              </a:rPr>
              <a:t>T</a:t>
            </a:r>
            <a:r>
              <a:rPr sz="1300" spc="185" dirty="0">
                <a:solidFill>
                  <a:srgbClr val="3333CC"/>
                </a:solidFill>
                <a:latin typeface="Times New Roman"/>
                <a:cs typeface="Times New Roman"/>
              </a:rPr>
              <a:t>D</a:t>
            </a:r>
            <a:r>
              <a:rPr sz="1300" spc="-90" dirty="0">
                <a:solidFill>
                  <a:srgbClr val="3333CC"/>
                </a:solidFill>
                <a:latin typeface="Times New Roman"/>
                <a:cs typeface="Times New Roman"/>
              </a:rPr>
              <a:t> </a:t>
            </a:r>
            <a:r>
              <a:rPr sz="1300" spc="200" dirty="0">
                <a:solidFill>
                  <a:srgbClr val="FF0000"/>
                </a:solidFill>
                <a:latin typeface="Times New Roman"/>
                <a:cs typeface="Times New Roman"/>
              </a:rPr>
              <a:t>M</a:t>
            </a:r>
            <a:r>
              <a:rPr sz="1300" spc="85" dirty="0">
                <a:solidFill>
                  <a:srgbClr val="FF0000"/>
                </a:solidFill>
                <a:latin typeface="Times New Roman"/>
                <a:cs typeface="Times New Roman"/>
              </a:rPr>
              <a:t>(</a:t>
            </a:r>
            <a:r>
              <a:rPr sz="1300" spc="160" dirty="0">
                <a:solidFill>
                  <a:srgbClr val="FF0000"/>
                </a:solidFill>
                <a:latin typeface="Times New Roman"/>
                <a:cs typeface="Times New Roman"/>
              </a:rPr>
              <a:t>A</a:t>
            </a:r>
            <a:r>
              <a:rPr sz="1300" spc="105" dirty="0">
                <a:solidFill>
                  <a:srgbClr val="FF0000"/>
                </a:solidFill>
                <a:latin typeface="Times New Roman"/>
                <a:cs typeface="Times New Roman"/>
              </a:rPr>
              <a:t>2)</a:t>
            </a:r>
            <a:r>
              <a:rPr sz="1300" dirty="0">
                <a:solidFill>
                  <a:srgbClr val="FF0000"/>
                </a:solidFill>
                <a:latin typeface="Times New Roman"/>
                <a:cs typeface="Times New Roman"/>
              </a:rPr>
              <a:t>  </a:t>
            </a:r>
            <a:r>
              <a:rPr sz="1300" spc="-70" dirty="0">
                <a:solidFill>
                  <a:srgbClr val="FF0000"/>
                </a:solidFill>
                <a:latin typeface="Times New Roman"/>
                <a:cs typeface="Times New Roman"/>
              </a:rPr>
              <a:t> </a:t>
            </a:r>
            <a:r>
              <a:rPr sz="1300" spc="125" dirty="0">
                <a:solidFill>
                  <a:srgbClr val="3333CC"/>
                </a:solidFill>
                <a:latin typeface="Times New Roman"/>
                <a:cs typeface="Times New Roman"/>
              </a:rPr>
              <a:t>R(</a:t>
            </a:r>
            <a:r>
              <a:rPr sz="1300" spc="114" dirty="0">
                <a:solidFill>
                  <a:srgbClr val="3333CC"/>
                </a:solidFill>
                <a:latin typeface="Times New Roman"/>
                <a:cs typeface="Times New Roman"/>
              </a:rPr>
              <a:t>F</a:t>
            </a:r>
            <a:r>
              <a:rPr sz="1300" spc="105" dirty="0">
                <a:solidFill>
                  <a:srgbClr val="3333CC"/>
                </a:solidFill>
                <a:latin typeface="Times New Roman"/>
                <a:cs typeface="Times New Roman"/>
              </a:rPr>
              <a:t>4)</a:t>
            </a:r>
            <a:endParaRPr sz="1300">
              <a:latin typeface="Times New Roman"/>
              <a:cs typeface="Times New Roman"/>
            </a:endParaRPr>
          </a:p>
          <a:p>
            <a:pPr marL="93980">
              <a:lnSpc>
                <a:spcPct val="100000"/>
              </a:lnSpc>
              <a:spcBef>
                <a:spcPts val="110"/>
              </a:spcBef>
              <a:tabLst>
                <a:tab pos="596900" algn="l"/>
                <a:tab pos="1823720" algn="l"/>
              </a:tabLst>
            </a:pPr>
            <a:r>
              <a:rPr sz="1300" spc="130" dirty="0">
                <a:latin typeface="Times New Roman"/>
                <a:cs typeface="Times New Roman"/>
              </a:rPr>
              <a:t>Yes	</a:t>
            </a:r>
            <a:r>
              <a:rPr sz="1300" spc="130" dirty="0">
                <a:solidFill>
                  <a:srgbClr val="00FF00"/>
                </a:solidFill>
                <a:latin typeface="Times New Roman"/>
                <a:cs typeface="Times New Roman"/>
              </a:rPr>
              <a:t>DIVD	</a:t>
            </a:r>
            <a:r>
              <a:rPr sz="1300" spc="130" dirty="0">
                <a:latin typeface="Times New Roman"/>
                <a:cs typeface="Times New Roman"/>
              </a:rPr>
              <a:t>M(A1)</a:t>
            </a:r>
            <a:r>
              <a:rPr sz="1300" spc="470" dirty="0">
                <a:latin typeface="Times New Roman"/>
                <a:cs typeface="Times New Roman"/>
              </a:rPr>
              <a:t> </a:t>
            </a:r>
            <a:r>
              <a:rPr sz="1300" spc="110" dirty="0">
                <a:solidFill>
                  <a:srgbClr val="3333CC"/>
                </a:solidFill>
                <a:latin typeface="Times New Roman"/>
                <a:cs typeface="Times New Roman"/>
              </a:rPr>
              <a:t>Mult1</a:t>
            </a:r>
            <a:endParaRPr sz="1300">
              <a:latin typeface="Times New Roman"/>
              <a:cs typeface="Times New Roman"/>
            </a:endParaRPr>
          </a:p>
        </p:txBody>
      </p:sp>
      <p:sp>
        <p:nvSpPr>
          <p:cNvPr id="23" name="object 20">
            <a:extLst>
              <a:ext uri="{FF2B5EF4-FFF2-40B4-BE49-F238E27FC236}">
                <a16:creationId xmlns:a16="http://schemas.microsoft.com/office/drawing/2014/main" id="{4101418B-837D-F890-3A79-0C3AAE1A1D78}"/>
              </a:ext>
            </a:extLst>
          </p:cNvPr>
          <p:cNvSpPr txBox="1"/>
          <p:nvPr/>
        </p:nvSpPr>
        <p:spPr>
          <a:xfrm>
            <a:off x="55634" y="5141912"/>
            <a:ext cx="2317115" cy="288290"/>
          </a:xfrm>
          <a:prstGeom prst="rect">
            <a:avLst/>
          </a:prstGeom>
        </p:spPr>
        <p:txBody>
          <a:bodyPr vert="horz" wrap="square" lIns="0" tIns="15875" rIns="0" bIns="0" rtlCol="0">
            <a:spAutoFit/>
          </a:bodyPr>
          <a:lstStyle/>
          <a:p>
            <a:pPr marL="12700">
              <a:lnSpc>
                <a:spcPct val="100000"/>
              </a:lnSpc>
              <a:spcBef>
                <a:spcPts val="125"/>
              </a:spcBef>
            </a:pPr>
            <a:r>
              <a:rPr sz="1700" i="1" spc="150" dirty="0">
                <a:solidFill>
                  <a:srgbClr val="FF0000"/>
                </a:solidFill>
                <a:latin typeface="Times New Roman"/>
                <a:cs typeface="Times New Roman"/>
              </a:rPr>
              <a:t>Register</a:t>
            </a:r>
            <a:r>
              <a:rPr sz="1700" i="1" spc="45" dirty="0">
                <a:solidFill>
                  <a:srgbClr val="FF0000"/>
                </a:solidFill>
                <a:latin typeface="Times New Roman"/>
                <a:cs typeface="Times New Roman"/>
              </a:rPr>
              <a:t> </a:t>
            </a:r>
            <a:r>
              <a:rPr sz="1700" i="1" spc="125" dirty="0">
                <a:solidFill>
                  <a:srgbClr val="FF0000"/>
                </a:solidFill>
                <a:latin typeface="Times New Roman"/>
                <a:cs typeface="Times New Roman"/>
              </a:rPr>
              <a:t>result</a:t>
            </a:r>
            <a:r>
              <a:rPr sz="1700" i="1" spc="90" dirty="0">
                <a:solidFill>
                  <a:srgbClr val="FF0000"/>
                </a:solidFill>
                <a:latin typeface="Times New Roman"/>
                <a:cs typeface="Times New Roman"/>
              </a:rPr>
              <a:t> </a:t>
            </a:r>
            <a:r>
              <a:rPr sz="1700" i="1" spc="130" dirty="0">
                <a:solidFill>
                  <a:srgbClr val="FF0000"/>
                </a:solidFill>
                <a:latin typeface="Times New Roman"/>
                <a:cs typeface="Times New Roman"/>
              </a:rPr>
              <a:t>status:</a:t>
            </a:r>
            <a:endParaRPr sz="1700">
              <a:latin typeface="Times New Roman"/>
              <a:cs typeface="Times New Roman"/>
            </a:endParaRPr>
          </a:p>
        </p:txBody>
      </p:sp>
      <p:graphicFrame>
        <p:nvGraphicFramePr>
          <p:cNvPr id="24" name="object 21">
            <a:extLst>
              <a:ext uri="{FF2B5EF4-FFF2-40B4-BE49-F238E27FC236}">
                <a16:creationId xmlns:a16="http://schemas.microsoft.com/office/drawing/2014/main" id="{7865CCF1-C88F-24A0-5B13-0AAAA1C4C710}"/>
              </a:ext>
            </a:extLst>
          </p:cNvPr>
          <p:cNvGraphicFramePr>
            <a:graphicFrameLocks noGrp="1"/>
          </p:cNvGraphicFramePr>
          <p:nvPr/>
        </p:nvGraphicFramePr>
        <p:xfrm>
          <a:off x="357712" y="5458821"/>
          <a:ext cx="8051162" cy="465351"/>
        </p:xfrm>
        <a:graphic>
          <a:graphicData uri="http://schemas.openxmlformats.org/drawingml/2006/table">
            <a:tbl>
              <a:tblPr firstRow="1" bandRow="1">
                <a:tableStyleId>{2D5ABB26-0587-4C30-8999-92F81FD0307C}</a:tableStyleId>
              </a:tblPr>
              <a:tblGrid>
                <a:gridCol w="1316355">
                  <a:extLst>
                    <a:ext uri="{9D8B030D-6E8A-4147-A177-3AD203B41FA5}">
                      <a16:colId xmlns:a16="http://schemas.microsoft.com/office/drawing/2014/main" val="20000"/>
                    </a:ext>
                  </a:extLst>
                </a:gridCol>
                <a:gridCol w="105029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700405">
                  <a:extLst>
                    <a:ext uri="{9D8B030D-6E8A-4147-A177-3AD203B41FA5}">
                      <a16:colId xmlns:a16="http://schemas.microsoft.com/office/drawing/2014/main" val="20003"/>
                    </a:ext>
                  </a:extLst>
                </a:gridCol>
                <a:gridCol w="418464">
                  <a:extLst>
                    <a:ext uri="{9D8B030D-6E8A-4147-A177-3AD203B41FA5}">
                      <a16:colId xmlns:a16="http://schemas.microsoft.com/office/drawing/2014/main" val="20004"/>
                    </a:ext>
                  </a:extLst>
                </a:gridCol>
                <a:gridCol w="741679">
                  <a:extLst>
                    <a:ext uri="{9D8B030D-6E8A-4147-A177-3AD203B41FA5}">
                      <a16:colId xmlns:a16="http://schemas.microsoft.com/office/drawing/2014/main" val="20005"/>
                    </a:ext>
                  </a:extLst>
                </a:gridCol>
                <a:gridCol w="657225">
                  <a:extLst>
                    <a:ext uri="{9D8B030D-6E8A-4147-A177-3AD203B41FA5}">
                      <a16:colId xmlns:a16="http://schemas.microsoft.com/office/drawing/2014/main" val="20006"/>
                    </a:ext>
                  </a:extLst>
                </a:gridCol>
                <a:gridCol w="634364">
                  <a:extLst>
                    <a:ext uri="{9D8B030D-6E8A-4147-A177-3AD203B41FA5}">
                      <a16:colId xmlns:a16="http://schemas.microsoft.com/office/drawing/2014/main" val="20007"/>
                    </a:ext>
                  </a:extLst>
                </a:gridCol>
                <a:gridCol w="1885950">
                  <a:extLst>
                    <a:ext uri="{9D8B030D-6E8A-4147-A177-3AD203B41FA5}">
                      <a16:colId xmlns:a16="http://schemas.microsoft.com/office/drawing/2014/main" val="20008"/>
                    </a:ext>
                  </a:extLst>
                </a:gridCol>
              </a:tblGrid>
              <a:tr h="253239">
                <a:tc>
                  <a:txBody>
                    <a:bodyPr/>
                    <a:lstStyle/>
                    <a:p>
                      <a:pPr marL="31750">
                        <a:lnSpc>
                          <a:spcPts val="1875"/>
                        </a:lnSpc>
                      </a:pPr>
                      <a:r>
                        <a:rPr sz="1700" spc="170" dirty="0">
                          <a:latin typeface="Times New Roman"/>
                          <a:cs typeface="Times New Roman"/>
                        </a:rPr>
                        <a:t>Clock</a:t>
                      </a:r>
                      <a:endParaRPr sz="1700">
                        <a:latin typeface="Times New Roman"/>
                        <a:cs typeface="Times New Roman"/>
                      </a:endParaRPr>
                    </a:p>
                  </a:txBody>
                  <a:tcPr marL="0" marR="0" marT="0" marB="0"/>
                </a:tc>
                <a:tc gridSpan="2">
                  <a:txBody>
                    <a:bodyPr/>
                    <a:lstStyle/>
                    <a:p>
                      <a:pPr marR="177165" algn="r">
                        <a:lnSpc>
                          <a:spcPts val="1875"/>
                        </a:lnSpc>
                      </a:pPr>
                      <a:r>
                        <a:rPr sz="1700" i="1" spc="170" dirty="0">
                          <a:latin typeface="Times New Roman"/>
                          <a:cs typeface="Times New Roman"/>
                        </a:rPr>
                        <a:t>F0</a:t>
                      </a:r>
                      <a:endParaRPr sz="1700">
                        <a:latin typeface="Times New Roman"/>
                        <a:cs typeface="Times New Roman"/>
                      </a:endParaRPr>
                    </a:p>
                  </a:txBody>
                  <a:tcPr marL="0" marR="0" marT="0" marB="0"/>
                </a:tc>
                <a:tc hMerge="1">
                  <a:txBody>
                    <a:bodyPr/>
                    <a:lstStyle/>
                    <a:p>
                      <a:endParaRPr/>
                    </a:p>
                  </a:txBody>
                  <a:tcPr marL="0" marR="0" marT="0" marB="0"/>
                </a:tc>
                <a:tc>
                  <a:txBody>
                    <a:bodyPr/>
                    <a:lstStyle/>
                    <a:p>
                      <a:pPr marR="62230" algn="ctr">
                        <a:lnSpc>
                          <a:spcPts val="1875"/>
                        </a:lnSpc>
                      </a:pPr>
                      <a:r>
                        <a:rPr sz="1700" i="1" spc="170" dirty="0">
                          <a:latin typeface="Times New Roman"/>
                          <a:cs typeface="Times New Roman"/>
                        </a:rPr>
                        <a:t>F2</a:t>
                      </a:r>
                      <a:endParaRPr sz="1700">
                        <a:latin typeface="Times New Roman"/>
                        <a:cs typeface="Times New Roman"/>
                      </a:endParaRPr>
                    </a:p>
                  </a:txBody>
                  <a:tcPr marL="0" marR="0" marT="0" marB="0"/>
                </a:tc>
                <a:tc>
                  <a:txBody>
                    <a:bodyPr/>
                    <a:lstStyle/>
                    <a:p>
                      <a:pPr marL="90170">
                        <a:lnSpc>
                          <a:spcPts val="1875"/>
                        </a:lnSpc>
                      </a:pPr>
                      <a:r>
                        <a:rPr sz="1700" i="1" spc="170" dirty="0">
                          <a:latin typeface="Times New Roman"/>
                          <a:cs typeface="Times New Roman"/>
                        </a:rPr>
                        <a:t>F4</a:t>
                      </a:r>
                      <a:endParaRPr sz="1700">
                        <a:latin typeface="Times New Roman"/>
                        <a:cs typeface="Times New Roman"/>
                      </a:endParaRPr>
                    </a:p>
                  </a:txBody>
                  <a:tcPr marL="0" marR="0" marT="0" marB="0"/>
                </a:tc>
                <a:tc>
                  <a:txBody>
                    <a:bodyPr/>
                    <a:lstStyle/>
                    <a:p>
                      <a:pPr marL="290195">
                        <a:lnSpc>
                          <a:spcPts val="1875"/>
                        </a:lnSpc>
                      </a:pPr>
                      <a:r>
                        <a:rPr sz="1700" i="1" spc="170" dirty="0">
                          <a:latin typeface="Times New Roman"/>
                          <a:cs typeface="Times New Roman"/>
                        </a:rPr>
                        <a:t>F6</a:t>
                      </a:r>
                      <a:endParaRPr sz="1700">
                        <a:latin typeface="Times New Roman"/>
                        <a:cs typeface="Times New Roman"/>
                      </a:endParaRPr>
                    </a:p>
                  </a:txBody>
                  <a:tcPr marL="0" marR="0" marT="0" marB="0"/>
                </a:tc>
                <a:tc>
                  <a:txBody>
                    <a:bodyPr/>
                    <a:lstStyle/>
                    <a:p>
                      <a:pPr marL="166370">
                        <a:lnSpc>
                          <a:spcPts val="1875"/>
                        </a:lnSpc>
                      </a:pPr>
                      <a:r>
                        <a:rPr sz="1700" i="1" spc="170" dirty="0">
                          <a:latin typeface="Times New Roman"/>
                          <a:cs typeface="Times New Roman"/>
                        </a:rPr>
                        <a:t>F8</a:t>
                      </a:r>
                      <a:endParaRPr sz="1700">
                        <a:latin typeface="Times New Roman"/>
                        <a:cs typeface="Times New Roman"/>
                      </a:endParaRPr>
                    </a:p>
                  </a:txBody>
                  <a:tcPr marL="0" marR="0" marT="0" marB="0"/>
                </a:tc>
                <a:tc>
                  <a:txBody>
                    <a:bodyPr/>
                    <a:lstStyle/>
                    <a:p>
                      <a:pPr marL="61594">
                        <a:lnSpc>
                          <a:spcPts val="1875"/>
                        </a:lnSpc>
                      </a:pPr>
                      <a:r>
                        <a:rPr sz="1700" i="1" spc="185" dirty="0">
                          <a:latin typeface="Times New Roman"/>
                          <a:cs typeface="Times New Roman"/>
                        </a:rPr>
                        <a:t>F10</a:t>
                      </a:r>
                      <a:endParaRPr sz="1700">
                        <a:latin typeface="Times New Roman"/>
                        <a:cs typeface="Times New Roman"/>
                      </a:endParaRPr>
                    </a:p>
                  </a:txBody>
                  <a:tcPr marL="0" marR="0" marT="0" marB="0"/>
                </a:tc>
                <a:tc>
                  <a:txBody>
                    <a:bodyPr/>
                    <a:lstStyle/>
                    <a:p>
                      <a:pPr marL="151765">
                        <a:lnSpc>
                          <a:spcPts val="1875"/>
                        </a:lnSpc>
                        <a:tabLst>
                          <a:tab pos="942340" algn="l"/>
                          <a:tab pos="1370965" algn="l"/>
                        </a:tabLst>
                      </a:pPr>
                      <a:r>
                        <a:rPr sz="1700" i="1" spc="185" dirty="0">
                          <a:latin typeface="Times New Roman"/>
                          <a:cs typeface="Times New Roman"/>
                        </a:rPr>
                        <a:t>F12	</a:t>
                      </a:r>
                      <a:r>
                        <a:rPr sz="1700" i="1" spc="90" dirty="0">
                          <a:latin typeface="Times New Roman"/>
                          <a:cs typeface="Times New Roman"/>
                        </a:rPr>
                        <a:t>...	</a:t>
                      </a:r>
                      <a:r>
                        <a:rPr sz="1700" i="1" spc="185" dirty="0">
                          <a:latin typeface="Times New Roman"/>
                          <a:cs typeface="Times New Roman"/>
                        </a:rPr>
                        <a:t>F30</a:t>
                      </a:r>
                      <a:endParaRPr sz="1700">
                        <a:latin typeface="Times New Roman"/>
                        <a:cs typeface="Times New Roman"/>
                      </a:endParaRPr>
                    </a:p>
                  </a:txBody>
                  <a:tcPr marL="0" marR="0" marT="0" marB="0"/>
                </a:tc>
                <a:extLst>
                  <a:ext uri="{0D108BD9-81ED-4DB2-BD59-A6C34878D82A}">
                    <a16:rowId xmlns:a16="http://schemas.microsoft.com/office/drawing/2014/main" val="10000"/>
                  </a:ext>
                </a:extLst>
              </a:tr>
              <a:tr h="212112">
                <a:tc>
                  <a:txBody>
                    <a:bodyPr/>
                    <a:lstStyle/>
                    <a:p>
                      <a:pPr marL="287020">
                        <a:lnSpc>
                          <a:spcPts val="1550"/>
                        </a:lnSpc>
                        <a:spcBef>
                          <a:spcPts val="15"/>
                        </a:spcBef>
                      </a:pPr>
                      <a:r>
                        <a:rPr sz="1300" b="1" spc="120" dirty="0">
                          <a:latin typeface="Times New Roman"/>
                          <a:cs typeface="Times New Roman"/>
                        </a:rPr>
                        <a:t>15</a:t>
                      </a:r>
                      <a:endParaRPr sz="1300">
                        <a:latin typeface="Times New Roman"/>
                        <a:cs typeface="Times New Roman"/>
                      </a:endParaRPr>
                    </a:p>
                  </a:txBody>
                  <a:tcPr marL="0" marR="0" marT="1905" marB="0"/>
                </a:tc>
                <a:tc>
                  <a:txBody>
                    <a:bodyPr/>
                    <a:lstStyle/>
                    <a:p>
                      <a:pPr marL="658495">
                        <a:lnSpc>
                          <a:spcPts val="1550"/>
                        </a:lnSpc>
                        <a:spcBef>
                          <a:spcPts val="15"/>
                        </a:spcBef>
                      </a:pPr>
                      <a:r>
                        <a:rPr sz="1300" i="1" spc="190" dirty="0">
                          <a:latin typeface="Times New Roman"/>
                          <a:cs typeface="Times New Roman"/>
                        </a:rPr>
                        <a:t>FU</a:t>
                      </a:r>
                      <a:endParaRPr sz="1300">
                        <a:latin typeface="Times New Roman"/>
                        <a:cs typeface="Times New Roman"/>
                      </a:endParaRPr>
                    </a:p>
                  </a:txBody>
                  <a:tcPr marL="0" marR="0" marT="1905" marB="0">
                    <a:lnR w="9525">
                      <a:solidFill>
                        <a:srgbClr val="000000"/>
                      </a:solidFill>
                      <a:prstDash val="solid"/>
                    </a:lnR>
                  </a:tcPr>
                </a:tc>
                <a:tc>
                  <a:txBody>
                    <a:bodyPr/>
                    <a:lstStyle/>
                    <a:p>
                      <a:pPr marL="102235">
                        <a:lnSpc>
                          <a:spcPts val="1550"/>
                        </a:lnSpc>
                        <a:spcBef>
                          <a:spcPts val="15"/>
                        </a:spcBef>
                      </a:pPr>
                      <a:r>
                        <a:rPr sz="1300" spc="110" dirty="0">
                          <a:solidFill>
                            <a:srgbClr val="0000FF"/>
                          </a:solidFill>
                          <a:latin typeface="Times New Roman"/>
                          <a:cs typeface="Times New Roman"/>
                        </a:rPr>
                        <a:t>Mult1</a:t>
                      </a:r>
                      <a:endParaRPr sz="1300">
                        <a:latin typeface="Times New Roman"/>
                        <a:cs typeface="Times New Roman"/>
                      </a:endParaRPr>
                    </a:p>
                  </a:txBody>
                  <a:tcPr marL="0" marR="0" marT="1905"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16510" algn="ctr">
                        <a:lnSpc>
                          <a:spcPts val="1550"/>
                        </a:lnSpc>
                        <a:spcBef>
                          <a:spcPts val="15"/>
                        </a:spcBef>
                      </a:pPr>
                      <a:r>
                        <a:rPr sz="1300" spc="130" dirty="0">
                          <a:solidFill>
                            <a:srgbClr val="FF0000"/>
                          </a:solidFill>
                          <a:latin typeface="Times New Roman"/>
                          <a:cs typeface="Times New Roman"/>
                        </a:rPr>
                        <a:t>M(A2)</a:t>
                      </a:r>
                      <a:endParaRPr sz="1300">
                        <a:latin typeface="Times New Roman"/>
                        <a:cs typeface="Times New Roman"/>
                      </a:endParaRPr>
                    </a:p>
                  </a:txBody>
                  <a:tcPr marL="0" marR="0" marT="1905" marB="0">
                    <a:lnB w="9525">
                      <a:solidFill>
                        <a:srgbClr val="000000"/>
                      </a:solidFill>
                      <a:prstDash val="solid"/>
                    </a:lnB>
                  </a:tcPr>
                </a:tc>
                <a:tc gridSpan="3">
                  <a:txBody>
                    <a:bodyPr/>
                    <a:lstStyle/>
                    <a:p>
                      <a:pPr marL="461009">
                        <a:lnSpc>
                          <a:spcPts val="1550"/>
                        </a:lnSpc>
                        <a:spcBef>
                          <a:spcPts val="15"/>
                        </a:spcBef>
                      </a:pPr>
                      <a:r>
                        <a:rPr sz="1300" spc="140" dirty="0">
                          <a:solidFill>
                            <a:srgbClr val="00FF00"/>
                          </a:solidFill>
                          <a:latin typeface="Times New Roman"/>
                          <a:cs typeface="Times New Roman"/>
                        </a:rPr>
                        <a:t>(M-M+M</a:t>
                      </a:r>
                      <a:r>
                        <a:rPr sz="1300" spc="140" dirty="0">
                          <a:solidFill>
                            <a:srgbClr val="FF00FF"/>
                          </a:solidFill>
                          <a:latin typeface="Times New Roman"/>
                          <a:cs typeface="Times New Roman"/>
                        </a:rPr>
                        <a:t>(M-M)</a:t>
                      </a:r>
                      <a:endParaRPr sz="1300">
                        <a:latin typeface="Times New Roman"/>
                        <a:cs typeface="Times New Roman"/>
                      </a:endParaRPr>
                    </a:p>
                  </a:txBody>
                  <a:tcPr marL="0" marR="0" marT="1905" marB="0">
                    <a:lnB w="9525">
                      <a:solidFill>
                        <a:srgbClr val="000000"/>
                      </a:solidFill>
                      <a:prstDash val="solid"/>
                    </a:lnB>
                  </a:tcPr>
                </a:tc>
                <a:tc hMerge="1">
                  <a:txBody>
                    <a:bodyPr/>
                    <a:lstStyle/>
                    <a:p>
                      <a:endParaRPr/>
                    </a:p>
                  </a:txBody>
                  <a:tcPr marL="0" marR="0" marT="0" marB="0"/>
                </a:tc>
                <a:tc hMerge="1">
                  <a:txBody>
                    <a:bodyPr/>
                    <a:lstStyle/>
                    <a:p>
                      <a:endParaRPr/>
                    </a:p>
                  </a:txBody>
                  <a:tcPr marL="0" marR="0" marT="0" marB="0"/>
                </a:tc>
                <a:tc gridSpan="2">
                  <a:txBody>
                    <a:bodyPr/>
                    <a:lstStyle/>
                    <a:p>
                      <a:pPr marL="53340">
                        <a:lnSpc>
                          <a:spcPts val="1550"/>
                        </a:lnSpc>
                        <a:spcBef>
                          <a:spcPts val="15"/>
                        </a:spcBef>
                      </a:pPr>
                      <a:r>
                        <a:rPr sz="1300" spc="110" dirty="0">
                          <a:solidFill>
                            <a:srgbClr val="00FF00"/>
                          </a:solidFill>
                          <a:latin typeface="Times New Roman"/>
                          <a:cs typeface="Times New Roman"/>
                        </a:rPr>
                        <a:t>Mult2</a:t>
                      </a:r>
                      <a:endParaRPr sz="1300">
                        <a:latin typeface="Times New Roman"/>
                        <a:cs typeface="Times New Roman"/>
                      </a:endParaRPr>
                    </a:p>
                  </a:txBody>
                  <a:tcPr marL="0" marR="0" marT="1905" marB="0">
                    <a:lnR w="9525">
                      <a:solidFill>
                        <a:srgbClr val="000000"/>
                      </a:solidFill>
                      <a:prstDash val="solid"/>
                    </a:lnR>
                    <a:lnB w="952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pSp>
        <p:nvGrpSpPr>
          <p:cNvPr id="25" name="object 22">
            <a:extLst>
              <a:ext uri="{FF2B5EF4-FFF2-40B4-BE49-F238E27FC236}">
                <a16:creationId xmlns:a16="http://schemas.microsoft.com/office/drawing/2014/main" id="{351F5EA2-DADE-3FD8-07D0-AF2E002550CB}"/>
              </a:ext>
            </a:extLst>
          </p:cNvPr>
          <p:cNvGrpSpPr/>
          <p:nvPr/>
        </p:nvGrpSpPr>
        <p:grpSpPr>
          <a:xfrm>
            <a:off x="2720173" y="2105171"/>
            <a:ext cx="1918970" cy="1278890"/>
            <a:chOff x="2692974" y="1433919"/>
            <a:chExt cx="1918970" cy="1278890"/>
          </a:xfrm>
        </p:grpSpPr>
        <p:sp>
          <p:nvSpPr>
            <p:cNvPr id="26" name="object 23">
              <a:extLst>
                <a:ext uri="{FF2B5EF4-FFF2-40B4-BE49-F238E27FC236}">
                  <a16:creationId xmlns:a16="http://schemas.microsoft.com/office/drawing/2014/main" id="{127AE7A8-7960-FA25-3D2E-2CFD95899A7F}"/>
                </a:ext>
              </a:extLst>
            </p:cNvPr>
            <p:cNvSpPr/>
            <p:nvPr/>
          </p:nvSpPr>
          <p:spPr>
            <a:xfrm>
              <a:off x="2705341" y="1437395"/>
              <a:ext cx="1902460" cy="0"/>
            </a:xfrm>
            <a:custGeom>
              <a:avLst/>
              <a:gdLst/>
              <a:ahLst/>
              <a:cxnLst/>
              <a:rect l="l" t="t" r="r" b="b"/>
              <a:pathLst>
                <a:path w="1902460">
                  <a:moveTo>
                    <a:pt x="0" y="0"/>
                  </a:moveTo>
                  <a:lnTo>
                    <a:pt x="1902047" y="0"/>
                  </a:lnTo>
                </a:path>
              </a:pathLst>
            </a:custGeom>
            <a:ln w="6838">
              <a:solidFill>
                <a:srgbClr val="000000"/>
              </a:solidFill>
            </a:ln>
          </p:spPr>
          <p:txBody>
            <a:bodyPr wrap="square" lIns="0" tIns="0" rIns="0" bIns="0" rtlCol="0"/>
            <a:lstStyle/>
            <a:p>
              <a:endParaRPr/>
            </a:p>
          </p:txBody>
        </p:sp>
        <p:sp>
          <p:nvSpPr>
            <p:cNvPr id="27" name="object 24">
              <a:extLst>
                <a:ext uri="{FF2B5EF4-FFF2-40B4-BE49-F238E27FC236}">
                  <a16:creationId xmlns:a16="http://schemas.microsoft.com/office/drawing/2014/main" id="{ADDE2527-49D7-E194-1655-1E18DEBA812D}"/>
                </a:ext>
              </a:extLst>
            </p:cNvPr>
            <p:cNvSpPr/>
            <p:nvPr/>
          </p:nvSpPr>
          <p:spPr>
            <a:xfrm>
              <a:off x="2701159" y="1433951"/>
              <a:ext cx="1910714" cy="6985"/>
            </a:xfrm>
            <a:custGeom>
              <a:avLst/>
              <a:gdLst/>
              <a:ahLst/>
              <a:cxnLst/>
              <a:rect l="l" t="t" r="r" b="b"/>
              <a:pathLst>
                <a:path w="1910714" h="6984">
                  <a:moveTo>
                    <a:pt x="1910300" y="0"/>
                  </a:moveTo>
                  <a:lnTo>
                    <a:pt x="0" y="0"/>
                  </a:lnTo>
                  <a:lnTo>
                    <a:pt x="0" y="6827"/>
                  </a:lnTo>
                  <a:lnTo>
                    <a:pt x="1910300" y="6827"/>
                  </a:lnTo>
                  <a:lnTo>
                    <a:pt x="1910300" y="0"/>
                  </a:lnTo>
                  <a:close/>
                </a:path>
              </a:pathLst>
            </a:custGeom>
            <a:solidFill>
              <a:srgbClr val="000000"/>
            </a:solidFill>
          </p:spPr>
          <p:txBody>
            <a:bodyPr wrap="square" lIns="0" tIns="0" rIns="0" bIns="0" rtlCol="0"/>
            <a:lstStyle/>
            <a:p>
              <a:endParaRPr/>
            </a:p>
          </p:txBody>
        </p:sp>
        <p:sp>
          <p:nvSpPr>
            <p:cNvPr id="28" name="object 25">
              <a:extLst>
                <a:ext uri="{FF2B5EF4-FFF2-40B4-BE49-F238E27FC236}">
                  <a16:creationId xmlns:a16="http://schemas.microsoft.com/office/drawing/2014/main" id="{588D2020-9AD3-A197-DFE2-45A88F94D6EE}"/>
                </a:ext>
              </a:extLst>
            </p:cNvPr>
            <p:cNvSpPr/>
            <p:nvPr/>
          </p:nvSpPr>
          <p:spPr>
            <a:xfrm>
              <a:off x="2697088" y="1437395"/>
              <a:ext cx="0" cy="1271905"/>
            </a:xfrm>
            <a:custGeom>
              <a:avLst/>
              <a:gdLst/>
              <a:ahLst/>
              <a:cxnLst/>
              <a:rect l="l" t="t" r="r" b="b"/>
              <a:pathLst>
                <a:path h="1271905">
                  <a:moveTo>
                    <a:pt x="0" y="0"/>
                  </a:moveTo>
                  <a:lnTo>
                    <a:pt x="0" y="1271762"/>
                  </a:lnTo>
                </a:path>
              </a:pathLst>
            </a:custGeom>
            <a:ln w="8227">
              <a:solidFill>
                <a:srgbClr val="000000"/>
              </a:solidFill>
            </a:ln>
          </p:spPr>
          <p:txBody>
            <a:bodyPr wrap="square" lIns="0" tIns="0" rIns="0" bIns="0" rtlCol="0"/>
            <a:lstStyle/>
            <a:p>
              <a:endParaRPr/>
            </a:p>
          </p:txBody>
        </p:sp>
        <p:sp>
          <p:nvSpPr>
            <p:cNvPr id="29" name="object 26">
              <a:extLst>
                <a:ext uri="{FF2B5EF4-FFF2-40B4-BE49-F238E27FC236}">
                  <a16:creationId xmlns:a16="http://schemas.microsoft.com/office/drawing/2014/main" id="{3E37F715-4E80-768A-FEBF-E6406CA16278}"/>
                </a:ext>
              </a:extLst>
            </p:cNvPr>
            <p:cNvSpPr/>
            <p:nvPr/>
          </p:nvSpPr>
          <p:spPr>
            <a:xfrm>
              <a:off x="2693017" y="1433919"/>
              <a:ext cx="8255" cy="1278890"/>
            </a:xfrm>
            <a:custGeom>
              <a:avLst/>
              <a:gdLst/>
              <a:ahLst/>
              <a:cxnLst/>
              <a:rect l="l" t="t" r="r" b="b"/>
              <a:pathLst>
                <a:path w="8255" h="1278889">
                  <a:moveTo>
                    <a:pt x="8226" y="0"/>
                  </a:moveTo>
                  <a:lnTo>
                    <a:pt x="0" y="0"/>
                  </a:lnTo>
                  <a:lnTo>
                    <a:pt x="0" y="1278622"/>
                  </a:lnTo>
                  <a:lnTo>
                    <a:pt x="8226" y="1278622"/>
                  </a:lnTo>
                  <a:lnTo>
                    <a:pt x="8226" y="0"/>
                  </a:lnTo>
                  <a:close/>
                </a:path>
              </a:pathLst>
            </a:custGeom>
            <a:solidFill>
              <a:srgbClr val="000000"/>
            </a:solidFill>
          </p:spPr>
          <p:txBody>
            <a:bodyPr wrap="square" lIns="0" tIns="0" rIns="0" bIns="0" rtlCol="0"/>
            <a:lstStyle/>
            <a:p>
              <a:endParaRPr/>
            </a:p>
          </p:txBody>
        </p:sp>
        <p:sp>
          <p:nvSpPr>
            <p:cNvPr id="30" name="object 27">
              <a:extLst>
                <a:ext uri="{FF2B5EF4-FFF2-40B4-BE49-F238E27FC236}">
                  <a16:creationId xmlns:a16="http://schemas.microsoft.com/office/drawing/2014/main" id="{9B88A65D-5A97-6356-885D-E8B6BB53076E}"/>
                </a:ext>
              </a:extLst>
            </p:cNvPr>
            <p:cNvSpPr/>
            <p:nvPr/>
          </p:nvSpPr>
          <p:spPr>
            <a:xfrm>
              <a:off x="4607388" y="1444255"/>
              <a:ext cx="0" cy="1264920"/>
            </a:xfrm>
            <a:custGeom>
              <a:avLst/>
              <a:gdLst/>
              <a:ahLst/>
              <a:cxnLst/>
              <a:rect l="l" t="t" r="r" b="b"/>
              <a:pathLst>
                <a:path h="1264920">
                  <a:moveTo>
                    <a:pt x="0" y="0"/>
                  </a:moveTo>
                  <a:lnTo>
                    <a:pt x="0" y="1264902"/>
                  </a:lnTo>
                </a:path>
              </a:pathLst>
            </a:custGeom>
            <a:ln w="8227">
              <a:solidFill>
                <a:srgbClr val="000000"/>
              </a:solidFill>
            </a:ln>
          </p:spPr>
          <p:txBody>
            <a:bodyPr wrap="square" lIns="0" tIns="0" rIns="0" bIns="0" rtlCol="0"/>
            <a:lstStyle/>
            <a:p>
              <a:endParaRPr/>
            </a:p>
          </p:txBody>
        </p:sp>
        <p:sp>
          <p:nvSpPr>
            <p:cNvPr id="31" name="object 28">
              <a:extLst>
                <a:ext uri="{FF2B5EF4-FFF2-40B4-BE49-F238E27FC236}">
                  <a16:creationId xmlns:a16="http://schemas.microsoft.com/office/drawing/2014/main" id="{F6ECE88C-062C-3EB7-F69E-A13F8E4FD0F5}"/>
                </a:ext>
              </a:extLst>
            </p:cNvPr>
            <p:cNvSpPr/>
            <p:nvPr/>
          </p:nvSpPr>
          <p:spPr>
            <a:xfrm>
              <a:off x="4603317" y="1440779"/>
              <a:ext cx="8255" cy="1271905"/>
            </a:xfrm>
            <a:custGeom>
              <a:avLst/>
              <a:gdLst/>
              <a:ahLst/>
              <a:cxnLst/>
              <a:rect l="l" t="t" r="r" b="b"/>
              <a:pathLst>
                <a:path w="8254" h="1271905">
                  <a:moveTo>
                    <a:pt x="8227" y="0"/>
                  </a:moveTo>
                  <a:lnTo>
                    <a:pt x="0" y="0"/>
                  </a:lnTo>
                  <a:lnTo>
                    <a:pt x="0" y="1271762"/>
                  </a:lnTo>
                  <a:lnTo>
                    <a:pt x="8227" y="1271762"/>
                  </a:lnTo>
                  <a:lnTo>
                    <a:pt x="8227" y="0"/>
                  </a:lnTo>
                  <a:close/>
                </a:path>
              </a:pathLst>
            </a:custGeom>
            <a:solidFill>
              <a:srgbClr val="000000"/>
            </a:solidFill>
          </p:spPr>
          <p:txBody>
            <a:bodyPr wrap="square" lIns="0" tIns="0" rIns="0" bIns="0" rtlCol="0"/>
            <a:lstStyle/>
            <a:p>
              <a:endParaRPr/>
            </a:p>
          </p:txBody>
        </p:sp>
        <p:sp>
          <p:nvSpPr>
            <p:cNvPr id="32" name="object 29">
              <a:extLst>
                <a:ext uri="{FF2B5EF4-FFF2-40B4-BE49-F238E27FC236}">
                  <a16:creationId xmlns:a16="http://schemas.microsoft.com/office/drawing/2014/main" id="{30BAC98B-CDFA-B915-E10F-328662A98B77}"/>
                </a:ext>
              </a:extLst>
            </p:cNvPr>
            <p:cNvSpPr/>
            <p:nvPr/>
          </p:nvSpPr>
          <p:spPr>
            <a:xfrm>
              <a:off x="2705341" y="2709157"/>
              <a:ext cx="1902460" cy="0"/>
            </a:xfrm>
            <a:custGeom>
              <a:avLst/>
              <a:gdLst/>
              <a:ahLst/>
              <a:cxnLst/>
              <a:rect l="l" t="t" r="r" b="b"/>
              <a:pathLst>
                <a:path w="1902460">
                  <a:moveTo>
                    <a:pt x="0" y="0"/>
                  </a:moveTo>
                  <a:lnTo>
                    <a:pt x="1902047" y="0"/>
                  </a:lnTo>
                </a:path>
              </a:pathLst>
            </a:custGeom>
            <a:ln w="6838">
              <a:solidFill>
                <a:srgbClr val="000000"/>
              </a:solidFill>
            </a:ln>
          </p:spPr>
          <p:txBody>
            <a:bodyPr wrap="square" lIns="0" tIns="0" rIns="0" bIns="0" rtlCol="0"/>
            <a:lstStyle/>
            <a:p>
              <a:endParaRPr/>
            </a:p>
          </p:txBody>
        </p:sp>
        <p:sp>
          <p:nvSpPr>
            <p:cNvPr id="33" name="object 30">
              <a:extLst>
                <a:ext uri="{FF2B5EF4-FFF2-40B4-BE49-F238E27FC236}">
                  <a16:creationId xmlns:a16="http://schemas.microsoft.com/office/drawing/2014/main" id="{5C44CEE8-D963-F3E8-F43F-20340100D076}"/>
                </a:ext>
              </a:extLst>
            </p:cNvPr>
            <p:cNvSpPr/>
            <p:nvPr/>
          </p:nvSpPr>
          <p:spPr>
            <a:xfrm>
              <a:off x="2701159" y="2705714"/>
              <a:ext cx="1910714" cy="6985"/>
            </a:xfrm>
            <a:custGeom>
              <a:avLst/>
              <a:gdLst/>
              <a:ahLst/>
              <a:cxnLst/>
              <a:rect l="l" t="t" r="r" b="b"/>
              <a:pathLst>
                <a:path w="1910714" h="6985">
                  <a:moveTo>
                    <a:pt x="1910300" y="0"/>
                  </a:moveTo>
                  <a:lnTo>
                    <a:pt x="0" y="0"/>
                  </a:lnTo>
                  <a:lnTo>
                    <a:pt x="0" y="6827"/>
                  </a:lnTo>
                  <a:lnTo>
                    <a:pt x="1910300" y="6827"/>
                  </a:lnTo>
                  <a:lnTo>
                    <a:pt x="1910300"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23830545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5CA9C-D6C6-4BAF-EB48-51F7E77F6E60}"/>
              </a:ext>
            </a:extLst>
          </p:cNvPr>
          <p:cNvSpPr>
            <a:spLocks noGrp="1"/>
          </p:cNvSpPr>
          <p:nvPr>
            <p:ph type="title"/>
          </p:nvPr>
        </p:nvSpPr>
        <p:spPr/>
        <p:txBody>
          <a:bodyPr/>
          <a:lstStyle/>
          <a:p>
            <a:r>
              <a:rPr lang="en-US" dirty="0"/>
              <a:t>Cycle-16</a:t>
            </a:r>
            <a:endParaRPr lang="en-IN" dirty="0"/>
          </a:p>
        </p:txBody>
      </p:sp>
      <p:sp>
        <p:nvSpPr>
          <p:cNvPr id="4" name="Footer Placeholder 3">
            <a:extLst>
              <a:ext uri="{FF2B5EF4-FFF2-40B4-BE49-F238E27FC236}">
                <a16:creationId xmlns:a16="http://schemas.microsoft.com/office/drawing/2014/main" id="{F03E9867-486E-4ED3-B0D0-6924B8B87EE1}"/>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A87004FA-5417-B69E-9349-FE49E2C198A3}"/>
              </a:ext>
            </a:extLst>
          </p:cNvPr>
          <p:cNvSpPr>
            <a:spLocks noGrp="1"/>
          </p:cNvSpPr>
          <p:nvPr>
            <p:ph type="sldNum" sz="quarter" idx="12"/>
          </p:nvPr>
        </p:nvSpPr>
        <p:spPr/>
        <p:txBody>
          <a:bodyPr/>
          <a:lstStyle/>
          <a:p>
            <a:fld id="{B8651ABE-1138-46C6-9A43-7FCD4EB2550C}" type="slidenum">
              <a:rPr lang="en-IN" smtClean="0"/>
              <a:pPr/>
              <a:t>37</a:t>
            </a:fld>
            <a:endParaRPr lang="en-IN" dirty="0"/>
          </a:p>
        </p:txBody>
      </p:sp>
      <p:sp>
        <p:nvSpPr>
          <p:cNvPr id="6" name="object 3">
            <a:extLst>
              <a:ext uri="{FF2B5EF4-FFF2-40B4-BE49-F238E27FC236}">
                <a16:creationId xmlns:a16="http://schemas.microsoft.com/office/drawing/2014/main" id="{17E3CA45-A8FD-48B0-9765-942C9F3A737C}"/>
              </a:ext>
            </a:extLst>
          </p:cNvPr>
          <p:cNvSpPr txBox="1"/>
          <p:nvPr/>
        </p:nvSpPr>
        <p:spPr>
          <a:xfrm>
            <a:off x="55634" y="1579439"/>
            <a:ext cx="1938655" cy="288290"/>
          </a:xfrm>
          <a:prstGeom prst="rect">
            <a:avLst/>
          </a:prstGeom>
        </p:spPr>
        <p:txBody>
          <a:bodyPr vert="horz" wrap="square" lIns="0" tIns="15875" rIns="0" bIns="0" rtlCol="0">
            <a:spAutoFit/>
          </a:bodyPr>
          <a:lstStyle/>
          <a:p>
            <a:pPr marL="12700">
              <a:lnSpc>
                <a:spcPct val="100000"/>
              </a:lnSpc>
              <a:spcBef>
                <a:spcPts val="125"/>
              </a:spcBef>
            </a:pPr>
            <a:r>
              <a:rPr sz="1700" i="1" spc="145" dirty="0">
                <a:solidFill>
                  <a:srgbClr val="FF0000"/>
                </a:solidFill>
                <a:latin typeface="Times New Roman"/>
                <a:cs typeface="Times New Roman"/>
              </a:rPr>
              <a:t>Instruction</a:t>
            </a:r>
            <a:r>
              <a:rPr sz="1700" i="1" spc="25" dirty="0">
                <a:solidFill>
                  <a:srgbClr val="FF0000"/>
                </a:solidFill>
                <a:latin typeface="Times New Roman"/>
                <a:cs typeface="Times New Roman"/>
              </a:rPr>
              <a:t> </a:t>
            </a:r>
            <a:r>
              <a:rPr sz="1700" i="1" spc="130" dirty="0">
                <a:solidFill>
                  <a:srgbClr val="FF0000"/>
                </a:solidFill>
                <a:latin typeface="Times New Roman"/>
                <a:cs typeface="Times New Roman"/>
              </a:rPr>
              <a:t>status:</a:t>
            </a:r>
            <a:endParaRPr sz="1700">
              <a:latin typeface="Times New Roman"/>
              <a:cs typeface="Times New Roman"/>
            </a:endParaRPr>
          </a:p>
        </p:txBody>
      </p:sp>
      <p:sp>
        <p:nvSpPr>
          <p:cNvPr id="7" name="object 4">
            <a:extLst>
              <a:ext uri="{FF2B5EF4-FFF2-40B4-BE49-F238E27FC236}">
                <a16:creationId xmlns:a16="http://schemas.microsoft.com/office/drawing/2014/main" id="{98B92841-71DA-281D-AA54-C77C46FF1CFB}"/>
              </a:ext>
            </a:extLst>
          </p:cNvPr>
          <p:cNvSpPr txBox="1"/>
          <p:nvPr/>
        </p:nvSpPr>
        <p:spPr>
          <a:xfrm>
            <a:off x="5894393" y="1859860"/>
            <a:ext cx="1363345" cy="247650"/>
          </a:xfrm>
          <a:prstGeom prst="rect">
            <a:avLst/>
          </a:prstGeom>
        </p:spPr>
        <p:txBody>
          <a:bodyPr vert="horz" wrap="square" lIns="0" tIns="13335" rIns="0" bIns="0" rtlCol="0">
            <a:spAutoFit/>
          </a:bodyPr>
          <a:lstStyle/>
          <a:p>
            <a:pPr marL="12700">
              <a:lnSpc>
                <a:spcPct val="100000"/>
              </a:lnSpc>
              <a:spcBef>
                <a:spcPts val="105"/>
              </a:spcBef>
              <a:tabLst>
                <a:tab pos="621665" algn="l"/>
              </a:tabLst>
            </a:pPr>
            <a:r>
              <a:rPr sz="1450" spc="150" dirty="0">
                <a:latin typeface="Times New Roman"/>
                <a:cs typeface="Times New Roman"/>
              </a:rPr>
              <a:t>Busy	</a:t>
            </a:r>
            <a:r>
              <a:rPr sz="1450" spc="135" dirty="0">
                <a:latin typeface="Times New Roman"/>
                <a:cs typeface="Times New Roman"/>
              </a:rPr>
              <a:t>Address</a:t>
            </a:r>
            <a:endParaRPr sz="1450">
              <a:latin typeface="Times New Roman"/>
              <a:cs typeface="Times New Roman"/>
            </a:endParaRPr>
          </a:p>
        </p:txBody>
      </p:sp>
      <p:sp>
        <p:nvSpPr>
          <p:cNvPr id="8" name="object 5">
            <a:extLst>
              <a:ext uri="{FF2B5EF4-FFF2-40B4-BE49-F238E27FC236}">
                <a16:creationId xmlns:a16="http://schemas.microsoft.com/office/drawing/2014/main" id="{FEC9AEBB-B490-CD51-2EC1-66986C8135B8}"/>
              </a:ext>
            </a:extLst>
          </p:cNvPr>
          <p:cNvSpPr txBox="1"/>
          <p:nvPr/>
        </p:nvSpPr>
        <p:spPr>
          <a:xfrm>
            <a:off x="3609561" y="2084181"/>
            <a:ext cx="210185" cy="873760"/>
          </a:xfrm>
          <a:prstGeom prst="rect">
            <a:avLst/>
          </a:prstGeom>
        </p:spPr>
        <p:txBody>
          <a:bodyPr vert="horz" wrap="square" lIns="0" tIns="26670" rIns="0" bIns="0" rtlCol="0">
            <a:spAutoFit/>
          </a:bodyPr>
          <a:lstStyle/>
          <a:p>
            <a:pPr marL="48895">
              <a:lnSpc>
                <a:spcPct val="100000"/>
              </a:lnSpc>
              <a:spcBef>
                <a:spcPts val="210"/>
              </a:spcBef>
            </a:pPr>
            <a:r>
              <a:rPr sz="1300" spc="125" dirty="0">
                <a:latin typeface="Times New Roman"/>
                <a:cs typeface="Times New Roman"/>
              </a:rPr>
              <a:t>3</a:t>
            </a:r>
            <a:endParaRPr sz="1300">
              <a:latin typeface="Times New Roman"/>
              <a:cs typeface="Times New Roman"/>
            </a:endParaRPr>
          </a:p>
          <a:p>
            <a:pPr marL="48895">
              <a:lnSpc>
                <a:spcPct val="100000"/>
              </a:lnSpc>
              <a:spcBef>
                <a:spcPts val="110"/>
              </a:spcBef>
            </a:pPr>
            <a:r>
              <a:rPr sz="1300" spc="125" dirty="0">
                <a:latin typeface="Times New Roman"/>
                <a:cs typeface="Times New Roman"/>
              </a:rPr>
              <a:t>4</a:t>
            </a:r>
            <a:endParaRPr sz="1300">
              <a:latin typeface="Times New Roman"/>
              <a:cs typeface="Times New Roman"/>
            </a:endParaRPr>
          </a:p>
          <a:p>
            <a:pPr>
              <a:lnSpc>
                <a:spcPct val="100000"/>
              </a:lnSpc>
              <a:spcBef>
                <a:spcPts val="110"/>
              </a:spcBef>
            </a:pPr>
            <a:r>
              <a:rPr sz="1300" spc="120" dirty="0">
                <a:latin typeface="Times New Roman"/>
                <a:cs typeface="Times New Roman"/>
              </a:rPr>
              <a:t>15</a:t>
            </a:r>
            <a:endParaRPr sz="1300">
              <a:latin typeface="Times New Roman"/>
              <a:cs typeface="Times New Roman"/>
            </a:endParaRPr>
          </a:p>
          <a:p>
            <a:pPr marL="48895">
              <a:lnSpc>
                <a:spcPct val="100000"/>
              </a:lnSpc>
              <a:spcBef>
                <a:spcPts val="105"/>
              </a:spcBef>
            </a:pPr>
            <a:r>
              <a:rPr sz="1300" spc="125" dirty="0">
                <a:latin typeface="Times New Roman"/>
                <a:cs typeface="Times New Roman"/>
              </a:rPr>
              <a:t>7</a:t>
            </a:r>
            <a:endParaRPr sz="1300">
              <a:latin typeface="Times New Roman"/>
              <a:cs typeface="Times New Roman"/>
            </a:endParaRPr>
          </a:p>
        </p:txBody>
      </p:sp>
      <p:sp>
        <p:nvSpPr>
          <p:cNvPr id="9" name="object 6">
            <a:extLst>
              <a:ext uri="{FF2B5EF4-FFF2-40B4-BE49-F238E27FC236}">
                <a16:creationId xmlns:a16="http://schemas.microsoft.com/office/drawing/2014/main" id="{FD5282E4-7761-9C89-7921-815419A2C72C}"/>
              </a:ext>
            </a:extLst>
          </p:cNvPr>
          <p:cNvSpPr txBox="1"/>
          <p:nvPr/>
        </p:nvSpPr>
        <p:spPr>
          <a:xfrm>
            <a:off x="4227108" y="2084181"/>
            <a:ext cx="210185" cy="873760"/>
          </a:xfrm>
          <a:prstGeom prst="rect">
            <a:avLst/>
          </a:prstGeom>
        </p:spPr>
        <p:txBody>
          <a:bodyPr vert="horz" wrap="square" lIns="0" tIns="26670" rIns="0" bIns="0" rtlCol="0">
            <a:spAutoFit/>
          </a:bodyPr>
          <a:lstStyle/>
          <a:p>
            <a:pPr marL="48895">
              <a:lnSpc>
                <a:spcPct val="100000"/>
              </a:lnSpc>
              <a:spcBef>
                <a:spcPts val="210"/>
              </a:spcBef>
            </a:pPr>
            <a:r>
              <a:rPr sz="1300" spc="125" dirty="0">
                <a:latin typeface="Times New Roman"/>
                <a:cs typeface="Times New Roman"/>
              </a:rPr>
              <a:t>4</a:t>
            </a:r>
            <a:endParaRPr sz="1300">
              <a:latin typeface="Times New Roman"/>
              <a:cs typeface="Times New Roman"/>
            </a:endParaRPr>
          </a:p>
          <a:p>
            <a:pPr marL="48895">
              <a:lnSpc>
                <a:spcPct val="100000"/>
              </a:lnSpc>
              <a:spcBef>
                <a:spcPts val="110"/>
              </a:spcBef>
            </a:pPr>
            <a:r>
              <a:rPr sz="1300" spc="125" dirty="0">
                <a:latin typeface="Times New Roman"/>
                <a:cs typeface="Times New Roman"/>
              </a:rPr>
              <a:t>5</a:t>
            </a:r>
            <a:endParaRPr sz="1300">
              <a:latin typeface="Times New Roman"/>
              <a:cs typeface="Times New Roman"/>
            </a:endParaRPr>
          </a:p>
          <a:p>
            <a:pPr>
              <a:lnSpc>
                <a:spcPct val="100000"/>
              </a:lnSpc>
              <a:spcBef>
                <a:spcPts val="110"/>
              </a:spcBef>
            </a:pPr>
            <a:r>
              <a:rPr sz="1300" spc="120" dirty="0">
                <a:latin typeface="Times New Roman"/>
                <a:cs typeface="Times New Roman"/>
              </a:rPr>
              <a:t>16</a:t>
            </a:r>
            <a:endParaRPr sz="1300">
              <a:latin typeface="Times New Roman"/>
              <a:cs typeface="Times New Roman"/>
            </a:endParaRPr>
          </a:p>
          <a:p>
            <a:pPr marL="48895">
              <a:lnSpc>
                <a:spcPct val="100000"/>
              </a:lnSpc>
              <a:spcBef>
                <a:spcPts val="105"/>
              </a:spcBef>
            </a:pPr>
            <a:r>
              <a:rPr sz="1300" spc="125" dirty="0">
                <a:latin typeface="Times New Roman"/>
                <a:cs typeface="Times New Roman"/>
              </a:rPr>
              <a:t>8</a:t>
            </a:r>
            <a:endParaRPr sz="1300">
              <a:latin typeface="Times New Roman"/>
              <a:cs typeface="Times New Roman"/>
            </a:endParaRPr>
          </a:p>
        </p:txBody>
      </p:sp>
      <p:sp>
        <p:nvSpPr>
          <p:cNvPr id="10" name="object 7">
            <a:extLst>
              <a:ext uri="{FF2B5EF4-FFF2-40B4-BE49-F238E27FC236}">
                <a16:creationId xmlns:a16="http://schemas.microsoft.com/office/drawing/2014/main" id="{99E99724-CAE2-33F8-B9A1-98C2A83CE44E}"/>
              </a:ext>
            </a:extLst>
          </p:cNvPr>
          <p:cNvSpPr txBox="1"/>
          <p:nvPr/>
        </p:nvSpPr>
        <p:spPr>
          <a:xfrm>
            <a:off x="368531" y="1858896"/>
            <a:ext cx="880744" cy="1522730"/>
          </a:xfrm>
          <a:prstGeom prst="rect">
            <a:avLst/>
          </a:prstGeom>
        </p:spPr>
        <p:txBody>
          <a:bodyPr vert="horz" wrap="square" lIns="0" tIns="12700" rIns="0" bIns="0" rtlCol="0">
            <a:spAutoFit/>
          </a:bodyPr>
          <a:lstStyle/>
          <a:p>
            <a:pPr marL="12700" marR="5080">
              <a:lnSpc>
                <a:spcPct val="110400"/>
              </a:lnSpc>
              <a:spcBef>
                <a:spcPts val="100"/>
              </a:spcBef>
            </a:pPr>
            <a:r>
              <a:rPr sz="1300" spc="105" dirty="0">
                <a:latin typeface="Times New Roman"/>
                <a:cs typeface="Times New Roman"/>
              </a:rPr>
              <a:t>In</a:t>
            </a:r>
            <a:r>
              <a:rPr sz="1300" spc="70" dirty="0">
                <a:latin typeface="Times New Roman"/>
                <a:cs typeface="Times New Roman"/>
              </a:rPr>
              <a:t>s</a:t>
            </a:r>
            <a:r>
              <a:rPr sz="1300" spc="85" dirty="0">
                <a:latin typeface="Times New Roman"/>
                <a:cs typeface="Times New Roman"/>
              </a:rPr>
              <a:t>t</a:t>
            </a:r>
            <a:r>
              <a:rPr sz="1300" spc="105" dirty="0">
                <a:latin typeface="Times New Roman"/>
                <a:cs typeface="Times New Roman"/>
              </a:rPr>
              <a:t>ruct</a:t>
            </a:r>
            <a:r>
              <a:rPr sz="1300" spc="25" dirty="0">
                <a:latin typeface="Times New Roman"/>
                <a:cs typeface="Times New Roman"/>
              </a:rPr>
              <a:t>i</a:t>
            </a:r>
            <a:r>
              <a:rPr sz="1300" spc="95" dirty="0">
                <a:latin typeface="Times New Roman"/>
                <a:cs typeface="Times New Roman"/>
              </a:rPr>
              <a:t>on  </a:t>
            </a:r>
            <a:r>
              <a:rPr sz="1300" spc="190" dirty="0">
                <a:latin typeface="Times New Roman"/>
                <a:cs typeface="Times New Roman"/>
              </a:rPr>
              <a:t>LD</a:t>
            </a:r>
            <a:endParaRPr sz="1300">
              <a:latin typeface="Times New Roman"/>
              <a:cs typeface="Times New Roman"/>
            </a:endParaRPr>
          </a:p>
          <a:p>
            <a:pPr marL="12700" marR="173990">
              <a:lnSpc>
                <a:spcPct val="107000"/>
              </a:lnSpc>
            </a:pPr>
            <a:r>
              <a:rPr sz="1300" spc="190" dirty="0">
                <a:solidFill>
                  <a:srgbClr val="FF0000"/>
                </a:solidFill>
                <a:latin typeface="Times New Roman"/>
                <a:cs typeface="Times New Roman"/>
              </a:rPr>
              <a:t>LD </a:t>
            </a:r>
            <a:r>
              <a:rPr sz="1300" spc="195" dirty="0">
                <a:solidFill>
                  <a:srgbClr val="FF0000"/>
                </a:solidFill>
                <a:latin typeface="Times New Roman"/>
                <a:cs typeface="Times New Roman"/>
              </a:rPr>
              <a:t> </a:t>
            </a:r>
            <a:r>
              <a:rPr sz="1300" spc="200" dirty="0">
                <a:solidFill>
                  <a:srgbClr val="0000FF"/>
                </a:solidFill>
                <a:latin typeface="Times New Roman"/>
                <a:cs typeface="Times New Roman"/>
              </a:rPr>
              <a:t>M</a:t>
            </a:r>
            <a:r>
              <a:rPr sz="1300" spc="95" dirty="0">
                <a:solidFill>
                  <a:srgbClr val="0000FF"/>
                </a:solidFill>
                <a:latin typeface="Times New Roman"/>
                <a:cs typeface="Times New Roman"/>
              </a:rPr>
              <a:t>U</a:t>
            </a:r>
            <a:r>
              <a:rPr sz="1300" spc="170" dirty="0">
                <a:solidFill>
                  <a:srgbClr val="0000FF"/>
                </a:solidFill>
                <a:latin typeface="Times New Roman"/>
                <a:cs typeface="Times New Roman"/>
              </a:rPr>
              <a:t>L</a:t>
            </a:r>
            <a:r>
              <a:rPr sz="1300" spc="110" dirty="0">
                <a:solidFill>
                  <a:srgbClr val="0000FF"/>
                </a:solidFill>
                <a:latin typeface="Times New Roman"/>
                <a:cs typeface="Times New Roman"/>
              </a:rPr>
              <a:t>T</a:t>
            </a:r>
            <a:r>
              <a:rPr sz="1300" spc="100" dirty="0">
                <a:solidFill>
                  <a:srgbClr val="0000FF"/>
                </a:solidFill>
                <a:latin typeface="Times New Roman"/>
                <a:cs typeface="Times New Roman"/>
              </a:rPr>
              <a:t>D  </a:t>
            </a:r>
            <a:r>
              <a:rPr sz="1300" spc="125" dirty="0">
                <a:solidFill>
                  <a:srgbClr val="FF00FF"/>
                </a:solidFill>
                <a:latin typeface="Times New Roman"/>
                <a:cs typeface="Times New Roman"/>
              </a:rPr>
              <a:t>SUBD </a:t>
            </a:r>
            <a:r>
              <a:rPr sz="1300" spc="130" dirty="0">
                <a:solidFill>
                  <a:srgbClr val="FF00FF"/>
                </a:solidFill>
                <a:latin typeface="Times New Roman"/>
                <a:cs typeface="Times New Roman"/>
              </a:rPr>
              <a:t> </a:t>
            </a:r>
            <a:r>
              <a:rPr sz="1300" spc="130" dirty="0">
                <a:solidFill>
                  <a:srgbClr val="00FF00"/>
                </a:solidFill>
                <a:latin typeface="Times New Roman"/>
                <a:cs typeface="Times New Roman"/>
              </a:rPr>
              <a:t>DIVD </a:t>
            </a:r>
            <a:r>
              <a:rPr sz="1300" spc="135" dirty="0">
                <a:solidFill>
                  <a:srgbClr val="00FF00"/>
                </a:solidFill>
                <a:latin typeface="Times New Roman"/>
                <a:cs typeface="Times New Roman"/>
              </a:rPr>
              <a:t> </a:t>
            </a:r>
            <a:r>
              <a:rPr sz="1300" spc="160" dirty="0">
                <a:latin typeface="Times New Roman"/>
                <a:cs typeface="Times New Roman"/>
              </a:rPr>
              <a:t>ADDD</a:t>
            </a:r>
            <a:endParaRPr sz="1300">
              <a:latin typeface="Times New Roman"/>
              <a:cs typeface="Times New Roman"/>
            </a:endParaRPr>
          </a:p>
        </p:txBody>
      </p:sp>
      <p:sp>
        <p:nvSpPr>
          <p:cNvPr id="11" name="object 8">
            <a:extLst>
              <a:ext uri="{FF2B5EF4-FFF2-40B4-BE49-F238E27FC236}">
                <a16:creationId xmlns:a16="http://schemas.microsoft.com/office/drawing/2014/main" id="{528DA130-FA91-0F11-8053-0C1BA166B19D}"/>
              </a:ext>
            </a:extLst>
          </p:cNvPr>
          <p:cNvSpPr txBox="1"/>
          <p:nvPr/>
        </p:nvSpPr>
        <p:spPr>
          <a:xfrm>
            <a:off x="1224942" y="1589237"/>
            <a:ext cx="3413125" cy="1792605"/>
          </a:xfrm>
          <a:prstGeom prst="rect">
            <a:avLst/>
          </a:prstGeom>
        </p:spPr>
        <p:txBody>
          <a:bodyPr vert="horz" wrap="square" lIns="0" tIns="37465" rIns="0" bIns="0" rtlCol="0">
            <a:spAutoFit/>
          </a:bodyPr>
          <a:lstStyle/>
          <a:p>
            <a:pPr marL="2211070">
              <a:lnSpc>
                <a:spcPct val="100000"/>
              </a:lnSpc>
              <a:spcBef>
                <a:spcPts val="295"/>
              </a:spcBef>
              <a:tabLst>
                <a:tab pos="2828925" algn="l"/>
              </a:tabLst>
            </a:pPr>
            <a:r>
              <a:rPr sz="1450" i="1" spc="150" dirty="0">
                <a:latin typeface="Times New Roman"/>
                <a:cs typeface="Times New Roman"/>
              </a:rPr>
              <a:t>Exec	</a:t>
            </a:r>
            <a:r>
              <a:rPr sz="1450" i="1" spc="140" dirty="0">
                <a:latin typeface="Times New Roman"/>
                <a:cs typeface="Times New Roman"/>
              </a:rPr>
              <a:t>Write</a:t>
            </a:r>
            <a:endParaRPr sz="1450">
              <a:latin typeface="Times New Roman"/>
              <a:cs typeface="Times New Roman"/>
            </a:endParaRPr>
          </a:p>
          <a:p>
            <a:pPr marL="671195">
              <a:lnSpc>
                <a:spcPct val="100000"/>
              </a:lnSpc>
              <a:spcBef>
                <a:spcPts val="200"/>
              </a:spcBef>
              <a:tabLst>
                <a:tab pos="1189990" algn="l"/>
                <a:tab pos="1585595" algn="l"/>
                <a:tab pos="2211070" algn="l"/>
              </a:tabLst>
            </a:pPr>
            <a:r>
              <a:rPr sz="1300" i="1" spc="70" dirty="0">
                <a:latin typeface="Times New Roman"/>
                <a:cs typeface="Times New Roman"/>
              </a:rPr>
              <a:t>j	</a:t>
            </a:r>
            <a:r>
              <a:rPr sz="1300" i="1" spc="110" dirty="0">
                <a:latin typeface="Times New Roman"/>
                <a:cs typeface="Times New Roman"/>
              </a:rPr>
              <a:t>k	</a:t>
            </a:r>
            <a:r>
              <a:rPr sz="1450" i="1" spc="135" dirty="0">
                <a:latin typeface="Times New Roman"/>
                <a:cs typeface="Times New Roman"/>
              </a:rPr>
              <a:t>Issue	</a:t>
            </a:r>
            <a:r>
              <a:rPr sz="1450" i="1" spc="190" dirty="0">
                <a:latin typeface="Times New Roman"/>
                <a:cs typeface="Times New Roman"/>
              </a:rPr>
              <a:t>Comp </a:t>
            </a:r>
            <a:r>
              <a:rPr sz="1450" i="1" spc="140" dirty="0">
                <a:latin typeface="Times New Roman"/>
                <a:cs typeface="Times New Roman"/>
              </a:rPr>
              <a:t>Result</a:t>
            </a:r>
            <a:endParaRPr sz="1450">
              <a:latin typeface="Times New Roman"/>
              <a:cs typeface="Times New Roman"/>
            </a:endParaRPr>
          </a:p>
          <a:p>
            <a:pPr marL="61594">
              <a:lnSpc>
                <a:spcPct val="100000"/>
              </a:lnSpc>
              <a:spcBef>
                <a:spcPts val="130"/>
              </a:spcBef>
              <a:tabLst>
                <a:tab pos="555625" algn="l"/>
                <a:tab pos="1140460" algn="l"/>
              </a:tabLst>
            </a:pPr>
            <a:r>
              <a:rPr sz="1300" spc="120" dirty="0">
                <a:latin typeface="Times New Roman"/>
                <a:cs typeface="Times New Roman"/>
              </a:rPr>
              <a:t>F6	</a:t>
            </a:r>
            <a:r>
              <a:rPr sz="1300" spc="130" dirty="0">
                <a:latin typeface="Times New Roman"/>
                <a:cs typeface="Times New Roman"/>
              </a:rPr>
              <a:t>34+	</a:t>
            </a:r>
            <a:r>
              <a:rPr sz="1300" spc="140" dirty="0">
                <a:latin typeface="Times New Roman"/>
                <a:cs typeface="Times New Roman"/>
              </a:rPr>
              <a:t>R2</a:t>
            </a:r>
            <a:endParaRPr sz="1300">
              <a:latin typeface="Times New Roman"/>
              <a:cs typeface="Times New Roman"/>
            </a:endParaRPr>
          </a:p>
          <a:p>
            <a:pPr marL="61594">
              <a:lnSpc>
                <a:spcPct val="100000"/>
              </a:lnSpc>
              <a:spcBef>
                <a:spcPts val="110"/>
              </a:spcBef>
              <a:tabLst>
                <a:tab pos="555625" algn="l"/>
                <a:tab pos="1140460" algn="l"/>
              </a:tabLst>
            </a:pPr>
            <a:r>
              <a:rPr sz="1300" spc="120" dirty="0">
                <a:solidFill>
                  <a:srgbClr val="FF0000"/>
                </a:solidFill>
                <a:latin typeface="Times New Roman"/>
                <a:cs typeface="Times New Roman"/>
              </a:rPr>
              <a:t>F2	</a:t>
            </a:r>
            <a:r>
              <a:rPr sz="1300" spc="130" dirty="0">
                <a:solidFill>
                  <a:srgbClr val="FF0000"/>
                </a:solidFill>
                <a:latin typeface="Times New Roman"/>
                <a:cs typeface="Times New Roman"/>
              </a:rPr>
              <a:t>45+	</a:t>
            </a:r>
            <a:r>
              <a:rPr sz="1300" spc="140" dirty="0">
                <a:solidFill>
                  <a:srgbClr val="FF0000"/>
                </a:solidFill>
                <a:latin typeface="Times New Roman"/>
                <a:cs typeface="Times New Roman"/>
              </a:rPr>
              <a:t>R3</a:t>
            </a:r>
            <a:endParaRPr sz="1300">
              <a:latin typeface="Times New Roman"/>
              <a:cs typeface="Times New Roman"/>
            </a:endParaRPr>
          </a:p>
          <a:p>
            <a:pPr marL="61594">
              <a:lnSpc>
                <a:spcPct val="100000"/>
              </a:lnSpc>
              <a:spcBef>
                <a:spcPts val="110"/>
              </a:spcBef>
              <a:tabLst>
                <a:tab pos="613410" algn="l"/>
                <a:tab pos="1148715" algn="l"/>
              </a:tabLst>
            </a:pPr>
            <a:r>
              <a:rPr sz="1300" spc="120" dirty="0">
                <a:solidFill>
                  <a:srgbClr val="0000FF"/>
                </a:solidFill>
                <a:latin typeface="Times New Roman"/>
                <a:cs typeface="Times New Roman"/>
              </a:rPr>
              <a:t>F0	F2	</a:t>
            </a:r>
            <a:r>
              <a:rPr sz="1300" spc="110" dirty="0">
                <a:solidFill>
                  <a:srgbClr val="0000FF"/>
                </a:solidFill>
                <a:latin typeface="Times New Roman"/>
                <a:cs typeface="Times New Roman"/>
              </a:rPr>
              <a:t>F4</a:t>
            </a:r>
            <a:endParaRPr sz="1300">
              <a:latin typeface="Times New Roman"/>
              <a:cs typeface="Times New Roman"/>
            </a:endParaRPr>
          </a:p>
          <a:p>
            <a:pPr marL="61594">
              <a:lnSpc>
                <a:spcPct val="100000"/>
              </a:lnSpc>
              <a:spcBef>
                <a:spcPts val="110"/>
              </a:spcBef>
              <a:tabLst>
                <a:tab pos="613410" algn="l"/>
                <a:tab pos="1148715" algn="l"/>
              </a:tabLst>
            </a:pPr>
            <a:r>
              <a:rPr sz="1300" spc="120" dirty="0">
                <a:solidFill>
                  <a:srgbClr val="FF00FF"/>
                </a:solidFill>
                <a:latin typeface="Times New Roman"/>
                <a:cs typeface="Times New Roman"/>
              </a:rPr>
              <a:t>F8	F6	</a:t>
            </a:r>
            <a:r>
              <a:rPr sz="1300" spc="110" dirty="0">
                <a:solidFill>
                  <a:srgbClr val="FF00FF"/>
                </a:solidFill>
                <a:latin typeface="Times New Roman"/>
                <a:cs typeface="Times New Roman"/>
              </a:rPr>
              <a:t>F2</a:t>
            </a:r>
            <a:endParaRPr sz="1300">
              <a:latin typeface="Times New Roman"/>
              <a:cs typeface="Times New Roman"/>
            </a:endParaRPr>
          </a:p>
          <a:p>
            <a:pPr marL="12700">
              <a:lnSpc>
                <a:spcPct val="100000"/>
              </a:lnSpc>
              <a:spcBef>
                <a:spcPts val="110"/>
              </a:spcBef>
              <a:tabLst>
                <a:tab pos="613410" algn="l"/>
                <a:tab pos="1148715" algn="l"/>
              </a:tabLst>
            </a:pPr>
            <a:r>
              <a:rPr sz="1300" spc="120" dirty="0">
                <a:solidFill>
                  <a:srgbClr val="00FF00"/>
                </a:solidFill>
                <a:latin typeface="Times New Roman"/>
                <a:cs typeface="Times New Roman"/>
              </a:rPr>
              <a:t>F10	F0	</a:t>
            </a:r>
            <a:r>
              <a:rPr sz="1300" spc="110" dirty="0">
                <a:solidFill>
                  <a:srgbClr val="00FF00"/>
                </a:solidFill>
                <a:latin typeface="Times New Roman"/>
                <a:cs typeface="Times New Roman"/>
              </a:rPr>
              <a:t>F6</a:t>
            </a:r>
            <a:endParaRPr sz="1300">
              <a:latin typeface="Times New Roman"/>
              <a:cs typeface="Times New Roman"/>
            </a:endParaRPr>
          </a:p>
          <a:p>
            <a:pPr marL="61594">
              <a:lnSpc>
                <a:spcPct val="100000"/>
              </a:lnSpc>
              <a:spcBef>
                <a:spcPts val="110"/>
              </a:spcBef>
              <a:tabLst>
                <a:tab pos="613410" algn="l"/>
                <a:tab pos="1148715" algn="l"/>
              </a:tabLst>
            </a:pPr>
            <a:r>
              <a:rPr sz="1300" spc="120" dirty="0">
                <a:latin typeface="Times New Roman"/>
                <a:cs typeface="Times New Roman"/>
              </a:rPr>
              <a:t>F6	F8	</a:t>
            </a:r>
            <a:r>
              <a:rPr sz="1300" spc="110" dirty="0">
                <a:latin typeface="Times New Roman"/>
                <a:cs typeface="Times New Roman"/>
              </a:rPr>
              <a:t>F2</a:t>
            </a:r>
            <a:endParaRPr sz="1300">
              <a:latin typeface="Times New Roman"/>
              <a:cs typeface="Times New Roman"/>
            </a:endParaRPr>
          </a:p>
        </p:txBody>
      </p:sp>
      <p:sp>
        <p:nvSpPr>
          <p:cNvPr id="12" name="object 9">
            <a:extLst>
              <a:ext uri="{FF2B5EF4-FFF2-40B4-BE49-F238E27FC236}">
                <a16:creationId xmlns:a16="http://schemas.microsoft.com/office/drawing/2014/main" id="{02F36BA7-5896-A049-130B-0D368EDC60B5}"/>
              </a:ext>
            </a:extLst>
          </p:cNvPr>
          <p:cNvSpPr txBox="1"/>
          <p:nvPr/>
        </p:nvSpPr>
        <p:spPr>
          <a:xfrm>
            <a:off x="3016664" y="2084181"/>
            <a:ext cx="111760" cy="1297940"/>
          </a:xfrm>
          <a:prstGeom prst="rect">
            <a:avLst/>
          </a:prstGeom>
        </p:spPr>
        <p:txBody>
          <a:bodyPr vert="horz" wrap="square" lIns="0" tIns="26670" rIns="0" bIns="0" rtlCol="0">
            <a:spAutoFit/>
          </a:bodyPr>
          <a:lstStyle/>
          <a:p>
            <a:pPr>
              <a:lnSpc>
                <a:spcPct val="100000"/>
              </a:lnSpc>
              <a:spcBef>
                <a:spcPts val="210"/>
              </a:spcBef>
            </a:pPr>
            <a:r>
              <a:rPr sz="1300" spc="125" dirty="0">
                <a:latin typeface="Times New Roman"/>
                <a:cs typeface="Times New Roman"/>
              </a:rPr>
              <a:t>1</a:t>
            </a:r>
            <a:endParaRPr sz="1300">
              <a:latin typeface="Times New Roman"/>
              <a:cs typeface="Times New Roman"/>
            </a:endParaRPr>
          </a:p>
          <a:p>
            <a:pPr>
              <a:lnSpc>
                <a:spcPct val="100000"/>
              </a:lnSpc>
              <a:spcBef>
                <a:spcPts val="110"/>
              </a:spcBef>
            </a:pPr>
            <a:r>
              <a:rPr sz="1300" spc="125" dirty="0">
                <a:latin typeface="Times New Roman"/>
                <a:cs typeface="Times New Roman"/>
              </a:rPr>
              <a:t>2</a:t>
            </a:r>
            <a:endParaRPr sz="1300">
              <a:latin typeface="Times New Roman"/>
              <a:cs typeface="Times New Roman"/>
            </a:endParaRPr>
          </a:p>
          <a:p>
            <a:pPr>
              <a:lnSpc>
                <a:spcPct val="100000"/>
              </a:lnSpc>
              <a:spcBef>
                <a:spcPts val="110"/>
              </a:spcBef>
            </a:pPr>
            <a:r>
              <a:rPr sz="1300" spc="125" dirty="0">
                <a:latin typeface="Times New Roman"/>
                <a:cs typeface="Times New Roman"/>
              </a:rPr>
              <a:t>3</a:t>
            </a:r>
            <a:endParaRPr sz="1300">
              <a:latin typeface="Times New Roman"/>
              <a:cs typeface="Times New Roman"/>
            </a:endParaRPr>
          </a:p>
          <a:p>
            <a:pPr>
              <a:lnSpc>
                <a:spcPct val="100000"/>
              </a:lnSpc>
              <a:spcBef>
                <a:spcPts val="105"/>
              </a:spcBef>
            </a:pPr>
            <a:r>
              <a:rPr sz="1300" spc="125" dirty="0">
                <a:latin typeface="Times New Roman"/>
                <a:cs typeface="Times New Roman"/>
              </a:rPr>
              <a:t>4</a:t>
            </a:r>
            <a:endParaRPr sz="1300">
              <a:latin typeface="Times New Roman"/>
              <a:cs typeface="Times New Roman"/>
            </a:endParaRPr>
          </a:p>
          <a:p>
            <a:pPr>
              <a:lnSpc>
                <a:spcPct val="100000"/>
              </a:lnSpc>
              <a:spcBef>
                <a:spcPts val="110"/>
              </a:spcBef>
            </a:pPr>
            <a:r>
              <a:rPr sz="1300" spc="125" dirty="0">
                <a:latin typeface="Times New Roman"/>
                <a:cs typeface="Times New Roman"/>
              </a:rPr>
              <a:t>5</a:t>
            </a:r>
            <a:endParaRPr sz="1300">
              <a:latin typeface="Times New Roman"/>
              <a:cs typeface="Times New Roman"/>
            </a:endParaRPr>
          </a:p>
          <a:p>
            <a:pPr>
              <a:lnSpc>
                <a:spcPct val="100000"/>
              </a:lnSpc>
              <a:spcBef>
                <a:spcPts val="110"/>
              </a:spcBef>
            </a:pPr>
            <a:r>
              <a:rPr sz="1300" spc="125" dirty="0">
                <a:latin typeface="Times New Roman"/>
                <a:cs typeface="Times New Roman"/>
              </a:rPr>
              <a:t>6</a:t>
            </a:r>
            <a:endParaRPr sz="1300">
              <a:latin typeface="Times New Roman"/>
              <a:cs typeface="Times New Roman"/>
            </a:endParaRPr>
          </a:p>
        </p:txBody>
      </p:sp>
      <p:sp>
        <p:nvSpPr>
          <p:cNvPr id="13" name="object 10">
            <a:extLst>
              <a:ext uri="{FF2B5EF4-FFF2-40B4-BE49-F238E27FC236}">
                <a16:creationId xmlns:a16="http://schemas.microsoft.com/office/drawing/2014/main" id="{DE5A265B-BA0C-2420-BB3E-624B0508549B}"/>
              </a:ext>
            </a:extLst>
          </p:cNvPr>
          <p:cNvSpPr txBox="1"/>
          <p:nvPr/>
        </p:nvSpPr>
        <p:spPr>
          <a:xfrm>
            <a:off x="5268594" y="2084181"/>
            <a:ext cx="535305" cy="661670"/>
          </a:xfrm>
          <a:prstGeom prst="rect">
            <a:avLst/>
          </a:prstGeom>
        </p:spPr>
        <p:txBody>
          <a:bodyPr vert="horz" wrap="square" lIns="0" tIns="12700" rIns="0" bIns="0" rtlCol="0">
            <a:spAutoFit/>
          </a:bodyPr>
          <a:lstStyle/>
          <a:p>
            <a:pPr marL="12700" marR="5080" algn="just">
              <a:lnSpc>
                <a:spcPct val="107000"/>
              </a:lnSpc>
              <a:spcBef>
                <a:spcPts val="100"/>
              </a:spcBef>
            </a:pPr>
            <a:r>
              <a:rPr sz="1300" spc="170" dirty="0">
                <a:latin typeface="Times New Roman"/>
                <a:cs typeface="Times New Roman"/>
              </a:rPr>
              <a:t>L</a:t>
            </a:r>
            <a:r>
              <a:rPr sz="1300" spc="125" dirty="0">
                <a:latin typeface="Times New Roman"/>
                <a:cs typeface="Times New Roman"/>
              </a:rPr>
              <a:t>oa</a:t>
            </a:r>
            <a:r>
              <a:rPr sz="1300" spc="95" dirty="0">
                <a:latin typeface="Times New Roman"/>
                <a:cs typeface="Times New Roman"/>
              </a:rPr>
              <a:t>d1  </a:t>
            </a:r>
            <a:r>
              <a:rPr sz="1300" spc="170" dirty="0">
                <a:latin typeface="Times New Roman"/>
                <a:cs typeface="Times New Roman"/>
              </a:rPr>
              <a:t>L</a:t>
            </a:r>
            <a:r>
              <a:rPr sz="1300" spc="125" dirty="0">
                <a:latin typeface="Times New Roman"/>
                <a:cs typeface="Times New Roman"/>
              </a:rPr>
              <a:t>oa</a:t>
            </a:r>
            <a:r>
              <a:rPr sz="1300" spc="95" dirty="0">
                <a:latin typeface="Times New Roman"/>
                <a:cs typeface="Times New Roman"/>
              </a:rPr>
              <a:t>d2  </a:t>
            </a:r>
            <a:r>
              <a:rPr sz="1300" spc="170" dirty="0">
                <a:latin typeface="Times New Roman"/>
                <a:cs typeface="Times New Roman"/>
              </a:rPr>
              <a:t>L</a:t>
            </a:r>
            <a:r>
              <a:rPr sz="1300" spc="125" dirty="0">
                <a:latin typeface="Times New Roman"/>
                <a:cs typeface="Times New Roman"/>
              </a:rPr>
              <a:t>oad3</a:t>
            </a:r>
            <a:endParaRPr sz="1300">
              <a:latin typeface="Times New Roman"/>
              <a:cs typeface="Times New Roman"/>
            </a:endParaRPr>
          </a:p>
        </p:txBody>
      </p:sp>
      <p:sp>
        <p:nvSpPr>
          <p:cNvPr id="14" name="object 11">
            <a:extLst>
              <a:ext uri="{FF2B5EF4-FFF2-40B4-BE49-F238E27FC236}">
                <a16:creationId xmlns:a16="http://schemas.microsoft.com/office/drawing/2014/main" id="{176C76E4-4600-CA5F-8087-B7480F068034}"/>
              </a:ext>
            </a:extLst>
          </p:cNvPr>
          <p:cNvSpPr txBox="1"/>
          <p:nvPr/>
        </p:nvSpPr>
        <p:spPr>
          <a:xfrm>
            <a:off x="5870031" y="2108635"/>
            <a:ext cx="1457960" cy="636270"/>
          </a:xfrm>
          <a:prstGeom prst="rect">
            <a:avLst/>
          </a:prstGeom>
          <a:ln w="8268">
            <a:solidFill>
              <a:srgbClr val="000000"/>
            </a:solidFill>
          </a:ln>
        </p:spPr>
        <p:txBody>
          <a:bodyPr vert="horz" wrap="square" lIns="0" tIns="1905" rIns="0" bIns="0" rtlCol="0">
            <a:spAutoFit/>
          </a:bodyPr>
          <a:lstStyle/>
          <a:p>
            <a:pPr marL="184785">
              <a:lnSpc>
                <a:spcPct val="100000"/>
              </a:lnSpc>
              <a:spcBef>
                <a:spcPts val="15"/>
              </a:spcBef>
            </a:pPr>
            <a:r>
              <a:rPr sz="1300" spc="130" dirty="0">
                <a:latin typeface="Times New Roman"/>
                <a:cs typeface="Times New Roman"/>
              </a:rPr>
              <a:t>No</a:t>
            </a:r>
            <a:endParaRPr sz="1300">
              <a:latin typeface="Times New Roman"/>
              <a:cs typeface="Times New Roman"/>
            </a:endParaRPr>
          </a:p>
          <a:p>
            <a:pPr marL="184785" marR="1028700">
              <a:lnSpc>
                <a:spcPct val="107000"/>
              </a:lnSpc>
              <a:spcBef>
                <a:spcPts val="5"/>
              </a:spcBef>
            </a:pPr>
            <a:r>
              <a:rPr sz="1300" spc="100" dirty="0">
                <a:latin typeface="Times New Roman"/>
                <a:cs typeface="Times New Roman"/>
              </a:rPr>
              <a:t>No  No</a:t>
            </a:r>
            <a:endParaRPr sz="1300">
              <a:latin typeface="Times New Roman"/>
              <a:cs typeface="Times New Roman"/>
            </a:endParaRPr>
          </a:p>
        </p:txBody>
      </p:sp>
      <p:sp>
        <p:nvSpPr>
          <p:cNvPr id="15" name="object 12">
            <a:extLst>
              <a:ext uri="{FF2B5EF4-FFF2-40B4-BE49-F238E27FC236}">
                <a16:creationId xmlns:a16="http://schemas.microsoft.com/office/drawing/2014/main" id="{4D022C6F-110B-4AFF-F938-FFC59B6780C5}"/>
              </a:ext>
            </a:extLst>
          </p:cNvPr>
          <p:cNvSpPr txBox="1"/>
          <p:nvPr/>
        </p:nvSpPr>
        <p:spPr>
          <a:xfrm>
            <a:off x="3609561" y="3158999"/>
            <a:ext cx="210185" cy="222885"/>
          </a:xfrm>
          <a:prstGeom prst="rect">
            <a:avLst/>
          </a:prstGeom>
        </p:spPr>
        <p:txBody>
          <a:bodyPr vert="horz" wrap="square" lIns="0" tIns="12065" rIns="0" bIns="0" rtlCol="0">
            <a:spAutoFit/>
          </a:bodyPr>
          <a:lstStyle/>
          <a:p>
            <a:pPr>
              <a:lnSpc>
                <a:spcPct val="100000"/>
              </a:lnSpc>
              <a:spcBef>
                <a:spcPts val="95"/>
              </a:spcBef>
            </a:pPr>
            <a:r>
              <a:rPr sz="1300" spc="120" dirty="0">
                <a:latin typeface="Times New Roman"/>
                <a:cs typeface="Times New Roman"/>
              </a:rPr>
              <a:t>10</a:t>
            </a:r>
            <a:endParaRPr sz="1300">
              <a:latin typeface="Times New Roman"/>
              <a:cs typeface="Times New Roman"/>
            </a:endParaRPr>
          </a:p>
        </p:txBody>
      </p:sp>
      <p:sp>
        <p:nvSpPr>
          <p:cNvPr id="16" name="object 13">
            <a:extLst>
              <a:ext uri="{FF2B5EF4-FFF2-40B4-BE49-F238E27FC236}">
                <a16:creationId xmlns:a16="http://schemas.microsoft.com/office/drawing/2014/main" id="{B8145BEF-A936-A378-30B1-3CBE6189935E}"/>
              </a:ext>
            </a:extLst>
          </p:cNvPr>
          <p:cNvSpPr txBox="1"/>
          <p:nvPr/>
        </p:nvSpPr>
        <p:spPr>
          <a:xfrm>
            <a:off x="4227108" y="3158999"/>
            <a:ext cx="210185" cy="222885"/>
          </a:xfrm>
          <a:prstGeom prst="rect">
            <a:avLst/>
          </a:prstGeom>
        </p:spPr>
        <p:txBody>
          <a:bodyPr vert="horz" wrap="square" lIns="0" tIns="12065" rIns="0" bIns="0" rtlCol="0">
            <a:spAutoFit/>
          </a:bodyPr>
          <a:lstStyle/>
          <a:p>
            <a:pPr>
              <a:lnSpc>
                <a:spcPct val="100000"/>
              </a:lnSpc>
              <a:spcBef>
                <a:spcPts val="95"/>
              </a:spcBef>
            </a:pPr>
            <a:r>
              <a:rPr sz="1300" spc="120" dirty="0">
                <a:latin typeface="Times New Roman"/>
                <a:cs typeface="Times New Roman"/>
              </a:rPr>
              <a:t>11</a:t>
            </a:r>
            <a:endParaRPr sz="1300">
              <a:latin typeface="Times New Roman"/>
              <a:cs typeface="Times New Roman"/>
            </a:endParaRPr>
          </a:p>
        </p:txBody>
      </p:sp>
      <p:sp>
        <p:nvSpPr>
          <p:cNvPr id="17" name="object 14">
            <a:extLst>
              <a:ext uri="{FF2B5EF4-FFF2-40B4-BE49-F238E27FC236}">
                <a16:creationId xmlns:a16="http://schemas.microsoft.com/office/drawing/2014/main" id="{0BDC336D-CEE3-C886-FE1B-CC4204E8E748}"/>
              </a:ext>
            </a:extLst>
          </p:cNvPr>
          <p:cNvSpPr txBox="1"/>
          <p:nvPr/>
        </p:nvSpPr>
        <p:spPr>
          <a:xfrm>
            <a:off x="55634" y="3445794"/>
            <a:ext cx="3147060" cy="548640"/>
          </a:xfrm>
          <a:prstGeom prst="rect">
            <a:avLst/>
          </a:prstGeom>
        </p:spPr>
        <p:txBody>
          <a:bodyPr vert="horz" wrap="square" lIns="0" tIns="36195" rIns="0" bIns="0" rtlCol="0">
            <a:spAutoFit/>
          </a:bodyPr>
          <a:lstStyle/>
          <a:p>
            <a:pPr marL="12700">
              <a:lnSpc>
                <a:spcPct val="100000"/>
              </a:lnSpc>
              <a:spcBef>
                <a:spcPts val="285"/>
              </a:spcBef>
            </a:pPr>
            <a:r>
              <a:rPr sz="1700" i="1" spc="155" dirty="0">
                <a:solidFill>
                  <a:srgbClr val="FF0000"/>
                </a:solidFill>
                <a:latin typeface="Times New Roman"/>
                <a:cs typeface="Times New Roman"/>
              </a:rPr>
              <a:t>Reservation</a:t>
            </a:r>
            <a:r>
              <a:rPr sz="1700" i="1" spc="50" dirty="0">
                <a:solidFill>
                  <a:srgbClr val="FF0000"/>
                </a:solidFill>
                <a:latin typeface="Times New Roman"/>
                <a:cs typeface="Times New Roman"/>
              </a:rPr>
              <a:t> </a:t>
            </a:r>
            <a:r>
              <a:rPr sz="1700" i="1" spc="145" dirty="0">
                <a:solidFill>
                  <a:srgbClr val="FF0000"/>
                </a:solidFill>
                <a:latin typeface="Times New Roman"/>
                <a:cs typeface="Times New Roman"/>
              </a:rPr>
              <a:t>Stations:</a:t>
            </a:r>
            <a:endParaRPr sz="1700">
              <a:latin typeface="Times New Roman"/>
              <a:cs typeface="Times New Roman"/>
            </a:endParaRPr>
          </a:p>
          <a:p>
            <a:pPr marL="1099185">
              <a:lnSpc>
                <a:spcPct val="100000"/>
              </a:lnSpc>
              <a:spcBef>
                <a:spcPts val="150"/>
              </a:spcBef>
              <a:tabLst>
                <a:tab pos="2853055" algn="l"/>
              </a:tabLst>
            </a:pPr>
            <a:r>
              <a:rPr sz="1300" i="1" spc="114" dirty="0">
                <a:latin typeface="Times New Roman"/>
                <a:cs typeface="Times New Roman"/>
              </a:rPr>
              <a:t>T</a:t>
            </a:r>
            <a:r>
              <a:rPr sz="1300" i="1" spc="85" dirty="0">
                <a:latin typeface="Times New Roman"/>
                <a:cs typeface="Times New Roman"/>
              </a:rPr>
              <a:t>i</a:t>
            </a:r>
            <a:r>
              <a:rPr sz="1300" i="1" spc="160" dirty="0">
                <a:latin typeface="Times New Roman"/>
                <a:cs typeface="Times New Roman"/>
              </a:rPr>
              <a:t>m</a:t>
            </a:r>
            <a:r>
              <a:rPr sz="1300" i="1" spc="110" dirty="0">
                <a:latin typeface="Times New Roman"/>
                <a:cs typeface="Times New Roman"/>
              </a:rPr>
              <a:t>e</a:t>
            </a:r>
            <a:r>
              <a:rPr sz="1300" i="1" dirty="0">
                <a:latin typeface="Times New Roman"/>
                <a:cs typeface="Times New Roman"/>
              </a:rPr>
              <a:t>  </a:t>
            </a:r>
            <a:r>
              <a:rPr sz="1300" i="1" spc="25" dirty="0">
                <a:latin typeface="Times New Roman"/>
                <a:cs typeface="Times New Roman"/>
              </a:rPr>
              <a:t> </a:t>
            </a:r>
            <a:r>
              <a:rPr sz="1300" i="1" spc="145" dirty="0">
                <a:latin typeface="Times New Roman"/>
                <a:cs typeface="Times New Roman"/>
              </a:rPr>
              <a:t>Na</a:t>
            </a:r>
            <a:r>
              <a:rPr sz="1300" i="1" spc="155" dirty="0">
                <a:latin typeface="Times New Roman"/>
                <a:cs typeface="Times New Roman"/>
              </a:rPr>
              <a:t>m</a:t>
            </a:r>
            <a:r>
              <a:rPr sz="1300" i="1" spc="110" dirty="0">
                <a:latin typeface="Times New Roman"/>
                <a:cs typeface="Times New Roman"/>
              </a:rPr>
              <a:t>e</a:t>
            </a:r>
            <a:r>
              <a:rPr sz="1300" i="1" dirty="0">
                <a:latin typeface="Times New Roman"/>
                <a:cs typeface="Times New Roman"/>
              </a:rPr>
              <a:t>  </a:t>
            </a:r>
            <a:r>
              <a:rPr sz="1300" i="1" spc="-110" dirty="0">
                <a:latin typeface="Times New Roman"/>
                <a:cs typeface="Times New Roman"/>
              </a:rPr>
              <a:t> </a:t>
            </a:r>
            <a:r>
              <a:rPr sz="1450" i="1" spc="180" dirty="0">
                <a:latin typeface="Times New Roman"/>
                <a:cs typeface="Times New Roman"/>
              </a:rPr>
              <a:t>Bus</a:t>
            </a:r>
            <a:r>
              <a:rPr sz="1450" i="1" spc="130" dirty="0">
                <a:latin typeface="Times New Roman"/>
                <a:cs typeface="Times New Roman"/>
              </a:rPr>
              <a:t>y</a:t>
            </a:r>
            <a:r>
              <a:rPr sz="1450" i="1" dirty="0">
                <a:latin typeface="Times New Roman"/>
                <a:cs typeface="Times New Roman"/>
              </a:rPr>
              <a:t>	</a:t>
            </a:r>
            <a:r>
              <a:rPr sz="1450" i="1" spc="210" dirty="0">
                <a:latin typeface="Times New Roman"/>
                <a:cs typeface="Times New Roman"/>
              </a:rPr>
              <a:t>Op</a:t>
            </a:r>
            <a:endParaRPr sz="1450">
              <a:latin typeface="Times New Roman"/>
              <a:cs typeface="Times New Roman"/>
            </a:endParaRPr>
          </a:p>
        </p:txBody>
      </p:sp>
      <p:sp>
        <p:nvSpPr>
          <p:cNvPr id="18" name="object 15">
            <a:extLst>
              <a:ext uri="{FF2B5EF4-FFF2-40B4-BE49-F238E27FC236}">
                <a16:creationId xmlns:a16="http://schemas.microsoft.com/office/drawing/2014/main" id="{42A08F78-2501-3B3B-F171-5FF220D25503}"/>
              </a:ext>
            </a:extLst>
          </p:cNvPr>
          <p:cNvSpPr txBox="1"/>
          <p:nvPr/>
        </p:nvSpPr>
        <p:spPr>
          <a:xfrm>
            <a:off x="3563959" y="3476393"/>
            <a:ext cx="255904" cy="518159"/>
          </a:xfrm>
          <a:prstGeom prst="rect">
            <a:avLst/>
          </a:prstGeom>
        </p:spPr>
        <p:txBody>
          <a:bodyPr vert="horz" wrap="square" lIns="0" tIns="37465" rIns="0" bIns="0" rtlCol="0">
            <a:spAutoFit/>
          </a:bodyPr>
          <a:lstStyle/>
          <a:p>
            <a:pPr marL="12700">
              <a:lnSpc>
                <a:spcPct val="100000"/>
              </a:lnSpc>
              <a:spcBef>
                <a:spcPts val="295"/>
              </a:spcBef>
            </a:pPr>
            <a:r>
              <a:rPr sz="1450" i="1" spc="180" dirty="0">
                <a:latin typeface="Times New Roman"/>
                <a:cs typeface="Times New Roman"/>
              </a:rPr>
              <a:t>S1</a:t>
            </a:r>
            <a:endParaRPr sz="1450">
              <a:latin typeface="Times New Roman"/>
              <a:cs typeface="Times New Roman"/>
            </a:endParaRPr>
          </a:p>
          <a:p>
            <a:pPr marL="36830">
              <a:lnSpc>
                <a:spcPct val="100000"/>
              </a:lnSpc>
              <a:spcBef>
                <a:spcPts val="200"/>
              </a:spcBef>
            </a:pPr>
            <a:r>
              <a:rPr sz="1450" i="1" spc="95" dirty="0">
                <a:latin typeface="Times New Roman"/>
                <a:cs typeface="Times New Roman"/>
              </a:rPr>
              <a:t>Vj</a:t>
            </a:r>
            <a:endParaRPr sz="1450">
              <a:latin typeface="Times New Roman"/>
              <a:cs typeface="Times New Roman"/>
            </a:endParaRPr>
          </a:p>
        </p:txBody>
      </p:sp>
      <p:sp>
        <p:nvSpPr>
          <p:cNvPr id="19" name="object 16">
            <a:extLst>
              <a:ext uri="{FF2B5EF4-FFF2-40B4-BE49-F238E27FC236}">
                <a16:creationId xmlns:a16="http://schemas.microsoft.com/office/drawing/2014/main" id="{760572A3-CCC1-4ECF-320A-F76037820337}"/>
              </a:ext>
            </a:extLst>
          </p:cNvPr>
          <p:cNvSpPr txBox="1"/>
          <p:nvPr/>
        </p:nvSpPr>
        <p:spPr>
          <a:xfrm>
            <a:off x="4181506" y="3476393"/>
            <a:ext cx="255904" cy="518159"/>
          </a:xfrm>
          <a:prstGeom prst="rect">
            <a:avLst/>
          </a:prstGeom>
        </p:spPr>
        <p:txBody>
          <a:bodyPr vert="horz" wrap="square" lIns="0" tIns="37465" rIns="0" bIns="0" rtlCol="0">
            <a:spAutoFit/>
          </a:bodyPr>
          <a:lstStyle/>
          <a:p>
            <a:pPr marL="12700">
              <a:lnSpc>
                <a:spcPct val="100000"/>
              </a:lnSpc>
              <a:spcBef>
                <a:spcPts val="295"/>
              </a:spcBef>
            </a:pPr>
            <a:r>
              <a:rPr sz="1450" i="1" spc="180" dirty="0">
                <a:latin typeface="Times New Roman"/>
                <a:cs typeface="Times New Roman"/>
              </a:rPr>
              <a:t>S2</a:t>
            </a:r>
            <a:endParaRPr sz="1450">
              <a:latin typeface="Times New Roman"/>
              <a:cs typeface="Times New Roman"/>
            </a:endParaRPr>
          </a:p>
          <a:p>
            <a:pPr marL="12700">
              <a:lnSpc>
                <a:spcPct val="100000"/>
              </a:lnSpc>
              <a:spcBef>
                <a:spcPts val="200"/>
              </a:spcBef>
            </a:pPr>
            <a:r>
              <a:rPr sz="1450" i="1" spc="120" dirty="0">
                <a:latin typeface="Times New Roman"/>
                <a:cs typeface="Times New Roman"/>
              </a:rPr>
              <a:t>Vk</a:t>
            </a:r>
            <a:endParaRPr sz="1450">
              <a:latin typeface="Times New Roman"/>
              <a:cs typeface="Times New Roman"/>
            </a:endParaRPr>
          </a:p>
        </p:txBody>
      </p:sp>
      <p:sp>
        <p:nvSpPr>
          <p:cNvPr id="20" name="object 17">
            <a:extLst>
              <a:ext uri="{FF2B5EF4-FFF2-40B4-BE49-F238E27FC236}">
                <a16:creationId xmlns:a16="http://schemas.microsoft.com/office/drawing/2014/main" id="{021AEA48-9F50-EA41-160E-91EB4AEAEEAA}"/>
              </a:ext>
            </a:extLst>
          </p:cNvPr>
          <p:cNvSpPr txBox="1"/>
          <p:nvPr/>
        </p:nvSpPr>
        <p:spPr>
          <a:xfrm>
            <a:off x="4790799" y="3476393"/>
            <a:ext cx="902969" cy="518159"/>
          </a:xfrm>
          <a:prstGeom prst="rect">
            <a:avLst/>
          </a:prstGeom>
        </p:spPr>
        <p:txBody>
          <a:bodyPr vert="horz" wrap="square" lIns="0" tIns="37465" rIns="0" bIns="0" rtlCol="0">
            <a:spAutoFit/>
          </a:bodyPr>
          <a:lstStyle/>
          <a:p>
            <a:pPr marL="12700">
              <a:lnSpc>
                <a:spcPct val="100000"/>
              </a:lnSpc>
              <a:spcBef>
                <a:spcPts val="295"/>
              </a:spcBef>
              <a:tabLst>
                <a:tab pos="629920" algn="l"/>
              </a:tabLst>
            </a:pPr>
            <a:r>
              <a:rPr sz="1450" i="1" spc="180" dirty="0">
                <a:latin typeface="Times New Roman"/>
                <a:cs typeface="Times New Roman"/>
              </a:rPr>
              <a:t>RS	</a:t>
            </a:r>
            <a:r>
              <a:rPr sz="1450" i="1" spc="195" dirty="0">
                <a:latin typeface="Times New Roman"/>
                <a:cs typeface="Times New Roman"/>
              </a:rPr>
              <a:t>RS</a:t>
            </a:r>
            <a:endParaRPr sz="1450">
              <a:latin typeface="Times New Roman"/>
              <a:cs typeface="Times New Roman"/>
            </a:endParaRPr>
          </a:p>
          <a:p>
            <a:pPr marL="28575">
              <a:lnSpc>
                <a:spcPct val="100000"/>
              </a:lnSpc>
              <a:spcBef>
                <a:spcPts val="200"/>
              </a:spcBef>
              <a:tabLst>
                <a:tab pos="621665" algn="l"/>
              </a:tabLst>
            </a:pPr>
            <a:r>
              <a:rPr sz="1450" i="1" spc="245" dirty="0">
                <a:latin typeface="Times New Roman"/>
                <a:cs typeface="Times New Roman"/>
              </a:rPr>
              <a:t>Q</a:t>
            </a:r>
            <a:r>
              <a:rPr sz="1450" i="1" spc="80" dirty="0">
                <a:latin typeface="Times New Roman"/>
                <a:cs typeface="Times New Roman"/>
              </a:rPr>
              <a:t>j</a:t>
            </a:r>
            <a:r>
              <a:rPr sz="1450" i="1" dirty="0">
                <a:latin typeface="Times New Roman"/>
                <a:cs typeface="Times New Roman"/>
              </a:rPr>
              <a:t>	</a:t>
            </a:r>
            <a:r>
              <a:rPr sz="1450" i="1" spc="204" dirty="0">
                <a:latin typeface="Times New Roman"/>
                <a:cs typeface="Times New Roman"/>
              </a:rPr>
              <a:t>Qk</a:t>
            </a:r>
            <a:endParaRPr sz="1450">
              <a:latin typeface="Times New Roman"/>
              <a:cs typeface="Times New Roman"/>
            </a:endParaRPr>
          </a:p>
        </p:txBody>
      </p:sp>
      <p:sp>
        <p:nvSpPr>
          <p:cNvPr id="21" name="object 18">
            <a:extLst>
              <a:ext uri="{FF2B5EF4-FFF2-40B4-BE49-F238E27FC236}">
                <a16:creationId xmlns:a16="http://schemas.microsoft.com/office/drawing/2014/main" id="{7AE3AFA7-D255-4ECA-FEE3-11747CCB0314}"/>
              </a:ext>
            </a:extLst>
          </p:cNvPr>
          <p:cNvSpPr txBox="1"/>
          <p:nvPr/>
        </p:nvSpPr>
        <p:spPr>
          <a:xfrm>
            <a:off x="1406289" y="3971519"/>
            <a:ext cx="758190" cy="1085850"/>
          </a:xfrm>
          <a:prstGeom prst="rect">
            <a:avLst/>
          </a:prstGeom>
        </p:spPr>
        <p:txBody>
          <a:bodyPr vert="horz" wrap="square" lIns="0" tIns="12700" rIns="0" bIns="0" rtlCol="0">
            <a:spAutoFit/>
          </a:bodyPr>
          <a:lstStyle/>
          <a:p>
            <a:pPr marL="267970" marR="5080" algn="just">
              <a:lnSpc>
                <a:spcPct val="107000"/>
              </a:lnSpc>
              <a:spcBef>
                <a:spcPts val="100"/>
              </a:spcBef>
            </a:pPr>
            <a:r>
              <a:rPr sz="1300" spc="135" dirty="0">
                <a:latin typeface="Times New Roman"/>
                <a:cs typeface="Times New Roman"/>
              </a:rPr>
              <a:t>Add1 </a:t>
            </a:r>
            <a:r>
              <a:rPr sz="1300" spc="-315" dirty="0">
                <a:latin typeface="Times New Roman"/>
                <a:cs typeface="Times New Roman"/>
              </a:rPr>
              <a:t> </a:t>
            </a:r>
            <a:r>
              <a:rPr sz="1300" spc="135" dirty="0">
                <a:latin typeface="Times New Roman"/>
                <a:cs typeface="Times New Roman"/>
              </a:rPr>
              <a:t>Add2 </a:t>
            </a:r>
            <a:r>
              <a:rPr sz="1300" spc="-315" dirty="0">
                <a:latin typeface="Times New Roman"/>
                <a:cs typeface="Times New Roman"/>
              </a:rPr>
              <a:t> </a:t>
            </a:r>
            <a:r>
              <a:rPr sz="1300" spc="135" dirty="0">
                <a:latin typeface="Times New Roman"/>
                <a:cs typeface="Times New Roman"/>
              </a:rPr>
              <a:t>Add3 </a:t>
            </a:r>
            <a:r>
              <a:rPr sz="1300" spc="-315" dirty="0">
                <a:latin typeface="Times New Roman"/>
                <a:cs typeface="Times New Roman"/>
              </a:rPr>
              <a:t> </a:t>
            </a:r>
            <a:r>
              <a:rPr sz="1300" spc="200" dirty="0">
                <a:latin typeface="Times New Roman"/>
                <a:cs typeface="Times New Roman"/>
              </a:rPr>
              <a:t>M</a:t>
            </a:r>
            <a:r>
              <a:rPr sz="1300" spc="125" dirty="0">
                <a:latin typeface="Times New Roman"/>
                <a:cs typeface="Times New Roman"/>
              </a:rPr>
              <a:t>u</a:t>
            </a:r>
            <a:r>
              <a:rPr sz="1300" spc="20" dirty="0">
                <a:latin typeface="Times New Roman"/>
                <a:cs typeface="Times New Roman"/>
              </a:rPr>
              <a:t>l</a:t>
            </a:r>
            <a:r>
              <a:rPr sz="1300" spc="85" dirty="0">
                <a:latin typeface="Times New Roman"/>
                <a:cs typeface="Times New Roman"/>
              </a:rPr>
              <a:t>t</a:t>
            </a:r>
            <a:r>
              <a:rPr sz="1300" spc="125" dirty="0">
                <a:latin typeface="Times New Roman"/>
                <a:cs typeface="Times New Roman"/>
              </a:rPr>
              <a:t>1</a:t>
            </a:r>
            <a:endParaRPr sz="1300">
              <a:latin typeface="Times New Roman"/>
              <a:cs typeface="Times New Roman"/>
            </a:endParaRPr>
          </a:p>
          <a:p>
            <a:pPr marL="12700" algn="just">
              <a:lnSpc>
                <a:spcPct val="100000"/>
              </a:lnSpc>
              <a:spcBef>
                <a:spcPts val="110"/>
              </a:spcBef>
            </a:pPr>
            <a:r>
              <a:rPr sz="1300" spc="125" dirty="0">
                <a:latin typeface="Times New Roman"/>
                <a:cs typeface="Times New Roman"/>
              </a:rPr>
              <a:t>40</a:t>
            </a:r>
            <a:r>
              <a:rPr sz="1300" spc="40" dirty="0">
                <a:latin typeface="Times New Roman"/>
                <a:cs typeface="Times New Roman"/>
              </a:rPr>
              <a:t> </a:t>
            </a:r>
            <a:r>
              <a:rPr sz="1300" spc="110" dirty="0">
                <a:latin typeface="Times New Roman"/>
                <a:cs typeface="Times New Roman"/>
              </a:rPr>
              <a:t>Mult2</a:t>
            </a:r>
            <a:endParaRPr sz="1300">
              <a:latin typeface="Times New Roman"/>
              <a:cs typeface="Times New Roman"/>
            </a:endParaRPr>
          </a:p>
        </p:txBody>
      </p:sp>
      <p:sp>
        <p:nvSpPr>
          <p:cNvPr id="22" name="object 19">
            <a:extLst>
              <a:ext uri="{FF2B5EF4-FFF2-40B4-BE49-F238E27FC236}">
                <a16:creationId xmlns:a16="http://schemas.microsoft.com/office/drawing/2014/main" id="{8EEA2B0E-372A-CF45-4622-966E568F5AE2}"/>
              </a:ext>
            </a:extLst>
          </p:cNvPr>
          <p:cNvSpPr txBox="1"/>
          <p:nvPr/>
        </p:nvSpPr>
        <p:spPr>
          <a:xfrm>
            <a:off x="2230117" y="3995830"/>
            <a:ext cx="3640454" cy="1060450"/>
          </a:xfrm>
          <a:prstGeom prst="rect">
            <a:avLst/>
          </a:prstGeom>
          <a:ln w="8268">
            <a:solidFill>
              <a:srgbClr val="000000"/>
            </a:solidFill>
          </a:ln>
        </p:spPr>
        <p:txBody>
          <a:bodyPr vert="horz" wrap="square" lIns="0" tIns="2540" rIns="0" bIns="0" rtlCol="0">
            <a:spAutoFit/>
          </a:bodyPr>
          <a:lstStyle/>
          <a:p>
            <a:pPr marL="127000">
              <a:lnSpc>
                <a:spcPct val="100000"/>
              </a:lnSpc>
              <a:spcBef>
                <a:spcPts val="20"/>
              </a:spcBef>
            </a:pPr>
            <a:r>
              <a:rPr sz="1300" spc="130" dirty="0">
                <a:latin typeface="Times New Roman"/>
                <a:cs typeface="Times New Roman"/>
              </a:rPr>
              <a:t>No</a:t>
            </a:r>
            <a:endParaRPr sz="1300">
              <a:latin typeface="Times New Roman"/>
              <a:cs typeface="Times New Roman"/>
            </a:endParaRPr>
          </a:p>
          <a:p>
            <a:pPr marL="127000" marR="3268345" algn="just">
              <a:lnSpc>
                <a:spcPct val="107000"/>
              </a:lnSpc>
            </a:pPr>
            <a:r>
              <a:rPr sz="1300" spc="90" dirty="0">
                <a:latin typeface="Times New Roman"/>
                <a:cs typeface="Times New Roman"/>
              </a:rPr>
              <a:t>No  No  No</a:t>
            </a:r>
            <a:endParaRPr sz="1300">
              <a:latin typeface="Times New Roman"/>
              <a:cs typeface="Times New Roman"/>
            </a:endParaRPr>
          </a:p>
          <a:p>
            <a:pPr marL="93980" algn="just">
              <a:lnSpc>
                <a:spcPct val="100000"/>
              </a:lnSpc>
              <a:spcBef>
                <a:spcPts val="105"/>
              </a:spcBef>
            </a:pPr>
            <a:r>
              <a:rPr sz="1300" spc="130" dirty="0">
                <a:latin typeface="Times New Roman"/>
                <a:cs typeface="Times New Roman"/>
              </a:rPr>
              <a:t>Yes  </a:t>
            </a:r>
            <a:r>
              <a:rPr sz="1300" spc="275" dirty="0">
                <a:latin typeface="Times New Roman"/>
                <a:cs typeface="Times New Roman"/>
              </a:rPr>
              <a:t> </a:t>
            </a:r>
            <a:r>
              <a:rPr sz="1300" spc="130" dirty="0">
                <a:solidFill>
                  <a:srgbClr val="00FF00"/>
                </a:solidFill>
                <a:latin typeface="Times New Roman"/>
                <a:cs typeface="Times New Roman"/>
              </a:rPr>
              <a:t>DIVD </a:t>
            </a:r>
            <a:r>
              <a:rPr sz="1300" spc="475" dirty="0">
                <a:solidFill>
                  <a:srgbClr val="00FF00"/>
                </a:solidFill>
                <a:latin typeface="Times New Roman"/>
                <a:cs typeface="Times New Roman"/>
              </a:rPr>
              <a:t> </a:t>
            </a:r>
            <a:r>
              <a:rPr sz="1300" spc="140" dirty="0">
                <a:solidFill>
                  <a:srgbClr val="0000FF"/>
                </a:solidFill>
                <a:latin typeface="Times New Roman"/>
                <a:cs typeface="Times New Roman"/>
              </a:rPr>
              <a:t>M*F4</a:t>
            </a:r>
            <a:r>
              <a:rPr sz="1300" spc="505" dirty="0">
                <a:solidFill>
                  <a:srgbClr val="0000FF"/>
                </a:solidFill>
                <a:latin typeface="Times New Roman"/>
                <a:cs typeface="Times New Roman"/>
              </a:rPr>
              <a:t> </a:t>
            </a:r>
            <a:r>
              <a:rPr sz="1300" spc="130" dirty="0">
                <a:latin typeface="Times New Roman"/>
                <a:cs typeface="Times New Roman"/>
              </a:rPr>
              <a:t>M(A1)</a:t>
            </a:r>
            <a:endParaRPr sz="1300">
              <a:latin typeface="Times New Roman"/>
              <a:cs typeface="Times New Roman"/>
            </a:endParaRPr>
          </a:p>
        </p:txBody>
      </p:sp>
      <p:sp>
        <p:nvSpPr>
          <p:cNvPr id="23" name="object 20">
            <a:extLst>
              <a:ext uri="{FF2B5EF4-FFF2-40B4-BE49-F238E27FC236}">
                <a16:creationId xmlns:a16="http://schemas.microsoft.com/office/drawing/2014/main" id="{CDFF6458-7FB9-E96B-B848-D1FF9C73C07B}"/>
              </a:ext>
            </a:extLst>
          </p:cNvPr>
          <p:cNvSpPr txBox="1"/>
          <p:nvPr/>
        </p:nvSpPr>
        <p:spPr>
          <a:xfrm>
            <a:off x="55634" y="5141912"/>
            <a:ext cx="2317115" cy="288290"/>
          </a:xfrm>
          <a:prstGeom prst="rect">
            <a:avLst/>
          </a:prstGeom>
        </p:spPr>
        <p:txBody>
          <a:bodyPr vert="horz" wrap="square" lIns="0" tIns="15875" rIns="0" bIns="0" rtlCol="0">
            <a:spAutoFit/>
          </a:bodyPr>
          <a:lstStyle/>
          <a:p>
            <a:pPr marL="12700">
              <a:lnSpc>
                <a:spcPct val="100000"/>
              </a:lnSpc>
              <a:spcBef>
                <a:spcPts val="125"/>
              </a:spcBef>
            </a:pPr>
            <a:r>
              <a:rPr sz="1700" i="1" spc="150" dirty="0">
                <a:solidFill>
                  <a:srgbClr val="FF0000"/>
                </a:solidFill>
                <a:latin typeface="Times New Roman"/>
                <a:cs typeface="Times New Roman"/>
              </a:rPr>
              <a:t>Register</a:t>
            </a:r>
            <a:r>
              <a:rPr sz="1700" i="1" spc="45" dirty="0">
                <a:solidFill>
                  <a:srgbClr val="FF0000"/>
                </a:solidFill>
                <a:latin typeface="Times New Roman"/>
                <a:cs typeface="Times New Roman"/>
              </a:rPr>
              <a:t> </a:t>
            </a:r>
            <a:r>
              <a:rPr sz="1700" i="1" spc="125" dirty="0">
                <a:solidFill>
                  <a:srgbClr val="FF0000"/>
                </a:solidFill>
                <a:latin typeface="Times New Roman"/>
                <a:cs typeface="Times New Roman"/>
              </a:rPr>
              <a:t>result</a:t>
            </a:r>
            <a:r>
              <a:rPr sz="1700" i="1" spc="90" dirty="0">
                <a:solidFill>
                  <a:srgbClr val="FF0000"/>
                </a:solidFill>
                <a:latin typeface="Times New Roman"/>
                <a:cs typeface="Times New Roman"/>
              </a:rPr>
              <a:t> </a:t>
            </a:r>
            <a:r>
              <a:rPr sz="1700" i="1" spc="130" dirty="0">
                <a:solidFill>
                  <a:srgbClr val="FF0000"/>
                </a:solidFill>
                <a:latin typeface="Times New Roman"/>
                <a:cs typeface="Times New Roman"/>
              </a:rPr>
              <a:t>status:</a:t>
            </a:r>
            <a:endParaRPr sz="1700">
              <a:latin typeface="Times New Roman"/>
              <a:cs typeface="Times New Roman"/>
            </a:endParaRPr>
          </a:p>
        </p:txBody>
      </p:sp>
      <p:graphicFrame>
        <p:nvGraphicFramePr>
          <p:cNvPr id="24" name="object 21">
            <a:extLst>
              <a:ext uri="{FF2B5EF4-FFF2-40B4-BE49-F238E27FC236}">
                <a16:creationId xmlns:a16="http://schemas.microsoft.com/office/drawing/2014/main" id="{C25CA4FD-579A-B172-48B6-C61C2FEB8409}"/>
              </a:ext>
            </a:extLst>
          </p:cNvPr>
          <p:cNvGraphicFramePr>
            <a:graphicFrameLocks noGrp="1"/>
          </p:cNvGraphicFramePr>
          <p:nvPr/>
        </p:nvGraphicFramePr>
        <p:xfrm>
          <a:off x="357712" y="5458821"/>
          <a:ext cx="8051162" cy="465351"/>
        </p:xfrm>
        <a:graphic>
          <a:graphicData uri="http://schemas.openxmlformats.org/drawingml/2006/table">
            <a:tbl>
              <a:tblPr firstRow="1" bandRow="1">
                <a:tableStyleId>{2D5ABB26-0587-4C30-8999-92F81FD0307C}</a:tableStyleId>
              </a:tblPr>
              <a:tblGrid>
                <a:gridCol w="1316355">
                  <a:extLst>
                    <a:ext uri="{9D8B030D-6E8A-4147-A177-3AD203B41FA5}">
                      <a16:colId xmlns:a16="http://schemas.microsoft.com/office/drawing/2014/main" val="20000"/>
                    </a:ext>
                  </a:extLst>
                </a:gridCol>
                <a:gridCol w="105029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700405">
                  <a:extLst>
                    <a:ext uri="{9D8B030D-6E8A-4147-A177-3AD203B41FA5}">
                      <a16:colId xmlns:a16="http://schemas.microsoft.com/office/drawing/2014/main" val="20003"/>
                    </a:ext>
                  </a:extLst>
                </a:gridCol>
                <a:gridCol w="418464">
                  <a:extLst>
                    <a:ext uri="{9D8B030D-6E8A-4147-A177-3AD203B41FA5}">
                      <a16:colId xmlns:a16="http://schemas.microsoft.com/office/drawing/2014/main" val="20004"/>
                    </a:ext>
                  </a:extLst>
                </a:gridCol>
                <a:gridCol w="741679">
                  <a:extLst>
                    <a:ext uri="{9D8B030D-6E8A-4147-A177-3AD203B41FA5}">
                      <a16:colId xmlns:a16="http://schemas.microsoft.com/office/drawing/2014/main" val="20005"/>
                    </a:ext>
                  </a:extLst>
                </a:gridCol>
                <a:gridCol w="657225">
                  <a:extLst>
                    <a:ext uri="{9D8B030D-6E8A-4147-A177-3AD203B41FA5}">
                      <a16:colId xmlns:a16="http://schemas.microsoft.com/office/drawing/2014/main" val="20006"/>
                    </a:ext>
                  </a:extLst>
                </a:gridCol>
                <a:gridCol w="634364">
                  <a:extLst>
                    <a:ext uri="{9D8B030D-6E8A-4147-A177-3AD203B41FA5}">
                      <a16:colId xmlns:a16="http://schemas.microsoft.com/office/drawing/2014/main" val="20007"/>
                    </a:ext>
                  </a:extLst>
                </a:gridCol>
                <a:gridCol w="1885950">
                  <a:extLst>
                    <a:ext uri="{9D8B030D-6E8A-4147-A177-3AD203B41FA5}">
                      <a16:colId xmlns:a16="http://schemas.microsoft.com/office/drawing/2014/main" val="20008"/>
                    </a:ext>
                  </a:extLst>
                </a:gridCol>
              </a:tblGrid>
              <a:tr h="253239">
                <a:tc>
                  <a:txBody>
                    <a:bodyPr/>
                    <a:lstStyle/>
                    <a:p>
                      <a:pPr marL="31750">
                        <a:lnSpc>
                          <a:spcPts val="1875"/>
                        </a:lnSpc>
                      </a:pPr>
                      <a:r>
                        <a:rPr sz="1700" spc="170" dirty="0">
                          <a:latin typeface="Times New Roman"/>
                          <a:cs typeface="Times New Roman"/>
                        </a:rPr>
                        <a:t>Clock</a:t>
                      </a:r>
                      <a:endParaRPr sz="1700">
                        <a:latin typeface="Times New Roman"/>
                        <a:cs typeface="Times New Roman"/>
                      </a:endParaRPr>
                    </a:p>
                  </a:txBody>
                  <a:tcPr marL="0" marR="0" marT="0" marB="0"/>
                </a:tc>
                <a:tc gridSpan="2">
                  <a:txBody>
                    <a:bodyPr/>
                    <a:lstStyle/>
                    <a:p>
                      <a:pPr marR="177800" algn="r">
                        <a:lnSpc>
                          <a:spcPts val="1875"/>
                        </a:lnSpc>
                      </a:pPr>
                      <a:r>
                        <a:rPr sz="1700" i="1" spc="170" dirty="0">
                          <a:latin typeface="Times New Roman"/>
                          <a:cs typeface="Times New Roman"/>
                        </a:rPr>
                        <a:t>F0</a:t>
                      </a:r>
                      <a:endParaRPr sz="1700">
                        <a:latin typeface="Times New Roman"/>
                        <a:cs typeface="Times New Roman"/>
                      </a:endParaRPr>
                    </a:p>
                  </a:txBody>
                  <a:tcPr marL="0" marR="0" marT="0" marB="0"/>
                </a:tc>
                <a:tc hMerge="1">
                  <a:txBody>
                    <a:bodyPr/>
                    <a:lstStyle/>
                    <a:p>
                      <a:endParaRPr/>
                    </a:p>
                  </a:txBody>
                  <a:tcPr marL="0" marR="0" marT="0" marB="0"/>
                </a:tc>
                <a:tc>
                  <a:txBody>
                    <a:bodyPr/>
                    <a:lstStyle/>
                    <a:p>
                      <a:pPr marR="62230" algn="ctr">
                        <a:lnSpc>
                          <a:spcPts val="1875"/>
                        </a:lnSpc>
                      </a:pPr>
                      <a:r>
                        <a:rPr sz="1700" i="1" spc="170" dirty="0">
                          <a:latin typeface="Times New Roman"/>
                          <a:cs typeface="Times New Roman"/>
                        </a:rPr>
                        <a:t>F2</a:t>
                      </a:r>
                      <a:endParaRPr sz="1700">
                        <a:latin typeface="Times New Roman"/>
                        <a:cs typeface="Times New Roman"/>
                      </a:endParaRPr>
                    </a:p>
                  </a:txBody>
                  <a:tcPr marL="0" marR="0" marT="0" marB="0"/>
                </a:tc>
                <a:tc>
                  <a:txBody>
                    <a:bodyPr/>
                    <a:lstStyle/>
                    <a:p>
                      <a:pPr marL="90170">
                        <a:lnSpc>
                          <a:spcPts val="1875"/>
                        </a:lnSpc>
                      </a:pPr>
                      <a:r>
                        <a:rPr sz="1700" i="1" spc="170" dirty="0">
                          <a:latin typeface="Times New Roman"/>
                          <a:cs typeface="Times New Roman"/>
                        </a:rPr>
                        <a:t>F4</a:t>
                      </a:r>
                      <a:endParaRPr sz="1700">
                        <a:latin typeface="Times New Roman"/>
                        <a:cs typeface="Times New Roman"/>
                      </a:endParaRPr>
                    </a:p>
                  </a:txBody>
                  <a:tcPr marL="0" marR="0" marT="0" marB="0"/>
                </a:tc>
                <a:tc>
                  <a:txBody>
                    <a:bodyPr/>
                    <a:lstStyle/>
                    <a:p>
                      <a:pPr marL="290195">
                        <a:lnSpc>
                          <a:spcPts val="1875"/>
                        </a:lnSpc>
                      </a:pPr>
                      <a:r>
                        <a:rPr sz="1700" i="1" spc="170" dirty="0">
                          <a:latin typeface="Times New Roman"/>
                          <a:cs typeface="Times New Roman"/>
                        </a:rPr>
                        <a:t>F6</a:t>
                      </a:r>
                      <a:endParaRPr sz="1700">
                        <a:latin typeface="Times New Roman"/>
                        <a:cs typeface="Times New Roman"/>
                      </a:endParaRPr>
                    </a:p>
                  </a:txBody>
                  <a:tcPr marL="0" marR="0" marT="0" marB="0"/>
                </a:tc>
                <a:tc>
                  <a:txBody>
                    <a:bodyPr/>
                    <a:lstStyle/>
                    <a:p>
                      <a:pPr marL="166370">
                        <a:lnSpc>
                          <a:spcPts val="1875"/>
                        </a:lnSpc>
                      </a:pPr>
                      <a:r>
                        <a:rPr sz="1700" i="1" spc="170" dirty="0">
                          <a:latin typeface="Times New Roman"/>
                          <a:cs typeface="Times New Roman"/>
                        </a:rPr>
                        <a:t>F8</a:t>
                      </a:r>
                      <a:endParaRPr sz="1700">
                        <a:latin typeface="Times New Roman"/>
                        <a:cs typeface="Times New Roman"/>
                      </a:endParaRPr>
                    </a:p>
                  </a:txBody>
                  <a:tcPr marL="0" marR="0" marT="0" marB="0"/>
                </a:tc>
                <a:tc>
                  <a:txBody>
                    <a:bodyPr/>
                    <a:lstStyle/>
                    <a:p>
                      <a:pPr marL="61594">
                        <a:lnSpc>
                          <a:spcPts val="1875"/>
                        </a:lnSpc>
                      </a:pPr>
                      <a:r>
                        <a:rPr sz="1700" i="1" spc="185" dirty="0">
                          <a:latin typeface="Times New Roman"/>
                          <a:cs typeface="Times New Roman"/>
                        </a:rPr>
                        <a:t>F10</a:t>
                      </a:r>
                      <a:endParaRPr sz="1700">
                        <a:latin typeface="Times New Roman"/>
                        <a:cs typeface="Times New Roman"/>
                      </a:endParaRPr>
                    </a:p>
                  </a:txBody>
                  <a:tcPr marL="0" marR="0" marT="0" marB="0"/>
                </a:tc>
                <a:tc>
                  <a:txBody>
                    <a:bodyPr/>
                    <a:lstStyle/>
                    <a:p>
                      <a:pPr marL="151765">
                        <a:lnSpc>
                          <a:spcPts val="1875"/>
                        </a:lnSpc>
                        <a:tabLst>
                          <a:tab pos="942340" algn="l"/>
                          <a:tab pos="1370965" algn="l"/>
                        </a:tabLst>
                      </a:pPr>
                      <a:r>
                        <a:rPr sz="1700" i="1" spc="185" dirty="0">
                          <a:latin typeface="Times New Roman"/>
                          <a:cs typeface="Times New Roman"/>
                        </a:rPr>
                        <a:t>F12	</a:t>
                      </a:r>
                      <a:r>
                        <a:rPr sz="1700" i="1" spc="90" dirty="0">
                          <a:latin typeface="Times New Roman"/>
                          <a:cs typeface="Times New Roman"/>
                        </a:rPr>
                        <a:t>...	</a:t>
                      </a:r>
                      <a:r>
                        <a:rPr sz="1700" i="1" spc="185" dirty="0">
                          <a:latin typeface="Times New Roman"/>
                          <a:cs typeface="Times New Roman"/>
                        </a:rPr>
                        <a:t>F30</a:t>
                      </a:r>
                      <a:endParaRPr sz="1700">
                        <a:latin typeface="Times New Roman"/>
                        <a:cs typeface="Times New Roman"/>
                      </a:endParaRPr>
                    </a:p>
                  </a:txBody>
                  <a:tcPr marL="0" marR="0" marT="0" marB="0"/>
                </a:tc>
                <a:extLst>
                  <a:ext uri="{0D108BD9-81ED-4DB2-BD59-A6C34878D82A}">
                    <a16:rowId xmlns:a16="http://schemas.microsoft.com/office/drawing/2014/main" val="10000"/>
                  </a:ext>
                </a:extLst>
              </a:tr>
              <a:tr h="212112">
                <a:tc>
                  <a:txBody>
                    <a:bodyPr/>
                    <a:lstStyle/>
                    <a:p>
                      <a:pPr marL="287020">
                        <a:lnSpc>
                          <a:spcPts val="1550"/>
                        </a:lnSpc>
                        <a:spcBef>
                          <a:spcPts val="15"/>
                        </a:spcBef>
                      </a:pPr>
                      <a:r>
                        <a:rPr sz="1300" b="1" spc="120" dirty="0">
                          <a:latin typeface="Times New Roman"/>
                          <a:cs typeface="Times New Roman"/>
                        </a:rPr>
                        <a:t>16</a:t>
                      </a:r>
                      <a:endParaRPr sz="1300">
                        <a:latin typeface="Times New Roman"/>
                        <a:cs typeface="Times New Roman"/>
                      </a:endParaRPr>
                    </a:p>
                  </a:txBody>
                  <a:tcPr marL="0" marR="0" marT="1905" marB="0"/>
                </a:tc>
                <a:tc>
                  <a:txBody>
                    <a:bodyPr/>
                    <a:lstStyle/>
                    <a:p>
                      <a:pPr marL="658495">
                        <a:lnSpc>
                          <a:spcPts val="1550"/>
                        </a:lnSpc>
                        <a:spcBef>
                          <a:spcPts val="15"/>
                        </a:spcBef>
                      </a:pPr>
                      <a:r>
                        <a:rPr sz="1300" i="1" spc="190" dirty="0">
                          <a:latin typeface="Times New Roman"/>
                          <a:cs typeface="Times New Roman"/>
                        </a:rPr>
                        <a:t>FU</a:t>
                      </a:r>
                      <a:endParaRPr sz="1300">
                        <a:latin typeface="Times New Roman"/>
                        <a:cs typeface="Times New Roman"/>
                      </a:endParaRPr>
                    </a:p>
                  </a:txBody>
                  <a:tcPr marL="0" marR="0" marT="1905" marB="0">
                    <a:lnR w="9525">
                      <a:solidFill>
                        <a:srgbClr val="000000"/>
                      </a:solidFill>
                      <a:prstDash val="solid"/>
                    </a:lnR>
                  </a:tcPr>
                </a:tc>
                <a:tc>
                  <a:txBody>
                    <a:bodyPr/>
                    <a:lstStyle/>
                    <a:p>
                      <a:pPr marL="102235">
                        <a:lnSpc>
                          <a:spcPts val="1550"/>
                        </a:lnSpc>
                        <a:spcBef>
                          <a:spcPts val="15"/>
                        </a:spcBef>
                      </a:pPr>
                      <a:r>
                        <a:rPr sz="1300" spc="140" dirty="0">
                          <a:solidFill>
                            <a:srgbClr val="0000FF"/>
                          </a:solidFill>
                          <a:latin typeface="Times New Roman"/>
                          <a:cs typeface="Times New Roman"/>
                        </a:rPr>
                        <a:t>M*F4</a:t>
                      </a:r>
                      <a:endParaRPr sz="1300">
                        <a:latin typeface="Times New Roman"/>
                        <a:cs typeface="Times New Roman"/>
                      </a:endParaRPr>
                    </a:p>
                  </a:txBody>
                  <a:tcPr marL="0" marR="0" marT="1905"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17145" algn="ctr">
                        <a:lnSpc>
                          <a:spcPts val="1550"/>
                        </a:lnSpc>
                        <a:spcBef>
                          <a:spcPts val="15"/>
                        </a:spcBef>
                      </a:pPr>
                      <a:r>
                        <a:rPr sz="1300" spc="130" dirty="0">
                          <a:solidFill>
                            <a:srgbClr val="FF0000"/>
                          </a:solidFill>
                          <a:latin typeface="Times New Roman"/>
                          <a:cs typeface="Times New Roman"/>
                        </a:rPr>
                        <a:t>M(A2)</a:t>
                      </a:r>
                      <a:endParaRPr sz="1300">
                        <a:latin typeface="Times New Roman"/>
                        <a:cs typeface="Times New Roman"/>
                      </a:endParaRPr>
                    </a:p>
                  </a:txBody>
                  <a:tcPr marL="0" marR="0" marT="1905" marB="0">
                    <a:lnB w="9525">
                      <a:solidFill>
                        <a:srgbClr val="000000"/>
                      </a:solidFill>
                      <a:prstDash val="solid"/>
                    </a:lnB>
                  </a:tcPr>
                </a:tc>
                <a:tc gridSpan="3">
                  <a:txBody>
                    <a:bodyPr/>
                    <a:lstStyle/>
                    <a:p>
                      <a:pPr marL="461009">
                        <a:lnSpc>
                          <a:spcPts val="1550"/>
                        </a:lnSpc>
                        <a:spcBef>
                          <a:spcPts val="15"/>
                        </a:spcBef>
                      </a:pPr>
                      <a:r>
                        <a:rPr sz="1300" spc="140" dirty="0">
                          <a:solidFill>
                            <a:srgbClr val="00FF00"/>
                          </a:solidFill>
                          <a:latin typeface="Times New Roman"/>
                          <a:cs typeface="Times New Roman"/>
                        </a:rPr>
                        <a:t>(M-M+M</a:t>
                      </a:r>
                      <a:r>
                        <a:rPr sz="1300" spc="140" dirty="0">
                          <a:solidFill>
                            <a:srgbClr val="FF00FF"/>
                          </a:solidFill>
                          <a:latin typeface="Times New Roman"/>
                          <a:cs typeface="Times New Roman"/>
                        </a:rPr>
                        <a:t>(M-M)</a:t>
                      </a:r>
                      <a:endParaRPr sz="1300">
                        <a:latin typeface="Times New Roman"/>
                        <a:cs typeface="Times New Roman"/>
                      </a:endParaRPr>
                    </a:p>
                  </a:txBody>
                  <a:tcPr marL="0" marR="0" marT="1905" marB="0">
                    <a:lnB w="9525">
                      <a:solidFill>
                        <a:srgbClr val="000000"/>
                      </a:solidFill>
                      <a:prstDash val="solid"/>
                    </a:lnB>
                  </a:tcPr>
                </a:tc>
                <a:tc hMerge="1">
                  <a:txBody>
                    <a:bodyPr/>
                    <a:lstStyle/>
                    <a:p>
                      <a:endParaRPr/>
                    </a:p>
                  </a:txBody>
                  <a:tcPr marL="0" marR="0" marT="0" marB="0"/>
                </a:tc>
                <a:tc hMerge="1">
                  <a:txBody>
                    <a:bodyPr/>
                    <a:lstStyle/>
                    <a:p>
                      <a:endParaRPr/>
                    </a:p>
                  </a:txBody>
                  <a:tcPr marL="0" marR="0" marT="0" marB="0"/>
                </a:tc>
                <a:tc gridSpan="2">
                  <a:txBody>
                    <a:bodyPr/>
                    <a:lstStyle/>
                    <a:p>
                      <a:pPr marL="53340">
                        <a:lnSpc>
                          <a:spcPts val="1550"/>
                        </a:lnSpc>
                        <a:spcBef>
                          <a:spcPts val="15"/>
                        </a:spcBef>
                      </a:pPr>
                      <a:r>
                        <a:rPr sz="1300" spc="110" dirty="0">
                          <a:solidFill>
                            <a:srgbClr val="00FF00"/>
                          </a:solidFill>
                          <a:latin typeface="Times New Roman"/>
                          <a:cs typeface="Times New Roman"/>
                        </a:rPr>
                        <a:t>Mult2</a:t>
                      </a:r>
                      <a:endParaRPr sz="1300">
                        <a:latin typeface="Times New Roman"/>
                        <a:cs typeface="Times New Roman"/>
                      </a:endParaRPr>
                    </a:p>
                  </a:txBody>
                  <a:tcPr marL="0" marR="0" marT="1905" marB="0">
                    <a:lnR w="9525">
                      <a:solidFill>
                        <a:srgbClr val="000000"/>
                      </a:solidFill>
                      <a:prstDash val="solid"/>
                    </a:lnR>
                    <a:lnB w="952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pSp>
        <p:nvGrpSpPr>
          <p:cNvPr id="25" name="object 22">
            <a:extLst>
              <a:ext uri="{FF2B5EF4-FFF2-40B4-BE49-F238E27FC236}">
                <a16:creationId xmlns:a16="http://schemas.microsoft.com/office/drawing/2014/main" id="{6924DF37-AC64-115C-58D2-EF7F5EF1D57F}"/>
              </a:ext>
            </a:extLst>
          </p:cNvPr>
          <p:cNvGrpSpPr/>
          <p:nvPr/>
        </p:nvGrpSpPr>
        <p:grpSpPr>
          <a:xfrm>
            <a:off x="2720173" y="2105171"/>
            <a:ext cx="1918970" cy="1278890"/>
            <a:chOff x="2692974" y="1433919"/>
            <a:chExt cx="1918970" cy="1278890"/>
          </a:xfrm>
        </p:grpSpPr>
        <p:sp>
          <p:nvSpPr>
            <p:cNvPr id="26" name="object 23">
              <a:extLst>
                <a:ext uri="{FF2B5EF4-FFF2-40B4-BE49-F238E27FC236}">
                  <a16:creationId xmlns:a16="http://schemas.microsoft.com/office/drawing/2014/main" id="{C51D1BC1-5964-6DFF-4E0C-B80919CE99F3}"/>
                </a:ext>
              </a:extLst>
            </p:cNvPr>
            <p:cNvSpPr/>
            <p:nvPr/>
          </p:nvSpPr>
          <p:spPr>
            <a:xfrm>
              <a:off x="2705341" y="1437395"/>
              <a:ext cx="1902460" cy="0"/>
            </a:xfrm>
            <a:custGeom>
              <a:avLst/>
              <a:gdLst/>
              <a:ahLst/>
              <a:cxnLst/>
              <a:rect l="l" t="t" r="r" b="b"/>
              <a:pathLst>
                <a:path w="1902460">
                  <a:moveTo>
                    <a:pt x="0" y="0"/>
                  </a:moveTo>
                  <a:lnTo>
                    <a:pt x="1902047" y="0"/>
                  </a:lnTo>
                </a:path>
              </a:pathLst>
            </a:custGeom>
            <a:ln w="6838">
              <a:solidFill>
                <a:srgbClr val="000000"/>
              </a:solidFill>
            </a:ln>
          </p:spPr>
          <p:txBody>
            <a:bodyPr wrap="square" lIns="0" tIns="0" rIns="0" bIns="0" rtlCol="0"/>
            <a:lstStyle/>
            <a:p>
              <a:endParaRPr/>
            </a:p>
          </p:txBody>
        </p:sp>
        <p:sp>
          <p:nvSpPr>
            <p:cNvPr id="27" name="object 24">
              <a:extLst>
                <a:ext uri="{FF2B5EF4-FFF2-40B4-BE49-F238E27FC236}">
                  <a16:creationId xmlns:a16="http://schemas.microsoft.com/office/drawing/2014/main" id="{5D42918A-D8B3-C18A-3E26-4A73027217D2}"/>
                </a:ext>
              </a:extLst>
            </p:cNvPr>
            <p:cNvSpPr/>
            <p:nvPr/>
          </p:nvSpPr>
          <p:spPr>
            <a:xfrm>
              <a:off x="2701159" y="1433951"/>
              <a:ext cx="1910714" cy="6985"/>
            </a:xfrm>
            <a:custGeom>
              <a:avLst/>
              <a:gdLst/>
              <a:ahLst/>
              <a:cxnLst/>
              <a:rect l="l" t="t" r="r" b="b"/>
              <a:pathLst>
                <a:path w="1910714" h="6984">
                  <a:moveTo>
                    <a:pt x="1910300" y="0"/>
                  </a:moveTo>
                  <a:lnTo>
                    <a:pt x="0" y="0"/>
                  </a:lnTo>
                  <a:lnTo>
                    <a:pt x="0" y="6827"/>
                  </a:lnTo>
                  <a:lnTo>
                    <a:pt x="1910300" y="6827"/>
                  </a:lnTo>
                  <a:lnTo>
                    <a:pt x="1910300" y="0"/>
                  </a:lnTo>
                  <a:close/>
                </a:path>
              </a:pathLst>
            </a:custGeom>
            <a:solidFill>
              <a:srgbClr val="000000"/>
            </a:solidFill>
          </p:spPr>
          <p:txBody>
            <a:bodyPr wrap="square" lIns="0" tIns="0" rIns="0" bIns="0" rtlCol="0"/>
            <a:lstStyle/>
            <a:p>
              <a:endParaRPr/>
            </a:p>
          </p:txBody>
        </p:sp>
        <p:sp>
          <p:nvSpPr>
            <p:cNvPr id="28" name="object 25">
              <a:extLst>
                <a:ext uri="{FF2B5EF4-FFF2-40B4-BE49-F238E27FC236}">
                  <a16:creationId xmlns:a16="http://schemas.microsoft.com/office/drawing/2014/main" id="{E1A75C3A-F0C1-94C8-94DF-35A4C7566F81}"/>
                </a:ext>
              </a:extLst>
            </p:cNvPr>
            <p:cNvSpPr/>
            <p:nvPr/>
          </p:nvSpPr>
          <p:spPr>
            <a:xfrm>
              <a:off x="2697088" y="1437395"/>
              <a:ext cx="0" cy="1271905"/>
            </a:xfrm>
            <a:custGeom>
              <a:avLst/>
              <a:gdLst/>
              <a:ahLst/>
              <a:cxnLst/>
              <a:rect l="l" t="t" r="r" b="b"/>
              <a:pathLst>
                <a:path h="1271905">
                  <a:moveTo>
                    <a:pt x="0" y="0"/>
                  </a:moveTo>
                  <a:lnTo>
                    <a:pt x="0" y="1271762"/>
                  </a:lnTo>
                </a:path>
              </a:pathLst>
            </a:custGeom>
            <a:ln w="8227">
              <a:solidFill>
                <a:srgbClr val="000000"/>
              </a:solidFill>
            </a:ln>
          </p:spPr>
          <p:txBody>
            <a:bodyPr wrap="square" lIns="0" tIns="0" rIns="0" bIns="0" rtlCol="0"/>
            <a:lstStyle/>
            <a:p>
              <a:endParaRPr/>
            </a:p>
          </p:txBody>
        </p:sp>
        <p:sp>
          <p:nvSpPr>
            <p:cNvPr id="29" name="object 26">
              <a:extLst>
                <a:ext uri="{FF2B5EF4-FFF2-40B4-BE49-F238E27FC236}">
                  <a16:creationId xmlns:a16="http://schemas.microsoft.com/office/drawing/2014/main" id="{B4982461-23C9-103A-C67D-C1DFC659EDC7}"/>
                </a:ext>
              </a:extLst>
            </p:cNvPr>
            <p:cNvSpPr/>
            <p:nvPr/>
          </p:nvSpPr>
          <p:spPr>
            <a:xfrm>
              <a:off x="2693017" y="1433919"/>
              <a:ext cx="8255" cy="1278890"/>
            </a:xfrm>
            <a:custGeom>
              <a:avLst/>
              <a:gdLst/>
              <a:ahLst/>
              <a:cxnLst/>
              <a:rect l="l" t="t" r="r" b="b"/>
              <a:pathLst>
                <a:path w="8255" h="1278889">
                  <a:moveTo>
                    <a:pt x="8226" y="0"/>
                  </a:moveTo>
                  <a:lnTo>
                    <a:pt x="0" y="0"/>
                  </a:lnTo>
                  <a:lnTo>
                    <a:pt x="0" y="1278622"/>
                  </a:lnTo>
                  <a:lnTo>
                    <a:pt x="8226" y="1278622"/>
                  </a:lnTo>
                  <a:lnTo>
                    <a:pt x="8226" y="0"/>
                  </a:lnTo>
                  <a:close/>
                </a:path>
              </a:pathLst>
            </a:custGeom>
            <a:solidFill>
              <a:srgbClr val="000000"/>
            </a:solidFill>
          </p:spPr>
          <p:txBody>
            <a:bodyPr wrap="square" lIns="0" tIns="0" rIns="0" bIns="0" rtlCol="0"/>
            <a:lstStyle/>
            <a:p>
              <a:endParaRPr/>
            </a:p>
          </p:txBody>
        </p:sp>
        <p:sp>
          <p:nvSpPr>
            <p:cNvPr id="30" name="object 27">
              <a:extLst>
                <a:ext uri="{FF2B5EF4-FFF2-40B4-BE49-F238E27FC236}">
                  <a16:creationId xmlns:a16="http://schemas.microsoft.com/office/drawing/2014/main" id="{E50846C3-2C78-2584-E1B2-AB22AD0271D9}"/>
                </a:ext>
              </a:extLst>
            </p:cNvPr>
            <p:cNvSpPr/>
            <p:nvPr/>
          </p:nvSpPr>
          <p:spPr>
            <a:xfrm>
              <a:off x="4607388" y="1444255"/>
              <a:ext cx="0" cy="1264920"/>
            </a:xfrm>
            <a:custGeom>
              <a:avLst/>
              <a:gdLst/>
              <a:ahLst/>
              <a:cxnLst/>
              <a:rect l="l" t="t" r="r" b="b"/>
              <a:pathLst>
                <a:path h="1264920">
                  <a:moveTo>
                    <a:pt x="0" y="0"/>
                  </a:moveTo>
                  <a:lnTo>
                    <a:pt x="0" y="1264902"/>
                  </a:lnTo>
                </a:path>
              </a:pathLst>
            </a:custGeom>
            <a:ln w="8227">
              <a:solidFill>
                <a:srgbClr val="000000"/>
              </a:solidFill>
            </a:ln>
          </p:spPr>
          <p:txBody>
            <a:bodyPr wrap="square" lIns="0" tIns="0" rIns="0" bIns="0" rtlCol="0"/>
            <a:lstStyle/>
            <a:p>
              <a:endParaRPr/>
            </a:p>
          </p:txBody>
        </p:sp>
        <p:sp>
          <p:nvSpPr>
            <p:cNvPr id="31" name="object 28">
              <a:extLst>
                <a:ext uri="{FF2B5EF4-FFF2-40B4-BE49-F238E27FC236}">
                  <a16:creationId xmlns:a16="http://schemas.microsoft.com/office/drawing/2014/main" id="{177D872B-F152-8089-0C89-0F90CD47DBFB}"/>
                </a:ext>
              </a:extLst>
            </p:cNvPr>
            <p:cNvSpPr/>
            <p:nvPr/>
          </p:nvSpPr>
          <p:spPr>
            <a:xfrm>
              <a:off x="4603317" y="1440779"/>
              <a:ext cx="8255" cy="1271905"/>
            </a:xfrm>
            <a:custGeom>
              <a:avLst/>
              <a:gdLst/>
              <a:ahLst/>
              <a:cxnLst/>
              <a:rect l="l" t="t" r="r" b="b"/>
              <a:pathLst>
                <a:path w="8254" h="1271905">
                  <a:moveTo>
                    <a:pt x="8227" y="0"/>
                  </a:moveTo>
                  <a:lnTo>
                    <a:pt x="0" y="0"/>
                  </a:lnTo>
                  <a:lnTo>
                    <a:pt x="0" y="1271762"/>
                  </a:lnTo>
                  <a:lnTo>
                    <a:pt x="8227" y="1271762"/>
                  </a:lnTo>
                  <a:lnTo>
                    <a:pt x="8227" y="0"/>
                  </a:lnTo>
                  <a:close/>
                </a:path>
              </a:pathLst>
            </a:custGeom>
            <a:solidFill>
              <a:srgbClr val="000000"/>
            </a:solidFill>
          </p:spPr>
          <p:txBody>
            <a:bodyPr wrap="square" lIns="0" tIns="0" rIns="0" bIns="0" rtlCol="0"/>
            <a:lstStyle/>
            <a:p>
              <a:endParaRPr/>
            </a:p>
          </p:txBody>
        </p:sp>
        <p:sp>
          <p:nvSpPr>
            <p:cNvPr id="32" name="object 29">
              <a:extLst>
                <a:ext uri="{FF2B5EF4-FFF2-40B4-BE49-F238E27FC236}">
                  <a16:creationId xmlns:a16="http://schemas.microsoft.com/office/drawing/2014/main" id="{8BF1FB39-B3AC-6339-AEBA-64CEC43DB635}"/>
                </a:ext>
              </a:extLst>
            </p:cNvPr>
            <p:cNvSpPr/>
            <p:nvPr/>
          </p:nvSpPr>
          <p:spPr>
            <a:xfrm>
              <a:off x="2705341" y="2709157"/>
              <a:ext cx="1902460" cy="0"/>
            </a:xfrm>
            <a:custGeom>
              <a:avLst/>
              <a:gdLst/>
              <a:ahLst/>
              <a:cxnLst/>
              <a:rect l="l" t="t" r="r" b="b"/>
              <a:pathLst>
                <a:path w="1902460">
                  <a:moveTo>
                    <a:pt x="0" y="0"/>
                  </a:moveTo>
                  <a:lnTo>
                    <a:pt x="1902047" y="0"/>
                  </a:lnTo>
                </a:path>
              </a:pathLst>
            </a:custGeom>
            <a:ln w="6838">
              <a:solidFill>
                <a:srgbClr val="000000"/>
              </a:solidFill>
            </a:ln>
          </p:spPr>
          <p:txBody>
            <a:bodyPr wrap="square" lIns="0" tIns="0" rIns="0" bIns="0" rtlCol="0"/>
            <a:lstStyle/>
            <a:p>
              <a:endParaRPr/>
            </a:p>
          </p:txBody>
        </p:sp>
        <p:sp>
          <p:nvSpPr>
            <p:cNvPr id="33" name="object 30">
              <a:extLst>
                <a:ext uri="{FF2B5EF4-FFF2-40B4-BE49-F238E27FC236}">
                  <a16:creationId xmlns:a16="http://schemas.microsoft.com/office/drawing/2014/main" id="{1493ECAA-F4D3-F2A4-548D-2FC2927FE912}"/>
                </a:ext>
              </a:extLst>
            </p:cNvPr>
            <p:cNvSpPr/>
            <p:nvPr/>
          </p:nvSpPr>
          <p:spPr>
            <a:xfrm>
              <a:off x="2701159" y="2705714"/>
              <a:ext cx="1910714" cy="6985"/>
            </a:xfrm>
            <a:custGeom>
              <a:avLst/>
              <a:gdLst/>
              <a:ahLst/>
              <a:cxnLst/>
              <a:rect l="l" t="t" r="r" b="b"/>
              <a:pathLst>
                <a:path w="1910714" h="6985">
                  <a:moveTo>
                    <a:pt x="1910300" y="0"/>
                  </a:moveTo>
                  <a:lnTo>
                    <a:pt x="0" y="0"/>
                  </a:lnTo>
                  <a:lnTo>
                    <a:pt x="0" y="6827"/>
                  </a:lnTo>
                  <a:lnTo>
                    <a:pt x="1910300" y="6827"/>
                  </a:lnTo>
                  <a:lnTo>
                    <a:pt x="1910300"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2508017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A8DFF-6927-E039-AAF5-52580FED7B71}"/>
              </a:ext>
            </a:extLst>
          </p:cNvPr>
          <p:cNvSpPr>
            <a:spLocks noGrp="1"/>
          </p:cNvSpPr>
          <p:nvPr>
            <p:ph type="title"/>
          </p:nvPr>
        </p:nvSpPr>
        <p:spPr/>
        <p:txBody>
          <a:bodyPr/>
          <a:lstStyle/>
          <a:p>
            <a:r>
              <a:rPr lang="en-US" dirty="0"/>
              <a:t>Cycle-55</a:t>
            </a:r>
            <a:endParaRPr lang="en-IN" dirty="0"/>
          </a:p>
        </p:txBody>
      </p:sp>
      <p:sp>
        <p:nvSpPr>
          <p:cNvPr id="4" name="Footer Placeholder 3">
            <a:extLst>
              <a:ext uri="{FF2B5EF4-FFF2-40B4-BE49-F238E27FC236}">
                <a16:creationId xmlns:a16="http://schemas.microsoft.com/office/drawing/2014/main" id="{DA39814E-DD51-6825-7550-DD1D15C782F9}"/>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6E342207-8CEF-176B-D430-CED34B02B45B}"/>
              </a:ext>
            </a:extLst>
          </p:cNvPr>
          <p:cNvSpPr>
            <a:spLocks noGrp="1"/>
          </p:cNvSpPr>
          <p:nvPr>
            <p:ph type="sldNum" sz="quarter" idx="12"/>
          </p:nvPr>
        </p:nvSpPr>
        <p:spPr/>
        <p:txBody>
          <a:bodyPr/>
          <a:lstStyle/>
          <a:p>
            <a:fld id="{B8651ABE-1138-46C6-9A43-7FCD4EB2550C}" type="slidenum">
              <a:rPr lang="en-IN" smtClean="0"/>
              <a:pPr/>
              <a:t>38</a:t>
            </a:fld>
            <a:endParaRPr lang="en-IN" dirty="0"/>
          </a:p>
        </p:txBody>
      </p:sp>
      <p:sp>
        <p:nvSpPr>
          <p:cNvPr id="6" name="object 3">
            <a:extLst>
              <a:ext uri="{FF2B5EF4-FFF2-40B4-BE49-F238E27FC236}">
                <a16:creationId xmlns:a16="http://schemas.microsoft.com/office/drawing/2014/main" id="{2DDCA00F-006E-5856-A3C1-79ECC2E41F8D}"/>
              </a:ext>
            </a:extLst>
          </p:cNvPr>
          <p:cNvSpPr txBox="1"/>
          <p:nvPr/>
        </p:nvSpPr>
        <p:spPr>
          <a:xfrm>
            <a:off x="40720" y="1589237"/>
            <a:ext cx="1938655" cy="288290"/>
          </a:xfrm>
          <a:prstGeom prst="rect">
            <a:avLst/>
          </a:prstGeom>
        </p:spPr>
        <p:txBody>
          <a:bodyPr vert="horz" wrap="square" lIns="0" tIns="15875" rIns="0" bIns="0" rtlCol="0">
            <a:spAutoFit/>
          </a:bodyPr>
          <a:lstStyle/>
          <a:p>
            <a:pPr marL="12700">
              <a:lnSpc>
                <a:spcPct val="100000"/>
              </a:lnSpc>
              <a:spcBef>
                <a:spcPts val="125"/>
              </a:spcBef>
            </a:pPr>
            <a:r>
              <a:rPr sz="1700" i="1" spc="145" dirty="0">
                <a:solidFill>
                  <a:srgbClr val="FF0000"/>
                </a:solidFill>
                <a:latin typeface="Times New Roman"/>
                <a:cs typeface="Times New Roman"/>
              </a:rPr>
              <a:t>Instruction</a:t>
            </a:r>
            <a:r>
              <a:rPr sz="1700" i="1" spc="25" dirty="0">
                <a:solidFill>
                  <a:srgbClr val="FF0000"/>
                </a:solidFill>
                <a:latin typeface="Times New Roman"/>
                <a:cs typeface="Times New Roman"/>
              </a:rPr>
              <a:t> </a:t>
            </a:r>
            <a:r>
              <a:rPr sz="1700" i="1" spc="130" dirty="0">
                <a:solidFill>
                  <a:srgbClr val="FF0000"/>
                </a:solidFill>
                <a:latin typeface="Times New Roman"/>
                <a:cs typeface="Times New Roman"/>
              </a:rPr>
              <a:t>status:</a:t>
            </a:r>
            <a:endParaRPr sz="1700">
              <a:latin typeface="Times New Roman"/>
              <a:cs typeface="Times New Roman"/>
            </a:endParaRPr>
          </a:p>
        </p:txBody>
      </p:sp>
      <p:sp>
        <p:nvSpPr>
          <p:cNvPr id="7" name="object 4">
            <a:extLst>
              <a:ext uri="{FF2B5EF4-FFF2-40B4-BE49-F238E27FC236}">
                <a16:creationId xmlns:a16="http://schemas.microsoft.com/office/drawing/2014/main" id="{97DD84E4-3CF9-77E5-F9DD-4AD84A0FF117}"/>
              </a:ext>
            </a:extLst>
          </p:cNvPr>
          <p:cNvSpPr txBox="1"/>
          <p:nvPr/>
        </p:nvSpPr>
        <p:spPr>
          <a:xfrm>
            <a:off x="5879479" y="1869658"/>
            <a:ext cx="1363345" cy="247650"/>
          </a:xfrm>
          <a:prstGeom prst="rect">
            <a:avLst/>
          </a:prstGeom>
        </p:spPr>
        <p:txBody>
          <a:bodyPr vert="horz" wrap="square" lIns="0" tIns="13335" rIns="0" bIns="0" rtlCol="0">
            <a:spAutoFit/>
          </a:bodyPr>
          <a:lstStyle/>
          <a:p>
            <a:pPr marL="12700">
              <a:lnSpc>
                <a:spcPct val="100000"/>
              </a:lnSpc>
              <a:spcBef>
                <a:spcPts val="105"/>
              </a:spcBef>
              <a:tabLst>
                <a:tab pos="621665" algn="l"/>
              </a:tabLst>
            </a:pPr>
            <a:r>
              <a:rPr sz="1450" spc="150" dirty="0">
                <a:latin typeface="Times New Roman"/>
                <a:cs typeface="Times New Roman"/>
              </a:rPr>
              <a:t>Busy	</a:t>
            </a:r>
            <a:r>
              <a:rPr sz="1450" spc="135" dirty="0">
                <a:latin typeface="Times New Roman"/>
                <a:cs typeface="Times New Roman"/>
              </a:rPr>
              <a:t>Address</a:t>
            </a:r>
            <a:endParaRPr sz="1450">
              <a:latin typeface="Times New Roman"/>
              <a:cs typeface="Times New Roman"/>
            </a:endParaRPr>
          </a:p>
        </p:txBody>
      </p:sp>
      <p:sp>
        <p:nvSpPr>
          <p:cNvPr id="8" name="object 5">
            <a:extLst>
              <a:ext uri="{FF2B5EF4-FFF2-40B4-BE49-F238E27FC236}">
                <a16:creationId xmlns:a16="http://schemas.microsoft.com/office/drawing/2014/main" id="{31936B12-9F19-7135-DA80-7F6E2F6AADDB}"/>
              </a:ext>
            </a:extLst>
          </p:cNvPr>
          <p:cNvSpPr txBox="1"/>
          <p:nvPr/>
        </p:nvSpPr>
        <p:spPr>
          <a:xfrm>
            <a:off x="3594647" y="2093979"/>
            <a:ext cx="210185" cy="873760"/>
          </a:xfrm>
          <a:prstGeom prst="rect">
            <a:avLst/>
          </a:prstGeom>
        </p:spPr>
        <p:txBody>
          <a:bodyPr vert="horz" wrap="square" lIns="0" tIns="26670" rIns="0" bIns="0" rtlCol="0">
            <a:spAutoFit/>
          </a:bodyPr>
          <a:lstStyle/>
          <a:p>
            <a:pPr marL="48895">
              <a:lnSpc>
                <a:spcPct val="100000"/>
              </a:lnSpc>
              <a:spcBef>
                <a:spcPts val="210"/>
              </a:spcBef>
            </a:pPr>
            <a:r>
              <a:rPr sz="1300" spc="125" dirty="0">
                <a:latin typeface="Times New Roman"/>
                <a:cs typeface="Times New Roman"/>
              </a:rPr>
              <a:t>3</a:t>
            </a:r>
            <a:endParaRPr sz="1300">
              <a:latin typeface="Times New Roman"/>
              <a:cs typeface="Times New Roman"/>
            </a:endParaRPr>
          </a:p>
          <a:p>
            <a:pPr marL="48895">
              <a:lnSpc>
                <a:spcPct val="100000"/>
              </a:lnSpc>
              <a:spcBef>
                <a:spcPts val="110"/>
              </a:spcBef>
            </a:pPr>
            <a:r>
              <a:rPr sz="1300" spc="125" dirty="0">
                <a:latin typeface="Times New Roman"/>
                <a:cs typeface="Times New Roman"/>
              </a:rPr>
              <a:t>4</a:t>
            </a:r>
            <a:endParaRPr sz="1300">
              <a:latin typeface="Times New Roman"/>
              <a:cs typeface="Times New Roman"/>
            </a:endParaRPr>
          </a:p>
          <a:p>
            <a:pPr>
              <a:lnSpc>
                <a:spcPct val="100000"/>
              </a:lnSpc>
              <a:spcBef>
                <a:spcPts val="110"/>
              </a:spcBef>
            </a:pPr>
            <a:r>
              <a:rPr sz="1300" spc="120" dirty="0">
                <a:latin typeface="Times New Roman"/>
                <a:cs typeface="Times New Roman"/>
              </a:rPr>
              <a:t>15</a:t>
            </a:r>
            <a:endParaRPr sz="1300">
              <a:latin typeface="Times New Roman"/>
              <a:cs typeface="Times New Roman"/>
            </a:endParaRPr>
          </a:p>
          <a:p>
            <a:pPr marL="48895">
              <a:lnSpc>
                <a:spcPct val="100000"/>
              </a:lnSpc>
              <a:spcBef>
                <a:spcPts val="105"/>
              </a:spcBef>
            </a:pPr>
            <a:r>
              <a:rPr sz="1300" spc="125" dirty="0">
                <a:latin typeface="Times New Roman"/>
                <a:cs typeface="Times New Roman"/>
              </a:rPr>
              <a:t>7</a:t>
            </a:r>
            <a:endParaRPr sz="1300">
              <a:latin typeface="Times New Roman"/>
              <a:cs typeface="Times New Roman"/>
            </a:endParaRPr>
          </a:p>
        </p:txBody>
      </p:sp>
      <p:sp>
        <p:nvSpPr>
          <p:cNvPr id="9" name="object 6">
            <a:extLst>
              <a:ext uri="{FF2B5EF4-FFF2-40B4-BE49-F238E27FC236}">
                <a16:creationId xmlns:a16="http://schemas.microsoft.com/office/drawing/2014/main" id="{3E449120-4645-C8A7-8162-90A82FD2547C}"/>
              </a:ext>
            </a:extLst>
          </p:cNvPr>
          <p:cNvSpPr txBox="1"/>
          <p:nvPr/>
        </p:nvSpPr>
        <p:spPr>
          <a:xfrm>
            <a:off x="4212194" y="2093979"/>
            <a:ext cx="210185" cy="873760"/>
          </a:xfrm>
          <a:prstGeom prst="rect">
            <a:avLst/>
          </a:prstGeom>
        </p:spPr>
        <p:txBody>
          <a:bodyPr vert="horz" wrap="square" lIns="0" tIns="26670" rIns="0" bIns="0" rtlCol="0">
            <a:spAutoFit/>
          </a:bodyPr>
          <a:lstStyle/>
          <a:p>
            <a:pPr marL="48895">
              <a:lnSpc>
                <a:spcPct val="100000"/>
              </a:lnSpc>
              <a:spcBef>
                <a:spcPts val="210"/>
              </a:spcBef>
            </a:pPr>
            <a:r>
              <a:rPr sz="1300" spc="125" dirty="0">
                <a:latin typeface="Times New Roman"/>
                <a:cs typeface="Times New Roman"/>
              </a:rPr>
              <a:t>4</a:t>
            </a:r>
            <a:endParaRPr sz="1300">
              <a:latin typeface="Times New Roman"/>
              <a:cs typeface="Times New Roman"/>
            </a:endParaRPr>
          </a:p>
          <a:p>
            <a:pPr marL="48895">
              <a:lnSpc>
                <a:spcPct val="100000"/>
              </a:lnSpc>
              <a:spcBef>
                <a:spcPts val="110"/>
              </a:spcBef>
            </a:pPr>
            <a:r>
              <a:rPr sz="1300" spc="125" dirty="0">
                <a:latin typeface="Times New Roman"/>
                <a:cs typeface="Times New Roman"/>
              </a:rPr>
              <a:t>5</a:t>
            </a:r>
            <a:endParaRPr sz="1300">
              <a:latin typeface="Times New Roman"/>
              <a:cs typeface="Times New Roman"/>
            </a:endParaRPr>
          </a:p>
          <a:p>
            <a:pPr>
              <a:lnSpc>
                <a:spcPct val="100000"/>
              </a:lnSpc>
              <a:spcBef>
                <a:spcPts val="110"/>
              </a:spcBef>
            </a:pPr>
            <a:r>
              <a:rPr sz="1300" spc="120" dirty="0">
                <a:latin typeface="Times New Roman"/>
                <a:cs typeface="Times New Roman"/>
              </a:rPr>
              <a:t>16</a:t>
            </a:r>
            <a:endParaRPr sz="1300">
              <a:latin typeface="Times New Roman"/>
              <a:cs typeface="Times New Roman"/>
            </a:endParaRPr>
          </a:p>
          <a:p>
            <a:pPr marL="48895">
              <a:lnSpc>
                <a:spcPct val="100000"/>
              </a:lnSpc>
              <a:spcBef>
                <a:spcPts val="105"/>
              </a:spcBef>
            </a:pPr>
            <a:r>
              <a:rPr sz="1300" spc="125" dirty="0">
                <a:latin typeface="Times New Roman"/>
                <a:cs typeface="Times New Roman"/>
              </a:rPr>
              <a:t>8</a:t>
            </a:r>
            <a:endParaRPr sz="1300">
              <a:latin typeface="Times New Roman"/>
              <a:cs typeface="Times New Roman"/>
            </a:endParaRPr>
          </a:p>
        </p:txBody>
      </p:sp>
      <p:sp>
        <p:nvSpPr>
          <p:cNvPr id="10" name="object 7">
            <a:extLst>
              <a:ext uri="{FF2B5EF4-FFF2-40B4-BE49-F238E27FC236}">
                <a16:creationId xmlns:a16="http://schemas.microsoft.com/office/drawing/2014/main" id="{E4407CCB-2C3C-C3A7-E326-8EBEF2D2D272}"/>
              </a:ext>
            </a:extLst>
          </p:cNvPr>
          <p:cNvSpPr txBox="1"/>
          <p:nvPr/>
        </p:nvSpPr>
        <p:spPr>
          <a:xfrm>
            <a:off x="353617" y="1868694"/>
            <a:ext cx="880744" cy="1522730"/>
          </a:xfrm>
          <a:prstGeom prst="rect">
            <a:avLst/>
          </a:prstGeom>
        </p:spPr>
        <p:txBody>
          <a:bodyPr vert="horz" wrap="square" lIns="0" tIns="12700" rIns="0" bIns="0" rtlCol="0">
            <a:spAutoFit/>
          </a:bodyPr>
          <a:lstStyle/>
          <a:p>
            <a:pPr marL="12700" marR="5080">
              <a:lnSpc>
                <a:spcPct val="110400"/>
              </a:lnSpc>
              <a:spcBef>
                <a:spcPts val="100"/>
              </a:spcBef>
            </a:pPr>
            <a:r>
              <a:rPr sz="1300" spc="105" dirty="0">
                <a:latin typeface="Times New Roman"/>
                <a:cs typeface="Times New Roman"/>
              </a:rPr>
              <a:t>In</a:t>
            </a:r>
            <a:r>
              <a:rPr sz="1300" spc="70" dirty="0">
                <a:latin typeface="Times New Roman"/>
                <a:cs typeface="Times New Roman"/>
              </a:rPr>
              <a:t>s</a:t>
            </a:r>
            <a:r>
              <a:rPr sz="1300" spc="85" dirty="0">
                <a:latin typeface="Times New Roman"/>
                <a:cs typeface="Times New Roman"/>
              </a:rPr>
              <a:t>t</a:t>
            </a:r>
            <a:r>
              <a:rPr sz="1300" spc="105" dirty="0">
                <a:latin typeface="Times New Roman"/>
                <a:cs typeface="Times New Roman"/>
              </a:rPr>
              <a:t>ruct</a:t>
            </a:r>
            <a:r>
              <a:rPr sz="1300" spc="25" dirty="0">
                <a:latin typeface="Times New Roman"/>
                <a:cs typeface="Times New Roman"/>
              </a:rPr>
              <a:t>i</a:t>
            </a:r>
            <a:r>
              <a:rPr sz="1300" spc="95" dirty="0">
                <a:latin typeface="Times New Roman"/>
                <a:cs typeface="Times New Roman"/>
              </a:rPr>
              <a:t>on  </a:t>
            </a:r>
            <a:r>
              <a:rPr sz="1300" spc="190" dirty="0">
                <a:latin typeface="Times New Roman"/>
                <a:cs typeface="Times New Roman"/>
              </a:rPr>
              <a:t>LD</a:t>
            </a:r>
            <a:endParaRPr sz="1300">
              <a:latin typeface="Times New Roman"/>
              <a:cs typeface="Times New Roman"/>
            </a:endParaRPr>
          </a:p>
          <a:p>
            <a:pPr marL="12700" marR="173990">
              <a:lnSpc>
                <a:spcPct val="107000"/>
              </a:lnSpc>
            </a:pPr>
            <a:r>
              <a:rPr sz="1300" spc="190" dirty="0">
                <a:solidFill>
                  <a:srgbClr val="FF0000"/>
                </a:solidFill>
                <a:latin typeface="Times New Roman"/>
                <a:cs typeface="Times New Roman"/>
              </a:rPr>
              <a:t>LD </a:t>
            </a:r>
            <a:r>
              <a:rPr sz="1300" spc="195" dirty="0">
                <a:solidFill>
                  <a:srgbClr val="FF0000"/>
                </a:solidFill>
                <a:latin typeface="Times New Roman"/>
                <a:cs typeface="Times New Roman"/>
              </a:rPr>
              <a:t> </a:t>
            </a:r>
            <a:r>
              <a:rPr sz="1300" spc="200" dirty="0">
                <a:solidFill>
                  <a:srgbClr val="0000FF"/>
                </a:solidFill>
                <a:latin typeface="Times New Roman"/>
                <a:cs typeface="Times New Roman"/>
              </a:rPr>
              <a:t>M</a:t>
            </a:r>
            <a:r>
              <a:rPr sz="1300" spc="95" dirty="0">
                <a:solidFill>
                  <a:srgbClr val="0000FF"/>
                </a:solidFill>
                <a:latin typeface="Times New Roman"/>
                <a:cs typeface="Times New Roman"/>
              </a:rPr>
              <a:t>U</a:t>
            </a:r>
            <a:r>
              <a:rPr sz="1300" spc="170" dirty="0">
                <a:solidFill>
                  <a:srgbClr val="0000FF"/>
                </a:solidFill>
                <a:latin typeface="Times New Roman"/>
                <a:cs typeface="Times New Roman"/>
              </a:rPr>
              <a:t>L</a:t>
            </a:r>
            <a:r>
              <a:rPr sz="1300" spc="110" dirty="0">
                <a:solidFill>
                  <a:srgbClr val="0000FF"/>
                </a:solidFill>
                <a:latin typeface="Times New Roman"/>
                <a:cs typeface="Times New Roman"/>
              </a:rPr>
              <a:t>T</a:t>
            </a:r>
            <a:r>
              <a:rPr sz="1300" spc="100" dirty="0">
                <a:solidFill>
                  <a:srgbClr val="0000FF"/>
                </a:solidFill>
                <a:latin typeface="Times New Roman"/>
                <a:cs typeface="Times New Roman"/>
              </a:rPr>
              <a:t>D  </a:t>
            </a:r>
            <a:r>
              <a:rPr sz="1300" spc="125" dirty="0">
                <a:solidFill>
                  <a:srgbClr val="FF00FF"/>
                </a:solidFill>
                <a:latin typeface="Times New Roman"/>
                <a:cs typeface="Times New Roman"/>
              </a:rPr>
              <a:t>SUBD </a:t>
            </a:r>
            <a:r>
              <a:rPr sz="1300" spc="130" dirty="0">
                <a:solidFill>
                  <a:srgbClr val="FF00FF"/>
                </a:solidFill>
                <a:latin typeface="Times New Roman"/>
                <a:cs typeface="Times New Roman"/>
              </a:rPr>
              <a:t> </a:t>
            </a:r>
            <a:r>
              <a:rPr sz="1300" spc="130" dirty="0">
                <a:solidFill>
                  <a:srgbClr val="00FF00"/>
                </a:solidFill>
                <a:latin typeface="Times New Roman"/>
                <a:cs typeface="Times New Roman"/>
              </a:rPr>
              <a:t>DIVD </a:t>
            </a:r>
            <a:r>
              <a:rPr sz="1300" spc="135" dirty="0">
                <a:solidFill>
                  <a:srgbClr val="00FF00"/>
                </a:solidFill>
                <a:latin typeface="Times New Roman"/>
                <a:cs typeface="Times New Roman"/>
              </a:rPr>
              <a:t> </a:t>
            </a:r>
            <a:r>
              <a:rPr sz="1300" spc="160" dirty="0">
                <a:latin typeface="Times New Roman"/>
                <a:cs typeface="Times New Roman"/>
              </a:rPr>
              <a:t>ADDD</a:t>
            </a:r>
            <a:endParaRPr sz="1300">
              <a:latin typeface="Times New Roman"/>
              <a:cs typeface="Times New Roman"/>
            </a:endParaRPr>
          </a:p>
        </p:txBody>
      </p:sp>
      <p:sp>
        <p:nvSpPr>
          <p:cNvPr id="11" name="object 8">
            <a:extLst>
              <a:ext uri="{FF2B5EF4-FFF2-40B4-BE49-F238E27FC236}">
                <a16:creationId xmlns:a16="http://schemas.microsoft.com/office/drawing/2014/main" id="{A696AF77-CACB-9CC8-7CF9-3E5EE23E87C1}"/>
              </a:ext>
            </a:extLst>
          </p:cNvPr>
          <p:cNvSpPr txBox="1"/>
          <p:nvPr/>
        </p:nvSpPr>
        <p:spPr>
          <a:xfrm>
            <a:off x="1210028" y="1599035"/>
            <a:ext cx="3413125" cy="1792605"/>
          </a:xfrm>
          <a:prstGeom prst="rect">
            <a:avLst/>
          </a:prstGeom>
        </p:spPr>
        <p:txBody>
          <a:bodyPr vert="horz" wrap="square" lIns="0" tIns="37465" rIns="0" bIns="0" rtlCol="0">
            <a:spAutoFit/>
          </a:bodyPr>
          <a:lstStyle/>
          <a:p>
            <a:pPr marL="2211070">
              <a:lnSpc>
                <a:spcPct val="100000"/>
              </a:lnSpc>
              <a:spcBef>
                <a:spcPts val="295"/>
              </a:spcBef>
              <a:tabLst>
                <a:tab pos="2828925" algn="l"/>
              </a:tabLst>
            </a:pPr>
            <a:r>
              <a:rPr sz="1450" i="1" spc="150" dirty="0">
                <a:latin typeface="Times New Roman"/>
                <a:cs typeface="Times New Roman"/>
              </a:rPr>
              <a:t>Exec	</a:t>
            </a:r>
            <a:r>
              <a:rPr sz="1450" i="1" spc="140" dirty="0">
                <a:latin typeface="Times New Roman"/>
                <a:cs typeface="Times New Roman"/>
              </a:rPr>
              <a:t>Write</a:t>
            </a:r>
            <a:endParaRPr sz="1450">
              <a:latin typeface="Times New Roman"/>
              <a:cs typeface="Times New Roman"/>
            </a:endParaRPr>
          </a:p>
          <a:p>
            <a:pPr marL="671195">
              <a:lnSpc>
                <a:spcPct val="100000"/>
              </a:lnSpc>
              <a:spcBef>
                <a:spcPts val="200"/>
              </a:spcBef>
              <a:tabLst>
                <a:tab pos="1189990" algn="l"/>
                <a:tab pos="1585595" algn="l"/>
                <a:tab pos="2211070" algn="l"/>
              </a:tabLst>
            </a:pPr>
            <a:r>
              <a:rPr sz="1300" i="1" spc="70" dirty="0">
                <a:latin typeface="Times New Roman"/>
                <a:cs typeface="Times New Roman"/>
              </a:rPr>
              <a:t>j	</a:t>
            </a:r>
            <a:r>
              <a:rPr sz="1300" i="1" spc="110" dirty="0">
                <a:latin typeface="Times New Roman"/>
                <a:cs typeface="Times New Roman"/>
              </a:rPr>
              <a:t>k	</a:t>
            </a:r>
            <a:r>
              <a:rPr sz="1450" i="1" spc="135" dirty="0">
                <a:latin typeface="Times New Roman"/>
                <a:cs typeface="Times New Roman"/>
              </a:rPr>
              <a:t>Issue	</a:t>
            </a:r>
            <a:r>
              <a:rPr sz="1450" i="1" spc="190" dirty="0">
                <a:latin typeface="Times New Roman"/>
                <a:cs typeface="Times New Roman"/>
              </a:rPr>
              <a:t>Comp </a:t>
            </a:r>
            <a:r>
              <a:rPr sz="1450" i="1" spc="140" dirty="0">
                <a:latin typeface="Times New Roman"/>
                <a:cs typeface="Times New Roman"/>
              </a:rPr>
              <a:t>Result</a:t>
            </a:r>
            <a:endParaRPr sz="1450">
              <a:latin typeface="Times New Roman"/>
              <a:cs typeface="Times New Roman"/>
            </a:endParaRPr>
          </a:p>
          <a:p>
            <a:pPr marL="61594">
              <a:lnSpc>
                <a:spcPct val="100000"/>
              </a:lnSpc>
              <a:spcBef>
                <a:spcPts val="130"/>
              </a:spcBef>
              <a:tabLst>
                <a:tab pos="555625" algn="l"/>
                <a:tab pos="1140460" algn="l"/>
              </a:tabLst>
            </a:pPr>
            <a:r>
              <a:rPr sz="1300" spc="120" dirty="0">
                <a:latin typeface="Times New Roman"/>
                <a:cs typeface="Times New Roman"/>
              </a:rPr>
              <a:t>F6	</a:t>
            </a:r>
            <a:r>
              <a:rPr sz="1300" spc="130" dirty="0">
                <a:latin typeface="Times New Roman"/>
                <a:cs typeface="Times New Roman"/>
              </a:rPr>
              <a:t>34+	</a:t>
            </a:r>
            <a:r>
              <a:rPr sz="1300" spc="140" dirty="0">
                <a:latin typeface="Times New Roman"/>
                <a:cs typeface="Times New Roman"/>
              </a:rPr>
              <a:t>R2</a:t>
            </a:r>
            <a:endParaRPr sz="1300">
              <a:latin typeface="Times New Roman"/>
              <a:cs typeface="Times New Roman"/>
            </a:endParaRPr>
          </a:p>
          <a:p>
            <a:pPr marL="61594">
              <a:lnSpc>
                <a:spcPct val="100000"/>
              </a:lnSpc>
              <a:spcBef>
                <a:spcPts val="110"/>
              </a:spcBef>
              <a:tabLst>
                <a:tab pos="555625" algn="l"/>
                <a:tab pos="1140460" algn="l"/>
              </a:tabLst>
            </a:pPr>
            <a:r>
              <a:rPr sz="1300" spc="120" dirty="0">
                <a:solidFill>
                  <a:srgbClr val="FF0000"/>
                </a:solidFill>
                <a:latin typeface="Times New Roman"/>
                <a:cs typeface="Times New Roman"/>
              </a:rPr>
              <a:t>F2	</a:t>
            </a:r>
            <a:r>
              <a:rPr sz="1300" spc="130" dirty="0">
                <a:solidFill>
                  <a:srgbClr val="FF0000"/>
                </a:solidFill>
                <a:latin typeface="Times New Roman"/>
                <a:cs typeface="Times New Roman"/>
              </a:rPr>
              <a:t>45+	</a:t>
            </a:r>
            <a:r>
              <a:rPr sz="1300" spc="140" dirty="0">
                <a:solidFill>
                  <a:srgbClr val="FF0000"/>
                </a:solidFill>
                <a:latin typeface="Times New Roman"/>
                <a:cs typeface="Times New Roman"/>
              </a:rPr>
              <a:t>R3</a:t>
            </a:r>
            <a:endParaRPr sz="1300">
              <a:latin typeface="Times New Roman"/>
              <a:cs typeface="Times New Roman"/>
            </a:endParaRPr>
          </a:p>
          <a:p>
            <a:pPr marL="61594">
              <a:lnSpc>
                <a:spcPct val="100000"/>
              </a:lnSpc>
              <a:spcBef>
                <a:spcPts val="110"/>
              </a:spcBef>
              <a:tabLst>
                <a:tab pos="613410" algn="l"/>
                <a:tab pos="1148715" algn="l"/>
              </a:tabLst>
            </a:pPr>
            <a:r>
              <a:rPr sz="1300" spc="120" dirty="0">
                <a:solidFill>
                  <a:srgbClr val="0000FF"/>
                </a:solidFill>
                <a:latin typeface="Times New Roman"/>
                <a:cs typeface="Times New Roman"/>
              </a:rPr>
              <a:t>F0	F2	</a:t>
            </a:r>
            <a:r>
              <a:rPr sz="1300" spc="110" dirty="0">
                <a:solidFill>
                  <a:srgbClr val="0000FF"/>
                </a:solidFill>
                <a:latin typeface="Times New Roman"/>
                <a:cs typeface="Times New Roman"/>
              </a:rPr>
              <a:t>F4</a:t>
            </a:r>
            <a:endParaRPr sz="1300">
              <a:latin typeface="Times New Roman"/>
              <a:cs typeface="Times New Roman"/>
            </a:endParaRPr>
          </a:p>
          <a:p>
            <a:pPr marL="61594">
              <a:lnSpc>
                <a:spcPct val="100000"/>
              </a:lnSpc>
              <a:spcBef>
                <a:spcPts val="110"/>
              </a:spcBef>
              <a:tabLst>
                <a:tab pos="613410" algn="l"/>
                <a:tab pos="1148715" algn="l"/>
              </a:tabLst>
            </a:pPr>
            <a:r>
              <a:rPr sz="1300" spc="120" dirty="0">
                <a:solidFill>
                  <a:srgbClr val="FF00FF"/>
                </a:solidFill>
                <a:latin typeface="Times New Roman"/>
                <a:cs typeface="Times New Roman"/>
              </a:rPr>
              <a:t>F8	F6	</a:t>
            </a:r>
            <a:r>
              <a:rPr sz="1300" spc="110" dirty="0">
                <a:solidFill>
                  <a:srgbClr val="FF00FF"/>
                </a:solidFill>
                <a:latin typeface="Times New Roman"/>
                <a:cs typeface="Times New Roman"/>
              </a:rPr>
              <a:t>F2</a:t>
            </a:r>
            <a:endParaRPr sz="1300">
              <a:latin typeface="Times New Roman"/>
              <a:cs typeface="Times New Roman"/>
            </a:endParaRPr>
          </a:p>
          <a:p>
            <a:pPr marL="12700">
              <a:lnSpc>
                <a:spcPct val="100000"/>
              </a:lnSpc>
              <a:spcBef>
                <a:spcPts val="110"/>
              </a:spcBef>
              <a:tabLst>
                <a:tab pos="613410" algn="l"/>
                <a:tab pos="1148715" algn="l"/>
              </a:tabLst>
            </a:pPr>
            <a:r>
              <a:rPr sz="1300" spc="120" dirty="0">
                <a:solidFill>
                  <a:srgbClr val="00FF00"/>
                </a:solidFill>
                <a:latin typeface="Times New Roman"/>
                <a:cs typeface="Times New Roman"/>
              </a:rPr>
              <a:t>F10	F0	</a:t>
            </a:r>
            <a:r>
              <a:rPr sz="1300" spc="110" dirty="0">
                <a:solidFill>
                  <a:srgbClr val="00FF00"/>
                </a:solidFill>
                <a:latin typeface="Times New Roman"/>
                <a:cs typeface="Times New Roman"/>
              </a:rPr>
              <a:t>F6</a:t>
            </a:r>
            <a:endParaRPr sz="1300">
              <a:latin typeface="Times New Roman"/>
              <a:cs typeface="Times New Roman"/>
            </a:endParaRPr>
          </a:p>
          <a:p>
            <a:pPr marL="61594">
              <a:lnSpc>
                <a:spcPct val="100000"/>
              </a:lnSpc>
              <a:spcBef>
                <a:spcPts val="110"/>
              </a:spcBef>
              <a:tabLst>
                <a:tab pos="613410" algn="l"/>
                <a:tab pos="1148715" algn="l"/>
              </a:tabLst>
            </a:pPr>
            <a:r>
              <a:rPr sz="1300" spc="120" dirty="0">
                <a:latin typeface="Times New Roman"/>
                <a:cs typeface="Times New Roman"/>
              </a:rPr>
              <a:t>F6	F8	</a:t>
            </a:r>
            <a:r>
              <a:rPr sz="1300" spc="110" dirty="0">
                <a:latin typeface="Times New Roman"/>
                <a:cs typeface="Times New Roman"/>
              </a:rPr>
              <a:t>F2</a:t>
            </a:r>
            <a:endParaRPr sz="1300">
              <a:latin typeface="Times New Roman"/>
              <a:cs typeface="Times New Roman"/>
            </a:endParaRPr>
          </a:p>
        </p:txBody>
      </p:sp>
      <p:sp>
        <p:nvSpPr>
          <p:cNvPr id="12" name="object 9">
            <a:extLst>
              <a:ext uri="{FF2B5EF4-FFF2-40B4-BE49-F238E27FC236}">
                <a16:creationId xmlns:a16="http://schemas.microsoft.com/office/drawing/2014/main" id="{1B239345-DED3-1C2A-FF6A-6A0759422874}"/>
              </a:ext>
            </a:extLst>
          </p:cNvPr>
          <p:cNvSpPr txBox="1"/>
          <p:nvPr/>
        </p:nvSpPr>
        <p:spPr>
          <a:xfrm>
            <a:off x="3001750" y="2093979"/>
            <a:ext cx="111760" cy="1297940"/>
          </a:xfrm>
          <a:prstGeom prst="rect">
            <a:avLst/>
          </a:prstGeom>
        </p:spPr>
        <p:txBody>
          <a:bodyPr vert="horz" wrap="square" lIns="0" tIns="26670" rIns="0" bIns="0" rtlCol="0">
            <a:spAutoFit/>
          </a:bodyPr>
          <a:lstStyle/>
          <a:p>
            <a:pPr>
              <a:lnSpc>
                <a:spcPct val="100000"/>
              </a:lnSpc>
              <a:spcBef>
                <a:spcPts val="210"/>
              </a:spcBef>
            </a:pPr>
            <a:r>
              <a:rPr sz="1300" spc="125" dirty="0">
                <a:latin typeface="Times New Roman"/>
                <a:cs typeface="Times New Roman"/>
              </a:rPr>
              <a:t>1</a:t>
            </a:r>
            <a:endParaRPr sz="1300">
              <a:latin typeface="Times New Roman"/>
              <a:cs typeface="Times New Roman"/>
            </a:endParaRPr>
          </a:p>
          <a:p>
            <a:pPr>
              <a:lnSpc>
                <a:spcPct val="100000"/>
              </a:lnSpc>
              <a:spcBef>
                <a:spcPts val="110"/>
              </a:spcBef>
            </a:pPr>
            <a:r>
              <a:rPr sz="1300" spc="125" dirty="0">
                <a:latin typeface="Times New Roman"/>
                <a:cs typeface="Times New Roman"/>
              </a:rPr>
              <a:t>2</a:t>
            </a:r>
            <a:endParaRPr sz="1300">
              <a:latin typeface="Times New Roman"/>
              <a:cs typeface="Times New Roman"/>
            </a:endParaRPr>
          </a:p>
          <a:p>
            <a:pPr>
              <a:lnSpc>
                <a:spcPct val="100000"/>
              </a:lnSpc>
              <a:spcBef>
                <a:spcPts val="110"/>
              </a:spcBef>
            </a:pPr>
            <a:r>
              <a:rPr sz="1300" spc="125" dirty="0">
                <a:latin typeface="Times New Roman"/>
                <a:cs typeface="Times New Roman"/>
              </a:rPr>
              <a:t>3</a:t>
            </a:r>
            <a:endParaRPr sz="1300">
              <a:latin typeface="Times New Roman"/>
              <a:cs typeface="Times New Roman"/>
            </a:endParaRPr>
          </a:p>
          <a:p>
            <a:pPr>
              <a:lnSpc>
                <a:spcPct val="100000"/>
              </a:lnSpc>
              <a:spcBef>
                <a:spcPts val="105"/>
              </a:spcBef>
            </a:pPr>
            <a:r>
              <a:rPr sz="1300" spc="125" dirty="0">
                <a:latin typeface="Times New Roman"/>
                <a:cs typeface="Times New Roman"/>
              </a:rPr>
              <a:t>4</a:t>
            </a:r>
            <a:endParaRPr sz="1300">
              <a:latin typeface="Times New Roman"/>
              <a:cs typeface="Times New Roman"/>
            </a:endParaRPr>
          </a:p>
          <a:p>
            <a:pPr>
              <a:lnSpc>
                <a:spcPct val="100000"/>
              </a:lnSpc>
              <a:spcBef>
                <a:spcPts val="110"/>
              </a:spcBef>
            </a:pPr>
            <a:r>
              <a:rPr sz="1300" spc="125" dirty="0">
                <a:latin typeface="Times New Roman"/>
                <a:cs typeface="Times New Roman"/>
              </a:rPr>
              <a:t>5</a:t>
            </a:r>
            <a:endParaRPr sz="1300">
              <a:latin typeface="Times New Roman"/>
              <a:cs typeface="Times New Roman"/>
            </a:endParaRPr>
          </a:p>
          <a:p>
            <a:pPr>
              <a:lnSpc>
                <a:spcPct val="100000"/>
              </a:lnSpc>
              <a:spcBef>
                <a:spcPts val="110"/>
              </a:spcBef>
            </a:pPr>
            <a:r>
              <a:rPr sz="1300" spc="125" dirty="0">
                <a:latin typeface="Times New Roman"/>
                <a:cs typeface="Times New Roman"/>
              </a:rPr>
              <a:t>6</a:t>
            </a:r>
            <a:endParaRPr sz="1300">
              <a:latin typeface="Times New Roman"/>
              <a:cs typeface="Times New Roman"/>
            </a:endParaRPr>
          </a:p>
        </p:txBody>
      </p:sp>
      <p:sp>
        <p:nvSpPr>
          <p:cNvPr id="13" name="object 10">
            <a:extLst>
              <a:ext uri="{FF2B5EF4-FFF2-40B4-BE49-F238E27FC236}">
                <a16:creationId xmlns:a16="http://schemas.microsoft.com/office/drawing/2014/main" id="{7B59B70F-C907-2EDF-452E-276449CD54BE}"/>
              </a:ext>
            </a:extLst>
          </p:cNvPr>
          <p:cNvSpPr txBox="1"/>
          <p:nvPr/>
        </p:nvSpPr>
        <p:spPr>
          <a:xfrm>
            <a:off x="5253680" y="2093979"/>
            <a:ext cx="535305" cy="661670"/>
          </a:xfrm>
          <a:prstGeom prst="rect">
            <a:avLst/>
          </a:prstGeom>
        </p:spPr>
        <p:txBody>
          <a:bodyPr vert="horz" wrap="square" lIns="0" tIns="12700" rIns="0" bIns="0" rtlCol="0">
            <a:spAutoFit/>
          </a:bodyPr>
          <a:lstStyle/>
          <a:p>
            <a:pPr marL="12700" marR="5080" algn="just">
              <a:lnSpc>
                <a:spcPct val="107000"/>
              </a:lnSpc>
              <a:spcBef>
                <a:spcPts val="100"/>
              </a:spcBef>
            </a:pPr>
            <a:r>
              <a:rPr sz="1300" spc="170" dirty="0">
                <a:latin typeface="Times New Roman"/>
                <a:cs typeface="Times New Roman"/>
              </a:rPr>
              <a:t>L</a:t>
            </a:r>
            <a:r>
              <a:rPr sz="1300" spc="125" dirty="0">
                <a:latin typeface="Times New Roman"/>
                <a:cs typeface="Times New Roman"/>
              </a:rPr>
              <a:t>oa</a:t>
            </a:r>
            <a:r>
              <a:rPr sz="1300" spc="95" dirty="0">
                <a:latin typeface="Times New Roman"/>
                <a:cs typeface="Times New Roman"/>
              </a:rPr>
              <a:t>d1  </a:t>
            </a:r>
            <a:r>
              <a:rPr sz="1300" spc="170" dirty="0">
                <a:latin typeface="Times New Roman"/>
                <a:cs typeface="Times New Roman"/>
              </a:rPr>
              <a:t>L</a:t>
            </a:r>
            <a:r>
              <a:rPr sz="1300" spc="125" dirty="0">
                <a:latin typeface="Times New Roman"/>
                <a:cs typeface="Times New Roman"/>
              </a:rPr>
              <a:t>oa</a:t>
            </a:r>
            <a:r>
              <a:rPr sz="1300" spc="95" dirty="0">
                <a:latin typeface="Times New Roman"/>
                <a:cs typeface="Times New Roman"/>
              </a:rPr>
              <a:t>d2  </a:t>
            </a:r>
            <a:r>
              <a:rPr sz="1300" spc="170" dirty="0">
                <a:latin typeface="Times New Roman"/>
                <a:cs typeface="Times New Roman"/>
              </a:rPr>
              <a:t>L</a:t>
            </a:r>
            <a:r>
              <a:rPr sz="1300" spc="125" dirty="0">
                <a:latin typeface="Times New Roman"/>
                <a:cs typeface="Times New Roman"/>
              </a:rPr>
              <a:t>oad3</a:t>
            </a:r>
            <a:endParaRPr sz="1300">
              <a:latin typeface="Times New Roman"/>
              <a:cs typeface="Times New Roman"/>
            </a:endParaRPr>
          </a:p>
        </p:txBody>
      </p:sp>
      <p:sp>
        <p:nvSpPr>
          <p:cNvPr id="14" name="object 11">
            <a:extLst>
              <a:ext uri="{FF2B5EF4-FFF2-40B4-BE49-F238E27FC236}">
                <a16:creationId xmlns:a16="http://schemas.microsoft.com/office/drawing/2014/main" id="{0C035050-5822-8D06-2510-77D824A7AF71}"/>
              </a:ext>
            </a:extLst>
          </p:cNvPr>
          <p:cNvSpPr txBox="1"/>
          <p:nvPr/>
        </p:nvSpPr>
        <p:spPr>
          <a:xfrm>
            <a:off x="5855117" y="2118433"/>
            <a:ext cx="1457960" cy="636270"/>
          </a:xfrm>
          <a:prstGeom prst="rect">
            <a:avLst/>
          </a:prstGeom>
          <a:ln w="8268">
            <a:solidFill>
              <a:srgbClr val="000000"/>
            </a:solidFill>
          </a:ln>
        </p:spPr>
        <p:txBody>
          <a:bodyPr vert="horz" wrap="square" lIns="0" tIns="1905" rIns="0" bIns="0" rtlCol="0">
            <a:spAutoFit/>
          </a:bodyPr>
          <a:lstStyle/>
          <a:p>
            <a:pPr marL="184785">
              <a:lnSpc>
                <a:spcPct val="100000"/>
              </a:lnSpc>
              <a:spcBef>
                <a:spcPts val="15"/>
              </a:spcBef>
            </a:pPr>
            <a:r>
              <a:rPr sz="1300" spc="130" dirty="0">
                <a:latin typeface="Times New Roman"/>
                <a:cs typeface="Times New Roman"/>
              </a:rPr>
              <a:t>No</a:t>
            </a:r>
            <a:endParaRPr sz="1300">
              <a:latin typeface="Times New Roman"/>
              <a:cs typeface="Times New Roman"/>
            </a:endParaRPr>
          </a:p>
          <a:p>
            <a:pPr marL="184785" marR="1028700">
              <a:lnSpc>
                <a:spcPct val="107000"/>
              </a:lnSpc>
              <a:spcBef>
                <a:spcPts val="5"/>
              </a:spcBef>
            </a:pPr>
            <a:r>
              <a:rPr sz="1300" spc="100" dirty="0">
                <a:latin typeface="Times New Roman"/>
                <a:cs typeface="Times New Roman"/>
              </a:rPr>
              <a:t>No  No</a:t>
            </a:r>
            <a:endParaRPr sz="1300">
              <a:latin typeface="Times New Roman"/>
              <a:cs typeface="Times New Roman"/>
            </a:endParaRPr>
          </a:p>
        </p:txBody>
      </p:sp>
      <p:sp>
        <p:nvSpPr>
          <p:cNvPr id="15" name="object 12">
            <a:extLst>
              <a:ext uri="{FF2B5EF4-FFF2-40B4-BE49-F238E27FC236}">
                <a16:creationId xmlns:a16="http://schemas.microsoft.com/office/drawing/2014/main" id="{D17366D8-F9E4-B8C3-911F-CFB8A0F7678B}"/>
              </a:ext>
            </a:extLst>
          </p:cNvPr>
          <p:cNvSpPr txBox="1"/>
          <p:nvPr/>
        </p:nvSpPr>
        <p:spPr>
          <a:xfrm>
            <a:off x="3594647" y="3168797"/>
            <a:ext cx="210185" cy="222885"/>
          </a:xfrm>
          <a:prstGeom prst="rect">
            <a:avLst/>
          </a:prstGeom>
        </p:spPr>
        <p:txBody>
          <a:bodyPr vert="horz" wrap="square" lIns="0" tIns="12065" rIns="0" bIns="0" rtlCol="0">
            <a:spAutoFit/>
          </a:bodyPr>
          <a:lstStyle/>
          <a:p>
            <a:pPr>
              <a:lnSpc>
                <a:spcPct val="100000"/>
              </a:lnSpc>
              <a:spcBef>
                <a:spcPts val="95"/>
              </a:spcBef>
            </a:pPr>
            <a:r>
              <a:rPr sz="1300" spc="120" dirty="0">
                <a:latin typeface="Times New Roman"/>
                <a:cs typeface="Times New Roman"/>
              </a:rPr>
              <a:t>10</a:t>
            </a:r>
            <a:endParaRPr sz="1300">
              <a:latin typeface="Times New Roman"/>
              <a:cs typeface="Times New Roman"/>
            </a:endParaRPr>
          </a:p>
        </p:txBody>
      </p:sp>
      <p:sp>
        <p:nvSpPr>
          <p:cNvPr id="16" name="object 13">
            <a:extLst>
              <a:ext uri="{FF2B5EF4-FFF2-40B4-BE49-F238E27FC236}">
                <a16:creationId xmlns:a16="http://schemas.microsoft.com/office/drawing/2014/main" id="{CEF2BD94-141A-92C6-2F63-B6C49C82A036}"/>
              </a:ext>
            </a:extLst>
          </p:cNvPr>
          <p:cNvSpPr txBox="1"/>
          <p:nvPr/>
        </p:nvSpPr>
        <p:spPr>
          <a:xfrm>
            <a:off x="4212194" y="3168797"/>
            <a:ext cx="210185" cy="222885"/>
          </a:xfrm>
          <a:prstGeom prst="rect">
            <a:avLst/>
          </a:prstGeom>
        </p:spPr>
        <p:txBody>
          <a:bodyPr vert="horz" wrap="square" lIns="0" tIns="12065" rIns="0" bIns="0" rtlCol="0">
            <a:spAutoFit/>
          </a:bodyPr>
          <a:lstStyle/>
          <a:p>
            <a:pPr>
              <a:lnSpc>
                <a:spcPct val="100000"/>
              </a:lnSpc>
              <a:spcBef>
                <a:spcPts val="95"/>
              </a:spcBef>
            </a:pPr>
            <a:r>
              <a:rPr sz="1300" spc="120" dirty="0">
                <a:latin typeface="Times New Roman"/>
                <a:cs typeface="Times New Roman"/>
              </a:rPr>
              <a:t>11</a:t>
            </a:r>
            <a:endParaRPr sz="1300">
              <a:latin typeface="Times New Roman"/>
              <a:cs typeface="Times New Roman"/>
            </a:endParaRPr>
          </a:p>
        </p:txBody>
      </p:sp>
      <p:sp>
        <p:nvSpPr>
          <p:cNvPr id="17" name="object 14">
            <a:extLst>
              <a:ext uri="{FF2B5EF4-FFF2-40B4-BE49-F238E27FC236}">
                <a16:creationId xmlns:a16="http://schemas.microsoft.com/office/drawing/2014/main" id="{57321A4C-B717-C112-98E5-0DB5338B2F21}"/>
              </a:ext>
            </a:extLst>
          </p:cNvPr>
          <p:cNvSpPr txBox="1"/>
          <p:nvPr/>
        </p:nvSpPr>
        <p:spPr>
          <a:xfrm>
            <a:off x="40720" y="3455592"/>
            <a:ext cx="3147060" cy="548640"/>
          </a:xfrm>
          <a:prstGeom prst="rect">
            <a:avLst/>
          </a:prstGeom>
        </p:spPr>
        <p:txBody>
          <a:bodyPr vert="horz" wrap="square" lIns="0" tIns="36195" rIns="0" bIns="0" rtlCol="0">
            <a:spAutoFit/>
          </a:bodyPr>
          <a:lstStyle/>
          <a:p>
            <a:pPr marL="12700">
              <a:lnSpc>
                <a:spcPct val="100000"/>
              </a:lnSpc>
              <a:spcBef>
                <a:spcPts val="285"/>
              </a:spcBef>
            </a:pPr>
            <a:r>
              <a:rPr sz="1700" i="1" spc="155" dirty="0">
                <a:solidFill>
                  <a:srgbClr val="FF0000"/>
                </a:solidFill>
                <a:latin typeface="Times New Roman"/>
                <a:cs typeface="Times New Roman"/>
              </a:rPr>
              <a:t>Reservation</a:t>
            </a:r>
            <a:r>
              <a:rPr sz="1700" i="1" spc="50" dirty="0">
                <a:solidFill>
                  <a:srgbClr val="FF0000"/>
                </a:solidFill>
                <a:latin typeface="Times New Roman"/>
                <a:cs typeface="Times New Roman"/>
              </a:rPr>
              <a:t> </a:t>
            </a:r>
            <a:r>
              <a:rPr sz="1700" i="1" spc="145" dirty="0">
                <a:solidFill>
                  <a:srgbClr val="FF0000"/>
                </a:solidFill>
                <a:latin typeface="Times New Roman"/>
                <a:cs typeface="Times New Roman"/>
              </a:rPr>
              <a:t>Stations:</a:t>
            </a:r>
            <a:endParaRPr sz="1700">
              <a:latin typeface="Times New Roman"/>
              <a:cs typeface="Times New Roman"/>
            </a:endParaRPr>
          </a:p>
          <a:p>
            <a:pPr marL="1099185">
              <a:lnSpc>
                <a:spcPct val="100000"/>
              </a:lnSpc>
              <a:spcBef>
                <a:spcPts val="150"/>
              </a:spcBef>
              <a:tabLst>
                <a:tab pos="2853055" algn="l"/>
              </a:tabLst>
            </a:pPr>
            <a:r>
              <a:rPr sz="1300" i="1" spc="114" dirty="0">
                <a:latin typeface="Times New Roman"/>
                <a:cs typeface="Times New Roman"/>
              </a:rPr>
              <a:t>T</a:t>
            </a:r>
            <a:r>
              <a:rPr sz="1300" i="1" spc="85" dirty="0">
                <a:latin typeface="Times New Roman"/>
                <a:cs typeface="Times New Roman"/>
              </a:rPr>
              <a:t>i</a:t>
            </a:r>
            <a:r>
              <a:rPr sz="1300" i="1" spc="160" dirty="0">
                <a:latin typeface="Times New Roman"/>
                <a:cs typeface="Times New Roman"/>
              </a:rPr>
              <a:t>m</a:t>
            </a:r>
            <a:r>
              <a:rPr sz="1300" i="1" spc="110" dirty="0">
                <a:latin typeface="Times New Roman"/>
                <a:cs typeface="Times New Roman"/>
              </a:rPr>
              <a:t>e</a:t>
            </a:r>
            <a:r>
              <a:rPr sz="1300" i="1" dirty="0">
                <a:latin typeface="Times New Roman"/>
                <a:cs typeface="Times New Roman"/>
              </a:rPr>
              <a:t>  </a:t>
            </a:r>
            <a:r>
              <a:rPr sz="1300" i="1" spc="25" dirty="0">
                <a:latin typeface="Times New Roman"/>
                <a:cs typeface="Times New Roman"/>
              </a:rPr>
              <a:t> </a:t>
            </a:r>
            <a:r>
              <a:rPr sz="1300" i="1" spc="145" dirty="0">
                <a:latin typeface="Times New Roman"/>
                <a:cs typeface="Times New Roman"/>
              </a:rPr>
              <a:t>Na</a:t>
            </a:r>
            <a:r>
              <a:rPr sz="1300" i="1" spc="155" dirty="0">
                <a:latin typeface="Times New Roman"/>
                <a:cs typeface="Times New Roman"/>
              </a:rPr>
              <a:t>m</a:t>
            </a:r>
            <a:r>
              <a:rPr sz="1300" i="1" spc="110" dirty="0">
                <a:latin typeface="Times New Roman"/>
                <a:cs typeface="Times New Roman"/>
              </a:rPr>
              <a:t>e</a:t>
            </a:r>
            <a:r>
              <a:rPr sz="1300" i="1" dirty="0">
                <a:latin typeface="Times New Roman"/>
                <a:cs typeface="Times New Roman"/>
              </a:rPr>
              <a:t>  </a:t>
            </a:r>
            <a:r>
              <a:rPr sz="1300" i="1" spc="-110" dirty="0">
                <a:latin typeface="Times New Roman"/>
                <a:cs typeface="Times New Roman"/>
              </a:rPr>
              <a:t> </a:t>
            </a:r>
            <a:r>
              <a:rPr sz="1450" i="1" spc="180" dirty="0">
                <a:latin typeface="Times New Roman"/>
                <a:cs typeface="Times New Roman"/>
              </a:rPr>
              <a:t>Bus</a:t>
            </a:r>
            <a:r>
              <a:rPr sz="1450" i="1" spc="130" dirty="0">
                <a:latin typeface="Times New Roman"/>
                <a:cs typeface="Times New Roman"/>
              </a:rPr>
              <a:t>y</a:t>
            </a:r>
            <a:r>
              <a:rPr sz="1450" i="1" dirty="0">
                <a:latin typeface="Times New Roman"/>
                <a:cs typeface="Times New Roman"/>
              </a:rPr>
              <a:t>	</a:t>
            </a:r>
            <a:r>
              <a:rPr sz="1450" i="1" spc="210" dirty="0">
                <a:latin typeface="Times New Roman"/>
                <a:cs typeface="Times New Roman"/>
              </a:rPr>
              <a:t>Op</a:t>
            </a:r>
            <a:endParaRPr sz="1450">
              <a:latin typeface="Times New Roman"/>
              <a:cs typeface="Times New Roman"/>
            </a:endParaRPr>
          </a:p>
        </p:txBody>
      </p:sp>
      <p:sp>
        <p:nvSpPr>
          <p:cNvPr id="18" name="object 15">
            <a:extLst>
              <a:ext uri="{FF2B5EF4-FFF2-40B4-BE49-F238E27FC236}">
                <a16:creationId xmlns:a16="http://schemas.microsoft.com/office/drawing/2014/main" id="{37C6BDD8-9146-B7E7-7A03-5DBF722617B2}"/>
              </a:ext>
            </a:extLst>
          </p:cNvPr>
          <p:cNvSpPr txBox="1"/>
          <p:nvPr/>
        </p:nvSpPr>
        <p:spPr>
          <a:xfrm>
            <a:off x="3549045" y="3486191"/>
            <a:ext cx="255904" cy="518159"/>
          </a:xfrm>
          <a:prstGeom prst="rect">
            <a:avLst/>
          </a:prstGeom>
        </p:spPr>
        <p:txBody>
          <a:bodyPr vert="horz" wrap="square" lIns="0" tIns="37465" rIns="0" bIns="0" rtlCol="0">
            <a:spAutoFit/>
          </a:bodyPr>
          <a:lstStyle/>
          <a:p>
            <a:pPr marL="12700">
              <a:lnSpc>
                <a:spcPct val="100000"/>
              </a:lnSpc>
              <a:spcBef>
                <a:spcPts val="295"/>
              </a:spcBef>
            </a:pPr>
            <a:r>
              <a:rPr sz="1450" i="1" spc="180" dirty="0">
                <a:latin typeface="Times New Roman"/>
                <a:cs typeface="Times New Roman"/>
              </a:rPr>
              <a:t>S1</a:t>
            </a:r>
            <a:endParaRPr sz="1450">
              <a:latin typeface="Times New Roman"/>
              <a:cs typeface="Times New Roman"/>
            </a:endParaRPr>
          </a:p>
          <a:p>
            <a:pPr marL="36830">
              <a:lnSpc>
                <a:spcPct val="100000"/>
              </a:lnSpc>
              <a:spcBef>
                <a:spcPts val="200"/>
              </a:spcBef>
            </a:pPr>
            <a:r>
              <a:rPr sz="1450" i="1" spc="95" dirty="0">
                <a:latin typeface="Times New Roman"/>
                <a:cs typeface="Times New Roman"/>
              </a:rPr>
              <a:t>Vj</a:t>
            </a:r>
            <a:endParaRPr sz="1450">
              <a:latin typeface="Times New Roman"/>
              <a:cs typeface="Times New Roman"/>
            </a:endParaRPr>
          </a:p>
        </p:txBody>
      </p:sp>
      <p:sp>
        <p:nvSpPr>
          <p:cNvPr id="19" name="object 16">
            <a:extLst>
              <a:ext uri="{FF2B5EF4-FFF2-40B4-BE49-F238E27FC236}">
                <a16:creationId xmlns:a16="http://schemas.microsoft.com/office/drawing/2014/main" id="{C19A1099-4580-939B-561D-DFAB6EF887A6}"/>
              </a:ext>
            </a:extLst>
          </p:cNvPr>
          <p:cNvSpPr txBox="1"/>
          <p:nvPr/>
        </p:nvSpPr>
        <p:spPr>
          <a:xfrm>
            <a:off x="4166592" y="3486191"/>
            <a:ext cx="255904" cy="518159"/>
          </a:xfrm>
          <a:prstGeom prst="rect">
            <a:avLst/>
          </a:prstGeom>
        </p:spPr>
        <p:txBody>
          <a:bodyPr vert="horz" wrap="square" lIns="0" tIns="37465" rIns="0" bIns="0" rtlCol="0">
            <a:spAutoFit/>
          </a:bodyPr>
          <a:lstStyle/>
          <a:p>
            <a:pPr marL="12700">
              <a:lnSpc>
                <a:spcPct val="100000"/>
              </a:lnSpc>
              <a:spcBef>
                <a:spcPts val="295"/>
              </a:spcBef>
            </a:pPr>
            <a:r>
              <a:rPr sz="1450" i="1" spc="180" dirty="0">
                <a:latin typeface="Times New Roman"/>
                <a:cs typeface="Times New Roman"/>
              </a:rPr>
              <a:t>S2</a:t>
            </a:r>
            <a:endParaRPr sz="1450">
              <a:latin typeface="Times New Roman"/>
              <a:cs typeface="Times New Roman"/>
            </a:endParaRPr>
          </a:p>
          <a:p>
            <a:pPr marL="12700">
              <a:lnSpc>
                <a:spcPct val="100000"/>
              </a:lnSpc>
              <a:spcBef>
                <a:spcPts val="200"/>
              </a:spcBef>
            </a:pPr>
            <a:r>
              <a:rPr sz="1450" i="1" spc="120" dirty="0">
                <a:latin typeface="Times New Roman"/>
                <a:cs typeface="Times New Roman"/>
              </a:rPr>
              <a:t>Vk</a:t>
            </a:r>
            <a:endParaRPr sz="1450">
              <a:latin typeface="Times New Roman"/>
              <a:cs typeface="Times New Roman"/>
            </a:endParaRPr>
          </a:p>
        </p:txBody>
      </p:sp>
      <p:sp>
        <p:nvSpPr>
          <p:cNvPr id="20" name="object 17">
            <a:extLst>
              <a:ext uri="{FF2B5EF4-FFF2-40B4-BE49-F238E27FC236}">
                <a16:creationId xmlns:a16="http://schemas.microsoft.com/office/drawing/2014/main" id="{7C9C1DC0-AC55-1A88-B55A-BB2FED4734D2}"/>
              </a:ext>
            </a:extLst>
          </p:cNvPr>
          <p:cNvSpPr txBox="1"/>
          <p:nvPr/>
        </p:nvSpPr>
        <p:spPr>
          <a:xfrm>
            <a:off x="4775885" y="3486191"/>
            <a:ext cx="902969" cy="518159"/>
          </a:xfrm>
          <a:prstGeom prst="rect">
            <a:avLst/>
          </a:prstGeom>
        </p:spPr>
        <p:txBody>
          <a:bodyPr vert="horz" wrap="square" lIns="0" tIns="37465" rIns="0" bIns="0" rtlCol="0">
            <a:spAutoFit/>
          </a:bodyPr>
          <a:lstStyle/>
          <a:p>
            <a:pPr marL="12700">
              <a:lnSpc>
                <a:spcPct val="100000"/>
              </a:lnSpc>
              <a:spcBef>
                <a:spcPts val="295"/>
              </a:spcBef>
              <a:tabLst>
                <a:tab pos="629920" algn="l"/>
              </a:tabLst>
            </a:pPr>
            <a:r>
              <a:rPr sz="1450" i="1" spc="180" dirty="0">
                <a:latin typeface="Times New Roman"/>
                <a:cs typeface="Times New Roman"/>
              </a:rPr>
              <a:t>RS	</a:t>
            </a:r>
            <a:r>
              <a:rPr sz="1450" i="1" spc="195" dirty="0">
                <a:latin typeface="Times New Roman"/>
                <a:cs typeface="Times New Roman"/>
              </a:rPr>
              <a:t>RS</a:t>
            </a:r>
            <a:endParaRPr sz="1450">
              <a:latin typeface="Times New Roman"/>
              <a:cs typeface="Times New Roman"/>
            </a:endParaRPr>
          </a:p>
          <a:p>
            <a:pPr marL="28575">
              <a:lnSpc>
                <a:spcPct val="100000"/>
              </a:lnSpc>
              <a:spcBef>
                <a:spcPts val="200"/>
              </a:spcBef>
              <a:tabLst>
                <a:tab pos="621665" algn="l"/>
              </a:tabLst>
            </a:pPr>
            <a:r>
              <a:rPr sz="1450" i="1" spc="245" dirty="0">
                <a:latin typeface="Times New Roman"/>
                <a:cs typeface="Times New Roman"/>
              </a:rPr>
              <a:t>Q</a:t>
            </a:r>
            <a:r>
              <a:rPr sz="1450" i="1" spc="80" dirty="0">
                <a:latin typeface="Times New Roman"/>
                <a:cs typeface="Times New Roman"/>
              </a:rPr>
              <a:t>j</a:t>
            </a:r>
            <a:r>
              <a:rPr sz="1450" i="1" dirty="0">
                <a:latin typeface="Times New Roman"/>
                <a:cs typeface="Times New Roman"/>
              </a:rPr>
              <a:t>	</a:t>
            </a:r>
            <a:r>
              <a:rPr sz="1450" i="1" spc="204" dirty="0">
                <a:latin typeface="Times New Roman"/>
                <a:cs typeface="Times New Roman"/>
              </a:rPr>
              <a:t>Qk</a:t>
            </a:r>
            <a:endParaRPr sz="1450">
              <a:latin typeface="Times New Roman"/>
              <a:cs typeface="Times New Roman"/>
            </a:endParaRPr>
          </a:p>
        </p:txBody>
      </p:sp>
      <p:sp>
        <p:nvSpPr>
          <p:cNvPr id="21" name="object 18">
            <a:extLst>
              <a:ext uri="{FF2B5EF4-FFF2-40B4-BE49-F238E27FC236}">
                <a16:creationId xmlns:a16="http://schemas.microsoft.com/office/drawing/2014/main" id="{98C23AFE-FFFA-538B-969D-9E76CEF0ECE2}"/>
              </a:ext>
            </a:extLst>
          </p:cNvPr>
          <p:cNvSpPr txBox="1"/>
          <p:nvPr/>
        </p:nvSpPr>
        <p:spPr>
          <a:xfrm>
            <a:off x="1490081" y="3981317"/>
            <a:ext cx="659765" cy="1085850"/>
          </a:xfrm>
          <a:prstGeom prst="rect">
            <a:avLst/>
          </a:prstGeom>
        </p:spPr>
        <p:txBody>
          <a:bodyPr vert="horz" wrap="square" lIns="0" tIns="12700" rIns="0" bIns="0" rtlCol="0">
            <a:spAutoFit/>
          </a:bodyPr>
          <a:lstStyle/>
          <a:p>
            <a:pPr marL="168910" marR="5080" algn="just">
              <a:lnSpc>
                <a:spcPct val="107000"/>
              </a:lnSpc>
              <a:spcBef>
                <a:spcPts val="100"/>
              </a:spcBef>
            </a:pPr>
            <a:r>
              <a:rPr sz="1300" spc="135" dirty="0">
                <a:latin typeface="Times New Roman"/>
                <a:cs typeface="Times New Roman"/>
              </a:rPr>
              <a:t>Add1 </a:t>
            </a:r>
            <a:r>
              <a:rPr sz="1300" spc="-315" dirty="0">
                <a:latin typeface="Times New Roman"/>
                <a:cs typeface="Times New Roman"/>
              </a:rPr>
              <a:t> </a:t>
            </a:r>
            <a:r>
              <a:rPr sz="1300" spc="135" dirty="0">
                <a:latin typeface="Times New Roman"/>
                <a:cs typeface="Times New Roman"/>
              </a:rPr>
              <a:t>Add2 </a:t>
            </a:r>
            <a:r>
              <a:rPr sz="1300" spc="-315" dirty="0">
                <a:latin typeface="Times New Roman"/>
                <a:cs typeface="Times New Roman"/>
              </a:rPr>
              <a:t> </a:t>
            </a:r>
            <a:r>
              <a:rPr sz="1300" spc="135" dirty="0">
                <a:latin typeface="Times New Roman"/>
                <a:cs typeface="Times New Roman"/>
              </a:rPr>
              <a:t>Add3 </a:t>
            </a:r>
            <a:r>
              <a:rPr sz="1300" spc="-315" dirty="0">
                <a:latin typeface="Times New Roman"/>
                <a:cs typeface="Times New Roman"/>
              </a:rPr>
              <a:t> </a:t>
            </a:r>
            <a:r>
              <a:rPr sz="1300" spc="200" dirty="0">
                <a:latin typeface="Times New Roman"/>
                <a:cs typeface="Times New Roman"/>
              </a:rPr>
              <a:t>M</a:t>
            </a:r>
            <a:r>
              <a:rPr sz="1300" spc="125" dirty="0">
                <a:latin typeface="Times New Roman"/>
                <a:cs typeface="Times New Roman"/>
              </a:rPr>
              <a:t>u</a:t>
            </a:r>
            <a:r>
              <a:rPr sz="1300" spc="20" dirty="0">
                <a:latin typeface="Times New Roman"/>
                <a:cs typeface="Times New Roman"/>
              </a:rPr>
              <a:t>l</a:t>
            </a:r>
            <a:r>
              <a:rPr sz="1300" spc="85" dirty="0">
                <a:latin typeface="Times New Roman"/>
                <a:cs typeface="Times New Roman"/>
              </a:rPr>
              <a:t>t</a:t>
            </a:r>
            <a:r>
              <a:rPr sz="1300" spc="125" dirty="0">
                <a:latin typeface="Times New Roman"/>
                <a:cs typeface="Times New Roman"/>
              </a:rPr>
              <a:t>1</a:t>
            </a:r>
            <a:endParaRPr sz="1300">
              <a:latin typeface="Times New Roman"/>
              <a:cs typeface="Times New Roman"/>
            </a:endParaRPr>
          </a:p>
          <a:p>
            <a:pPr marL="12700" algn="just">
              <a:lnSpc>
                <a:spcPct val="100000"/>
              </a:lnSpc>
              <a:spcBef>
                <a:spcPts val="110"/>
              </a:spcBef>
            </a:pPr>
            <a:r>
              <a:rPr sz="1300" spc="125" dirty="0">
                <a:latin typeface="Times New Roman"/>
                <a:cs typeface="Times New Roman"/>
              </a:rPr>
              <a:t>1</a:t>
            </a:r>
            <a:r>
              <a:rPr sz="1300" spc="45" dirty="0">
                <a:latin typeface="Times New Roman"/>
                <a:cs typeface="Times New Roman"/>
              </a:rPr>
              <a:t> </a:t>
            </a:r>
            <a:r>
              <a:rPr sz="1300" spc="110" dirty="0">
                <a:latin typeface="Times New Roman"/>
                <a:cs typeface="Times New Roman"/>
              </a:rPr>
              <a:t>Mult2</a:t>
            </a:r>
            <a:endParaRPr sz="1300">
              <a:latin typeface="Times New Roman"/>
              <a:cs typeface="Times New Roman"/>
            </a:endParaRPr>
          </a:p>
        </p:txBody>
      </p:sp>
      <p:sp>
        <p:nvSpPr>
          <p:cNvPr id="22" name="object 19">
            <a:extLst>
              <a:ext uri="{FF2B5EF4-FFF2-40B4-BE49-F238E27FC236}">
                <a16:creationId xmlns:a16="http://schemas.microsoft.com/office/drawing/2014/main" id="{7BDC076E-67CD-F306-7B12-656180F2F1F1}"/>
              </a:ext>
            </a:extLst>
          </p:cNvPr>
          <p:cNvSpPr txBox="1"/>
          <p:nvPr/>
        </p:nvSpPr>
        <p:spPr>
          <a:xfrm>
            <a:off x="2215203" y="4005628"/>
            <a:ext cx="3640454" cy="1060450"/>
          </a:xfrm>
          <a:prstGeom prst="rect">
            <a:avLst/>
          </a:prstGeom>
          <a:ln w="8268">
            <a:solidFill>
              <a:srgbClr val="000000"/>
            </a:solidFill>
          </a:ln>
        </p:spPr>
        <p:txBody>
          <a:bodyPr vert="horz" wrap="square" lIns="0" tIns="2540" rIns="0" bIns="0" rtlCol="0">
            <a:spAutoFit/>
          </a:bodyPr>
          <a:lstStyle/>
          <a:p>
            <a:pPr marL="127000">
              <a:lnSpc>
                <a:spcPct val="100000"/>
              </a:lnSpc>
              <a:spcBef>
                <a:spcPts val="20"/>
              </a:spcBef>
            </a:pPr>
            <a:r>
              <a:rPr sz="1300" spc="130" dirty="0">
                <a:latin typeface="Times New Roman"/>
                <a:cs typeface="Times New Roman"/>
              </a:rPr>
              <a:t>No</a:t>
            </a:r>
            <a:endParaRPr sz="1300">
              <a:latin typeface="Times New Roman"/>
              <a:cs typeface="Times New Roman"/>
            </a:endParaRPr>
          </a:p>
          <a:p>
            <a:pPr marL="127000" marR="3268345" algn="just">
              <a:lnSpc>
                <a:spcPct val="107000"/>
              </a:lnSpc>
            </a:pPr>
            <a:r>
              <a:rPr sz="1300" spc="90" dirty="0">
                <a:latin typeface="Times New Roman"/>
                <a:cs typeface="Times New Roman"/>
              </a:rPr>
              <a:t>No  No  No</a:t>
            </a:r>
            <a:endParaRPr sz="1300">
              <a:latin typeface="Times New Roman"/>
              <a:cs typeface="Times New Roman"/>
            </a:endParaRPr>
          </a:p>
          <a:p>
            <a:pPr marL="93980" algn="just">
              <a:lnSpc>
                <a:spcPct val="100000"/>
              </a:lnSpc>
              <a:spcBef>
                <a:spcPts val="105"/>
              </a:spcBef>
            </a:pPr>
            <a:r>
              <a:rPr sz="1300" spc="130" dirty="0">
                <a:latin typeface="Times New Roman"/>
                <a:cs typeface="Times New Roman"/>
              </a:rPr>
              <a:t>Yes  </a:t>
            </a:r>
            <a:r>
              <a:rPr sz="1300" spc="275" dirty="0">
                <a:latin typeface="Times New Roman"/>
                <a:cs typeface="Times New Roman"/>
              </a:rPr>
              <a:t> </a:t>
            </a:r>
            <a:r>
              <a:rPr sz="1300" spc="130" dirty="0">
                <a:solidFill>
                  <a:srgbClr val="00FF00"/>
                </a:solidFill>
                <a:latin typeface="Times New Roman"/>
                <a:cs typeface="Times New Roman"/>
              </a:rPr>
              <a:t>DIVD </a:t>
            </a:r>
            <a:r>
              <a:rPr sz="1300" spc="475" dirty="0">
                <a:solidFill>
                  <a:srgbClr val="00FF00"/>
                </a:solidFill>
                <a:latin typeface="Times New Roman"/>
                <a:cs typeface="Times New Roman"/>
              </a:rPr>
              <a:t> </a:t>
            </a:r>
            <a:r>
              <a:rPr sz="1300" spc="140" dirty="0">
                <a:solidFill>
                  <a:srgbClr val="0000FF"/>
                </a:solidFill>
                <a:latin typeface="Times New Roman"/>
                <a:cs typeface="Times New Roman"/>
              </a:rPr>
              <a:t>M*F4</a:t>
            </a:r>
            <a:r>
              <a:rPr sz="1300" spc="505" dirty="0">
                <a:solidFill>
                  <a:srgbClr val="0000FF"/>
                </a:solidFill>
                <a:latin typeface="Times New Roman"/>
                <a:cs typeface="Times New Roman"/>
              </a:rPr>
              <a:t> </a:t>
            </a:r>
            <a:r>
              <a:rPr sz="1300" spc="130" dirty="0">
                <a:latin typeface="Times New Roman"/>
                <a:cs typeface="Times New Roman"/>
              </a:rPr>
              <a:t>M(A1)</a:t>
            </a:r>
            <a:endParaRPr sz="1300">
              <a:latin typeface="Times New Roman"/>
              <a:cs typeface="Times New Roman"/>
            </a:endParaRPr>
          </a:p>
        </p:txBody>
      </p:sp>
      <p:sp>
        <p:nvSpPr>
          <p:cNvPr id="23" name="object 20">
            <a:extLst>
              <a:ext uri="{FF2B5EF4-FFF2-40B4-BE49-F238E27FC236}">
                <a16:creationId xmlns:a16="http://schemas.microsoft.com/office/drawing/2014/main" id="{CC52AD60-BDC3-503D-B806-3F835D4812F2}"/>
              </a:ext>
            </a:extLst>
          </p:cNvPr>
          <p:cNvSpPr txBox="1"/>
          <p:nvPr/>
        </p:nvSpPr>
        <p:spPr>
          <a:xfrm>
            <a:off x="40720" y="5151710"/>
            <a:ext cx="2317115" cy="288290"/>
          </a:xfrm>
          <a:prstGeom prst="rect">
            <a:avLst/>
          </a:prstGeom>
        </p:spPr>
        <p:txBody>
          <a:bodyPr vert="horz" wrap="square" lIns="0" tIns="15875" rIns="0" bIns="0" rtlCol="0">
            <a:spAutoFit/>
          </a:bodyPr>
          <a:lstStyle/>
          <a:p>
            <a:pPr marL="12700">
              <a:lnSpc>
                <a:spcPct val="100000"/>
              </a:lnSpc>
              <a:spcBef>
                <a:spcPts val="125"/>
              </a:spcBef>
            </a:pPr>
            <a:r>
              <a:rPr sz="1700" i="1" spc="150" dirty="0">
                <a:solidFill>
                  <a:srgbClr val="FF0000"/>
                </a:solidFill>
                <a:latin typeface="Times New Roman"/>
                <a:cs typeface="Times New Roman"/>
              </a:rPr>
              <a:t>Register</a:t>
            </a:r>
            <a:r>
              <a:rPr sz="1700" i="1" spc="45" dirty="0">
                <a:solidFill>
                  <a:srgbClr val="FF0000"/>
                </a:solidFill>
                <a:latin typeface="Times New Roman"/>
                <a:cs typeface="Times New Roman"/>
              </a:rPr>
              <a:t> </a:t>
            </a:r>
            <a:r>
              <a:rPr sz="1700" i="1" spc="125" dirty="0">
                <a:solidFill>
                  <a:srgbClr val="FF0000"/>
                </a:solidFill>
                <a:latin typeface="Times New Roman"/>
                <a:cs typeface="Times New Roman"/>
              </a:rPr>
              <a:t>result</a:t>
            </a:r>
            <a:r>
              <a:rPr sz="1700" i="1" spc="90" dirty="0">
                <a:solidFill>
                  <a:srgbClr val="FF0000"/>
                </a:solidFill>
                <a:latin typeface="Times New Roman"/>
                <a:cs typeface="Times New Roman"/>
              </a:rPr>
              <a:t> </a:t>
            </a:r>
            <a:r>
              <a:rPr sz="1700" i="1" spc="130" dirty="0">
                <a:solidFill>
                  <a:srgbClr val="FF0000"/>
                </a:solidFill>
                <a:latin typeface="Times New Roman"/>
                <a:cs typeface="Times New Roman"/>
              </a:rPr>
              <a:t>status:</a:t>
            </a:r>
            <a:endParaRPr sz="1700">
              <a:latin typeface="Times New Roman"/>
              <a:cs typeface="Times New Roman"/>
            </a:endParaRPr>
          </a:p>
        </p:txBody>
      </p:sp>
      <p:graphicFrame>
        <p:nvGraphicFramePr>
          <p:cNvPr id="24" name="object 21">
            <a:extLst>
              <a:ext uri="{FF2B5EF4-FFF2-40B4-BE49-F238E27FC236}">
                <a16:creationId xmlns:a16="http://schemas.microsoft.com/office/drawing/2014/main" id="{8D35BC4A-C9EF-038F-90EB-93ECCD74D9DB}"/>
              </a:ext>
            </a:extLst>
          </p:cNvPr>
          <p:cNvGraphicFramePr>
            <a:graphicFrameLocks noGrp="1"/>
          </p:cNvGraphicFramePr>
          <p:nvPr/>
        </p:nvGraphicFramePr>
        <p:xfrm>
          <a:off x="342798" y="5468619"/>
          <a:ext cx="8051162" cy="465351"/>
        </p:xfrm>
        <a:graphic>
          <a:graphicData uri="http://schemas.openxmlformats.org/drawingml/2006/table">
            <a:tbl>
              <a:tblPr firstRow="1" bandRow="1">
                <a:tableStyleId>{2D5ABB26-0587-4C30-8999-92F81FD0307C}</a:tableStyleId>
              </a:tblPr>
              <a:tblGrid>
                <a:gridCol w="1316355">
                  <a:extLst>
                    <a:ext uri="{9D8B030D-6E8A-4147-A177-3AD203B41FA5}">
                      <a16:colId xmlns:a16="http://schemas.microsoft.com/office/drawing/2014/main" val="20000"/>
                    </a:ext>
                  </a:extLst>
                </a:gridCol>
                <a:gridCol w="105029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700405">
                  <a:extLst>
                    <a:ext uri="{9D8B030D-6E8A-4147-A177-3AD203B41FA5}">
                      <a16:colId xmlns:a16="http://schemas.microsoft.com/office/drawing/2014/main" val="20003"/>
                    </a:ext>
                  </a:extLst>
                </a:gridCol>
                <a:gridCol w="418464">
                  <a:extLst>
                    <a:ext uri="{9D8B030D-6E8A-4147-A177-3AD203B41FA5}">
                      <a16:colId xmlns:a16="http://schemas.microsoft.com/office/drawing/2014/main" val="20004"/>
                    </a:ext>
                  </a:extLst>
                </a:gridCol>
                <a:gridCol w="741679">
                  <a:extLst>
                    <a:ext uri="{9D8B030D-6E8A-4147-A177-3AD203B41FA5}">
                      <a16:colId xmlns:a16="http://schemas.microsoft.com/office/drawing/2014/main" val="20005"/>
                    </a:ext>
                  </a:extLst>
                </a:gridCol>
                <a:gridCol w="657225">
                  <a:extLst>
                    <a:ext uri="{9D8B030D-6E8A-4147-A177-3AD203B41FA5}">
                      <a16:colId xmlns:a16="http://schemas.microsoft.com/office/drawing/2014/main" val="20006"/>
                    </a:ext>
                  </a:extLst>
                </a:gridCol>
                <a:gridCol w="634364">
                  <a:extLst>
                    <a:ext uri="{9D8B030D-6E8A-4147-A177-3AD203B41FA5}">
                      <a16:colId xmlns:a16="http://schemas.microsoft.com/office/drawing/2014/main" val="20007"/>
                    </a:ext>
                  </a:extLst>
                </a:gridCol>
                <a:gridCol w="1885950">
                  <a:extLst>
                    <a:ext uri="{9D8B030D-6E8A-4147-A177-3AD203B41FA5}">
                      <a16:colId xmlns:a16="http://schemas.microsoft.com/office/drawing/2014/main" val="20008"/>
                    </a:ext>
                  </a:extLst>
                </a:gridCol>
              </a:tblGrid>
              <a:tr h="253239">
                <a:tc>
                  <a:txBody>
                    <a:bodyPr/>
                    <a:lstStyle/>
                    <a:p>
                      <a:pPr marL="31750">
                        <a:lnSpc>
                          <a:spcPts val="1875"/>
                        </a:lnSpc>
                      </a:pPr>
                      <a:r>
                        <a:rPr sz="1700" spc="170" dirty="0">
                          <a:latin typeface="Times New Roman"/>
                          <a:cs typeface="Times New Roman"/>
                        </a:rPr>
                        <a:t>Clock</a:t>
                      </a:r>
                      <a:endParaRPr sz="1700">
                        <a:latin typeface="Times New Roman"/>
                        <a:cs typeface="Times New Roman"/>
                      </a:endParaRPr>
                    </a:p>
                  </a:txBody>
                  <a:tcPr marL="0" marR="0" marT="0" marB="0"/>
                </a:tc>
                <a:tc gridSpan="2">
                  <a:txBody>
                    <a:bodyPr/>
                    <a:lstStyle/>
                    <a:p>
                      <a:pPr marR="177800" algn="r">
                        <a:lnSpc>
                          <a:spcPts val="1875"/>
                        </a:lnSpc>
                      </a:pPr>
                      <a:r>
                        <a:rPr sz="1700" i="1" spc="170" dirty="0">
                          <a:latin typeface="Times New Roman"/>
                          <a:cs typeface="Times New Roman"/>
                        </a:rPr>
                        <a:t>F0</a:t>
                      </a:r>
                      <a:endParaRPr sz="1700">
                        <a:latin typeface="Times New Roman"/>
                        <a:cs typeface="Times New Roman"/>
                      </a:endParaRPr>
                    </a:p>
                  </a:txBody>
                  <a:tcPr marL="0" marR="0" marT="0" marB="0"/>
                </a:tc>
                <a:tc hMerge="1">
                  <a:txBody>
                    <a:bodyPr/>
                    <a:lstStyle/>
                    <a:p>
                      <a:endParaRPr/>
                    </a:p>
                  </a:txBody>
                  <a:tcPr marL="0" marR="0" marT="0" marB="0"/>
                </a:tc>
                <a:tc>
                  <a:txBody>
                    <a:bodyPr/>
                    <a:lstStyle/>
                    <a:p>
                      <a:pPr marR="62230" algn="ctr">
                        <a:lnSpc>
                          <a:spcPts val="1875"/>
                        </a:lnSpc>
                      </a:pPr>
                      <a:r>
                        <a:rPr sz="1700" i="1" spc="170" dirty="0">
                          <a:latin typeface="Times New Roman"/>
                          <a:cs typeface="Times New Roman"/>
                        </a:rPr>
                        <a:t>F2</a:t>
                      </a:r>
                      <a:endParaRPr sz="1700">
                        <a:latin typeface="Times New Roman"/>
                        <a:cs typeface="Times New Roman"/>
                      </a:endParaRPr>
                    </a:p>
                  </a:txBody>
                  <a:tcPr marL="0" marR="0" marT="0" marB="0"/>
                </a:tc>
                <a:tc>
                  <a:txBody>
                    <a:bodyPr/>
                    <a:lstStyle/>
                    <a:p>
                      <a:pPr marL="90170">
                        <a:lnSpc>
                          <a:spcPts val="1875"/>
                        </a:lnSpc>
                      </a:pPr>
                      <a:r>
                        <a:rPr sz="1700" i="1" spc="170" dirty="0">
                          <a:latin typeface="Times New Roman"/>
                          <a:cs typeface="Times New Roman"/>
                        </a:rPr>
                        <a:t>F4</a:t>
                      </a:r>
                      <a:endParaRPr sz="1700">
                        <a:latin typeface="Times New Roman"/>
                        <a:cs typeface="Times New Roman"/>
                      </a:endParaRPr>
                    </a:p>
                  </a:txBody>
                  <a:tcPr marL="0" marR="0" marT="0" marB="0"/>
                </a:tc>
                <a:tc>
                  <a:txBody>
                    <a:bodyPr/>
                    <a:lstStyle/>
                    <a:p>
                      <a:pPr marL="290195">
                        <a:lnSpc>
                          <a:spcPts val="1875"/>
                        </a:lnSpc>
                      </a:pPr>
                      <a:r>
                        <a:rPr sz="1700" i="1" spc="170" dirty="0">
                          <a:latin typeface="Times New Roman"/>
                          <a:cs typeface="Times New Roman"/>
                        </a:rPr>
                        <a:t>F6</a:t>
                      </a:r>
                      <a:endParaRPr sz="1700">
                        <a:latin typeface="Times New Roman"/>
                        <a:cs typeface="Times New Roman"/>
                      </a:endParaRPr>
                    </a:p>
                  </a:txBody>
                  <a:tcPr marL="0" marR="0" marT="0" marB="0"/>
                </a:tc>
                <a:tc>
                  <a:txBody>
                    <a:bodyPr/>
                    <a:lstStyle/>
                    <a:p>
                      <a:pPr marL="166370">
                        <a:lnSpc>
                          <a:spcPts val="1875"/>
                        </a:lnSpc>
                      </a:pPr>
                      <a:r>
                        <a:rPr sz="1700" i="1" spc="170" dirty="0">
                          <a:latin typeface="Times New Roman"/>
                          <a:cs typeface="Times New Roman"/>
                        </a:rPr>
                        <a:t>F8</a:t>
                      </a:r>
                      <a:endParaRPr sz="1700">
                        <a:latin typeface="Times New Roman"/>
                        <a:cs typeface="Times New Roman"/>
                      </a:endParaRPr>
                    </a:p>
                  </a:txBody>
                  <a:tcPr marL="0" marR="0" marT="0" marB="0"/>
                </a:tc>
                <a:tc>
                  <a:txBody>
                    <a:bodyPr/>
                    <a:lstStyle/>
                    <a:p>
                      <a:pPr marL="61594">
                        <a:lnSpc>
                          <a:spcPts val="1875"/>
                        </a:lnSpc>
                      </a:pPr>
                      <a:r>
                        <a:rPr sz="1700" i="1" spc="185" dirty="0">
                          <a:latin typeface="Times New Roman"/>
                          <a:cs typeface="Times New Roman"/>
                        </a:rPr>
                        <a:t>F10</a:t>
                      </a:r>
                      <a:endParaRPr sz="1700">
                        <a:latin typeface="Times New Roman"/>
                        <a:cs typeface="Times New Roman"/>
                      </a:endParaRPr>
                    </a:p>
                  </a:txBody>
                  <a:tcPr marL="0" marR="0" marT="0" marB="0"/>
                </a:tc>
                <a:tc>
                  <a:txBody>
                    <a:bodyPr/>
                    <a:lstStyle/>
                    <a:p>
                      <a:pPr marL="151765">
                        <a:lnSpc>
                          <a:spcPts val="1875"/>
                        </a:lnSpc>
                        <a:tabLst>
                          <a:tab pos="942340" algn="l"/>
                          <a:tab pos="1370965" algn="l"/>
                        </a:tabLst>
                      </a:pPr>
                      <a:r>
                        <a:rPr sz="1700" i="1" spc="185" dirty="0">
                          <a:latin typeface="Times New Roman"/>
                          <a:cs typeface="Times New Roman"/>
                        </a:rPr>
                        <a:t>F12	</a:t>
                      </a:r>
                      <a:r>
                        <a:rPr sz="1700" i="1" spc="90" dirty="0">
                          <a:latin typeface="Times New Roman"/>
                          <a:cs typeface="Times New Roman"/>
                        </a:rPr>
                        <a:t>...	</a:t>
                      </a:r>
                      <a:r>
                        <a:rPr sz="1700" i="1" spc="185" dirty="0">
                          <a:latin typeface="Times New Roman"/>
                          <a:cs typeface="Times New Roman"/>
                        </a:rPr>
                        <a:t>F30</a:t>
                      </a:r>
                      <a:endParaRPr sz="1700">
                        <a:latin typeface="Times New Roman"/>
                        <a:cs typeface="Times New Roman"/>
                      </a:endParaRPr>
                    </a:p>
                  </a:txBody>
                  <a:tcPr marL="0" marR="0" marT="0" marB="0"/>
                </a:tc>
                <a:extLst>
                  <a:ext uri="{0D108BD9-81ED-4DB2-BD59-A6C34878D82A}">
                    <a16:rowId xmlns:a16="http://schemas.microsoft.com/office/drawing/2014/main" val="10000"/>
                  </a:ext>
                </a:extLst>
              </a:tr>
              <a:tr h="212112">
                <a:tc>
                  <a:txBody>
                    <a:bodyPr/>
                    <a:lstStyle/>
                    <a:p>
                      <a:pPr marL="287020">
                        <a:lnSpc>
                          <a:spcPts val="1550"/>
                        </a:lnSpc>
                        <a:spcBef>
                          <a:spcPts val="15"/>
                        </a:spcBef>
                      </a:pPr>
                      <a:r>
                        <a:rPr sz="1300" b="1" spc="120" dirty="0">
                          <a:latin typeface="Times New Roman"/>
                          <a:cs typeface="Times New Roman"/>
                        </a:rPr>
                        <a:t>55</a:t>
                      </a:r>
                      <a:endParaRPr sz="1300">
                        <a:latin typeface="Times New Roman"/>
                        <a:cs typeface="Times New Roman"/>
                      </a:endParaRPr>
                    </a:p>
                  </a:txBody>
                  <a:tcPr marL="0" marR="0" marT="1905" marB="0"/>
                </a:tc>
                <a:tc>
                  <a:txBody>
                    <a:bodyPr/>
                    <a:lstStyle/>
                    <a:p>
                      <a:pPr marL="658495">
                        <a:lnSpc>
                          <a:spcPts val="1550"/>
                        </a:lnSpc>
                        <a:spcBef>
                          <a:spcPts val="15"/>
                        </a:spcBef>
                      </a:pPr>
                      <a:r>
                        <a:rPr sz="1300" i="1" spc="190" dirty="0">
                          <a:latin typeface="Times New Roman"/>
                          <a:cs typeface="Times New Roman"/>
                        </a:rPr>
                        <a:t>FU</a:t>
                      </a:r>
                      <a:endParaRPr sz="1300">
                        <a:latin typeface="Times New Roman"/>
                        <a:cs typeface="Times New Roman"/>
                      </a:endParaRPr>
                    </a:p>
                  </a:txBody>
                  <a:tcPr marL="0" marR="0" marT="1905" marB="0">
                    <a:lnR w="9525">
                      <a:solidFill>
                        <a:srgbClr val="000000"/>
                      </a:solidFill>
                      <a:prstDash val="solid"/>
                    </a:lnR>
                  </a:tcPr>
                </a:tc>
                <a:tc>
                  <a:txBody>
                    <a:bodyPr/>
                    <a:lstStyle/>
                    <a:p>
                      <a:pPr marL="102235">
                        <a:lnSpc>
                          <a:spcPts val="1550"/>
                        </a:lnSpc>
                        <a:spcBef>
                          <a:spcPts val="15"/>
                        </a:spcBef>
                      </a:pPr>
                      <a:r>
                        <a:rPr sz="1300" spc="140" dirty="0">
                          <a:solidFill>
                            <a:srgbClr val="0000FF"/>
                          </a:solidFill>
                          <a:latin typeface="Times New Roman"/>
                          <a:cs typeface="Times New Roman"/>
                        </a:rPr>
                        <a:t>M*F4</a:t>
                      </a:r>
                      <a:endParaRPr sz="1300">
                        <a:latin typeface="Times New Roman"/>
                        <a:cs typeface="Times New Roman"/>
                      </a:endParaRPr>
                    </a:p>
                  </a:txBody>
                  <a:tcPr marL="0" marR="0" marT="1905"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17145" algn="ctr">
                        <a:lnSpc>
                          <a:spcPts val="1550"/>
                        </a:lnSpc>
                        <a:spcBef>
                          <a:spcPts val="15"/>
                        </a:spcBef>
                      </a:pPr>
                      <a:r>
                        <a:rPr sz="1300" spc="130" dirty="0">
                          <a:solidFill>
                            <a:srgbClr val="FF0000"/>
                          </a:solidFill>
                          <a:latin typeface="Times New Roman"/>
                          <a:cs typeface="Times New Roman"/>
                        </a:rPr>
                        <a:t>M(A2)</a:t>
                      </a:r>
                      <a:endParaRPr sz="1300">
                        <a:latin typeface="Times New Roman"/>
                        <a:cs typeface="Times New Roman"/>
                      </a:endParaRPr>
                    </a:p>
                  </a:txBody>
                  <a:tcPr marL="0" marR="0" marT="1905" marB="0">
                    <a:lnB w="9525">
                      <a:solidFill>
                        <a:srgbClr val="000000"/>
                      </a:solidFill>
                      <a:prstDash val="solid"/>
                    </a:lnB>
                  </a:tcPr>
                </a:tc>
                <a:tc gridSpan="3">
                  <a:txBody>
                    <a:bodyPr/>
                    <a:lstStyle/>
                    <a:p>
                      <a:pPr marL="461009">
                        <a:lnSpc>
                          <a:spcPts val="1550"/>
                        </a:lnSpc>
                        <a:spcBef>
                          <a:spcPts val="15"/>
                        </a:spcBef>
                      </a:pPr>
                      <a:r>
                        <a:rPr sz="1300" spc="140" dirty="0">
                          <a:solidFill>
                            <a:srgbClr val="00FF00"/>
                          </a:solidFill>
                          <a:latin typeface="Times New Roman"/>
                          <a:cs typeface="Times New Roman"/>
                        </a:rPr>
                        <a:t>(M-M+M</a:t>
                      </a:r>
                      <a:r>
                        <a:rPr sz="1300" spc="140" dirty="0">
                          <a:solidFill>
                            <a:srgbClr val="FF00FF"/>
                          </a:solidFill>
                          <a:latin typeface="Times New Roman"/>
                          <a:cs typeface="Times New Roman"/>
                        </a:rPr>
                        <a:t>(M-M)</a:t>
                      </a:r>
                      <a:endParaRPr sz="1300">
                        <a:latin typeface="Times New Roman"/>
                        <a:cs typeface="Times New Roman"/>
                      </a:endParaRPr>
                    </a:p>
                  </a:txBody>
                  <a:tcPr marL="0" marR="0" marT="1905" marB="0">
                    <a:lnB w="9525">
                      <a:solidFill>
                        <a:srgbClr val="000000"/>
                      </a:solidFill>
                      <a:prstDash val="solid"/>
                    </a:lnB>
                  </a:tcPr>
                </a:tc>
                <a:tc hMerge="1">
                  <a:txBody>
                    <a:bodyPr/>
                    <a:lstStyle/>
                    <a:p>
                      <a:endParaRPr/>
                    </a:p>
                  </a:txBody>
                  <a:tcPr marL="0" marR="0" marT="0" marB="0"/>
                </a:tc>
                <a:tc hMerge="1">
                  <a:txBody>
                    <a:bodyPr/>
                    <a:lstStyle/>
                    <a:p>
                      <a:endParaRPr/>
                    </a:p>
                  </a:txBody>
                  <a:tcPr marL="0" marR="0" marT="0" marB="0"/>
                </a:tc>
                <a:tc gridSpan="2">
                  <a:txBody>
                    <a:bodyPr/>
                    <a:lstStyle/>
                    <a:p>
                      <a:pPr marL="53340">
                        <a:lnSpc>
                          <a:spcPts val="1550"/>
                        </a:lnSpc>
                        <a:spcBef>
                          <a:spcPts val="15"/>
                        </a:spcBef>
                      </a:pPr>
                      <a:r>
                        <a:rPr sz="1300" spc="110" dirty="0">
                          <a:solidFill>
                            <a:srgbClr val="00FF00"/>
                          </a:solidFill>
                          <a:latin typeface="Times New Roman"/>
                          <a:cs typeface="Times New Roman"/>
                        </a:rPr>
                        <a:t>Mult2</a:t>
                      </a:r>
                      <a:endParaRPr sz="1300">
                        <a:latin typeface="Times New Roman"/>
                        <a:cs typeface="Times New Roman"/>
                      </a:endParaRPr>
                    </a:p>
                  </a:txBody>
                  <a:tcPr marL="0" marR="0" marT="1905" marB="0">
                    <a:lnR w="9525">
                      <a:solidFill>
                        <a:srgbClr val="000000"/>
                      </a:solidFill>
                      <a:prstDash val="solid"/>
                    </a:lnR>
                    <a:lnB w="952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pSp>
        <p:nvGrpSpPr>
          <p:cNvPr id="25" name="object 22">
            <a:extLst>
              <a:ext uri="{FF2B5EF4-FFF2-40B4-BE49-F238E27FC236}">
                <a16:creationId xmlns:a16="http://schemas.microsoft.com/office/drawing/2014/main" id="{CF916DDF-CEF1-0979-04A8-EABD3A9C02C3}"/>
              </a:ext>
            </a:extLst>
          </p:cNvPr>
          <p:cNvGrpSpPr/>
          <p:nvPr/>
        </p:nvGrpSpPr>
        <p:grpSpPr>
          <a:xfrm>
            <a:off x="2705259" y="2114969"/>
            <a:ext cx="1918970" cy="1278890"/>
            <a:chOff x="2692974" y="1433919"/>
            <a:chExt cx="1918970" cy="1278890"/>
          </a:xfrm>
        </p:grpSpPr>
        <p:sp>
          <p:nvSpPr>
            <p:cNvPr id="26" name="object 23">
              <a:extLst>
                <a:ext uri="{FF2B5EF4-FFF2-40B4-BE49-F238E27FC236}">
                  <a16:creationId xmlns:a16="http://schemas.microsoft.com/office/drawing/2014/main" id="{74C19D2D-351C-0074-0F8C-3CD9F31564A8}"/>
                </a:ext>
              </a:extLst>
            </p:cNvPr>
            <p:cNvSpPr/>
            <p:nvPr/>
          </p:nvSpPr>
          <p:spPr>
            <a:xfrm>
              <a:off x="2705341" y="1437395"/>
              <a:ext cx="1902460" cy="0"/>
            </a:xfrm>
            <a:custGeom>
              <a:avLst/>
              <a:gdLst/>
              <a:ahLst/>
              <a:cxnLst/>
              <a:rect l="l" t="t" r="r" b="b"/>
              <a:pathLst>
                <a:path w="1902460">
                  <a:moveTo>
                    <a:pt x="0" y="0"/>
                  </a:moveTo>
                  <a:lnTo>
                    <a:pt x="1902047" y="0"/>
                  </a:lnTo>
                </a:path>
              </a:pathLst>
            </a:custGeom>
            <a:ln w="6838">
              <a:solidFill>
                <a:srgbClr val="000000"/>
              </a:solidFill>
            </a:ln>
          </p:spPr>
          <p:txBody>
            <a:bodyPr wrap="square" lIns="0" tIns="0" rIns="0" bIns="0" rtlCol="0"/>
            <a:lstStyle/>
            <a:p>
              <a:endParaRPr/>
            </a:p>
          </p:txBody>
        </p:sp>
        <p:sp>
          <p:nvSpPr>
            <p:cNvPr id="27" name="object 24">
              <a:extLst>
                <a:ext uri="{FF2B5EF4-FFF2-40B4-BE49-F238E27FC236}">
                  <a16:creationId xmlns:a16="http://schemas.microsoft.com/office/drawing/2014/main" id="{61E0EAFF-3B8A-5F91-A36B-6D27590BB95F}"/>
                </a:ext>
              </a:extLst>
            </p:cNvPr>
            <p:cNvSpPr/>
            <p:nvPr/>
          </p:nvSpPr>
          <p:spPr>
            <a:xfrm>
              <a:off x="2701159" y="1433951"/>
              <a:ext cx="1910714" cy="6985"/>
            </a:xfrm>
            <a:custGeom>
              <a:avLst/>
              <a:gdLst/>
              <a:ahLst/>
              <a:cxnLst/>
              <a:rect l="l" t="t" r="r" b="b"/>
              <a:pathLst>
                <a:path w="1910714" h="6984">
                  <a:moveTo>
                    <a:pt x="1910300" y="0"/>
                  </a:moveTo>
                  <a:lnTo>
                    <a:pt x="0" y="0"/>
                  </a:lnTo>
                  <a:lnTo>
                    <a:pt x="0" y="6827"/>
                  </a:lnTo>
                  <a:lnTo>
                    <a:pt x="1910300" y="6827"/>
                  </a:lnTo>
                  <a:lnTo>
                    <a:pt x="1910300" y="0"/>
                  </a:lnTo>
                  <a:close/>
                </a:path>
              </a:pathLst>
            </a:custGeom>
            <a:solidFill>
              <a:srgbClr val="000000"/>
            </a:solidFill>
          </p:spPr>
          <p:txBody>
            <a:bodyPr wrap="square" lIns="0" tIns="0" rIns="0" bIns="0" rtlCol="0"/>
            <a:lstStyle/>
            <a:p>
              <a:endParaRPr/>
            </a:p>
          </p:txBody>
        </p:sp>
        <p:sp>
          <p:nvSpPr>
            <p:cNvPr id="28" name="object 25">
              <a:extLst>
                <a:ext uri="{FF2B5EF4-FFF2-40B4-BE49-F238E27FC236}">
                  <a16:creationId xmlns:a16="http://schemas.microsoft.com/office/drawing/2014/main" id="{6D83E490-4A12-47BE-ADA7-AC7153340A43}"/>
                </a:ext>
              </a:extLst>
            </p:cNvPr>
            <p:cNvSpPr/>
            <p:nvPr/>
          </p:nvSpPr>
          <p:spPr>
            <a:xfrm>
              <a:off x="2697088" y="1437395"/>
              <a:ext cx="0" cy="1271905"/>
            </a:xfrm>
            <a:custGeom>
              <a:avLst/>
              <a:gdLst/>
              <a:ahLst/>
              <a:cxnLst/>
              <a:rect l="l" t="t" r="r" b="b"/>
              <a:pathLst>
                <a:path h="1271905">
                  <a:moveTo>
                    <a:pt x="0" y="0"/>
                  </a:moveTo>
                  <a:lnTo>
                    <a:pt x="0" y="1271762"/>
                  </a:lnTo>
                </a:path>
              </a:pathLst>
            </a:custGeom>
            <a:ln w="8227">
              <a:solidFill>
                <a:srgbClr val="000000"/>
              </a:solidFill>
            </a:ln>
          </p:spPr>
          <p:txBody>
            <a:bodyPr wrap="square" lIns="0" tIns="0" rIns="0" bIns="0" rtlCol="0"/>
            <a:lstStyle/>
            <a:p>
              <a:endParaRPr/>
            </a:p>
          </p:txBody>
        </p:sp>
        <p:sp>
          <p:nvSpPr>
            <p:cNvPr id="29" name="object 26">
              <a:extLst>
                <a:ext uri="{FF2B5EF4-FFF2-40B4-BE49-F238E27FC236}">
                  <a16:creationId xmlns:a16="http://schemas.microsoft.com/office/drawing/2014/main" id="{32F1477B-7681-47A8-4E76-1029C6E28A8A}"/>
                </a:ext>
              </a:extLst>
            </p:cNvPr>
            <p:cNvSpPr/>
            <p:nvPr/>
          </p:nvSpPr>
          <p:spPr>
            <a:xfrm>
              <a:off x="2693017" y="1433919"/>
              <a:ext cx="8255" cy="1278890"/>
            </a:xfrm>
            <a:custGeom>
              <a:avLst/>
              <a:gdLst/>
              <a:ahLst/>
              <a:cxnLst/>
              <a:rect l="l" t="t" r="r" b="b"/>
              <a:pathLst>
                <a:path w="8255" h="1278889">
                  <a:moveTo>
                    <a:pt x="8226" y="0"/>
                  </a:moveTo>
                  <a:lnTo>
                    <a:pt x="0" y="0"/>
                  </a:lnTo>
                  <a:lnTo>
                    <a:pt x="0" y="1278622"/>
                  </a:lnTo>
                  <a:lnTo>
                    <a:pt x="8226" y="1278622"/>
                  </a:lnTo>
                  <a:lnTo>
                    <a:pt x="8226" y="0"/>
                  </a:lnTo>
                  <a:close/>
                </a:path>
              </a:pathLst>
            </a:custGeom>
            <a:solidFill>
              <a:srgbClr val="000000"/>
            </a:solidFill>
          </p:spPr>
          <p:txBody>
            <a:bodyPr wrap="square" lIns="0" tIns="0" rIns="0" bIns="0" rtlCol="0"/>
            <a:lstStyle/>
            <a:p>
              <a:endParaRPr/>
            </a:p>
          </p:txBody>
        </p:sp>
        <p:sp>
          <p:nvSpPr>
            <p:cNvPr id="30" name="object 27">
              <a:extLst>
                <a:ext uri="{FF2B5EF4-FFF2-40B4-BE49-F238E27FC236}">
                  <a16:creationId xmlns:a16="http://schemas.microsoft.com/office/drawing/2014/main" id="{767D8C6E-7BAA-CA0C-4712-E22D4FADF288}"/>
                </a:ext>
              </a:extLst>
            </p:cNvPr>
            <p:cNvSpPr/>
            <p:nvPr/>
          </p:nvSpPr>
          <p:spPr>
            <a:xfrm>
              <a:off x="4607388" y="1444255"/>
              <a:ext cx="0" cy="1264920"/>
            </a:xfrm>
            <a:custGeom>
              <a:avLst/>
              <a:gdLst/>
              <a:ahLst/>
              <a:cxnLst/>
              <a:rect l="l" t="t" r="r" b="b"/>
              <a:pathLst>
                <a:path h="1264920">
                  <a:moveTo>
                    <a:pt x="0" y="0"/>
                  </a:moveTo>
                  <a:lnTo>
                    <a:pt x="0" y="1264902"/>
                  </a:lnTo>
                </a:path>
              </a:pathLst>
            </a:custGeom>
            <a:ln w="8227">
              <a:solidFill>
                <a:srgbClr val="000000"/>
              </a:solidFill>
            </a:ln>
          </p:spPr>
          <p:txBody>
            <a:bodyPr wrap="square" lIns="0" tIns="0" rIns="0" bIns="0" rtlCol="0"/>
            <a:lstStyle/>
            <a:p>
              <a:endParaRPr/>
            </a:p>
          </p:txBody>
        </p:sp>
        <p:sp>
          <p:nvSpPr>
            <p:cNvPr id="31" name="object 28">
              <a:extLst>
                <a:ext uri="{FF2B5EF4-FFF2-40B4-BE49-F238E27FC236}">
                  <a16:creationId xmlns:a16="http://schemas.microsoft.com/office/drawing/2014/main" id="{49732325-C377-25D2-DE71-5CA2BD2CFEDD}"/>
                </a:ext>
              </a:extLst>
            </p:cNvPr>
            <p:cNvSpPr/>
            <p:nvPr/>
          </p:nvSpPr>
          <p:spPr>
            <a:xfrm>
              <a:off x="4603317" y="1440779"/>
              <a:ext cx="8255" cy="1271905"/>
            </a:xfrm>
            <a:custGeom>
              <a:avLst/>
              <a:gdLst/>
              <a:ahLst/>
              <a:cxnLst/>
              <a:rect l="l" t="t" r="r" b="b"/>
              <a:pathLst>
                <a:path w="8254" h="1271905">
                  <a:moveTo>
                    <a:pt x="8227" y="0"/>
                  </a:moveTo>
                  <a:lnTo>
                    <a:pt x="0" y="0"/>
                  </a:lnTo>
                  <a:lnTo>
                    <a:pt x="0" y="1271762"/>
                  </a:lnTo>
                  <a:lnTo>
                    <a:pt x="8227" y="1271762"/>
                  </a:lnTo>
                  <a:lnTo>
                    <a:pt x="8227" y="0"/>
                  </a:lnTo>
                  <a:close/>
                </a:path>
              </a:pathLst>
            </a:custGeom>
            <a:solidFill>
              <a:srgbClr val="000000"/>
            </a:solidFill>
          </p:spPr>
          <p:txBody>
            <a:bodyPr wrap="square" lIns="0" tIns="0" rIns="0" bIns="0" rtlCol="0"/>
            <a:lstStyle/>
            <a:p>
              <a:endParaRPr/>
            </a:p>
          </p:txBody>
        </p:sp>
        <p:sp>
          <p:nvSpPr>
            <p:cNvPr id="32" name="object 29">
              <a:extLst>
                <a:ext uri="{FF2B5EF4-FFF2-40B4-BE49-F238E27FC236}">
                  <a16:creationId xmlns:a16="http://schemas.microsoft.com/office/drawing/2014/main" id="{44385254-15E3-7CD8-BC9B-B0DD4341EA7F}"/>
                </a:ext>
              </a:extLst>
            </p:cNvPr>
            <p:cNvSpPr/>
            <p:nvPr/>
          </p:nvSpPr>
          <p:spPr>
            <a:xfrm>
              <a:off x="2705341" y="2709157"/>
              <a:ext cx="1902460" cy="0"/>
            </a:xfrm>
            <a:custGeom>
              <a:avLst/>
              <a:gdLst/>
              <a:ahLst/>
              <a:cxnLst/>
              <a:rect l="l" t="t" r="r" b="b"/>
              <a:pathLst>
                <a:path w="1902460">
                  <a:moveTo>
                    <a:pt x="0" y="0"/>
                  </a:moveTo>
                  <a:lnTo>
                    <a:pt x="1902047" y="0"/>
                  </a:lnTo>
                </a:path>
              </a:pathLst>
            </a:custGeom>
            <a:ln w="6838">
              <a:solidFill>
                <a:srgbClr val="000000"/>
              </a:solidFill>
            </a:ln>
          </p:spPr>
          <p:txBody>
            <a:bodyPr wrap="square" lIns="0" tIns="0" rIns="0" bIns="0" rtlCol="0"/>
            <a:lstStyle/>
            <a:p>
              <a:endParaRPr/>
            </a:p>
          </p:txBody>
        </p:sp>
        <p:sp>
          <p:nvSpPr>
            <p:cNvPr id="33" name="object 30">
              <a:extLst>
                <a:ext uri="{FF2B5EF4-FFF2-40B4-BE49-F238E27FC236}">
                  <a16:creationId xmlns:a16="http://schemas.microsoft.com/office/drawing/2014/main" id="{DEB0FEE4-AB52-932E-B092-45A09581D0C5}"/>
                </a:ext>
              </a:extLst>
            </p:cNvPr>
            <p:cNvSpPr/>
            <p:nvPr/>
          </p:nvSpPr>
          <p:spPr>
            <a:xfrm>
              <a:off x="2701159" y="2705714"/>
              <a:ext cx="1910714" cy="6985"/>
            </a:xfrm>
            <a:custGeom>
              <a:avLst/>
              <a:gdLst/>
              <a:ahLst/>
              <a:cxnLst/>
              <a:rect l="l" t="t" r="r" b="b"/>
              <a:pathLst>
                <a:path w="1910714" h="6985">
                  <a:moveTo>
                    <a:pt x="1910300" y="0"/>
                  </a:moveTo>
                  <a:lnTo>
                    <a:pt x="0" y="0"/>
                  </a:lnTo>
                  <a:lnTo>
                    <a:pt x="0" y="6827"/>
                  </a:lnTo>
                  <a:lnTo>
                    <a:pt x="1910300" y="6827"/>
                  </a:lnTo>
                  <a:lnTo>
                    <a:pt x="1910300"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34989200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E8CBA-45A1-FEE7-3A2A-45A4683A0798}"/>
              </a:ext>
            </a:extLst>
          </p:cNvPr>
          <p:cNvSpPr>
            <a:spLocks noGrp="1"/>
          </p:cNvSpPr>
          <p:nvPr>
            <p:ph type="title"/>
          </p:nvPr>
        </p:nvSpPr>
        <p:spPr/>
        <p:txBody>
          <a:bodyPr/>
          <a:lstStyle/>
          <a:p>
            <a:r>
              <a:rPr lang="en-US" dirty="0"/>
              <a:t>Cycle-56</a:t>
            </a:r>
            <a:endParaRPr lang="en-IN" dirty="0"/>
          </a:p>
        </p:txBody>
      </p:sp>
      <p:sp>
        <p:nvSpPr>
          <p:cNvPr id="4" name="Footer Placeholder 3">
            <a:extLst>
              <a:ext uri="{FF2B5EF4-FFF2-40B4-BE49-F238E27FC236}">
                <a16:creationId xmlns:a16="http://schemas.microsoft.com/office/drawing/2014/main" id="{C42D92DB-BDCD-CEBE-5092-7DA2325A890B}"/>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5D374FC8-335E-434C-8741-D28B7E0ED4FD}"/>
              </a:ext>
            </a:extLst>
          </p:cNvPr>
          <p:cNvSpPr>
            <a:spLocks noGrp="1"/>
          </p:cNvSpPr>
          <p:nvPr>
            <p:ph type="sldNum" sz="quarter" idx="12"/>
          </p:nvPr>
        </p:nvSpPr>
        <p:spPr/>
        <p:txBody>
          <a:bodyPr/>
          <a:lstStyle/>
          <a:p>
            <a:fld id="{B8651ABE-1138-46C6-9A43-7FCD4EB2550C}" type="slidenum">
              <a:rPr lang="en-IN" smtClean="0"/>
              <a:pPr/>
              <a:t>39</a:t>
            </a:fld>
            <a:endParaRPr lang="en-IN" dirty="0"/>
          </a:p>
        </p:txBody>
      </p:sp>
      <p:sp>
        <p:nvSpPr>
          <p:cNvPr id="6" name="object 3">
            <a:extLst>
              <a:ext uri="{FF2B5EF4-FFF2-40B4-BE49-F238E27FC236}">
                <a16:creationId xmlns:a16="http://schemas.microsoft.com/office/drawing/2014/main" id="{865C5AF5-C8EC-5D91-F7F3-EACEAEE4DE8E}"/>
              </a:ext>
            </a:extLst>
          </p:cNvPr>
          <p:cNvSpPr txBox="1"/>
          <p:nvPr/>
        </p:nvSpPr>
        <p:spPr>
          <a:xfrm>
            <a:off x="40720" y="1596125"/>
            <a:ext cx="2028189" cy="300990"/>
          </a:xfrm>
          <a:prstGeom prst="rect">
            <a:avLst/>
          </a:prstGeom>
        </p:spPr>
        <p:txBody>
          <a:bodyPr vert="horz" wrap="square" lIns="0" tIns="13335" rIns="0" bIns="0" rtlCol="0">
            <a:spAutoFit/>
          </a:bodyPr>
          <a:lstStyle/>
          <a:p>
            <a:pPr marL="12700">
              <a:lnSpc>
                <a:spcPct val="100000"/>
              </a:lnSpc>
              <a:spcBef>
                <a:spcPts val="105"/>
              </a:spcBef>
            </a:pPr>
            <a:r>
              <a:rPr sz="1800" i="1" spc="140" dirty="0">
                <a:solidFill>
                  <a:srgbClr val="FF0000"/>
                </a:solidFill>
                <a:latin typeface="Times New Roman"/>
                <a:cs typeface="Times New Roman"/>
              </a:rPr>
              <a:t>Instruction</a:t>
            </a:r>
            <a:r>
              <a:rPr sz="1800" i="1" spc="5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sp>
        <p:nvSpPr>
          <p:cNvPr id="7" name="object 4">
            <a:extLst>
              <a:ext uri="{FF2B5EF4-FFF2-40B4-BE49-F238E27FC236}">
                <a16:creationId xmlns:a16="http://schemas.microsoft.com/office/drawing/2014/main" id="{243D678D-0605-498E-959A-37FB34EE07FA}"/>
              </a:ext>
            </a:extLst>
          </p:cNvPr>
          <p:cNvSpPr txBox="1"/>
          <p:nvPr/>
        </p:nvSpPr>
        <p:spPr>
          <a:xfrm>
            <a:off x="6151285" y="1890079"/>
            <a:ext cx="1425575" cy="258445"/>
          </a:xfrm>
          <a:prstGeom prst="rect">
            <a:avLst/>
          </a:prstGeom>
        </p:spPr>
        <p:txBody>
          <a:bodyPr vert="horz" wrap="square" lIns="0" tIns="15875" rIns="0" bIns="0" rtlCol="0">
            <a:spAutoFit/>
          </a:bodyPr>
          <a:lstStyle/>
          <a:p>
            <a:pPr marL="12700">
              <a:lnSpc>
                <a:spcPct val="100000"/>
              </a:lnSpc>
              <a:spcBef>
                <a:spcPts val="125"/>
              </a:spcBef>
              <a:tabLst>
                <a:tab pos="650240" algn="l"/>
              </a:tabLst>
            </a:pPr>
            <a:r>
              <a:rPr sz="1500" spc="165" dirty="0">
                <a:latin typeface="Times New Roman"/>
                <a:cs typeface="Times New Roman"/>
              </a:rPr>
              <a:t>Busy	</a:t>
            </a:r>
            <a:r>
              <a:rPr sz="1500" spc="150" dirty="0">
                <a:latin typeface="Times New Roman"/>
                <a:cs typeface="Times New Roman"/>
              </a:rPr>
              <a:t>Address</a:t>
            </a:r>
            <a:endParaRPr sz="1500">
              <a:latin typeface="Times New Roman"/>
              <a:cs typeface="Times New Roman"/>
            </a:endParaRPr>
          </a:p>
        </p:txBody>
      </p:sp>
      <p:sp>
        <p:nvSpPr>
          <p:cNvPr id="8" name="object 5">
            <a:extLst>
              <a:ext uri="{FF2B5EF4-FFF2-40B4-BE49-F238E27FC236}">
                <a16:creationId xmlns:a16="http://schemas.microsoft.com/office/drawing/2014/main" id="{2F137628-8725-D9A5-BBEE-961097512F10}"/>
              </a:ext>
            </a:extLst>
          </p:cNvPr>
          <p:cNvSpPr txBox="1"/>
          <p:nvPr/>
        </p:nvSpPr>
        <p:spPr>
          <a:xfrm>
            <a:off x="4405793" y="2125226"/>
            <a:ext cx="219710" cy="914400"/>
          </a:xfrm>
          <a:prstGeom prst="rect">
            <a:avLst/>
          </a:prstGeom>
        </p:spPr>
        <p:txBody>
          <a:bodyPr vert="horz" wrap="square" lIns="0" tIns="29209" rIns="0" bIns="0" rtlCol="0">
            <a:spAutoFit/>
          </a:bodyPr>
          <a:lstStyle/>
          <a:p>
            <a:pPr marL="51435">
              <a:lnSpc>
                <a:spcPct val="100000"/>
              </a:lnSpc>
              <a:spcBef>
                <a:spcPts val="229"/>
              </a:spcBef>
            </a:pPr>
            <a:r>
              <a:rPr sz="1350" spc="135" dirty="0">
                <a:latin typeface="Times New Roman"/>
                <a:cs typeface="Times New Roman"/>
              </a:rPr>
              <a:t>4</a:t>
            </a:r>
            <a:endParaRPr sz="1350">
              <a:latin typeface="Times New Roman"/>
              <a:cs typeface="Times New Roman"/>
            </a:endParaRPr>
          </a:p>
          <a:p>
            <a:pPr marL="51435">
              <a:lnSpc>
                <a:spcPct val="100000"/>
              </a:lnSpc>
              <a:spcBef>
                <a:spcPts val="130"/>
              </a:spcBef>
            </a:pPr>
            <a:r>
              <a:rPr sz="1350" spc="135" dirty="0">
                <a:latin typeface="Times New Roman"/>
                <a:cs typeface="Times New Roman"/>
              </a:rPr>
              <a:t>5</a:t>
            </a:r>
            <a:endParaRPr sz="1350">
              <a:latin typeface="Times New Roman"/>
              <a:cs typeface="Times New Roman"/>
            </a:endParaRPr>
          </a:p>
          <a:p>
            <a:pPr>
              <a:lnSpc>
                <a:spcPct val="100000"/>
              </a:lnSpc>
              <a:spcBef>
                <a:spcPts val="130"/>
              </a:spcBef>
            </a:pPr>
            <a:r>
              <a:rPr sz="1350" spc="130" dirty="0">
                <a:latin typeface="Times New Roman"/>
                <a:cs typeface="Times New Roman"/>
              </a:rPr>
              <a:t>16</a:t>
            </a:r>
            <a:endParaRPr sz="1350">
              <a:latin typeface="Times New Roman"/>
              <a:cs typeface="Times New Roman"/>
            </a:endParaRPr>
          </a:p>
          <a:p>
            <a:pPr marL="51435">
              <a:lnSpc>
                <a:spcPct val="100000"/>
              </a:lnSpc>
              <a:spcBef>
                <a:spcPts val="125"/>
              </a:spcBef>
            </a:pPr>
            <a:r>
              <a:rPr sz="1350" spc="135" dirty="0">
                <a:latin typeface="Times New Roman"/>
                <a:cs typeface="Times New Roman"/>
              </a:rPr>
              <a:t>8</a:t>
            </a:r>
            <a:endParaRPr sz="1350">
              <a:latin typeface="Times New Roman"/>
              <a:cs typeface="Times New Roman"/>
            </a:endParaRPr>
          </a:p>
        </p:txBody>
      </p:sp>
      <p:sp>
        <p:nvSpPr>
          <p:cNvPr id="9" name="object 6">
            <a:extLst>
              <a:ext uri="{FF2B5EF4-FFF2-40B4-BE49-F238E27FC236}">
                <a16:creationId xmlns:a16="http://schemas.microsoft.com/office/drawing/2014/main" id="{AEDFD289-B5BA-122F-412F-C3ED2C674E24}"/>
              </a:ext>
            </a:extLst>
          </p:cNvPr>
          <p:cNvSpPr txBox="1"/>
          <p:nvPr/>
        </p:nvSpPr>
        <p:spPr>
          <a:xfrm>
            <a:off x="368183" y="1889068"/>
            <a:ext cx="920750" cy="1595120"/>
          </a:xfrm>
          <a:prstGeom prst="rect">
            <a:avLst/>
          </a:prstGeom>
        </p:spPr>
        <p:txBody>
          <a:bodyPr vert="horz" wrap="square" lIns="0" tIns="12700" rIns="0" bIns="0" rtlCol="0">
            <a:spAutoFit/>
          </a:bodyPr>
          <a:lstStyle/>
          <a:p>
            <a:pPr marL="12700" marR="5080">
              <a:lnSpc>
                <a:spcPct val="111400"/>
              </a:lnSpc>
              <a:spcBef>
                <a:spcPts val="100"/>
              </a:spcBef>
            </a:pPr>
            <a:r>
              <a:rPr sz="1350" spc="114" dirty="0">
                <a:latin typeface="Times New Roman"/>
                <a:cs typeface="Times New Roman"/>
              </a:rPr>
              <a:t>In</a:t>
            </a:r>
            <a:r>
              <a:rPr sz="1350" spc="80" dirty="0">
                <a:latin typeface="Times New Roman"/>
                <a:cs typeface="Times New Roman"/>
              </a:rPr>
              <a:t>s</a:t>
            </a:r>
            <a:r>
              <a:rPr sz="1350" spc="90" dirty="0">
                <a:latin typeface="Times New Roman"/>
                <a:cs typeface="Times New Roman"/>
              </a:rPr>
              <a:t>t</a:t>
            </a:r>
            <a:r>
              <a:rPr sz="1350" spc="114" dirty="0">
                <a:latin typeface="Times New Roman"/>
                <a:cs typeface="Times New Roman"/>
              </a:rPr>
              <a:t>ruct</a:t>
            </a:r>
            <a:r>
              <a:rPr sz="1350" spc="25" dirty="0">
                <a:latin typeface="Times New Roman"/>
                <a:cs typeface="Times New Roman"/>
              </a:rPr>
              <a:t>i</a:t>
            </a:r>
            <a:r>
              <a:rPr sz="1350" spc="100" dirty="0">
                <a:latin typeface="Times New Roman"/>
                <a:cs typeface="Times New Roman"/>
              </a:rPr>
              <a:t>on  </a:t>
            </a:r>
            <a:r>
              <a:rPr sz="1350" spc="204" dirty="0">
                <a:latin typeface="Times New Roman"/>
                <a:cs typeface="Times New Roman"/>
              </a:rPr>
              <a:t>LD</a:t>
            </a:r>
            <a:endParaRPr sz="1350">
              <a:latin typeface="Times New Roman"/>
              <a:cs typeface="Times New Roman"/>
            </a:endParaRPr>
          </a:p>
          <a:p>
            <a:pPr marL="12700" marR="182245">
              <a:lnSpc>
                <a:spcPct val="108000"/>
              </a:lnSpc>
            </a:pPr>
            <a:r>
              <a:rPr sz="1350" spc="204" dirty="0">
                <a:solidFill>
                  <a:srgbClr val="FF0000"/>
                </a:solidFill>
                <a:latin typeface="Times New Roman"/>
                <a:cs typeface="Times New Roman"/>
              </a:rPr>
              <a:t>LD </a:t>
            </a:r>
            <a:r>
              <a:rPr sz="1350" spc="210" dirty="0">
                <a:solidFill>
                  <a:srgbClr val="FF0000"/>
                </a:solidFill>
                <a:latin typeface="Times New Roman"/>
                <a:cs typeface="Times New Roman"/>
              </a:rPr>
              <a:t> </a:t>
            </a:r>
            <a:r>
              <a:rPr sz="1350" spc="220" dirty="0">
                <a:solidFill>
                  <a:srgbClr val="0000FF"/>
                </a:solidFill>
                <a:latin typeface="Times New Roman"/>
                <a:cs typeface="Times New Roman"/>
              </a:rPr>
              <a:t>M</a:t>
            </a:r>
            <a:r>
              <a:rPr sz="1350" spc="105" dirty="0">
                <a:solidFill>
                  <a:srgbClr val="0000FF"/>
                </a:solidFill>
                <a:latin typeface="Times New Roman"/>
                <a:cs typeface="Times New Roman"/>
              </a:rPr>
              <a:t>U</a:t>
            </a:r>
            <a:r>
              <a:rPr sz="1350" spc="185" dirty="0">
                <a:solidFill>
                  <a:srgbClr val="0000FF"/>
                </a:solidFill>
                <a:latin typeface="Times New Roman"/>
                <a:cs typeface="Times New Roman"/>
              </a:rPr>
              <a:t>L</a:t>
            </a:r>
            <a:r>
              <a:rPr sz="1350" spc="120" dirty="0">
                <a:solidFill>
                  <a:srgbClr val="0000FF"/>
                </a:solidFill>
                <a:latin typeface="Times New Roman"/>
                <a:cs typeface="Times New Roman"/>
              </a:rPr>
              <a:t>T</a:t>
            </a:r>
            <a:r>
              <a:rPr sz="1350" spc="110" dirty="0">
                <a:solidFill>
                  <a:srgbClr val="0000FF"/>
                </a:solidFill>
                <a:latin typeface="Times New Roman"/>
                <a:cs typeface="Times New Roman"/>
              </a:rPr>
              <a:t>D  </a:t>
            </a:r>
            <a:r>
              <a:rPr sz="1350" spc="135" dirty="0">
                <a:solidFill>
                  <a:srgbClr val="FF00FF"/>
                </a:solidFill>
                <a:latin typeface="Times New Roman"/>
                <a:cs typeface="Times New Roman"/>
              </a:rPr>
              <a:t>SUBD </a:t>
            </a:r>
            <a:r>
              <a:rPr sz="1350" spc="140" dirty="0">
                <a:solidFill>
                  <a:srgbClr val="FF00FF"/>
                </a:solidFill>
                <a:latin typeface="Times New Roman"/>
                <a:cs typeface="Times New Roman"/>
              </a:rPr>
              <a:t> </a:t>
            </a:r>
            <a:r>
              <a:rPr sz="1350" spc="140" dirty="0">
                <a:solidFill>
                  <a:srgbClr val="00FF00"/>
                </a:solidFill>
                <a:latin typeface="Times New Roman"/>
                <a:cs typeface="Times New Roman"/>
              </a:rPr>
              <a:t>DIVD </a:t>
            </a:r>
            <a:r>
              <a:rPr sz="1350" spc="145" dirty="0">
                <a:solidFill>
                  <a:srgbClr val="00FF00"/>
                </a:solidFill>
                <a:latin typeface="Times New Roman"/>
                <a:cs typeface="Times New Roman"/>
              </a:rPr>
              <a:t> </a:t>
            </a:r>
            <a:r>
              <a:rPr sz="1350" spc="175" dirty="0">
                <a:latin typeface="Times New Roman"/>
                <a:cs typeface="Times New Roman"/>
              </a:rPr>
              <a:t>ADDD</a:t>
            </a:r>
            <a:endParaRPr sz="1350">
              <a:latin typeface="Times New Roman"/>
              <a:cs typeface="Times New Roman"/>
            </a:endParaRPr>
          </a:p>
        </p:txBody>
      </p:sp>
      <p:sp>
        <p:nvSpPr>
          <p:cNvPr id="10" name="object 7">
            <a:extLst>
              <a:ext uri="{FF2B5EF4-FFF2-40B4-BE49-F238E27FC236}">
                <a16:creationId xmlns:a16="http://schemas.microsoft.com/office/drawing/2014/main" id="{32ED6F19-1037-1D36-C2FA-45CEF6A719C7}"/>
              </a:ext>
            </a:extLst>
          </p:cNvPr>
          <p:cNvSpPr txBox="1"/>
          <p:nvPr/>
        </p:nvSpPr>
        <p:spPr>
          <a:xfrm>
            <a:off x="1264462" y="1606396"/>
            <a:ext cx="3570604" cy="1877695"/>
          </a:xfrm>
          <a:prstGeom prst="rect">
            <a:avLst/>
          </a:prstGeom>
        </p:spPr>
        <p:txBody>
          <a:bodyPr vert="horz" wrap="square" lIns="0" tIns="41275" rIns="0" bIns="0" rtlCol="0">
            <a:spAutoFit/>
          </a:bodyPr>
          <a:lstStyle/>
          <a:p>
            <a:pPr marL="2313305">
              <a:lnSpc>
                <a:spcPct val="100000"/>
              </a:lnSpc>
              <a:spcBef>
                <a:spcPts val="325"/>
              </a:spcBef>
              <a:tabLst>
                <a:tab pos="2959735" algn="l"/>
              </a:tabLst>
            </a:pPr>
            <a:r>
              <a:rPr sz="1500" i="1" spc="165" dirty="0">
                <a:latin typeface="Times New Roman"/>
                <a:cs typeface="Times New Roman"/>
              </a:rPr>
              <a:t>Exec	</a:t>
            </a:r>
            <a:r>
              <a:rPr sz="1500" i="1" spc="155" dirty="0">
                <a:latin typeface="Times New Roman"/>
                <a:cs typeface="Times New Roman"/>
              </a:rPr>
              <a:t>Write</a:t>
            </a:r>
            <a:endParaRPr sz="1500">
              <a:latin typeface="Times New Roman"/>
              <a:cs typeface="Times New Roman"/>
            </a:endParaRPr>
          </a:p>
          <a:p>
            <a:pPr marL="702310">
              <a:lnSpc>
                <a:spcPct val="100000"/>
              </a:lnSpc>
              <a:spcBef>
                <a:spcPts val="234"/>
              </a:spcBef>
              <a:tabLst>
                <a:tab pos="1244600" algn="l"/>
                <a:tab pos="1658620" algn="l"/>
                <a:tab pos="2313305" algn="l"/>
              </a:tabLst>
            </a:pPr>
            <a:r>
              <a:rPr sz="1350" i="1" spc="75" dirty="0">
                <a:latin typeface="Times New Roman"/>
                <a:cs typeface="Times New Roman"/>
              </a:rPr>
              <a:t>j	</a:t>
            </a:r>
            <a:r>
              <a:rPr sz="1350" i="1" spc="120" dirty="0">
                <a:latin typeface="Times New Roman"/>
                <a:cs typeface="Times New Roman"/>
              </a:rPr>
              <a:t>k	</a:t>
            </a:r>
            <a:r>
              <a:rPr sz="1500" i="1" spc="150" dirty="0">
                <a:latin typeface="Times New Roman"/>
                <a:cs typeface="Times New Roman"/>
              </a:rPr>
              <a:t>Issue	</a:t>
            </a:r>
            <a:r>
              <a:rPr sz="1500" i="1" spc="210" dirty="0">
                <a:latin typeface="Times New Roman"/>
                <a:cs typeface="Times New Roman"/>
              </a:rPr>
              <a:t>Comp</a:t>
            </a:r>
            <a:r>
              <a:rPr sz="1500" i="1" spc="215" dirty="0">
                <a:latin typeface="Times New Roman"/>
                <a:cs typeface="Times New Roman"/>
              </a:rPr>
              <a:t> </a:t>
            </a:r>
            <a:r>
              <a:rPr sz="1500" i="1" spc="155" dirty="0">
                <a:latin typeface="Times New Roman"/>
                <a:cs typeface="Times New Roman"/>
              </a:rPr>
              <a:t>Result</a:t>
            </a:r>
            <a:endParaRPr sz="1500">
              <a:latin typeface="Times New Roman"/>
              <a:cs typeface="Times New Roman"/>
            </a:endParaRPr>
          </a:p>
          <a:p>
            <a:pPr marL="64135">
              <a:lnSpc>
                <a:spcPct val="100000"/>
              </a:lnSpc>
              <a:spcBef>
                <a:spcPts val="155"/>
              </a:spcBef>
              <a:tabLst>
                <a:tab pos="581025" algn="l"/>
                <a:tab pos="1193165" algn="l"/>
              </a:tabLst>
            </a:pPr>
            <a:r>
              <a:rPr sz="1350" spc="130" dirty="0">
                <a:latin typeface="Times New Roman"/>
                <a:cs typeface="Times New Roman"/>
              </a:rPr>
              <a:t>F6	</a:t>
            </a:r>
            <a:r>
              <a:rPr sz="1350" spc="140" dirty="0">
                <a:latin typeface="Times New Roman"/>
                <a:cs typeface="Times New Roman"/>
              </a:rPr>
              <a:t>34+	</a:t>
            </a:r>
            <a:r>
              <a:rPr sz="1350" spc="155" dirty="0">
                <a:latin typeface="Times New Roman"/>
                <a:cs typeface="Times New Roman"/>
              </a:rPr>
              <a:t>R2</a:t>
            </a:r>
            <a:endParaRPr sz="1350">
              <a:latin typeface="Times New Roman"/>
              <a:cs typeface="Times New Roman"/>
            </a:endParaRPr>
          </a:p>
          <a:p>
            <a:pPr marL="64135">
              <a:lnSpc>
                <a:spcPct val="100000"/>
              </a:lnSpc>
              <a:spcBef>
                <a:spcPts val="130"/>
              </a:spcBef>
              <a:tabLst>
                <a:tab pos="581025" algn="l"/>
                <a:tab pos="1193165" algn="l"/>
              </a:tabLst>
            </a:pPr>
            <a:r>
              <a:rPr sz="1350" spc="130" dirty="0">
                <a:solidFill>
                  <a:srgbClr val="FF0000"/>
                </a:solidFill>
                <a:latin typeface="Times New Roman"/>
                <a:cs typeface="Times New Roman"/>
              </a:rPr>
              <a:t>F2	</a:t>
            </a:r>
            <a:r>
              <a:rPr sz="1350" spc="140" dirty="0">
                <a:solidFill>
                  <a:srgbClr val="FF0000"/>
                </a:solidFill>
                <a:latin typeface="Times New Roman"/>
                <a:cs typeface="Times New Roman"/>
              </a:rPr>
              <a:t>45+	</a:t>
            </a:r>
            <a:r>
              <a:rPr sz="1350" spc="155" dirty="0">
                <a:solidFill>
                  <a:srgbClr val="FF0000"/>
                </a:solidFill>
                <a:latin typeface="Times New Roman"/>
                <a:cs typeface="Times New Roman"/>
              </a:rPr>
              <a:t>R3</a:t>
            </a:r>
            <a:endParaRPr sz="1350">
              <a:latin typeface="Times New Roman"/>
              <a:cs typeface="Times New Roman"/>
            </a:endParaRPr>
          </a:p>
          <a:p>
            <a:pPr marL="64135">
              <a:lnSpc>
                <a:spcPct val="100000"/>
              </a:lnSpc>
              <a:spcBef>
                <a:spcPts val="130"/>
              </a:spcBef>
              <a:tabLst>
                <a:tab pos="641350" algn="l"/>
                <a:tab pos="1201420" algn="l"/>
              </a:tabLst>
            </a:pPr>
            <a:r>
              <a:rPr sz="1350" spc="130" dirty="0">
                <a:solidFill>
                  <a:srgbClr val="0000FF"/>
                </a:solidFill>
                <a:latin typeface="Times New Roman"/>
                <a:cs typeface="Times New Roman"/>
              </a:rPr>
              <a:t>F0	F2	</a:t>
            </a:r>
            <a:r>
              <a:rPr sz="1350" spc="120" dirty="0">
                <a:solidFill>
                  <a:srgbClr val="0000FF"/>
                </a:solidFill>
                <a:latin typeface="Times New Roman"/>
                <a:cs typeface="Times New Roman"/>
              </a:rPr>
              <a:t>F4</a:t>
            </a:r>
            <a:endParaRPr sz="1350">
              <a:latin typeface="Times New Roman"/>
              <a:cs typeface="Times New Roman"/>
            </a:endParaRPr>
          </a:p>
          <a:p>
            <a:pPr marL="64135">
              <a:lnSpc>
                <a:spcPct val="100000"/>
              </a:lnSpc>
              <a:spcBef>
                <a:spcPts val="125"/>
              </a:spcBef>
              <a:tabLst>
                <a:tab pos="641350" algn="l"/>
                <a:tab pos="1201420" algn="l"/>
              </a:tabLst>
            </a:pPr>
            <a:r>
              <a:rPr sz="1350" spc="130" dirty="0">
                <a:solidFill>
                  <a:srgbClr val="FF00FF"/>
                </a:solidFill>
                <a:latin typeface="Times New Roman"/>
                <a:cs typeface="Times New Roman"/>
              </a:rPr>
              <a:t>F8	F6	</a:t>
            </a:r>
            <a:r>
              <a:rPr sz="1350" spc="120" dirty="0">
                <a:solidFill>
                  <a:srgbClr val="FF00FF"/>
                </a:solidFill>
                <a:latin typeface="Times New Roman"/>
                <a:cs typeface="Times New Roman"/>
              </a:rPr>
              <a:t>F2</a:t>
            </a:r>
            <a:endParaRPr sz="1350">
              <a:latin typeface="Times New Roman"/>
              <a:cs typeface="Times New Roman"/>
            </a:endParaRPr>
          </a:p>
          <a:p>
            <a:pPr marL="12700">
              <a:lnSpc>
                <a:spcPct val="100000"/>
              </a:lnSpc>
              <a:spcBef>
                <a:spcPts val="135"/>
              </a:spcBef>
              <a:tabLst>
                <a:tab pos="641350" algn="l"/>
                <a:tab pos="1201420" algn="l"/>
              </a:tabLst>
            </a:pPr>
            <a:r>
              <a:rPr sz="1350" spc="135" dirty="0">
                <a:solidFill>
                  <a:srgbClr val="00FF00"/>
                </a:solidFill>
                <a:latin typeface="Times New Roman"/>
                <a:cs typeface="Times New Roman"/>
              </a:rPr>
              <a:t>F10	</a:t>
            </a:r>
            <a:r>
              <a:rPr sz="1350" spc="130" dirty="0">
                <a:solidFill>
                  <a:srgbClr val="00FF00"/>
                </a:solidFill>
                <a:latin typeface="Times New Roman"/>
                <a:cs typeface="Times New Roman"/>
              </a:rPr>
              <a:t>F0	</a:t>
            </a:r>
            <a:r>
              <a:rPr sz="1350" spc="120" dirty="0">
                <a:solidFill>
                  <a:srgbClr val="00FF00"/>
                </a:solidFill>
                <a:latin typeface="Times New Roman"/>
                <a:cs typeface="Times New Roman"/>
              </a:rPr>
              <a:t>F6</a:t>
            </a:r>
            <a:endParaRPr sz="1350">
              <a:latin typeface="Times New Roman"/>
              <a:cs typeface="Times New Roman"/>
            </a:endParaRPr>
          </a:p>
          <a:p>
            <a:pPr marL="64135">
              <a:lnSpc>
                <a:spcPct val="100000"/>
              </a:lnSpc>
              <a:spcBef>
                <a:spcPts val="125"/>
              </a:spcBef>
              <a:tabLst>
                <a:tab pos="641350" algn="l"/>
                <a:tab pos="1201420" algn="l"/>
              </a:tabLst>
            </a:pPr>
            <a:r>
              <a:rPr sz="1350" spc="130" dirty="0">
                <a:latin typeface="Times New Roman"/>
                <a:cs typeface="Times New Roman"/>
              </a:rPr>
              <a:t>F6	F8	</a:t>
            </a:r>
            <a:r>
              <a:rPr sz="1350" spc="120" dirty="0">
                <a:latin typeface="Times New Roman"/>
                <a:cs typeface="Times New Roman"/>
              </a:rPr>
              <a:t>F2</a:t>
            </a:r>
            <a:endParaRPr sz="1350">
              <a:latin typeface="Times New Roman"/>
              <a:cs typeface="Times New Roman"/>
            </a:endParaRPr>
          </a:p>
        </p:txBody>
      </p:sp>
      <p:sp>
        <p:nvSpPr>
          <p:cNvPr id="11" name="object 8">
            <a:extLst>
              <a:ext uri="{FF2B5EF4-FFF2-40B4-BE49-F238E27FC236}">
                <a16:creationId xmlns:a16="http://schemas.microsoft.com/office/drawing/2014/main" id="{E9F8A1D7-66D6-F591-F624-9082FED8C773}"/>
              </a:ext>
            </a:extLst>
          </p:cNvPr>
          <p:cNvSpPr txBox="1"/>
          <p:nvPr/>
        </p:nvSpPr>
        <p:spPr>
          <a:xfrm>
            <a:off x="3139001" y="2125226"/>
            <a:ext cx="116205" cy="1358900"/>
          </a:xfrm>
          <a:prstGeom prst="rect">
            <a:avLst/>
          </a:prstGeom>
        </p:spPr>
        <p:txBody>
          <a:bodyPr vert="horz" wrap="square" lIns="0" tIns="29209" rIns="0" bIns="0" rtlCol="0">
            <a:spAutoFit/>
          </a:bodyPr>
          <a:lstStyle/>
          <a:p>
            <a:pPr>
              <a:lnSpc>
                <a:spcPct val="100000"/>
              </a:lnSpc>
              <a:spcBef>
                <a:spcPts val="229"/>
              </a:spcBef>
            </a:pPr>
            <a:r>
              <a:rPr sz="1350" spc="135" dirty="0">
                <a:latin typeface="Times New Roman"/>
                <a:cs typeface="Times New Roman"/>
              </a:rPr>
              <a:t>1</a:t>
            </a:r>
            <a:endParaRPr sz="1350">
              <a:latin typeface="Times New Roman"/>
              <a:cs typeface="Times New Roman"/>
            </a:endParaRPr>
          </a:p>
          <a:p>
            <a:pPr>
              <a:lnSpc>
                <a:spcPct val="100000"/>
              </a:lnSpc>
              <a:spcBef>
                <a:spcPts val="130"/>
              </a:spcBef>
            </a:pPr>
            <a:r>
              <a:rPr sz="1350" spc="135" dirty="0">
                <a:latin typeface="Times New Roman"/>
                <a:cs typeface="Times New Roman"/>
              </a:rPr>
              <a:t>2</a:t>
            </a:r>
            <a:endParaRPr sz="1350">
              <a:latin typeface="Times New Roman"/>
              <a:cs typeface="Times New Roman"/>
            </a:endParaRPr>
          </a:p>
          <a:p>
            <a:pPr>
              <a:lnSpc>
                <a:spcPct val="100000"/>
              </a:lnSpc>
              <a:spcBef>
                <a:spcPts val="130"/>
              </a:spcBef>
            </a:pPr>
            <a:r>
              <a:rPr sz="1350" spc="135" dirty="0">
                <a:latin typeface="Times New Roman"/>
                <a:cs typeface="Times New Roman"/>
              </a:rPr>
              <a:t>3</a:t>
            </a:r>
            <a:endParaRPr sz="1350">
              <a:latin typeface="Times New Roman"/>
              <a:cs typeface="Times New Roman"/>
            </a:endParaRPr>
          </a:p>
          <a:p>
            <a:pPr>
              <a:lnSpc>
                <a:spcPct val="100000"/>
              </a:lnSpc>
              <a:spcBef>
                <a:spcPts val="125"/>
              </a:spcBef>
            </a:pPr>
            <a:r>
              <a:rPr sz="1350" spc="135" dirty="0">
                <a:latin typeface="Times New Roman"/>
                <a:cs typeface="Times New Roman"/>
              </a:rPr>
              <a:t>4</a:t>
            </a:r>
            <a:endParaRPr sz="1350">
              <a:latin typeface="Times New Roman"/>
              <a:cs typeface="Times New Roman"/>
            </a:endParaRPr>
          </a:p>
          <a:p>
            <a:pPr>
              <a:lnSpc>
                <a:spcPct val="100000"/>
              </a:lnSpc>
              <a:spcBef>
                <a:spcPts val="130"/>
              </a:spcBef>
            </a:pPr>
            <a:r>
              <a:rPr sz="1350" spc="135" dirty="0">
                <a:latin typeface="Times New Roman"/>
                <a:cs typeface="Times New Roman"/>
              </a:rPr>
              <a:t>5</a:t>
            </a:r>
            <a:endParaRPr sz="1350">
              <a:latin typeface="Times New Roman"/>
              <a:cs typeface="Times New Roman"/>
            </a:endParaRPr>
          </a:p>
          <a:p>
            <a:pPr>
              <a:lnSpc>
                <a:spcPct val="100000"/>
              </a:lnSpc>
              <a:spcBef>
                <a:spcPts val="130"/>
              </a:spcBef>
            </a:pPr>
            <a:r>
              <a:rPr sz="1350" spc="135" dirty="0">
                <a:latin typeface="Times New Roman"/>
                <a:cs typeface="Times New Roman"/>
              </a:rPr>
              <a:t>6</a:t>
            </a:r>
            <a:endParaRPr sz="1350">
              <a:latin typeface="Times New Roman"/>
              <a:cs typeface="Times New Roman"/>
            </a:endParaRPr>
          </a:p>
        </p:txBody>
      </p:sp>
      <p:sp>
        <p:nvSpPr>
          <p:cNvPr id="12" name="object 9">
            <a:extLst>
              <a:ext uri="{FF2B5EF4-FFF2-40B4-BE49-F238E27FC236}">
                <a16:creationId xmlns:a16="http://schemas.microsoft.com/office/drawing/2014/main" id="{E6DA4795-CC40-7EBD-CFD6-812C3DF9B51F}"/>
              </a:ext>
            </a:extLst>
          </p:cNvPr>
          <p:cNvSpPr txBox="1"/>
          <p:nvPr/>
        </p:nvSpPr>
        <p:spPr>
          <a:xfrm>
            <a:off x="3759499" y="2125226"/>
            <a:ext cx="219710" cy="1358900"/>
          </a:xfrm>
          <a:prstGeom prst="rect">
            <a:avLst/>
          </a:prstGeom>
        </p:spPr>
        <p:txBody>
          <a:bodyPr vert="horz" wrap="square" lIns="0" tIns="29209" rIns="0" bIns="0" rtlCol="0">
            <a:spAutoFit/>
          </a:bodyPr>
          <a:lstStyle/>
          <a:p>
            <a:pPr marL="51435">
              <a:lnSpc>
                <a:spcPct val="100000"/>
              </a:lnSpc>
              <a:spcBef>
                <a:spcPts val="229"/>
              </a:spcBef>
            </a:pPr>
            <a:r>
              <a:rPr sz="1350" spc="135" dirty="0">
                <a:latin typeface="Times New Roman"/>
                <a:cs typeface="Times New Roman"/>
              </a:rPr>
              <a:t>3</a:t>
            </a:r>
            <a:endParaRPr sz="1350">
              <a:latin typeface="Times New Roman"/>
              <a:cs typeface="Times New Roman"/>
            </a:endParaRPr>
          </a:p>
          <a:p>
            <a:pPr marL="51435">
              <a:lnSpc>
                <a:spcPct val="100000"/>
              </a:lnSpc>
              <a:spcBef>
                <a:spcPts val="130"/>
              </a:spcBef>
            </a:pPr>
            <a:r>
              <a:rPr sz="1350" spc="135" dirty="0">
                <a:latin typeface="Times New Roman"/>
                <a:cs typeface="Times New Roman"/>
              </a:rPr>
              <a:t>4</a:t>
            </a:r>
            <a:endParaRPr sz="1350">
              <a:latin typeface="Times New Roman"/>
              <a:cs typeface="Times New Roman"/>
            </a:endParaRPr>
          </a:p>
          <a:p>
            <a:pPr>
              <a:lnSpc>
                <a:spcPct val="100000"/>
              </a:lnSpc>
              <a:spcBef>
                <a:spcPts val="130"/>
              </a:spcBef>
            </a:pPr>
            <a:r>
              <a:rPr sz="1350" spc="130" dirty="0">
                <a:latin typeface="Times New Roman"/>
                <a:cs typeface="Times New Roman"/>
              </a:rPr>
              <a:t>15</a:t>
            </a:r>
            <a:endParaRPr sz="1350">
              <a:latin typeface="Times New Roman"/>
              <a:cs typeface="Times New Roman"/>
            </a:endParaRPr>
          </a:p>
          <a:p>
            <a:pPr marL="51435">
              <a:lnSpc>
                <a:spcPct val="100000"/>
              </a:lnSpc>
              <a:spcBef>
                <a:spcPts val="125"/>
              </a:spcBef>
            </a:pPr>
            <a:r>
              <a:rPr sz="1350" spc="135" dirty="0">
                <a:latin typeface="Times New Roman"/>
                <a:cs typeface="Times New Roman"/>
              </a:rPr>
              <a:t>7</a:t>
            </a:r>
            <a:endParaRPr sz="1350">
              <a:latin typeface="Times New Roman"/>
              <a:cs typeface="Times New Roman"/>
            </a:endParaRPr>
          </a:p>
          <a:p>
            <a:pPr>
              <a:lnSpc>
                <a:spcPct val="100000"/>
              </a:lnSpc>
              <a:spcBef>
                <a:spcPts val="130"/>
              </a:spcBef>
            </a:pPr>
            <a:r>
              <a:rPr sz="1350" spc="130" dirty="0">
                <a:latin typeface="Times New Roman"/>
                <a:cs typeface="Times New Roman"/>
              </a:rPr>
              <a:t>56</a:t>
            </a:r>
            <a:endParaRPr sz="1350">
              <a:latin typeface="Times New Roman"/>
              <a:cs typeface="Times New Roman"/>
            </a:endParaRPr>
          </a:p>
          <a:p>
            <a:pPr>
              <a:lnSpc>
                <a:spcPct val="100000"/>
              </a:lnSpc>
              <a:spcBef>
                <a:spcPts val="130"/>
              </a:spcBef>
            </a:pPr>
            <a:r>
              <a:rPr sz="1350" spc="130" dirty="0">
                <a:latin typeface="Times New Roman"/>
                <a:cs typeface="Times New Roman"/>
              </a:rPr>
              <a:t>10</a:t>
            </a:r>
            <a:endParaRPr sz="1350">
              <a:latin typeface="Times New Roman"/>
              <a:cs typeface="Times New Roman"/>
            </a:endParaRPr>
          </a:p>
        </p:txBody>
      </p:sp>
      <p:sp>
        <p:nvSpPr>
          <p:cNvPr id="13" name="object 10">
            <a:extLst>
              <a:ext uri="{FF2B5EF4-FFF2-40B4-BE49-F238E27FC236}">
                <a16:creationId xmlns:a16="http://schemas.microsoft.com/office/drawing/2014/main" id="{13860687-6EA4-35CC-AAEF-22CC6F859B51}"/>
              </a:ext>
            </a:extLst>
          </p:cNvPr>
          <p:cNvSpPr txBox="1"/>
          <p:nvPr/>
        </p:nvSpPr>
        <p:spPr>
          <a:xfrm>
            <a:off x="5496354" y="2125226"/>
            <a:ext cx="559435" cy="692785"/>
          </a:xfrm>
          <a:prstGeom prst="rect">
            <a:avLst/>
          </a:prstGeom>
        </p:spPr>
        <p:txBody>
          <a:bodyPr vert="horz" wrap="square" lIns="0" tIns="12700" rIns="0" bIns="0" rtlCol="0">
            <a:spAutoFit/>
          </a:bodyPr>
          <a:lstStyle/>
          <a:p>
            <a:pPr marL="12700" marR="5080" algn="just">
              <a:lnSpc>
                <a:spcPct val="108000"/>
              </a:lnSpc>
              <a:spcBef>
                <a:spcPts val="100"/>
              </a:spcBef>
            </a:pPr>
            <a:r>
              <a:rPr sz="1350" spc="185" dirty="0">
                <a:latin typeface="Times New Roman"/>
                <a:cs typeface="Times New Roman"/>
              </a:rPr>
              <a:t>L</a:t>
            </a:r>
            <a:r>
              <a:rPr sz="1350" spc="135" dirty="0">
                <a:latin typeface="Times New Roman"/>
                <a:cs typeface="Times New Roman"/>
              </a:rPr>
              <a:t>oa</a:t>
            </a:r>
            <a:r>
              <a:rPr sz="1350" spc="100" dirty="0">
                <a:latin typeface="Times New Roman"/>
                <a:cs typeface="Times New Roman"/>
              </a:rPr>
              <a:t>d1  </a:t>
            </a:r>
            <a:r>
              <a:rPr sz="1350" spc="185" dirty="0">
                <a:latin typeface="Times New Roman"/>
                <a:cs typeface="Times New Roman"/>
              </a:rPr>
              <a:t>L</a:t>
            </a:r>
            <a:r>
              <a:rPr sz="1350" spc="135" dirty="0">
                <a:latin typeface="Times New Roman"/>
                <a:cs typeface="Times New Roman"/>
              </a:rPr>
              <a:t>oa</a:t>
            </a:r>
            <a:r>
              <a:rPr sz="1350" spc="100" dirty="0">
                <a:latin typeface="Times New Roman"/>
                <a:cs typeface="Times New Roman"/>
              </a:rPr>
              <a:t>d2  </a:t>
            </a:r>
            <a:r>
              <a:rPr sz="1350" spc="185" dirty="0">
                <a:latin typeface="Times New Roman"/>
                <a:cs typeface="Times New Roman"/>
              </a:rPr>
              <a:t>L</a:t>
            </a:r>
            <a:r>
              <a:rPr sz="1350" spc="135" dirty="0">
                <a:latin typeface="Times New Roman"/>
                <a:cs typeface="Times New Roman"/>
              </a:rPr>
              <a:t>oad3</a:t>
            </a:r>
            <a:endParaRPr sz="1350">
              <a:latin typeface="Times New Roman"/>
              <a:cs typeface="Times New Roman"/>
            </a:endParaRPr>
          </a:p>
        </p:txBody>
      </p:sp>
      <p:sp>
        <p:nvSpPr>
          <p:cNvPr id="14" name="object 11">
            <a:extLst>
              <a:ext uri="{FF2B5EF4-FFF2-40B4-BE49-F238E27FC236}">
                <a16:creationId xmlns:a16="http://schemas.microsoft.com/office/drawing/2014/main" id="{9BA38189-18C5-DDF9-70C2-C6AB8F88C2F6}"/>
              </a:ext>
            </a:extLst>
          </p:cNvPr>
          <p:cNvSpPr txBox="1"/>
          <p:nvPr/>
        </p:nvSpPr>
        <p:spPr>
          <a:xfrm>
            <a:off x="6125197" y="2150247"/>
            <a:ext cx="1525905" cy="666750"/>
          </a:xfrm>
          <a:prstGeom prst="rect">
            <a:avLst/>
          </a:prstGeom>
          <a:ln w="8653">
            <a:solidFill>
              <a:srgbClr val="000000"/>
            </a:solidFill>
          </a:ln>
        </p:spPr>
        <p:txBody>
          <a:bodyPr vert="horz" wrap="square" lIns="0" tIns="3810" rIns="0" bIns="0" rtlCol="0">
            <a:spAutoFit/>
          </a:bodyPr>
          <a:lstStyle/>
          <a:p>
            <a:pPr marL="193675">
              <a:lnSpc>
                <a:spcPct val="100000"/>
              </a:lnSpc>
              <a:spcBef>
                <a:spcPts val="30"/>
              </a:spcBef>
            </a:pPr>
            <a:r>
              <a:rPr sz="1350" spc="145" dirty="0">
                <a:latin typeface="Times New Roman"/>
                <a:cs typeface="Times New Roman"/>
              </a:rPr>
              <a:t>No</a:t>
            </a:r>
            <a:endParaRPr sz="1350">
              <a:latin typeface="Times New Roman"/>
              <a:cs typeface="Times New Roman"/>
            </a:endParaRPr>
          </a:p>
          <a:p>
            <a:pPr marL="193675" marR="1076960">
              <a:lnSpc>
                <a:spcPct val="108000"/>
              </a:lnSpc>
            </a:pPr>
            <a:r>
              <a:rPr sz="1350" spc="110" dirty="0">
                <a:latin typeface="Times New Roman"/>
                <a:cs typeface="Times New Roman"/>
              </a:rPr>
              <a:t>No  No</a:t>
            </a:r>
            <a:endParaRPr sz="1350">
              <a:latin typeface="Times New Roman"/>
              <a:cs typeface="Times New Roman"/>
            </a:endParaRPr>
          </a:p>
        </p:txBody>
      </p:sp>
      <p:sp>
        <p:nvSpPr>
          <p:cNvPr id="15" name="object 12">
            <a:extLst>
              <a:ext uri="{FF2B5EF4-FFF2-40B4-BE49-F238E27FC236}">
                <a16:creationId xmlns:a16="http://schemas.microsoft.com/office/drawing/2014/main" id="{0C2112A1-7766-F5F2-39E7-CC70118CCAB0}"/>
              </a:ext>
            </a:extLst>
          </p:cNvPr>
          <p:cNvSpPr txBox="1"/>
          <p:nvPr/>
        </p:nvSpPr>
        <p:spPr>
          <a:xfrm>
            <a:off x="4405793" y="3251915"/>
            <a:ext cx="219710" cy="232410"/>
          </a:xfrm>
          <a:prstGeom prst="rect">
            <a:avLst/>
          </a:prstGeom>
        </p:spPr>
        <p:txBody>
          <a:bodyPr vert="horz" wrap="square" lIns="0" tIns="13335" rIns="0" bIns="0" rtlCol="0">
            <a:spAutoFit/>
          </a:bodyPr>
          <a:lstStyle/>
          <a:p>
            <a:pPr>
              <a:lnSpc>
                <a:spcPct val="100000"/>
              </a:lnSpc>
              <a:spcBef>
                <a:spcPts val="105"/>
              </a:spcBef>
            </a:pPr>
            <a:r>
              <a:rPr sz="1350" spc="130" dirty="0">
                <a:latin typeface="Times New Roman"/>
                <a:cs typeface="Times New Roman"/>
              </a:rPr>
              <a:t>11</a:t>
            </a:r>
            <a:endParaRPr sz="1350">
              <a:latin typeface="Times New Roman"/>
              <a:cs typeface="Times New Roman"/>
            </a:endParaRPr>
          </a:p>
        </p:txBody>
      </p:sp>
      <p:sp>
        <p:nvSpPr>
          <p:cNvPr id="16" name="object 13">
            <a:extLst>
              <a:ext uri="{FF2B5EF4-FFF2-40B4-BE49-F238E27FC236}">
                <a16:creationId xmlns:a16="http://schemas.microsoft.com/office/drawing/2014/main" id="{0F550DC2-EF79-0318-924C-77F1F3E2997B}"/>
              </a:ext>
            </a:extLst>
          </p:cNvPr>
          <p:cNvSpPr txBox="1"/>
          <p:nvPr/>
        </p:nvSpPr>
        <p:spPr>
          <a:xfrm>
            <a:off x="40720" y="3552550"/>
            <a:ext cx="3292475" cy="574040"/>
          </a:xfrm>
          <a:prstGeom prst="rect">
            <a:avLst/>
          </a:prstGeom>
        </p:spPr>
        <p:txBody>
          <a:bodyPr vert="horz" wrap="square" lIns="0" tIns="35560" rIns="0" bIns="0" rtlCol="0">
            <a:spAutoFit/>
          </a:bodyPr>
          <a:lstStyle/>
          <a:p>
            <a:pPr marL="12700">
              <a:lnSpc>
                <a:spcPct val="100000"/>
              </a:lnSpc>
              <a:spcBef>
                <a:spcPts val="280"/>
              </a:spcBef>
            </a:pPr>
            <a:r>
              <a:rPr sz="1800" i="1" spc="150" dirty="0">
                <a:solidFill>
                  <a:srgbClr val="FF0000"/>
                </a:solidFill>
                <a:latin typeface="Times New Roman"/>
                <a:cs typeface="Times New Roman"/>
              </a:rPr>
              <a:t>Reservation</a:t>
            </a:r>
            <a:r>
              <a:rPr sz="1800" i="1" spc="75" dirty="0">
                <a:solidFill>
                  <a:srgbClr val="FF0000"/>
                </a:solidFill>
                <a:latin typeface="Times New Roman"/>
                <a:cs typeface="Times New Roman"/>
              </a:rPr>
              <a:t> </a:t>
            </a:r>
            <a:r>
              <a:rPr sz="1800" i="1" spc="140" dirty="0">
                <a:solidFill>
                  <a:srgbClr val="FF0000"/>
                </a:solidFill>
                <a:latin typeface="Times New Roman"/>
                <a:cs typeface="Times New Roman"/>
              </a:rPr>
              <a:t>Stations:</a:t>
            </a:r>
            <a:endParaRPr sz="1800">
              <a:latin typeface="Times New Roman"/>
              <a:cs typeface="Times New Roman"/>
            </a:endParaRPr>
          </a:p>
          <a:p>
            <a:pPr marL="1149985">
              <a:lnSpc>
                <a:spcPct val="100000"/>
              </a:lnSpc>
              <a:spcBef>
                <a:spcPts val="170"/>
              </a:spcBef>
              <a:tabLst>
                <a:tab pos="1692910" algn="l"/>
                <a:tab pos="2985770" algn="l"/>
              </a:tabLst>
            </a:pPr>
            <a:r>
              <a:rPr sz="1350" i="1" spc="130" dirty="0">
                <a:latin typeface="Times New Roman"/>
                <a:cs typeface="Times New Roman"/>
              </a:rPr>
              <a:t>T</a:t>
            </a:r>
            <a:r>
              <a:rPr sz="1350" i="1" spc="90" dirty="0">
                <a:latin typeface="Times New Roman"/>
                <a:cs typeface="Times New Roman"/>
              </a:rPr>
              <a:t>i</a:t>
            </a:r>
            <a:r>
              <a:rPr sz="1350" i="1" spc="175"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60" dirty="0">
                <a:latin typeface="Times New Roman"/>
                <a:cs typeface="Times New Roman"/>
              </a:rPr>
              <a:t>Na</a:t>
            </a:r>
            <a:r>
              <a:rPr sz="1350" i="1" spc="170" dirty="0">
                <a:latin typeface="Times New Roman"/>
                <a:cs typeface="Times New Roman"/>
              </a:rPr>
              <a:t>m</a:t>
            </a:r>
            <a:r>
              <a:rPr sz="1350" i="1" spc="120" dirty="0">
                <a:latin typeface="Times New Roman"/>
                <a:cs typeface="Times New Roman"/>
              </a:rPr>
              <a:t>e</a:t>
            </a:r>
            <a:r>
              <a:rPr sz="1350" i="1" dirty="0">
                <a:latin typeface="Times New Roman"/>
                <a:cs typeface="Times New Roman"/>
              </a:rPr>
              <a:t>  </a:t>
            </a:r>
            <a:r>
              <a:rPr sz="1350" i="1" spc="-105" dirty="0">
                <a:latin typeface="Times New Roman"/>
                <a:cs typeface="Times New Roman"/>
              </a:rPr>
              <a:t> </a:t>
            </a:r>
            <a:r>
              <a:rPr sz="1500" i="1" spc="195" dirty="0">
                <a:latin typeface="Times New Roman"/>
                <a:cs typeface="Times New Roman"/>
              </a:rPr>
              <a:t>Bus</a:t>
            </a:r>
            <a:r>
              <a:rPr sz="1500" i="1" spc="145" dirty="0">
                <a:latin typeface="Times New Roman"/>
                <a:cs typeface="Times New Roman"/>
              </a:rPr>
              <a:t>y</a:t>
            </a:r>
            <a:r>
              <a:rPr sz="1500" i="1" dirty="0">
                <a:latin typeface="Times New Roman"/>
                <a:cs typeface="Times New Roman"/>
              </a:rPr>
              <a:t>	</a:t>
            </a:r>
            <a:r>
              <a:rPr sz="1500" i="1" spc="229" dirty="0">
                <a:latin typeface="Times New Roman"/>
                <a:cs typeface="Times New Roman"/>
              </a:rPr>
              <a:t>Op</a:t>
            </a:r>
            <a:endParaRPr sz="1500">
              <a:latin typeface="Times New Roman"/>
              <a:cs typeface="Times New Roman"/>
            </a:endParaRPr>
          </a:p>
        </p:txBody>
      </p:sp>
      <p:sp>
        <p:nvSpPr>
          <p:cNvPr id="17" name="object 14">
            <a:extLst>
              <a:ext uri="{FF2B5EF4-FFF2-40B4-BE49-F238E27FC236}">
                <a16:creationId xmlns:a16="http://schemas.microsoft.com/office/drawing/2014/main" id="{436F3249-5FCF-59D6-AE21-8545177A8246}"/>
              </a:ext>
            </a:extLst>
          </p:cNvPr>
          <p:cNvSpPr txBox="1"/>
          <p:nvPr/>
        </p:nvSpPr>
        <p:spPr>
          <a:xfrm>
            <a:off x="3712365" y="3584626"/>
            <a:ext cx="266700" cy="541655"/>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S1</a:t>
            </a:r>
            <a:endParaRPr sz="1500">
              <a:latin typeface="Times New Roman"/>
              <a:cs typeface="Times New Roman"/>
            </a:endParaRPr>
          </a:p>
          <a:p>
            <a:pPr marL="38100">
              <a:lnSpc>
                <a:spcPct val="100000"/>
              </a:lnSpc>
              <a:spcBef>
                <a:spcPts val="234"/>
              </a:spcBef>
            </a:pPr>
            <a:r>
              <a:rPr sz="1500" i="1" spc="110" dirty="0">
                <a:latin typeface="Times New Roman"/>
                <a:cs typeface="Times New Roman"/>
              </a:rPr>
              <a:t>Vj</a:t>
            </a:r>
            <a:endParaRPr sz="1500">
              <a:latin typeface="Times New Roman"/>
              <a:cs typeface="Times New Roman"/>
            </a:endParaRPr>
          </a:p>
        </p:txBody>
      </p:sp>
      <p:sp>
        <p:nvSpPr>
          <p:cNvPr id="18" name="object 15">
            <a:extLst>
              <a:ext uri="{FF2B5EF4-FFF2-40B4-BE49-F238E27FC236}">
                <a16:creationId xmlns:a16="http://schemas.microsoft.com/office/drawing/2014/main" id="{7E1A3C23-AC42-64FF-CA9B-62278DE7A3AA}"/>
              </a:ext>
            </a:extLst>
          </p:cNvPr>
          <p:cNvSpPr txBox="1"/>
          <p:nvPr/>
        </p:nvSpPr>
        <p:spPr>
          <a:xfrm>
            <a:off x="4358659" y="3584626"/>
            <a:ext cx="266700" cy="541655"/>
          </a:xfrm>
          <a:prstGeom prst="rect">
            <a:avLst/>
          </a:prstGeom>
        </p:spPr>
        <p:txBody>
          <a:bodyPr vert="horz" wrap="square" lIns="0" tIns="41275" rIns="0" bIns="0" rtlCol="0">
            <a:spAutoFit/>
          </a:bodyPr>
          <a:lstStyle/>
          <a:p>
            <a:pPr marL="12700">
              <a:lnSpc>
                <a:spcPct val="100000"/>
              </a:lnSpc>
              <a:spcBef>
                <a:spcPts val="325"/>
              </a:spcBef>
            </a:pPr>
            <a:r>
              <a:rPr sz="1500" i="1" spc="195" dirty="0">
                <a:latin typeface="Times New Roman"/>
                <a:cs typeface="Times New Roman"/>
              </a:rPr>
              <a:t>S2</a:t>
            </a:r>
            <a:endParaRPr sz="1500">
              <a:latin typeface="Times New Roman"/>
              <a:cs typeface="Times New Roman"/>
            </a:endParaRPr>
          </a:p>
          <a:p>
            <a:pPr marL="12700">
              <a:lnSpc>
                <a:spcPct val="100000"/>
              </a:lnSpc>
              <a:spcBef>
                <a:spcPts val="234"/>
              </a:spcBef>
            </a:pPr>
            <a:r>
              <a:rPr sz="1500" i="1" spc="140" dirty="0">
                <a:latin typeface="Times New Roman"/>
                <a:cs typeface="Times New Roman"/>
              </a:rPr>
              <a:t>Vk</a:t>
            </a:r>
            <a:endParaRPr sz="1500">
              <a:latin typeface="Times New Roman"/>
              <a:cs typeface="Times New Roman"/>
            </a:endParaRPr>
          </a:p>
        </p:txBody>
      </p:sp>
      <p:sp>
        <p:nvSpPr>
          <p:cNvPr id="19" name="object 16">
            <a:extLst>
              <a:ext uri="{FF2B5EF4-FFF2-40B4-BE49-F238E27FC236}">
                <a16:creationId xmlns:a16="http://schemas.microsoft.com/office/drawing/2014/main" id="{9535BB2A-CE6B-B669-8B57-4850588167E6}"/>
              </a:ext>
            </a:extLst>
          </p:cNvPr>
          <p:cNvSpPr txBox="1"/>
          <p:nvPr/>
        </p:nvSpPr>
        <p:spPr>
          <a:xfrm>
            <a:off x="4996316" y="3584626"/>
            <a:ext cx="943610" cy="541655"/>
          </a:xfrm>
          <a:prstGeom prst="rect">
            <a:avLst/>
          </a:prstGeom>
        </p:spPr>
        <p:txBody>
          <a:bodyPr vert="horz" wrap="square" lIns="0" tIns="41275" rIns="0" bIns="0" rtlCol="0">
            <a:spAutoFit/>
          </a:bodyPr>
          <a:lstStyle/>
          <a:p>
            <a:pPr marL="12700">
              <a:lnSpc>
                <a:spcPct val="100000"/>
              </a:lnSpc>
              <a:spcBef>
                <a:spcPts val="325"/>
              </a:spcBef>
              <a:tabLst>
                <a:tab pos="658495" algn="l"/>
              </a:tabLst>
            </a:pPr>
            <a:r>
              <a:rPr sz="1500" i="1" spc="195" dirty="0">
                <a:latin typeface="Times New Roman"/>
                <a:cs typeface="Times New Roman"/>
              </a:rPr>
              <a:t>RS	</a:t>
            </a:r>
            <a:r>
              <a:rPr sz="1500" i="1" spc="210" dirty="0">
                <a:latin typeface="Times New Roman"/>
                <a:cs typeface="Times New Roman"/>
              </a:rPr>
              <a:t>RS</a:t>
            </a:r>
            <a:endParaRPr sz="1500">
              <a:latin typeface="Times New Roman"/>
              <a:cs typeface="Times New Roman"/>
            </a:endParaRPr>
          </a:p>
          <a:p>
            <a:pPr marL="29845">
              <a:lnSpc>
                <a:spcPct val="100000"/>
              </a:lnSpc>
              <a:spcBef>
                <a:spcPts val="234"/>
              </a:spcBef>
              <a:tabLst>
                <a:tab pos="650240" algn="l"/>
              </a:tabLst>
            </a:pPr>
            <a:r>
              <a:rPr sz="1500" i="1" spc="270" dirty="0">
                <a:latin typeface="Times New Roman"/>
                <a:cs typeface="Times New Roman"/>
              </a:rPr>
              <a:t>Q</a:t>
            </a:r>
            <a:r>
              <a:rPr sz="1500" i="1" spc="90" dirty="0">
                <a:latin typeface="Times New Roman"/>
                <a:cs typeface="Times New Roman"/>
              </a:rPr>
              <a:t>j</a:t>
            </a:r>
            <a:r>
              <a:rPr sz="1500" i="1" dirty="0">
                <a:latin typeface="Times New Roman"/>
                <a:cs typeface="Times New Roman"/>
              </a:rPr>
              <a:t>	</a:t>
            </a:r>
            <a:r>
              <a:rPr sz="1500" i="1" spc="220" dirty="0">
                <a:latin typeface="Times New Roman"/>
                <a:cs typeface="Times New Roman"/>
              </a:rPr>
              <a:t>Qk</a:t>
            </a:r>
            <a:endParaRPr sz="1500">
              <a:latin typeface="Times New Roman"/>
              <a:cs typeface="Times New Roman"/>
            </a:endParaRPr>
          </a:p>
        </p:txBody>
      </p:sp>
      <p:sp>
        <p:nvSpPr>
          <p:cNvPr id="20" name="object 17">
            <a:extLst>
              <a:ext uri="{FF2B5EF4-FFF2-40B4-BE49-F238E27FC236}">
                <a16:creationId xmlns:a16="http://schemas.microsoft.com/office/drawing/2014/main" id="{7E8C8840-F9F7-B9C6-972C-96C04B405B3E}"/>
              </a:ext>
            </a:extLst>
          </p:cNvPr>
          <p:cNvSpPr txBox="1"/>
          <p:nvPr/>
        </p:nvSpPr>
        <p:spPr>
          <a:xfrm>
            <a:off x="1557551" y="4103647"/>
            <a:ext cx="688975" cy="1136650"/>
          </a:xfrm>
          <a:prstGeom prst="rect">
            <a:avLst/>
          </a:prstGeom>
        </p:spPr>
        <p:txBody>
          <a:bodyPr vert="horz" wrap="square" lIns="0" tIns="12700" rIns="0" bIns="0" rtlCol="0">
            <a:spAutoFit/>
          </a:bodyPr>
          <a:lstStyle/>
          <a:p>
            <a:pPr marL="176530" marR="5080" algn="just">
              <a:lnSpc>
                <a:spcPct val="108000"/>
              </a:lnSpc>
              <a:spcBef>
                <a:spcPts val="100"/>
              </a:spcBef>
            </a:pPr>
            <a:r>
              <a:rPr sz="1350" spc="145" dirty="0">
                <a:latin typeface="Times New Roman"/>
                <a:cs typeface="Times New Roman"/>
              </a:rPr>
              <a:t>Add1 </a:t>
            </a:r>
            <a:r>
              <a:rPr sz="1350" spc="-330" dirty="0">
                <a:latin typeface="Times New Roman"/>
                <a:cs typeface="Times New Roman"/>
              </a:rPr>
              <a:t> </a:t>
            </a:r>
            <a:r>
              <a:rPr sz="1350" spc="145" dirty="0">
                <a:latin typeface="Times New Roman"/>
                <a:cs typeface="Times New Roman"/>
              </a:rPr>
              <a:t>Add2 </a:t>
            </a:r>
            <a:r>
              <a:rPr sz="1350" spc="-330" dirty="0">
                <a:latin typeface="Times New Roman"/>
                <a:cs typeface="Times New Roman"/>
              </a:rPr>
              <a:t> </a:t>
            </a:r>
            <a:r>
              <a:rPr sz="1350" spc="145" dirty="0">
                <a:latin typeface="Times New Roman"/>
                <a:cs typeface="Times New Roman"/>
              </a:rPr>
              <a:t>Add3 </a:t>
            </a:r>
            <a:r>
              <a:rPr sz="1350" spc="-330" dirty="0">
                <a:latin typeface="Times New Roman"/>
                <a:cs typeface="Times New Roman"/>
              </a:rPr>
              <a:t> </a:t>
            </a:r>
            <a:r>
              <a:rPr sz="1350" spc="220" dirty="0">
                <a:latin typeface="Times New Roman"/>
                <a:cs typeface="Times New Roman"/>
              </a:rPr>
              <a:t>M</a:t>
            </a:r>
            <a:r>
              <a:rPr sz="1350" spc="135" dirty="0">
                <a:latin typeface="Times New Roman"/>
                <a:cs typeface="Times New Roman"/>
              </a:rPr>
              <a:t>u</a:t>
            </a:r>
            <a:r>
              <a:rPr sz="1350" spc="25" dirty="0">
                <a:latin typeface="Times New Roman"/>
                <a:cs typeface="Times New Roman"/>
              </a:rPr>
              <a:t>l</a:t>
            </a:r>
            <a:r>
              <a:rPr sz="1350" spc="90" dirty="0">
                <a:latin typeface="Times New Roman"/>
                <a:cs typeface="Times New Roman"/>
              </a:rPr>
              <a:t>t</a:t>
            </a:r>
            <a:r>
              <a:rPr sz="1350" spc="135" dirty="0">
                <a:latin typeface="Times New Roman"/>
                <a:cs typeface="Times New Roman"/>
              </a:rPr>
              <a:t>1</a:t>
            </a:r>
            <a:endParaRPr sz="1350">
              <a:latin typeface="Times New Roman"/>
              <a:cs typeface="Times New Roman"/>
            </a:endParaRPr>
          </a:p>
          <a:p>
            <a:pPr marL="12700" algn="just">
              <a:lnSpc>
                <a:spcPct val="100000"/>
              </a:lnSpc>
              <a:spcBef>
                <a:spcPts val="130"/>
              </a:spcBef>
            </a:pPr>
            <a:r>
              <a:rPr sz="1350" spc="135" dirty="0">
                <a:latin typeface="Times New Roman"/>
                <a:cs typeface="Times New Roman"/>
              </a:rPr>
              <a:t>0</a:t>
            </a:r>
            <a:r>
              <a:rPr sz="1350" spc="60" dirty="0">
                <a:latin typeface="Times New Roman"/>
                <a:cs typeface="Times New Roman"/>
              </a:rPr>
              <a:t> </a:t>
            </a:r>
            <a:r>
              <a:rPr sz="1350" spc="120" dirty="0">
                <a:latin typeface="Times New Roman"/>
                <a:cs typeface="Times New Roman"/>
              </a:rPr>
              <a:t>Mult2</a:t>
            </a:r>
            <a:endParaRPr sz="1350">
              <a:latin typeface="Times New Roman"/>
              <a:cs typeface="Times New Roman"/>
            </a:endParaRPr>
          </a:p>
        </p:txBody>
      </p:sp>
      <p:sp>
        <p:nvSpPr>
          <p:cNvPr id="21" name="object 18">
            <a:extLst>
              <a:ext uri="{FF2B5EF4-FFF2-40B4-BE49-F238E27FC236}">
                <a16:creationId xmlns:a16="http://schemas.microsoft.com/office/drawing/2014/main" id="{D95514FB-5F43-7599-5E54-18447490D863}"/>
              </a:ext>
            </a:extLst>
          </p:cNvPr>
          <p:cNvSpPr txBox="1"/>
          <p:nvPr/>
        </p:nvSpPr>
        <p:spPr>
          <a:xfrm>
            <a:off x="2315838" y="4128519"/>
            <a:ext cx="3809365" cy="1111250"/>
          </a:xfrm>
          <a:prstGeom prst="rect">
            <a:avLst/>
          </a:prstGeom>
          <a:ln w="8653">
            <a:solidFill>
              <a:srgbClr val="000000"/>
            </a:solidFill>
          </a:ln>
        </p:spPr>
        <p:txBody>
          <a:bodyPr vert="horz" wrap="square" lIns="0" tIns="3810" rIns="0" bIns="0" rtlCol="0">
            <a:spAutoFit/>
          </a:bodyPr>
          <a:lstStyle/>
          <a:p>
            <a:pPr marL="133350">
              <a:lnSpc>
                <a:spcPct val="100000"/>
              </a:lnSpc>
              <a:spcBef>
                <a:spcPts val="30"/>
              </a:spcBef>
            </a:pPr>
            <a:r>
              <a:rPr sz="1350" spc="145" dirty="0">
                <a:latin typeface="Times New Roman"/>
                <a:cs typeface="Times New Roman"/>
              </a:rPr>
              <a:t>No</a:t>
            </a:r>
            <a:endParaRPr sz="1350">
              <a:latin typeface="Times New Roman"/>
              <a:cs typeface="Times New Roman"/>
            </a:endParaRPr>
          </a:p>
          <a:p>
            <a:pPr marL="133350" marR="3421379" algn="just">
              <a:lnSpc>
                <a:spcPct val="108000"/>
              </a:lnSpc>
            </a:pPr>
            <a:r>
              <a:rPr sz="1350" spc="105" dirty="0">
                <a:latin typeface="Times New Roman"/>
                <a:cs typeface="Times New Roman"/>
              </a:rPr>
              <a:t>No  No  No</a:t>
            </a:r>
            <a:endParaRPr sz="1350">
              <a:latin typeface="Times New Roman"/>
              <a:cs typeface="Times New Roman"/>
            </a:endParaRPr>
          </a:p>
          <a:p>
            <a:pPr marL="98425" algn="just">
              <a:lnSpc>
                <a:spcPct val="100000"/>
              </a:lnSpc>
              <a:spcBef>
                <a:spcPts val="130"/>
              </a:spcBef>
            </a:pPr>
            <a:r>
              <a:rPr sz="1350" spc="140" dirty="0">
                <a:latin typeface="Times New Roman"/>
                <a:cs typeface="Times New Roman"/>
              </a:rPr>
              <a:t>Yes  </a:t>
            </a:r>
            <a:r>
              <a:rPr sz="1350" spc="290" dirty="0">
                <a:latin typeface="Times New Roman"/>
                <a:cs typeface="Times New Roman"/>
              </a:rPr>
              <a:t> </a:t>
            </a:r>
            <a:r>
              <a:rPr sz="1350" spc="140" dirty="0">
                <a:solidFill>
                  <a:srgbClr val="00FF00"/>
                </a:solidFill>
                <a:latin typeface="Times New Roman"/>
                <a:cs typeface="Times New Roman"/>
              </a:rPr>
              <a:t>DIVD </a:t>
            </a:r>
            <a:r>
              <a:rPr sz="1350" spc="495" dirty="0">
                <a:solidFill>
                  <a:srgbClr val="00FF00"/>
                </a:solidFill>
                <a:latin typeface="Times New Roman"/>
                <a:cs typeface="Times New Roman"/>
              </a:rPr>
              <a:t> </a:t>
            </a:r>
            <a:r>
              <a:rPr sz="1350" spc="155" dirty="0">
                <a:solidFill>
                  <a:srgbClr val="0000FF"/>
                </a:solidFill>
                <a:latin typeface="Times New Roman"/>
                <a:cs typeface="Times New Roman"/>
              </a:rPr>
              <a:t>M*F4</a:t>
            </a:r>
            <a:r>
              <a:rPr sz="1350" spc="535" dirty="0">
                <a:solidFill>
                  <a:srgbClr val="0000FF"/>
                </a:solidFill>
                <a:latin typeface="Times New Roman"/>
                <a:cs typeface="Times New Roman"/>
              </a:rPr>
              <a:t> </a:t>
            </a:r>
            <a:r>
              <a:rPr sz="1350" spc="145" dirty="0">
                <a:latin typeface="Times New Roman"/>
                <a:cs typeface="Times New Roman"/>
              </a:rPr>
              <a:t>M(A1)</a:t>
            </a:r>
            <a:endParaRPr sz="1350">
              <a:latin typeface="Times New Roman"/>
              <a:cs typeface="Times New Roman"/>
            </a:endParaRPr>
          </a:p>
        </p:txBody>
      </p:sp>
      <p:sp>
        <p:nvSpPr>
          <p:cNvPr id="22" name="object 19">
            <a:extLst>
              <a:ext uri="{FF2B5EF4-FFF2-40B4-BE49-F238E27FC236}">
                <a16:creationId xmlns:a16="http://schemas.microsoft.com/office/drawing/2014/main" id="{FACA7695-4C46-369B-7C37-B0751AC42960}"/>
              </a:ext>
            </a:extLst>
          </p:cNvPr>
          <p:cNvSpPr txBox="1"/>
          <p:nvPr/>
        </p:nvSpPr>
        <p:spPr>
          <a:xfrm>
            <a:off x="40720" y="5330523"/>
            <a:ext cx="2423795" cy="300990"/>
          </a:xfrm>
          <a:prstGeom prst="rect">
            <a:avLst/>
          </a:prstGeom>
        </p:spPr>
        <p:txBody>
          <a:bodyPr vert="horz" wrap="square" lIns="0" tIns="13335" rIns="0" bIns="0" rtlCol="0">
            <a:spAutoFit/>
          </a:bodyPr>
          <a:lstStyle/>
          <a:p>
            <a:pPr marL="12700">
              <a:lnSpc>
                <a:spcPct val="100000"/>
              </a:lnSpc>
              <a:spcBef>
                <a:spcPts val="105"/>
              </a:spcBef>
            </a:pPr>
            <a:r>
              <a:rPr sz="1800" i="1" spc="150" dirty="0">
                <a:solidFill>
                  <a:srgbClr val="FF0000"/>
                </a:solidFill>
                <a:latin typeface="Times New Roman"/>
                <a:cs typeface="Times New Roman"/>
              </a:rPr>
              <a:t>Register</a:t>
            </a:r>
            <a:r>
              <a:rPr sz="1800" i="1" spc="30" dirty="0">
                <a:solidFill>
                  <a:srgbClr val="FF0000"/>
                </a:solidFill>
                <a:latin typeface="Times New Roman"/>
                <a:cs typeface="Times New Roman"/>
              </a:rPr>
              <a:t> </a:t>
            </a:r>
            <a:r>
              <a:rPr sz="1800" i="1" spc="125" dirty="0">
                <a:solidFill>
                  <a:srgbClr val="FF0000"/>
                </a:solidFill>
                <a:latin typeface="Times New Roman"/>
                <a:cs typeface="Times New Roman"/>
              </a:rPr>
              <a:t>result</a:t>
            </a:r>
            <a:r>
              <a:rPr sz="1800" i="1" spc="70" dirty="0">
                <a:solidFill>
                  <a:srgbClr val="FF0000"/>
                </a:solidFill>
                <a:latin typeface="Times New Roman"/>
                <a:cs typeface="Times New Roman"/>
              </a:rPr>
              <a:t> </a:t>
            </a:r>
            <a:r>
              <a:rPr sz="1800" i="1" spc="130" dirty="0">
                <a:solidFill>
                  <a:srgbClr val="FF0000"/>
                </a:solidFill>
                <a:latin typeface="Times New Roman"/>
                <a:cs typeface="Times New Roman"/>
              </a:rPr>
              <a:t>status:</a:t>
            </a:r>
            <a:endParaRPr sz="1800">
              <a:latin typeface="Times New Roman"/>
              <a:cs typeface="Times New Roman"/>
            </a:endParaRPr>
          </a:p>
        </p:txBody>
      </p:sp>
      <p:graphicFrame>
        <p:nvGraphicFramePr>
          <p:cNvPr id="23" name="object 20">
            <a:extLst>
              <a:ext uri="{FF2B5EF4-FFF2-40B4-BE49-F238E27FC236}">
                <a16:creationId xmlns:a16="http://schemas.microsoft.com/office/drawing/2014/main" id="{D08A182A-E083-F969-56BA-0B289EE9DC97}"/>
              </a:ext>
            </a:extLst>
          </p:cNvPr>
          <p:cNvGraphicFramePr>
            <a:graphicFrameLocks noGrp="1"/>
          </p:cNvGraphicFramePr>
          <p:nvPr/>
        </p:nvGraphicFramePr>
        <p:xfrm>
          <a:off x="357747" y="5662113"/>
          <a:ext cx="8423905" cy="487809"/>
        </p:xfrm>
        <a:graphic>
          <a:graphicData uri="http://schemas.openxmlformats.org/drawingml/2006/table">
            <a:tbl>
              <a:tblPr firstRow="1" bandRow="1">
                <a:tableStyleId>{2D5ABB26-0587-4C30-8999-92F81FD0307C}</a:tableStyleId>
              </a:tblPr>
              <a:tblGrid>
                <a:gridCol w="1376045">
                  <a:extLst>
                    <a:ext uri="{9D8B030D-6E8A-4147-A177-3AD203B41FA5}">
                      <a16:colId xmlns:a16="http://schemas.microsoft.com/office/drawing/2014/main" val="20000"/>
                    </a:ext>
                  </a:extLst>
                </a:gridCol>
                <a:gridCol w="1099184">
                  <a:extLst>
                    <a:ext uri="{9D8B030D-6E8A-4147-A177-3AD203B41FA5}">
                      <a16:colId xmlns:a16="http://schemas.microsoft.com/office/drawing/2014/main" val="20001"/>
                    </a:ext>
                  </a:extLst>
                </a:gridCol>
                <a:gridCol w="676275">
                  <a:extLst>
                    <a:ext uri="{9D8B030D-6E8A-4147-A177-3AD203B41FA5}">
                      <a16:colId xmlns:a16="http://schemas.microsoft.com/office/drawing/2014/main" val="20002"/>
                    </a:ext>
                  </a:extLst>
                </a:gridCol>
                <a:gridCol w="732789">
                  <a:extLst>
                    <a:ext uri="{9D8B030D-6E8A-4147-A177-3AD203B41FA5}">
                      <a16:colId xmlns:a16="http://schemas.microsoft.com/office/drawing/2014/main" val="20003"/>
                    </a:ext>
                  </a:extLst>
                </a:gridCol>
                <a:gridCol w="437514">
                  <a:extLst>
                    <a:ext uri="{9D8B030D-6E8A-4147-A177-3AD203B41FA5}">
                      <a16:colId xmlns:a16="http://schemas.microsoft.com/office/drawing/2014/main" val="20004"/>
                    </a:ext>
                  </a:extLst>
                </a:gridCol>
                <a:gridCol w="775970">
                  <a:extLst>
                    <a:ext uri="{9D8B030D-6E8A-4147-A177-3AD203B41FA5}">
                      <a16:colId xmlns:a16="http://schemas.microsoft.com/office/drawing/2014/main" val="20005"/>
                    </a:ext>
                  </a:extLst>
                </a:gridCol>
                <a:gridCol w="687704">
                  <a:extLst>
                    <a:ext uri="{9D8B030D-6E8A-4147-A177-3AD203B41FA5}">
                      <a16:colId xmlns:a16="http://schemas.microsoft.com/office/drawing/2014/main" val="20006"/>
                    </a:ext>
                  </a:extLst>
                </a:gridCol>
                <a:gridCol w="664210">
                  <a:extLst>
                    <a:ext uri="{9D8B030D-6E8A-4147-A177-3AD203B41FA5}">
                      <a16:colId xmlns:a16="http://schemas.microsoft.com/office/drawing/2014/main" val="20007"/>
                    </a:ext>
                  </a:extLst>
                </a:gridCol>
                <a:gridCol w="1974214">
                  <a:extLst>
                    <a:ext uri="{9D8B030D-6E8A-4147-A177-3AD203B41FA5}">
                      <a16:colId xmlns:a16="http://schemas.microsoft.com/office/drawing/2014/main" val="20008"/>
                    </a:ext>
                  </a:extLst>
                </a:gridCol>
              </a:tblGrid>
              <a:tr h="265461">
                <a:tc>
                  <a:txBody>
                    <a:bodyPr/>
                    <a:lstStyle/>
                    <a:p>
                      <a:pPr marL="31750">
                        <a:lnSpc>
                          <a:spcPts val="1970"/>
                        </a:lnSpc>
                      </a:pPr>
                      <a:r>
                        <a:rPr sz="1800" spc="165" dirty="0">
                          <a:latin typeface="Times New Roman"/>
                          <a:cs typeface="Times New Roman"/>
                        </a:rPr>
                        <a:t>Clock</a:t>
                      </a:r>
                      <a:endParaRPr sz="1800">
                        <a:latin typeface="Times New Roman"/>
                        <a:cs typeface="Times New Roman"/>
                      </a:endParaRPr>
                    </a:p>
                  </a:txBody>
                  <a:tcPr marL="0" marR="0" marT="0" marB="0"/>
                </a:tc>
                <a:tc gridSpan="2">
                  <a:txBody>
                    <a:bodyPr/>
                    <a:lstStyle/>
                    <a:p>
                      <a:pPr marR="186055" algn="r">
                        <a:lnSpc>
                          <a:spcPts val="1970"/>
                        </a:lnSpc>
                      </a:pPr>
                      <a:r>
                        <a:rPr sz="1800" i="1" spc="165" dirty="0">
                          <a:latin typeface="Times New Roman"/>
                          <a:cs typeface="Times New Roman"/>
                        </a:rPr>
                        <a:t>F0</a:t>
                      </a:r>
                      <a:endParaRPr sz="1800">
                        <a:latin typeface="Times New Roman"/>
                        <a:cs typeface="Times New Roman"/>
                      </a:endParaRPr>
                    </a:p>
                  </a:txBody>
                  <a:tcPr marL="0" marR="0" marT="0" marB="0"/>
                </a:tc>
                <a:tc hMerge="1">
                  <a:txBody>
                    <a:bodyPr/>
                    <a:lstStyle/>
                    <a:p>
                      <a:endParaRPr/>
                    </a:p>
                  </a:txBody>
                  <a:tcPr marL="0" marR="0" marT="0" marB="0"/>
                </a:tc>
                <a:tc>
                  <a:txBody>
                    <a:bodyPr/>
                    <a:lstStyle/>
                    <a:p>
                      <a:pPr marR="65405" algn="ctr">
                        <a:lnSpc>
                          <a:spcPts val="1970"/>
                        </a:lnSpc>
                      </a:pPr>
                      <a:r>
                        <a:rPr sz="1800" i="1" spc="165" dirty="0">
                          <a:latin typeface="Times New Roman"/>
                          <a:cs typeface="Times New Roman"/>
                        </a:rPr>
                        <a:t>F2</a:t>
                      </a:r>
                      <a:endParaRPr sz="1800">
                        <a:latin typeface="Times New Roman"/>
                        <a:cs typeface="Times New Roman"/>
                      </a:endParaRPr>
                    </a:p>
                  </a:txBody>
                  <a:tcPr marL="0" marR="0" marT="0" marB="0"/>
                </a:tc>
                <a:tc>
                  <a:txBody>
                    <a:bodyPr/>
                    <a:lstStyle/>
                    <a:p>
                      <a:pPr marL="94615">
                        <a:lnSpc>
                          <a:spcPts val="1970"/>
                        </a:lnSpc>
                      </a:pPr>
                      <a:r>
                        <a:rPr sz="1800" i="1" spc="165" dirty="0">
                          <a:latin typeface="Times New Roman"/>
                          <a:cs typeface="Times New Roman"/>
                        </a:rPr>
                        <a:t>F4</a:t>
                      </a:r>
                      <a:endParaRPr sz="1800">
                        <a:latin typeface="Times New Roman"/>
                        <a:cs typeface="Times New Roman"/>
                      </a:endParaRPr>
                    </a:p>
                  </a:txBody>
                  <a:tcPr marL="0" marR="0" marT="0" marB="0"/>
                </a:tc>
                <a:tc>
                  <a:txBody>
                    <a:bodyPr/>
                    <a:lstStyle/>
                    <a:p>
                      <a:pPr marL="303530">
                        <a:lnSpc>
                          <a:spcPts val="1970"/>
                        </a:lnSpc>
                      </a:pPr>
                      <a:r>
                        <a:rPr sz="1800" i="1" spc="165" dirty="0">
                          <a:latin typeface="Times New Roman"/>
                          <a:cs typeface="Times New Roman"/>
                        </a:rPr>
                        <a:t>F6</a:t>
                      </a:r>
                      <a:endParaRPr sz="1800">
                        <a:latin typeface="Times New Roman"/>
                        <a:cs typeface="Times New Roman"/>
                      </a:endParaRPr>
                    </a:p>
                  </a:txBody>
                  <a:tcPr marL="0" marR="0" marT="0" marB="0"/>
                </a:tc>
                <a:tc>
                  <a:txBody>
                    <a:bodyPr/>
                    <a:lstStyle/>
                    <a:p>
                      <a:pPr marL="173990">
                        <a:lnSpc>
                          <a:spcPts val="1970"/>
                        </a:lnSpc>
                      </a:pPr>
                      <a:r>
                        <a:rPr sz="1800" i="1" spc="165" dirty="0">
                          <a:latin typeface="Times New Roman"/>
                          <a:cs typeface="Times New Roman"/>
                        </a:rPr>
                        <a:t>F8</a:t>
                      </a:r>
                      <a:endParaRPr sz="1800">
                        <a:latin typeface="Times New Roman"/>
                        <a:cs typeface="Times New Roman"/>
                      </a:endParaRPr>
                    </a:p>
                  </a:txBody>
                  <a:tcPr marL="0" marR="0" marT="0" marB="0"/>
                </a:tc>
                <a:tc>
                  <a:txBody>
                    <a:bodyPr/>
                    <a:lstStyle/>
                    <a:p>
                      <a:pPr marL="64135">
                        <a:lnSpc>
                          <a:spcPts val="1970"/>
                        </a:lnSpc>
                      </a:pPr>
                      <a:r>
                        <a:rPr sz="1800" i="1" spc="185" dirty="0">
                          <a:latin typeface="Times New Roman"/>
                          <a:cs typeface="Times New Roman"/>
                        </a:rPr>
                        <a:t>F10</a:t>
                      </a:r>
                      <a:endParaRPr sz="1800">
                        <a:latin typeface="Times New Roman"/>
                        <a:cs typeface="Times New Roman"/>
                      </a:endParaRPr>
                    </a:p>
                  </a:txBody>
                  <a:tcPr marL="0" marR="0" marT="0" marB="0"/>
                </a:tc>
                <a:tc>
                  <a:txBody>
                    <a:bodyPr/>
                    <a:lstStyle/>
                    <a:p>
                      <a:pPr marL="159385">
                        <a:lnSpc>
                          <a:spcPts val="1970"/>
                        </a:lnSpc>
                        <a:tabLst>
                          <a:tab pos="986155" algn="l"/>
                          <a:tab pos="1434465" algn="l"/>
                        </a:tabLst>
                      </a:pPr>
                      <a:r>
                        <a:rPr sz="1800" i="1" spc="185" dirty="0">
                          <a:latin typeface="Times New Roman"/>
                          <a:cs typeface="Times New Roman"/>
                        </a:rPr>
                        <a:t>F12	</a:t>
                      </a:r>
                      <a:r>
                        <a:rPr sz="1800" i="1" spc="85" dirty="0">
                          <a:latin typeface="Times New Roman"/>
                          <a:cs typeface="Times New Roman"/>
                        </a:rPr>
                        <a:t>...	</a:t>
                      </a:r>
                      <a:r>
                        <a:rPr sz="1800" i="1" spc="185" dirty="0">
                          <a:latin typeface="Times New Roman"/>
                          <a:cs typeface="Times New Roman"/>
                        </a:rPr>
                        <a:t>F30</a:t>
                      </a:r>
                      <a:endParaRPr sz="1800">
                        <a:latin typeface="Times New Roman"/>
                        <a:cs typeface="Times New Roman"/>
                      </a:endParaRPr>
                    </a:p>
                  </a:txBody>
                  <a:tcPr marL="0" marR="0" marT="0" marB="0"/>
                </a:tc>
                <a:extLst>
                  <a:ext uri="{0D108BD9-81ED-4DB2-BD59-A6C34878D82A}">
                    <a16:rowId xmlns:a16="http://schemas.microsoft.com/office/drawing/2014/main" val="10000"/>
                  </a:ext>
                </a:extLst>
              </a:tr>
              <a:tr h="222348">
                <a:tc>
                  <a:txBody>
                    <a:bodyPr/>
                    <a:lstStyle/>
                    <a:p>
                      <a:pPr marL="298450">
                        <a:lnSpc>
                          <a:spcPts val="1620"/>
                        </a:lnSpc>
                        <a:spcBef>
                          <a:spcPts val="30"/>
                        </a:spcBef>
                      </a:pPr>
                      <a:r>
                        <a:rPr sz="1350" b="1" spc="130" dirty="0">
                          <a:latin typeface="Times New Roman"/>
                          <a:cs typeface="Times New Roman"/>
                        </a:rPr>
                        <a:t>56</a:t>
                      </a:r>
                      <a:endParaRPr sz="1350">
                        <a:latin typeface="Times New Roman"/>
                        <a:cs typeface="Times New Roman"/>
                      </a:endParaRPr>
                    </a:p>
                  </a:txBody>
                  <a:tcPr marL="0" marR="0" marT="3810" marB="0"/>
                </a:tc>
                <a:tc>
                  <a:txBody>
                    <a:bodyPr/>
                    <a:lstStyle/>
                    <a:p>
                      <a:pPr marL="689610">
                        <a:lnSpc>
                          <a:spcPts val="1620"/>
                        </a:lnSpc>
                        <a:spcBef>
                          <a:spcPts val="30"/>
                        </a:spcBef>
                      </a:pPr>
                      <a:r>
                        <a:rPr sz="1350" i="1" spc="204" dirty="0">
                          <a:latin typeface="Times New Roman"/>
                          <a:cs typeface="Times New Roman"/>
                        </a:rPr>
                        <a:t>FU</a:t>
                      </a:r>
                      <a:endParaRPr sz="1350">
                        <a:latin typeface="Times New Roman"/>
                        <a:cs typeface="Times New Roman"/>
                      </a:endParaRPr>
                    </a:p>
                  </a:txBody>
                  <a:tcPr marL="0" marR="0" marT="3810" marB="0">
                    <a:lnR w="9525">
                      <a:solidFill>
                        <a:srgbClr val="000000"/>
                      </a:solidFill>
                      <a:prstDash val="solid"/>
                    </a:lnR>
                  </a:tcPr>
                </a:tc>
                <a:tc>
                  <a:txBody>
                    <a:bodyPr/>
                    <a:lstStyle/>
                    <a:p>
                      <a:pPr marL="107314">
                        <a:lnSpc>
                          <a:spcPts val="1620"/>
                        </a:lnSpc>
                        <a:spcBef>
                          <a:spcPts val="30"/>
                        </a:spcBef>
                      </a:pPr>
                      <a:r>
                        <a:rPr sz="1350" spc="155" dirty="0">
                          <a:solidFill>
                            <a:srgbClr val="0000FF"/>
                          </a:solidFill>
                          <a:latin typeface="Times New Roman"/>
                          <a:cs typeface="Times New Roman"/>
                        </a:rPr>
                        <a:t>M*F4</a:t>
                      </a:r>
                      <a:endParaRPr sz="1350">
                        <a:latin typeface="Times New Roman"/>
                        <a:cs typeface="Times New Roman"/>
                      </a:endParaRPr>
                    </a:p>
                  </a:txBody>
                  <a:tcPr marL="0" marR="0" marT="381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17780" algn="ctr">
                        <a:lnSpc>
                          <a:spcPts val="1620"/>
                        </a:lnSpc>
                        <a:spcBef>
                          <a:spcPts val="30"/>
                        </a:spcBef>
                      </a:pPr>
                      <a:r>
                        <a:rPr sz="1350" spc="145" dirty="0">
                          <a:solidFill>
                            <a:srgbClr val="FF0000"/>
                          </a:solidFill>
                          <a:latin typeface="Times New Roman"/>
                          <a:cs typeface="Times New Roman"/>
                        </a:rPr>
                        <a:t>M(A2)</a:t>
                      </a:r>
                      <a:endParaRPr sz="1350">
                        <a:latin typeface="Times New Roman"/>
                        <a:cs typeface="Times New Roman"/>
                      </a:endParaRPr>
                    </a:p>
                  </a:txBody>
                  <a:tcPr marL="0" marR="0" marT="3810" marB="0">
                    <a:lnB w="9525">
                      <a:solidFill>
                        <a:srgbClr val="000000"/>
                      </a:solidFill>
                      <a:prstDash val="solid"/>
                    </a:lnB>
                  </a:tcPr>
                </a:tc>
                <a:tc gridSpan="3">
                  <a:txBody>
                    <a:bodyPr/>
                    <a:lstStyle/>
                    <a:p>
                      <a:pPr marL="482600">
                        <a:lnSpc>
                          <a:spcPts val="1620"/>
                        </a:lnSpc>
                        <a:spcBef>
                          <a:spcPts val="30"/>
                        </a:spcBef>
                      </a:pPr>
                      <a:r>
                        <a:rPr sz="1350" spc="150" dirty="0">
                          <a:solidFill>
                            <a:srgbClr val="00FF00"/>
                          </a:solidFill>
                          <a:latin typeface="Times New Roman"/>
                          <a:cs typeface="Times New Roman"/>
                        </a:rPr>
                        <a:t>(M-M+M</a:t>
                      </a:r>
                      <a:r>
                        <a:rPr sz="1350" spc="150" dirty="0">
                          <a:solidFill>
                            <a:srgbClr val="FF00FF"/>
                          </a:solidFill>
                          <a:latin typeface="Times New Roman"/>
                          <a:cs typeface="Times New Roman"/>
                        </a:rPr>
                        <a:t>(M-M)</a:t>
                      </a:r>
                      <a:endParaRPr sz="1350">
                        <a:latin typeface="Times New Roman"/>
                        <a:cs typeface="Times New Roman"/>
                      </a:endParaRPr>
                    </a:p>
                  </a:txBody>
                  <a:tcPr marL="0" marR="0" marT="3810" marB="0">
                    <a:lnB w="9525">
                      <a:solidFill>
                        <a:srgbClr val="000000"/>
                      </a:solidFill>
                      <a:prstDash val="solid"/>
                    </a:lnB>
                  </a:tcPr>
                </a:tc>
                <a:tc hMerge="1">
                  <a:txBody>
                    <a:bodyPr/>
                    <a:lstStyle/>
                    <a:p>
                      <a:endParaRPr/>
                    </a:p>
                  </a:txBody>
                  <a:tcPr marL="0" marR="0" marT="0" marB="0"/>
                </a:tc>
                <a:tc hMerge="1">
                  <a:txBody>
                    <a:bodyPr/>
                    <a:lstStyle/>
                    <a:p>
                      <a:endParaRPr/>
                    </a:p>
                  </a:txBody>
                  <a:tcPr marL="0" marR="0" marT="0" marB="0"/>
                </a:tc>
                <a:tc gridSpan="2">
                  <a:txBody>
                    <a:bodyPr/>
                    <a:lstStyle/>
                    <a:p>
                      <a:pPr marL="55880">
                        <a:lnSpc>
                          <a:spcPts val="1620"/>
                        </a:lnSpc>
                        <a:spcBef>
                          <a:spcPts val="30"/>
                        </a:spcBef>
                      </a:pPr>
                      <a:r>
                        <a:rPr sz="1350" spc="120" dirty="0">
                          <a:solidFill>
                            <a:srgbClr val="00FF00"/>
                          </a:solidFill>
                          <a:latin typeface="Times New Roman"/>
                          <a:cs typeface="Times New Roman"/>
                        </a:rPr>
                        <a:t>Mult2</a:t>
                      </a:r>
                      <a:endParaRPr sz="1350">
                        <a:latin typeface="Times New Roman"/>
                        <a:cs typeface="Times New Roman"/>
                      </a:endParaRPr>
                    </a:p>
                  </a:txBody>
                  <a:tcPr marL="0" marR="0" marT="3810" marB="0">
                    <a:lnR w="9525">
                      <a:solidFill>
                        <a:srgbClr val="000000"/>
                      </a:solidFill>
                      <a:prstDash val="solid"/>
                    </a:lnR>
                    <a:lnB w="952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pSp>
        <p:nvGrpSpPr>
          <p:cNvPr id="24" name="object 21">
            <a:extLst>
              <a:ext uri="{FF2B5EF4-FFF2-40B4-BE49-F238E27FC236}">
                <a16:creationId xmlns:a16="http://schemas.microsoft.com/office/drawing/2014/main" id="{F0B1A492-1CB9-BC28-29A4-C2B04AC4BAFF}"/>
              </a:ext>
            </a:extLst>
          </p:cNvPr>
          <p:cNvGrpSpPr/>
          <p:nvPr/>
        </p:nvGrpSpPr>
        <p:grpSpPr>
          <a:xfrm>
            <a:off x="2828708" y="2146616"/>
            <a:ext cx="2008505" cy="1340485"/>
            <a:chOff x="2821386" y="1475819"/>
            <a:chExt cx="2008505" cy="1340485"/>
          </a:xfrm>
        </p:grpSpPr>
        <p:sp>
          <p:nvSpPr>
            <p:cNvPr id="25" name="object 22">
              <a:extLst>
                <a:ext uri="{FF2B5EF4-FFF2-40B4-BE49-F238E27FC236}">
                  <a16:creationId xmlns:a16="http://schemas.microsoft.com/office/drawing/2014/main" id="{E00E9C52-BD75-87A7-EA06-DCE9F3EA0786}"/>
                </a:ext>
              </a:extLst>
            </p:cNvPr>
            <p:cNvSpPr/>
            <p:nvPr/>
          </p:nvSpPr>
          <p:spPr>
            <a:xfrm>
              <a:off x="2834328" y="1479462"/>
              <a:ext cx="1990725" cy="0"/>
            </a:xfrm>
            <a:custGeom>
              <a:avLst/>
              <a:gdLst/>
              <a:ahLst/>
              <a:cxnLst/>
              <a:rect l="l" t="t" r="r" b="b"/>
              <a:pathLst>
                <a:path w="1990725">
                  <a:moveTo>
                    <a:pt x="0" y="0"/>
                  </a:moveTo>
                  <a:lnTo>
                    <a:pt x="1990591" y="0"/>
                  </a:lnTo>
                </a:path>
              </a:pathLst>
            </a:custGeom>
            <a:ln w="7168">
              <a:solidFill>
                <a:srgbClr val="000000"/>
              </a:solidFill>
            </a:ln>
          </p:spPr>
          <p:txBody>
            <a:bodyPr wrap="square" lIns="0" tIns="0" rIns="0" bIns="0" rtlCol="0"/>
            <a:lstStyle/>
            <a:p>
              <a:endParaRPr/>
            </a:p>
          </p:txBody>
        </p:sp>
        <p:sp>
          <p:nvSpPr>
            <p:cNvPr id="26" name="object 23">
              <a:extLst>
                <a:ext uri="{FF2B5EF4-FFF2-40B4-BE49-F238E27FC236}">
                  <a16:creationId xmlns:a16="http://schemas.microsoft.com/office/drawing/2014/main" id="{9214E222-3F45-490C-F088-7A5437C77A42}"/>
                </a:ext>
              </a:extLst>
            </p:cNvPr>
            <p:cNvSpPr/>
            <p:nvPr/>
          </p:nvSpPr>
          <p:spPr>
            <a:xfrm>
              <a:off x="2829952" y="1475853"/>
              <a:ext cx="1999614" cy="7620"/>
            </a:xfrm>
            <a:custGeom>
              <a:avLst/>
              <a:gdLst/>
              <a:ahLst/>
              <a:cxnLst/>
              <a:rect l="l" t="t" r="r" b="b"/>
              <a:pathLst>
                <a:path w="1999614" h="7619">
                  <a:moveTo>
                    <a:pt x="1999228" y="0"/>
                  </a:moveTo>
                  <a:lnTo>
                    <a:pt x="0" y="0"/>
                  </a:lnTo>
                  <a:lnTo>
                    <a:pt x="0" y="7157"/>
                  </a:lnTo>
                  <a:lnTo>
                    <a:pt x="1999228" y="7157"/>
                  </a:lnTo>
                  <a:lnTo>
                    <a:pt x="1999228" y="0"/>
                  </a:lnTo>
                  <a:close/>
                </a:path>
              </a:pathLst>
            </a:custGeom>
            <a:solidFill>
              <a:srgbClr val="000000"/>
            </a:solidFill>
          </p:spPr>
          <p:txBody>
            <a:bodyPr wrap="square" lIns="0" tIns="0" rIns="0" bIns="0" rtlCol="0"/>
            <a:lstStyle/>
            <a:p>
              <a:endParaRPr/>
            </a:p>
          </p:txBody>
        </p:sp>
        <p:sp>
          <p:nvSpPr>
            <p:cNvPr id="27" name="object 24">
              <a:extLst>
                <a:ext uri="{FF2B5EF4-FFF2-40B4-BE49-F238E27FC236}">
                  <a16:creationId xmlns:a16="http://schemas.microsoft.com/office/drawing/2014/main" id="{85925927-AB41-B029-D368-2ADBEBC486EE}"/>
                </a:ext>
              </a:extLst>
            </p:cNvPr>
            <p:cNvSpPr/>
            <p:nvPr/>
          </p:nvSpPr>
          <p:spPr>
            <a:xfrm>
              <a:off x="2825691" y="1479462"/>
              <a:ext cx="0" cy="1333500"/>
            </a:xfrm>
            <a:custGeom>
              <a:avLst/>
              <a:gdLst/>
              <a:ahLst/>
              <a:cxnLst/>
              <a:rect l="l" t="t" r="r" b="b"/>
              <a:pathLst>
                <a:path h="1333500">
                  <a:moveTo>
                    <a:pt x="0" y="0"/>
                  </a:moveTo>
                  <a:lnTo>
                    <a:pt x="0" y="1333138"/>
                  </a:lnTo>
                </a:path>
              </a:pathLst>
            </a:custGeom>
            <a:ln w="8610">
              <a:solidFill>
                <a:srgbClr val="000000"/>
              </a:solidFill>
            </a:ln>
          </p:spPr>
          <p:txBody>
            <a:bodyPr wrap="square" lIns="0" tIns="0" rIns="0" bIns="0" rtlCol="0"/>
            <a:lstStyle/>
            <a:p>
              <a:endParaRPr/>
            </a:p>
          </p:txBody>
        </p:sp>
        <p:sp>
          <p:nvSpPr>
            <p:cNvPr id="28" name="object 25">
              <a:extLst>
                <a:ext uri="{FF2B5EF4-FFF2-40B4-BE49-F238E27FC236}">
                  <a16:creationId xmlns:a16="http://schemas.microsoft.com/office/drawing/2014/main" id="{BFF89024-18F0-A8EE-538F-73D386BF4EAE}"/>
                </a:ext>
              </a:extLst>
            </p:cNvPr>
            <p:cNvSpPr/>
            <p:nvPr/>
          </p:nvSpPr>
          <p:spPr>
            <a:xfrm>
              <a:off x="2821430" y="1475819"/>
              <a:ext cx="8890" cy="1340485"/>
            </a:xfrm>
            <a:custGeom>
              <a:avLst/>
              <a:gdLst/>
              <a:ahLst/>
              <a:cxnLst/>
              <a:rect l="l" t="t" r="r" b="b"/>
              <a:pathLst>
                <a:path w="8889" h="1340485">
                  <a:moveTo>
                    <a:pt x="8609" y="0"/>
                  </a:moveTo>
                  <a:lnTo>
                    <a:pt x="0" y="0"/>
                  </a:lnTo>
                  <a:lnTo>
                    <a:pt x="0" y="1340329"/>
                  </a:lnTo>
                  <a:lnTo>
                    <a:pt x="8609" y="1340329"/>
                  </a:lnTo>
                  <a:lnTo>
                    <a:pt x="8609" y="0"/>
                  </a:lnTo>
                  <a:close/>
                </a:path>
              </a:pathLst>
            </a:custGeom>
            <a:solidFill>
              <a:srgbClr val="000000"/>
            </a:solidFill>
          </p:spPr>
          <p:txBody>
            <a:bodyPr wrap="square" lIns="0" tIns="0" rIns="0" bIns="0" rtlCol="0"/>
            <a:lstStyle/>
            <a:p>
              <a:endParaRPr/>
            </a:p>
          </p:txBody>
        </p:sp>
        <p:sp>
          <p:nvSpPr>
            <p:cNvPr id="29" name="object 26">
              <a:extLst>
                <a:ext uri="{FF2B5EF4-FFF2-40B4-BE49-F238E27FC236}">
                  <a16:creationId xmlns:a16="http://schemas.microsoft.com/office/drawing/2014/main" id="{F1BDD780-B59C-2372-AB18-F80C99358513}"/>
                </a:ext>
              </a:extLst>
            </p:cNvPr>
            <p:cNvSpPr/>
            <p:nvPr/>
          </p:nvSpPr>
          <p:spPr>
            <a:xfrm>
              <a:off x="4824919" y="1486654"/>
              <a:ext cx="0" cy="1326515"/>
            </a:xfrm>
            <a:custGeom>
              <a:avLst/>
              <a:gdLst/>
              <a:ahLst/>
              <a:cxnLst/>
              <a:rect l="l" t="t" r="r" b="b"/>
              <a:pathLst>
                <a:path h="1326514">
                  <a:moveTo>
                    <a:pt x="0" y="0"/>
                  </a:moveTo>
                  <a:lnTo>
                    <a:pt x="0" y="1325946"/>
                  </a:lnTo>
                </a:path>
              </a:pathLst>
            </a:custGeom>
            <a:ln w="8610">
              <a:solidFill>
                <a:srgbClr val="000000"/>
              </a:solidFill>
            </a:ln>
          </p:spPr>
          <p:txBody>
            <a:bodyPr wrap="square" lIns="0" tIns="0" rIns="0" bIns="0" rtlCol="0"/>
            <a:lstStyle/>
            <a:p>
              <a:endParaRPr/>
            </a:p>
          </p:txBody>
        </p:sp>
        <p:sp>
          <p:nvSpPr>
            <p:cNvPr id="30" name="object 27">
              <a:extLst>
                <a:ext uri="{FF2B5EF4-FFF2-40B4-BE49-F238E27FC236}">
                  <a16:creationId xmlns:a16="http://schemas.microsoft.com/office/drawing/2014/main" id="{141AB77A-F880-E156-BD00-52988CE069D8}"/>
                </a:ext>
              </a:extLst>
            </p:cNvPr>
            <p:cNvSpPr/>
            <p:nvPr/>
          </p:nvSpPr>
          <p:spPr>
            <a:xfrm>
              <a:off x="4820658" y="1483010"/>
              <a:ext cx="8890" cy="1333500"/>
            </a:xfrm>
            <a:custGeom>
              <a:avLst/>
              <a:gdLst/>
              <a:ahLst/>
              <a:cxnLst/>
              <a:rect l="l" t="t" r="r" b="b"/>
              <a:pathLst>
                <a:path w="8889" h="1333500">
                  <a:moveTo>
                    <a:pt x="8610" y="0"/>
                  </a:moveTo>
                  <a:lnTo>
                    <a:pt x="0" y="0"/>
                  </a:lnTo>
                  <a:lnTo>
                    <a:pt x="0" y="1333138"/>
                  </a:lnTo>
                  <a:lnTo>
                    <a:pt x="8610" y="1333138"/>
                  </a:lnTo>
                  <a:lnTo>
                    <a:pt x="8610" y="0"/>
                  </a:lnTo>
                  <a:close/>
                </a:path>
              </a:pathLst>
            </a:custGeom>
            <a:solidFill>
              <a:srgbClr val="000000"/>
            </a:solidFill>
          </p:spPr>
          <p:txBody>
            <a:bodyPr wrap="square" lIns="0" tIns="0" rIns="0" bIns="0" rtlCol="0"/>
            <a:lstStyle/>
            <a:p>
              <a:endParaRPr/>
            </a:p>
          </p:txBody>
        </p:sp>
        <p:sp>
          <p:nvSpPr>
            <p:cNvPr id="31" name="object 28">
              <a:extLst>
                <a:ext uri="{FF2B5EF4-FFF2-40B4-BE49-F238E27FC236}">
                  <a16:creationId xmlns:a16="http://schemas.microsoft.com/office/drawing/2014/main" id="{0FB5AE12-FDA4-3E81-4D9F-B87440C8AD45}"/>
                </a:ext>
              </a:extLst>
            </p:cNvPr>
            <p:cNvSpPr/>
            <p:nvPr/>
          </p:nvSpPr>
          <p:spPr>
            <a:xfrm>
              <a:off x="2834328" y="2812600"/>
              <a:ext cx="1990725" cy="0"/>
            </a:xfrm>
            <a:custGeom>
              <a:avLst/>
              <a:gdLst/>
              <a:ahLst/>
              <a:cxnLst/>
              <a:rect l="l" t="t" r="r" b="b"/>
              <a:pathLst>
                <a:path w="1990725">
                  <a:moveTo>
                    <a:pt x="0" y="0"/>
                  </a:moveTo>
                  <a:lnTo>
                    <a:pt x="1990591" y="0"/>
                  </a:lnTo>
                </a:path>
              </a:pathLst>
            </a:custGeom>
            <a:ln w="7168">
              <a:solidFill>
                <a:srgbClr val="000000"/>
              </a:solidFill>
            </a:ln>
          </p:spPr>
          <p:txBody>
            <a:bodyPr wrap="square" lIns="0" tIns="0" rIns="0" bIns="0" rtlCol="0"/>
            <a:lstStyle/>
            <a:p>
              <a:endParaRPr/>
            </a:p>
          </p:txBody>
        </p:sp>
        <p:sp>
          <p:nvSpPr>
            <p:cNvPr id="32" name="object 29">
              <a:extLst>
                <a:ext uri="{FF2B5EF4-FFF2-40B4-BE49-F238E27FC236}">
                  <a16:creationId xmlns:a16="http://schemas.microsoft.com/office/drawing/2014/main" id="{C583901B-A3D9-A977-5962-A83149F96281}"/>
                </a:ext>
              </a:extLst>
            </p:cNvPr>
            <p:cNvSpPr/>
            <p:nvPr/>
          </p:nvSpPr>
          <p:spPr>
            <a:xfrm>
              <a:off x="2829952" y="2808991"/>
              <a:ext cx="1999614" cy="7620"/>
            </a:xfrm>
            <a:custGeom>
              <a:avLst/>
              <a:gdLst/>
              <a:ahLst/>
              <a:cxnLst/>
              <a:rect l="l" t="t" r="r" b="b"/>
              <a:pathLst>
                <a:path w="1999614" h="7619">
                  <a:moveTo>
                    <a:pt x="1999228" y="0"/>
                  </a:moveTo>
                  <a:lnTo>
                    <a:pt x="0" y="0"/>
                  </a:lnTo>
                  <a:lnTo>
                    <a:pt x="0" y="7157"/>
                  </a:lnTo>
                  <a:lnTo>
                    <a:pt x="1999228" y="7157"/>
                  </a:lnTo>
                  <a:lnTo>
                    <a:pt x="1999228"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12729555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9FB3C-3E4B-41B4-A6E5-1C993EB64014}"/>
              </a:ext>
            </a:extLst>
          </p:cNvPr>
          <p:cNvSpPr>
            <a:spLocks noGrp="1"/>
          </p:cNvSpPr>
          <p:nvPr>
            <p:ph type="title"/>
          </p:nvPr>
        </p:nvSpPr>
        <p:spPr/>
        <p:txBody>
          <a:bodyPr/>
          <a:lstStyle/>
          <a:p>
            <a:r>
              <a:rPr lang="en-US" dirty="0"/>
              <a:t>Explicit Register Renaming</a:t>
            </a:r>
            <a:endParaRPr lang="en-IN" dirty="0"/>
          </a:p>
        </p:txBody>
      </p:sp>
      <p:sp>
        <p:nvSpPr>
          <p:cNvPr id="4" name="Footer Placeholder 3">
            <a:extLst>
              <a:ext uri="{FF2B5EF4-FFF2-40B4-BE49-F238E27FC236}">
                <a16:creationId xmlns:a16="http://schemas.microsoft.com/office/drawing/2014/main" id="{C84AE690-567E-0A4F-1A51-01F553833C4A}"/>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8801FE17-9B67-8FA8-BCF8-752F1F79D3E0}"/>
              </a:ext>
            </a:extLst>
          </p:cNvPr>
          <p:cNvSpPr>
            <a:spLocks noGrp="1"/>
          </p:cNvSpPr>
          <p:nvPr>
            <p:ph type="sldNum" sz="quarter" idx="12"/>
          </p:nvPr>
        </p:nvSpPr>
        <p:spPr/>
        <p:txBody>
          <a:bodyPr/>
          <a:lstStyle/>
          <a:p>
            <a:fld id="{B8651ABE-1138-46C6-9A43-7FCD4EB2550C}" type="slidenum">
              <a:rPr lang="en-IN" smtClean="0"/>
              <a:pPr/>
              <a:t>40</a:t>
            </a:fld>
            <a:endParaRPr lang="en-IN" dirty="0"/>
          </a:p>
        </p:txBody>
      </p:sp>
      <p:sp>
        <p:nvSpPr>
          <p:cNvPr id="6" name="object 3">
            <a:extLst>
              <a:ext uri="{FF2B5EF4-FFF2-40B4-BE49-F238E27FC236}">
                <a16:creationId xmlns:a16="http://schemas.microsoft.com/office/drawing/2014/main" id="{B88532D7-6830-C93B-DC29-04B6F4400AD6}"/>
              </a:ext>
            </a:extLst>
          </p:cNvPr>
          <p:cNvSpPr txBox="1"/>
          <p:nvPr/>
        </p:nvSpPr>
        <p:spPr>
          <a:xfrm>
            <a:off x="177800" y="1337658"/>
            <a:ext cx="11836400" cy="2219960"/>
          </a:xfrm>
          <a:prstGeom prst="rect">
            <a:avLst/>
          </a:prstGeom>
        </p:spPr>
        <p:txBody>
          <a:bodyPr vert="horz" wrap="square" lIns="0" tIns="85090" rIns="0" bIns="0" rtlCol="0">
            <a:spAutoFit/>
          </a:bodyPr>
          <a:lstStyle/>
          <a:p>
            <a:pPr marL="299085" indent="-287020">
              <a:lnSpc>
                <a:spcPct val="100000"/>
              </a:lnSpc>
              <a:spcBef>
                <a:spcPts val="670"/>
              </a:spcBef>
              <a:buChar char="•"/>
              <a:tabLst>
                <a:tab pos="299085" algn="l"/>
                <a:tab pos="299720" algn="l"/>
              </a:tabLst>
            </a:pPr>
            <a:r>
              <a:rPr sz="2400" spc="-10" dirty="0">
                <a:latin typeface="Cambria"/>
                <a:cs typeface="Cambria"/>
              </a:rPr>
              <a:t>Make</a:t>
            </a:r>
            <a:r>
              <a:rPr sz="2400" spc="-5" dirty="0">
                <a:latin typeface="Cambria"/>
                <a:cs typeface="Cambria"/>
              </a:rPr>
              <a:t> use </a:t>
            </a:r>
            <a:r>
              <a:rPr sz="2400" dirty="0">
                <a:latin typeface="Cambria"/>
                <a:cs typeface="Cambria"/>
              </a:rPr>
              <a:t>of a</a:t>
            </a:r>
            <a:r>
              <a:rPr sz="2400" spc="5" dirty="0">
                <a:latin typeface="Cambria"/>
                <a:cs typeface="Cambria"/>
              </a:rPr>
              <a:t> </a:t>
            </a:r>
            <a:r>
              <a:rPr sz="2400" i="1" spc="-10" dirty="0">
                <a:latin typeface="Cambria"/>
                <a:cs typeface="Cambria"/>
              </a:rPr>
              <a:t>physical</a:t>
            </a:r>
            <a:r>
              <a:rPr sz="2400" i="1" spc="-20" dirty="0">
                <a:latin typeface="Cambria"/>
                <a:cs typeface="Cambria"/>
              </a:rPr>
              <a:t> </a:t>
            </a:r>
            <a:r>
              <a:rPr sz="2400" spc="-10" dirty="0">
                <a:latin typeface="Cambria"/>
                <a:cs typeface="Cambria"/>
              </a:rPr>
              <a:t>register</a:t>
            </a:r>
            <a:r>
              <a:rPr sz="2400" spc="-20" dirty="0">
                <a:latin typeface="Cambria"/>
                <a:cs typeface="Cambria"/>
              </a:rPr>
              <a:t> </a:t>
            </a:r>
            <a:r>
              <a:rPr sz="2400" dirty="0">
                <a:latin typeface="Cambria"/>
                <a:cs typeface="Cambria"/>
              </a:rPr>
              <a:t>file</a:t>
            </a:r>
            <a:r>
              <a:rPr sz="2400" spc="-30" dirty="0">
                <a:latin typeface="Cambria"/>
                <a:cs typeface="Cambria"/>
              </a:rPr>
              <a:t> </a:t>
            </a:r>
            <a:r>
              <a:rPr sz="2400" spc="-5" dirty="0">
                <a:latin typeface="Cambria"/>
                <a:cs typeface="Cambria"/>
              </a:rPr>
              <a:t>that</a:t>
            </a:r>
            <a:r>
              <a:rPr sz="2400" spc="5" dirty="0">
                <a:latin typeface="Cambria"/>
                <a:cs typeface="Cambria"/>
              </a:rPr>
              <a:t> </a:t>
            </a:r>
            <a:r>
              <a:rPr sz="2400" dirty="0">
                <a:latin typeface="Cambria"/>
                <a:cs typeface="Cambria"/>
              </a:rPr>
              <a:t>is</a:t>
            </a:r>
            <a:r>
              <a:rPr sz="2400" spc="-10" dirty="0">
                <a:latin typeface="Cambria"/>
                <a:cs typeface="Cambria"/>
              </a:rPr>
              <a:t> </a:t>
            </a:r>
            <a:r>
              <a:rPr sz="2400" spc="-5" dirty="0">
                <a:latin typeface="Cambria"/>
                <a:cs typeface="Cambria"/>
              </a:rPr>
              <a:t>larger</a:t>
            </a:r>
            <a:r>
              <a:rPr sz="2400" spc="-30" dirty="0">
                <a:latin typeface="Cambria"/>
                <a:cs typeface="Cambria"/>
              </a:rPr>
              <a:t> </a:t>
            </a:r>
            <a:r>
              <a:rPr sz="2400" spc="-5" dirty="0">
                <a:latin typeface="Cambria"/>
                <a:cs typeface="Cambria"/>
              </a:rPr>
              <a:t>than</a:t>
            </a:r>
            <a:r>
              <a:rPr sz="2400" spc="-10" dirty="0">
                <a:latin typeface="Cambria"/>
                <a:cs typeface="Cambria"/>
              </a:rPr>
              <a:t> </a:t>
            </a:r>
            <a:r>
              <a:rPr sz="2400" spc="-5" dirty="0">
                <a:latin typeface="Cambria"/>
                <a:cs typeface="Cambria"/>
              </a:rPr>
              <a:t>number</a:t>
            </a:r>
            <a:r>
              <a:rPr sz="2400" spc="5" dirty="0">
                <a:latin typeface="Cambria"/>
                <a:cs typeface="Cambria"/>
              </a:rPr>
              <a:t> </a:t>
            </a:r>
            <a:r>
              <a:rPr sz="2400" dirty="0">
                <a:latin typeface="Cambria"/>
                <a:cs typeface="Cambria"/>
              </a:rPr>
              <a:t>of</a:t>
            </a:r>
            <a:r>
              <a:rPr sz="2400" spc="-10" dirty="0">
                <a:latin typeface="Cambria"/>
                <a:cs typeface="Cambria"/>
              </a:rPr>
              <a:t> </a:t>
            </a:r>
            <a:r>
              <a:rPr sz="2400" spc="-5" dirty="0">
                <a:latin typeface="Cambria"/>
                <a:cs typeface="Cambria"/>
              </a:rPr>
              <a:t>registers </a:t>
            </a:r>
            <a:r>
              <a:rPr sz="2400" dirty="0">
                <a:latin typeface="Cambria"/>
                <a:cs typeface="Cambria"/>
              </a:rPr>
              <a:t>specified</a:t>
            </a:r>
            <a:r>
              <a:rPr sz="2400" spc="-15" dirty="0">
                <a:latin typeface="Cambria"/>
                <a:cs typeface="Cambria"/>
              </a:rPr>
              <a:t> </a:t>
            </a:r>
            <a:r>
              <a:rPr sz="2400" spc="-25" dirty="0">
                <a:latin typeface="Cambria"/>
                <a:cs typeface="Cambria"/>
              </a:rPr>
              <a:t>by</a:t>
            </a:r>
            <a:r>
              <a:rPr sz="2400" spc="-5" dirty="0">
                <a:latin typeface="Cambria"/>
                <a:cs typeface="Cambria"/>
              </a:rPr>
              <a:t> </a:t>
            </a:r>
            <a:r>
              <a:rPr sz="2400" spc="-10" dirty="0">
                <a:latin typeface="Cambria"/>
                <a:cs typeface="Cambria"/>
              </a:rPr>
              <a:t>ISA</a:t>
            </a:r>
            <a:endParaRPr sz="2400" dirty="0">
              <a:latin typeface="Cambria"/>
              <a:cs typeface="Cambria"/>
            </a:endParaRPr>
          </a:p>
          <a:p>
            <a:pPr marL="299085" indent="-287020">
              <a:lnSpc>
                <a:spcPct val="100000"/>
              </a:lnSpc>
              <a:spcBef>
                <a:spcPts val="580"/>
              </a:spcBef>
              <a:buChar char="•"/>
              <a:tabLst>
                <a:tab pos="299085" algn="l"/>
                <a:tab pos="299720" algn="l"/>
              </a:tabLst>
            </a:pPr>
            <a:r>
              <a:rPr sz="2400" spc="-10" dirty="0">
                <a:latin typeface="Cambria"/>
                <a:cs typeface="Cambria"/>
              </a:rPr>
              <a:t>Keep</a:t>
            </a:r>
            <a:r>
              <a:rPr sz="2400" spc="-25" dirty="0">
                <a:latin typeface="Cambria"/>
                <a:cs typeface="Cambria"/>
              </a:rPr>
              <a:t> </a:t>
            </a:r>
            <a:r>
              <a:rPr sz="2400" dirty="0">
                <a:latin typeface="Cambria"/>
                <a:cs typeface="Cambria"/>
              </a:rPr>
              <a:t>a</a:t>
            </a:r>
            <a:r>
              <a:rPr sz="2400" spc="-35" dirty="0">
                <a:latin typeface="Cambria"/>
                <a:cs typeface="Cambria"/>
              </a:rPr>
              <a:t> </a:t>
            </a:r>
            <a:r>
              <a:rPr sz="2400" spc="-5" dirty="0">
                <a:latin typeface="Cambria"/>
                <a:cs typeface="Cambria"/>
              </a:rPr>
              <a:t>translation</a:t>
            </a:r>
            <a:r>
              <a:rPr sz="2400" spc="-50" dirty="0">
                <a:latin typeface="Cambria"/>
                <a:cs typeface="Cambria"/>
              </a:rPr>
              <a:t> </a:t>
            </a:r>
            <a:r>
              <a:rPr sz="2400" spc="-5" dirty="0">
                <a:latin typeface="Cambria"/>
                <a:cs typeface="Cambria"/>
              </a:rPr>
              <a:t>table:</a:t>
            </a:r>
            <a:endParaRPr sz="2400" dirty="0">
              <a:latin typeface="Cambria"/>
              <a:cs typeface="Cambria"/>
            </a:endParaRPr>
          </a:p>
          <a:p>
            <a:pPr marL="698500" lvl="1" indent="-228600">
              <a:lnSpc>
                <a:spcPct val="100000"/>
              </a:lnSpc>
              <a:spcBef>
                <a:spcPts val="575"/>
              </a:spcBef>
              <a:buChar char="–"/>
              <a:tabLst>
                <a:tab pos="698500" algn="l"/>
              </a:tabLst>
            </a:pPr>
            <a:r>
              <a:rPr sz="2400" spc="-10" dirty="0">
                <a:latin typeface="Cambria"/>
                <a:cs typeface="Cambria"/>
              </a:rPr>
              <a:t>ISA</a:t>
            </a:r>
            <a:r>
              <a:rPr sz="2400" spc="-15" dirty="0">
                <a:latin typeface="Cambria"/>
                <a:cs typeface="Cambria"/>
              </a:rPr>
              <a:t> </a:t>
            </a:r>
            <a:r>
              <a:rPr sz="2400" spc="-5" dirty="0">
                <a:latin typeface="Cambria"/>
                <a:cs typeface="Cambria"/>
              </a:rPr>
              <a:t>register</a:t>
            </a:r>
            <a:r>
              <a:rPr sz="2400" spc="-35" dirty="0">
                <a:latin typeface="Cambria"/>
                <a:cs typeface="Cambria"/>
              </a:rPr>
              <a:t> </a:t>
            </a:r>
            <a:r>
              <a:rPr sz="2400" dirty="0">
                <a:latin typeface="Cambria"/>
                <a:cs typeface="Cambria"/>
              </a:rPr>
              <a:t>=&gt;</a:t>
            </a:r>
            <a:r>
              <a:rPr sz="2400" spc="-15" dirty="0">
                <a:latin typeface="Cambria"/>
                <a:cs typeface="Cambria"/>
              </a:rPr>
              <a:t> physical</a:t>
            </a:r>
            <a:r>
              <a:rPr sz="2400" spc="10" dirty="0">
                <a:latin typeface="Cambria"/>
                <a:cs typeface="Cambria"/>
              </a:rPr>
              <a:t> </a:t>
            </a:r>
            <a:r>
              <a:rPr sz="2400" spc="-10" dirty="0">
                <a:latin typeface="Cambria"/>
                <a:cs typeface="Cambria"/>
              </a:rPr>
              <a:t>register</a:t>
            </a:r>
            <a:r>
              <a:rPr sz="2400" spc="-25" dirty="0">
                <a:latin typeface="Cambria"/>
                <a:cs typeface="Cambria"/>
              </a:rPr>
              <a:t> </a:t>
            </a:r>
            <a:r>
              <a:rPr sz="2400" spc="-5" dirty="0">
                <a:latin typeface="Cambria"/>
                <a:cs typeface="Cambria"/>
              </a:rPr>
              <a:t>mapping</a:t>
            </a:r>
            <a:endParaRPr sz="2400" dirty="0">
              <a:latin typeface="Cambria"/>
              <a:cs typeface="Cambria"/>
            </a:endParaRPr>
          </a:p>
          <a:p>
            <a:pPr lvl="1">
              <a:lnSpc>
                <a:spcPct val="100000"/>
              </a:lnSpc>
              <a:spcBef>
                <a:spcPts val="45"/>
              </a:spcBef>
              <a:buFont typeface="Cambria"/>
              <a:buChar char="–"/>
            </a:pPr>
            <a:endParaRPr sz="3400" dirty="0">
              <a:latin typeface="Cambria"/>
              <a:cs typeface="Cambria"/>
            </a:endParaRPr>
          </a:p>
          <a:p>
            <a:pPr marL="698500" lvl="1" indent="-228600">
              <a:lnSpc>
                <a:spcPct val="100000"/>
              </a:lnSpc>
              <a:buChar char="–"/>
              <a:tabLst>
                <a:tab pos="698500" algn="l"/>
              </a:tabLst>
            </a:pPr>
            <a:r>
              <a:rPr sz="2400" spc="-10" dirty="0">
                <a:latin typeface="Cambria"/>
                <a:cs typeface="Cambria"/>
              </a:rPr>
              <a:t>Physical</a:t>
            </a:r>
            <a:r>
              <a:rPr sz="2400" dirty="0">
                <a:latin typeface="Cambria"/>
                <a:cs typeface="Cambria"/>
              </a:rPr>
              <a:t> </a:t>
            </a:r>
            <a:r>
              <a:rPr sz="2400" spc="-10" dirty="0">
                <a:latin typeface="Cambria"/>
                <a:cs typeface="Cambria"/>
              </a:rPr>
              <a:t>register</a:t>
            </a:r>
            <a:r>
              <a:rPr sz="2400" spc="-15" dirty="0">
                <a:latin typeface="Cambria"/>
                <a:cs typeface="Cambria"/>
              </a:rPr>
              <a:t> </a:t>
            </a:r>
            <a:r>
              <a:rPr sz="2400" spc="-5" dirty="0">
                <a:latin typeface="Cambria"/>
                <a:cs typeface="Cambria"/>
              </a:rPr>
              <a:t>becomes</a:t>
            </a:r>
            <a:r>
              <a:rPr sz="2400" spc="15" dirty="0">
                <a:latin typeface="Cambria"/>
                <a:cs typeface="Cambria"/>
              </a:rPr>
              <a:t> </a:t>
            </a:r>
            <a:r>
              <a:rPr sz="2400" spc="-10" dirty="0">
                <a:latin typeface="Cambria"/>
                <a:cs typeface="Cambria"/>
              </a:rPr>
              <a:t>free</a:t>
            </a:r>
            <a:r>
              <a:rPr sz="2400" spc="-15" dirty="0">
                <a:latin typeface="Cambria"/>
                <a:cs typeface="Cambria"/>
              </a:rPr>
              <a:t> </a:t>
            </a:r>
            <a:r>
              <a:rPr sz="2400" spc="-5" dirty="0">
                <a:latin typeface="Cambria"/>
                <a:cs typeface="Cambria"/>
              </a:rPr>
              <a:t>when</a:t>
            </a:r>
            <a:r>
              <a:rPr sz="2400" dirty="0">
                <a:latin typeface="Cambria"/>
                <a:cs typeface="Cambria"/>
              </a:rPr>
              <a:t> </a:t>
            </a:r>
            <a:r>
              <a:rPr sz="2400" spc="-5" dirty="0">
                <a:latin typeface="Cambria"/>
                <a:cs typeface="Cambria"/>
              </a:rPr>
              <a:t>not being</a:t>
            </a:r>
            <a:r>
              <a:rPr sz="2400" dirty="0">
                <a:latin typeface="Cambria"/>
                <a:cs typeface="Cambria"/>
              </a:rPr>
              <a:t> </a:t>
            </a:r>
            <a:r>
              <a:rPr sz="2400" spc="-5" dirty="0">
                <a:latin typeface="Cambria"/>
                <a:cs typeface="Cambria"/>
              </a:rPr>
              <a:t>used</a:t>
            </a:r>
            <a:r>
              <a:rPr sz="2400" spc="10" dirty="0">
                <a:latin typeface="Cambria"/>
                <a:cs typeface="Cambria"/>
              </a:rPr>
              <a:t> </a:t>
            </a:r>
            <a:r>
              <a:rPr sz="2400" spc="-25" dirty="0">
                <a:latin typeface="Cambria"/>
                <a:cs typeface="Cambria"/>
              </a:rPr>
              <a:t>by</a:t>
            </a:r>
            <a:r>
              <a:rPr sz="2400" spc="5" dirty="0">
                <a:latin typeface="Cambria"/>
                <a:cs typeface="Cambria"/>
              </a:rPr>
              <a:t> </a:t>
            </a:r>
            <a:r>
              <a:rPr sz="2400" spc="-20" dirty="0">
                <a:latin typeface="Cambria"/>
                <a:cs typeface="Cambria"/>
              </a:rPr>
              <a:t>any</a:t>
            </a:r>
            <a:r>
              <a:rPr sz="2400" spc="-15" dirty="0">
                <a:latin typeface="Cambria"/>
                <a:cs typeface="Cambria"/>
              </a:rPr>
              <a:t> </a:t>
            </a:r>
            <a:r>
              <a:rPr sz="2400" dirty="0">
                <a:latin typeface="Cambria"/>
                <a:cs typeface="Cambria"/>
              </a:rPr>
              <a:t>instructions</a:t>
            </a:r>
            <a:r>
              <a:rPr sz="2400" spc="-20" dirty="0">
                <a:latin typeface="Cambria"/>
                <a:cs typeface="Cambria"/>
              </a:rPr>
              <a:t> </a:t>
            </a:r>
            <a:r>
              <a:rPr sz="2400" dirty="0">
                <a:latin typeface="Cambria"/>
                <a:cs typeface="Cambria"/>
              </a:rPr>
              <a:t>in</a:t>
            </a:r>
            <a:r>
              <a:rPr sz="2400" spc="-10" dirty="0">
                <a:latin typeface="Cambria"/>
                <a:cs typeface="Cambria"/>
              </a:rPr>
              <a:t> progress.</a:t>
            </a:r>
            <a:endParaRPr sz="2400" dirty="0">
              <a:latin typeface="Cambria"/>
              <a:cs typeface="Cambria"/>
            </a:endParaRPr>
          </a:p>
        </p:txBody>
      </p:sp>
      <p:sp>
        <p:nvSpPr>
          <p:cNvPr id="7" name="object 4">
            <a:extLst>
              <a:ext uri="{FF2B5EF4-FFF2-40B4-BE49-F238E27FC236}">
                <a16:creationId xmlns:a16="http://schemas.microsoft.com/office/drawing/2014/main" id="{8A11BFE7-31F9-7145-47C3-1B82776FBFDA}"/>
              </a:ext>
            </a:extLst>
          </p:cNvPr>
          <p:cNvSpPr txBox="1"/>
          <p:nvPr/>
        </p:nvSpPr>
        <p:spPr>
          <a:xfrm>
            <a:off x="3756812" y="3844782"/>
            <a:ext cx="838200" cy="1143000"/>
          </a:xfrm>
          <a:prstGeom prst="rect">
            <a:avLst/>
          </a:prstGeom>
          <a:solidFill>
            <a:srgbClr val="4471C4"/>
          </a:solidFill>
          <a:ln w="28955">
            <a:solidFill>
              <a:srgbClr val="000000"/>
            </a:solidFill>
          </a:ln>
        </p:spPr>
        <p:txBody>
          <a:bodyPr vert="horz" wrap="square" lIns="0" tIns="6350" rIns="0" bIns="0" rtlCol="0">
            <a:spAutoFit/>
          </a:bodyPr>
          <a:lstStyle/>
          <a:p>
            <a:pPr>
              <a:lnSpc>
                <a:spcPct val="100000"/>
              </a:lnSpc>
              <a:spcBef>
                <a:spcPts val="50"/>
              </a:spcBef>
            </a:pPr>
            <a:endParaRPr sz="2850">
              <a:latin typeface="Times New Roman"/>
              <a:cs typeface="Times New Roman"/>
            </a:endParaRPr>
          </a:p>
          <a:p>
            <a:pPr marL="105410">
              <a:lnSpc>
                <a:spcPct val="100000"/>
              </a:lnSpc>
              <a:spcBef>
                <a:spcPts val="5"/>
              </a:spcBef>
            </a:pPr>
            <a:r>
              <a:rPr sz="1800" b="1" dirty="0">
                <a:latin typeface="Comic Sans MS"/>
                <a:cs typeface="Comic Sans MS"/>
              </a:rPr>
              <a:t>Fetch</a:t>
            </a:r>
            <a:endParaRPr sz="1800">
              <a:latin typeface="Comic Sans MS"/>
              <a:cs typeface="Comic Sans MS"/>
            </a:endParaRPr>
          </a:p>
        </p:txBody>
      </p:sp>
      <p:sp>
        <p:nvSpPr>
          <p:cNvPr id="8" name="object 5">
            <a:extLst>
              <a:ext uri="{FF2B5EF4-FFF2-40B4-BE49-F238E27FC236}">
                <a16:creationId xmlns:a16="http://schemas.microsoft.com/office/drawing/2014/main" id="{AB9FEBEF-3AF4-78B7-E703-495AEB058D10}"/>
              </a:ext>
            </a:extLst>
          </p:cNvPr>
          <p:cNvSpPr txBox="1"/>
          <p:nvPr/>
        </p:nvSpPr>
        <p:spPr>
          <a:xfrm>
            <a:off x="5128412" y="3844782"/>
            <a:ext cx="1066800" cy="1143000"/>
          </a:xfrm>
          <a:prstGeom prst="rect">
            <a:avLst/>
          </a:prstGeom>
          <a:solidFill>
            <a:srgbClr val="4471C4"/>
          </a:solidFill>
          <a:ln w="28955">
            <a:solidFill>
              <a:srgbClr val="000000"/>
            </a:solidFill>
          </a:ln>
        </p:spPr>
        <p:txBody>
          <a:bodyPr vert="horz" wrap="square" lIns="0" tIns="635" rIns="0" bIns="0" rtlCol="0">
            <a:spAutoFit/>
          </a:bodyPr>
          <a:lstStyle/>
          <a:p>
            <a:pPr>
              <a:lnSpc>
                <a:spcPct val="100000"/>
              </a:lnSpc>
              <a:spcBef>
                <a:spcPts val="5"/>
              </a:spcBef>
            </a:pPr>
            <a:endParaRPr sz="1950" dirty="0">
              <a:latin typeface="Times New Roman"/>
              <a:cs typeface="Times New Roman"/>
            </a:endParaRPr>
          </a:p>
          <a:p>
            <a:pPr marL="118745" marR="70485" indent="-41275">
              <a:lnSpc>
                <a:spcPct val="100000"/>
              </a:lnSpc>
              <a:spcBef>
                <a:spcPts val="5"/>
              </a:spcBef>
            </a:pPr>
            <a:r>
              <a:rPr sz="1800" b="1" dirty="0">
                <a:latin typeface="Comic Sans MS"/>
                <a:cs typeface="Comic Sans MS"/>
              </a:rPr>
              <a:t>Decode/  </a:t>
            </a:r>
            <a:r>
              <a:rPr sz="1800" b="1" spc="-5" dirty="0">
                <a:latin typeface="Comic Sans MS"/>
                <a:cs typeface="Comic Sans MS"/>
              </a:rPr>
              <a:t>Rename</a:t>
            </a:r>
            <a:endParaRPr sz="1800" dirty="0">
              <a:latin typeface="Comic Sans MS"/>
              <a:cs typeface="Comic Sans MS"/>
            </a:endParaRPr>
          </a:p>
        </p:txBody>
      </p:sp>
      <p:sp>
        <p:nvSpPr>
          <p:cNvPr id="9" name="object 6">
            <a:extLst>
              <a:ext uri="{FF2B5EF4-FFF2-40B4-BE49-F238E27FC236}">
                <a16:creationId xmlns:a16="http://schemas.microsoft.com/office/drawing/2014/main" id="{17747153-1AFA-158F-C63C-585DF1DA3F40}"/>
              </a:ext>
            </a:extLst>
          </p:cNvPr>
          <p:cNvSpPr txBox="1"/>
          <p:nvPr/>
        </p:nvSpPr>
        <p:spPr>
          <a:xfrm>
            <a:off x="6728612" y="3844782"/>
            <a:ext cx="914400" cy="1143000"/>
          </a:xfrm>
          <a:prstGeom prst="rect">
            <a:avLst/>
          </a:prstGeom>
          <a:solidFill>
            <a:srgbClr val="4471C4"/>
          </a:solidFill>
          <a:ln w="28955">
            <a:solidFill>
              <a:srgbClr val="000000"/>
            </a:solidFill>
          </a:ln>
        </p:spPr>
        <p:txBody>
          <a:bodyPr vert="horz" wrap="square" lIns="0" tIns="6350" rIns="0" bIns="0" rtlCol="0">
            <a:spAutoFit/>
          </a:bodyPr>
          <a:lstStyle/>
          <a:p>
            <a:pPr>
              <a:lnSpc>
                <a:spcPct val="100000"/>
              </a:lnSpc>
              <a:spcBef>
                <a:spcPts val="50"/>
              </a:spcBef>
            </a:pPr>
            <a:endParaRPr sz="2850">
              <a:latin typeface="Times New Roman"/>
              <a:cs typeface="Times New Roman"/>
            </a:endParaRPr>
          </a:p>
          <a:p>
            <a:pPr marL="17145">
              <a:lnSpc>
                <a:spcPct val="100000"/>
              </a:lnSpc>
              <a:spcBef>
                <a:spcPts val="5"/>
              </a:spcBef>
            </a:pPr>
            <a:r>
              <a:rPr sz="1800" b="1" spc="-5" dirty="0">
                <a:latin typeface="Comic Sans MS"/>
                <a:cs typeface="Comic Sans MS"/>
              </a:rPr>
              <a:t>Execute</a:t>
            </a:r>
            <a:endParaRPr sz="1800">
              <a:latin typeface="Comic Sans MS"/>
              <a:cs typeface="Comic Sans MS"/>
            </a:endParaRPr>
          </a:p>
        </p:txBody>
      </p:sp>
      <p:sp>
        <p:nvSpPr>
          <p:cNvPr id="10" name="object 7">
            <a:extLst>
              <a:ext uri="{FF2B5EF4-FFF2-40B4-BE49-F238E27FC236}">
                <a16:creationId xmlns:a16="http://schemas.microsoft.com/office/drawing/2014/main" id="{6152642C-AB1A-3D90-9EB9-68DB0EDC51F4}"/>
              </a:ext>
            </a:extLst>
          </p:cNvPr>
          <p:cNvSpPr/>
          <p:nvPr/>
        </p:nvSpPr>
        <p:spPr>
          <a:xfrm>
            <a:off x="4595012" y="4410947"/>
            <a:ext cx="533400" cy="86995"/>
          </a:xfrm>
          <a:custGeom>
            <a:avLst/>
            <a:gdLst/>
            <a:ahLst/>
            <a:cxnLst/>
            <a:rect l="l" t="t" r="r" b="b"/>
            <a:pathLst>
              <a:path w="533400" h="86995">
                <a:moveTo>
                  <a:pt x="446532" y="0"/>
                </a:moveTo>
                <a:lnTo>
                  <a:pt x="446532" y="86867"/>
                </a:lnTo>
                <a:lnTo>
                  <a:pt x="504443" y="57911"/>
                </a:lnTo>
                <a:lnTo>
                  <a:pt x="461010" y="57911"/>
                </a:lnTo>
                <a:lnTo>
                  <a:pt x="461010" y="28955"/>
                </a:lnTo>
                <a:lnTo>
                  <a:pt x="504444" y="28955"/>
                </a:lnTo>
                <a:lnTo>
                  <a:pt x="446532" y="0"/>
                </a:lnTo>
                <a:close/>
              </a:path>
              <a:path w="533400" h="86995">
                <a:moveTo>
                  <a:pt x="446532" y="28955"/>
                </a:moveTo>
                <a:lnTo>
                  <a:pt x="0" y="28955"/>
                </a:lnTo>
                <a:lnTo>
                  <a:pt x="0" y="57911"/>
                </a:lnTo>
                <a:lnTo>
                  <a:pt x="446532" y="57911"/>
                </a:lnTo>
                <a:lnTo>
                  <a:pt x="446532" y="28955"/>
                </a:lnTo>
                <a:close/>
              </a:path>
              <a:path w="533400" h="86995">
                <a:moveTo>
                  <a:pt x="504444" y="28955"/>
                </a:moveTo>
                <a:lnTo>
                  <a:pt x="461010" y="28955"/>
                </a:lnTo>
                <a:lnTo>
                  <a:pt x="461010" y="57911"/>
                </a:lnTo>
                <a:lnTo>
                  <a:pt x="504443" y="57911"/>
                </a:lnTo>
                <a:lnTo>
                  <a:pt x="533400" y="43433"/>
                </a:lnTo>
                <a:lnTo>
                  <a:pt x="504444" y="28955"/>
                </a:lnTo>
                <a:close/>
              </a:path>
            </a:pathLst>
          </a:custGeom>
          <a:solidFill>
            <a:srgbClr val="000000"/>
          </a:solidFill>
        </p:spPr>
        <p:txBody>
          <a:bodyPr wrap="square" lIns="0" tIns="0" rIns="0" bIns="0" rtlCol="0"/>
          <a:lstStyle/>
          <a:p>
            <a:endParaRPr/>
          </a:p>
        </p:txBody>
      </p:sp>
      <p:sp>
        <p:nvSpPr>
          <p:cNvPr id="11" name="object 8">
            <a:extLst>
              <a:ext uri="{FF2B5EF4-FFF2-40B4-BE49-F238E27FC236}">
                <a16:creationId xmlns:a16="http://schemas.microsoft.com/office/drawing/2014/main" id="{F649792A-DEA6-AC23-BC8F-DAF514F15BF5}"/>
              </a:ext>
            </a:extLst>
          </p:cNvPr>
          <p:cNvSpPr/>
          <p:nvPr/>
        </p:nvSpPr>
        <p:spPr>
          <a:xfrm>
            <a:off x="6195212" y="4410947"/>
            <a:ext cx="533400" cy="86995"/>
          </a:xfrm>
          <a:custGeom>
            <a:avLst/>
            <a:gdLst/>
            <a:ahLst/>
            <a:cxnLst/>
            <a:rect l="l" t="t" r="r" b="b"/>
            <a:pathLst>
              <a:path w="533400" h="86995">
                <a:moveTo>
                  <a:pt x="446532" y="0"/>
                </a:moveTo>
                <a:lnTo>
                  <a:pt x="446532" y="86867"/>
                </a:lnTo>
                <a:lnTo>
                  <a:pt x="504443" y="57911"/>
                </a:lnTo>
                <a:lnTo>
                  <a:pt x="461010" y="57911"/>
                </a:lnTo>
                <a:lnTo>
                  <a:pt x="461010" y="28955"/>
                </a:lnTo>
                <a:lnTo>
                  <a:pt x="504443" y="28955"/>
                </a:lnTo>
                <a:lnTo>
                  <a:pt x="446532" y="0"/>
                </a:lnTo>
                <a:close/>
              </a:path>
              <a:path w="533400" h="86995">
                <a:moveTo>
                  <a:pt x="446532" y="28955"/>
                </a:moveTo>
                <a:lnTo>
                  <a:pt x="0" y="28955"/>
                </a:lnTo>
                <a:lnTo>
                  <a:pt x="0" y="57911"/>
                </a:lnTo>
                <a:lnTo>
                  <a:pt x="446532" y="57911"/>
                </a:lnTo>
                <a:lnTo>
                  <a:pt x="446532" y="28955"/>
                </a:lnTo>
                <a:close/>
              </a:path>
              <a:path w="533400" h="86995">
                <a:moveTo>
                  <a:pt x="504443" y="28955"/>
                </a:moveTo>
                <a:lnTo>
                  <a:pt x="461010" y="28955"/>
                </a:lnTo>
                <a:lnTo>
                  <a:pt x="461010" y="57911"/>
                </a:lnTo>
                <a:lnTo>
                  <a:pt x="504443" y="57911"/>
                </a:lnTo>
                <a:lnTo>
                  <a:pt x="533399" y="43433"/>
                </a:lnTo>
                <a:lnTo>
                  <a:pt x="504443" y="28955"/>
                </a:lnTo>
                <a:close/>
              </a:path>
            </a:pathLst>
          </a:custGeom>
          <a:solidFill>
            <a:srgbClr val="000000"/>
          </a:solidFill>
        </p:spPr>
        <p:txBody>
          <a:bodyPr wrap="square" lIns="0" tIns="0" rIns="0" bIns="0" rtlCol="0"/>
          <a:lstStyle/>
          <a:p>
            <a:endParaRPr/>
          </a:p>
        </p:txBody>
      </p:sp>
      <p:grpSp>
        <p:nvGrpSpPr>
          <p:cNvPr id="12" name="object 9">
            <a:extLst>
              <a:ext uri="{FF2B5EF4-FFF2-40B4-BE49-F238E27FC236}">
                <a16:creationId xmlns:a16="http://schemas.microsoft.com/office/drawing/2014/main" id="{B531F9FE-069D-95C2-9828-F9A8D7DF6C49}"/>
              </a:ext>
            </a:extLst>
          </p:cNvPr>
          <p:cNvGrpSpPr/>
          <p:nvPr/>
        </p:nvGrpSpPr>
        <p:grpSpPr>
          <a:xfrm>
            <a:off x="5113808" y="5354176"/>
            <a:ext cx="1096010" cy="715010"/>
            <a:chOff x="5015357" y="5487796"/>
            <a:chExt cx="1096010" cy="715010"/>
          </a:xfrm>
        </p:grpSpPr>
        <p:sp>
          <p:nvSpPr>
            <p:cNvPr id="13" name="object 10">
              <a:extLst>
                <a:ext uri="{FF2B5EF4-FFF2-40B4-BE49-F238E27FC236}">
                  <a16:creationId xmlns:a16="http://schemas.microsoft.com/office/drawing/2014/main" id="{3302021C-7963-3CBA-AA52-A31AA1C0CAE2}"/>
                </a:ext>
              </a:extLst>
            </p:cNvPr>
            <p:cNvSpPr/>
            <p:nvPr/>
          </p:nvSpPr>
          <p:spPr>
            <a:xfrm>
              <a:off x="5029962" y="5502401"/>
              <a:ext cx="1066800" cy="685800"/>
            </a:xfrm>
            <a:custGeom>
              <a:avLst/>
              <a:gdLst/>
              <a:ahLst/>
              <a:cxnLst/>
              <a:rect l="l" t="t" r="r" b="b"/>
              <a:pathLst>
                <a:path w="1066800" h="685800">
                  <a:moveTo>
                    <a:pt x="1066800" y="0"/>
                  </a:moveTo>
                  <a:lnTo>
                    <a:pt x="0" y="0"/>
                  </a:lnTo>
                  <a:lnTo>
                    <a:pt x="0" y="685800"/>
                  </a:lnTo>
                  <a:lnTo>
                    <a:pt x="1066800" y="685800"/>
                  </a:lnTo>
                  <a:lnTo>
                    <a:pt x="1066800" y="0"/>
                  </a:lnTo>
                  <a:close/>
                </a:path>
              </a:pathLst>
            </a:custGeom>
            <a:solidFill>
              <a:srgbClr val="66FFFF"/>
            </a:solidFill>
          </p:spPr>
          <p:txBody>
            <a:bodyPr wrap="square" lIns="0" tIns="0" rIns="0" bIns="0" rtlCol="0"/>
            <a:lstStyle/>
            <a:p>
              <a:endParaRPr/>
            </a:p>
          </p:txBody>
        </p:sp>
        <p:sp>
          <p:nvSpPr>
            <p:cNvPr id="14" name="object 11">
              <a:extLst>
                <a:ext uri="{FF2B5EF4-FFF2-40B4-BE49-F238E27FC236}">
                  <a16:creationId xmlns:a16="http://schemas.microsoft.com/office/drawing/2014/main" id="{D5C28185-6428-B47D-D67C-FCF6D5D51703}"/>
                </a:ext>
              </a:extLst>
            </p:cNvPr>
            <p:cNvSpPr/>
            <p:nvPr/>
          </p:nvSpPr>
          <p:spPr>
            <a:xfrm>
              <a:off x="5029962" y="5502401"/>
              <a:ext cx="1066800" cy="685800"/>
            </a:xfrm>
            <a:custGeom>
              <a:avLst/>
              <a:gdLst/>
              <a:ahLst/>
              <a:cxnLst/>
              <a:rect l="l" t="t" r="r" b="b"/>
              <a:pathLst>
                <a:path w="1066800" h="685800">
                  <a:moveTo>
                    <a:pt x="0" y="685800"/>
                  </a:moveTo>
                  <a:lnTo>
                    <a:pt x="1066800" y="685800"/>
                  </a:lnTo>
                  <a:lnTo>
                    <a:pt x="1066800" y="0"/>
                  </a:lnTo>
                  <a:lnTo>
                    <a:pt x="0" y="0"/>
                  </a:lnTo>
                  <a:lnTo>
                    <a:pt x="0" y="685800"/>
                  </a:lnTo>
                  <a:close/>
                </a:path>
              </a:pathLst>
            </a:custGeom>
            <a:ln w="28956">
              <a:solidFill>
                <a:srgbClr val="000000"/>
              </a:solidFill>
            </a:ln>
          </p:spPr>
          <p:txBody>
            <a:bodyPr wrap="square" lIns="0" tIns="0" rIns="0" bIns="0" rtlCol="0"/>
            <a:lstStyle/>
            <a:p>
              <a:endParaRPr/>
            </a:p>
          </p:txBody>
        </p:sp>
      </p:grpSp>
      <p:sp>
        <p:nvSpPr>
          <p:cNvPr id="15" name="object 12">
            <a:extLst>
              <a:ext uri="{FF2B5EF4-FFF2-40B4-BE49-F238E27FC236}">
                <a16:creationId xmlns:a16="http://schemas.microsoft.com/office/drawing/2014/main" id="{CC7A67F8-9965-F65E-91CA-A6EB6485CDD8}"/>
              </a:ext>
            </a:extLst>
          </p:cNvPr>
          <p:cNvSpPr txBox="1"/>
          <p:nvPr/>
        </p:nvSpPr>
        <p:spPr>
          <a:xfrm>
            <a:off x="5142891" y="5383259"/>
            <a:ext cx="1038225" cy="316865"/>
          </a:xfrm>
          <a:prstGeom prst="rect">
            <a:avLst/>
          </a:prstGeom>
          <a:solidFill>
            <a:srgbClr val="66FFFF"/>
          </a:solidFill>
        </p:spPr>
        <p:txBody>
          <a:bodyPr vert="horz" wrap="square" lIns="0" tIns="43180" rIns="0" bIns="0" rtlCol="0">
            <a:spAutoFit/>
          </a:bodyPr>
          <a:lstStyle/>
          <a:p>
            <a:pPr marL="104775">
              <a:lnSpc>
                <a:spcPts val="2150"/>
              </a:lnSpc>
              <a:spcBef>
                <a:spcPts val="340"/>
              </a:spcBef>
            </a:pPr>
            <a:r>
              <a:rPr sz="1800" b="1" spc="-5" dirty="0">
                <a:latin typeface="Comic Sans MS"/>
                <a:cs typeface="Comic Sans MS"/>
              </a:rPr>
              <a:t>Rename</a:t>
            </a:r>
            <a:endParaRPr sz="1800">
              <a:latin typeface="Comic Sans MS"/>
              <a:cs typeface="Comic Sans MS"/>
            </a:endParaRPr>
          </a:p>
        </p:txBody>
      </p:sp>
      <p:sp>
        <p:nvSpPr>
          <p:cNvPr id="16" name="object 13">
            <a:extLst>
              <a:ext uri="{FF2B5EF4-FFF2-40B4-BE49-F238E27FC236}">
                <a16:creationId xmlns:a16="http://schemas.microsoft.com/office/drawing/2014/main" id="{DB8E1B65-2D0F-606C-B66F-23F625321D24}"/>
              </a:ext>
            </a:extLst>
          </p:cNvPr>
          <p:cNvSpPr txBox="1"/>
          <p:nvPr/>
        </p:nvSpPr>
        <p:spPr>
          <a:xfrm>
            <a:off x="5142891" y="5699656"/>
            <a:ext cx="1038225" cy="340995"/>
          </a:xfrm>
          <a:prstGeom prst="rect">
            <a:avLst/>
          </a:prstGeom>
          <a:solidFill>
            <a:srgbClr val="66FFFF"/>
          </a:solidFill>
        </p:spPr>
        <p:txBody>
          <a:bodyPr vert="horz" wrap="square" lIns="0" tIns="1270" rIns="0" bIns="0" rtlCol="0">
            <a:spAutoFit/>
          </a:bodyPr>
          <a:lstStyle/>
          <a:p>
            <a:pPr marL="212725">
              <a:lnSpc>
                <a:spcPct val="100000"/>
              </a:lnSpc>
              <a:spcBef>
                <a:spcPts val="10"/>
              </a:spcBef>
            </a:pPr>
            <a:r>
              <a:rPr sz="1800" b="1" spc="-5" dirty="0">
                <a:latin typeface="Comic Sans MS"/>
                <a:cs typeface="Comic Sans MS"/>
              </a:rPr>
              <a:t>Table</a:t>
            </a:r>
            <a:endParaRPr sz="1800">
              <a:latin typeface="Comic Sans MS"/>
              <a:cs typeface="Comic Sans MS"/>
            </a:endParaRPr>
          </a:p>
        </p:txBody>
      </p:sp>
      <p:grpSp>
        <p:nvGrpSpPr>
          <p:cNvPr id="17" name="object 14">
            <a:extLst>
              <a:ext uri="{FF2B5EF4-FFF2-40B4-BE49-F238E27FC236}">
                <a16:creationId xmlns:a16="http://schemas.microsoft.com/office/drawing/2014/main" id="{EE6CCCC7-B3D6-A1E1-F425-D33EC0D850FC}"/>
              </a:ext>
            </a:extLst>
          </p:cNvPr>
          <p:cNvGrpSpPr/>
          <p:nvPr/>
        </p:nvGrpSpPr>
        <p:grpSpPr>
          <a:xfrm>
            <a:off x="5342535" y="4973303"/>
            <a:ext cx="2010410" cy="943610"/>
            <a:chOff x="5244084" y="5106923"/>
            <a:chExt cx="2010410" cy="943610"/>
          </a:xfrm>
        </p:grpSpPr>
        <p:sp>
          <p:nvSpPr>
            <p:cNvPr id="18" name="object 15">
              <a:extLst>
                <a:ext uri="{FF2B5EF4-FFF2-40B4-BE49-F238E27FC236}">
                  <a16:creationId xmlns:a16="http://schemas.microsoft.com/office/drawing/2014/main" id="{7AA12ED0-BAF3-611C-1CAB-D31C32D4964F}"/>
                </a:ext>
              </a:extLst>
            </p:cNvPr>
            <p:cNvSpPr/>
            <p:nvPr/>
          </p:nvSpPr>
          <p:spPr>
            <a:xfrm>
              <a:off x="6096762" y="5121401"/>
              <a:ext cx="1143000" cy="914400"/>
            </a:xfrm>
            <a:custGeom>
              <a:avLst/>
              <a:gdLst/>
              <a:ahLst/>
              <a:cxnLst/>
              <a:rect l="l" t="t" r="r" b="b"/>
              <a:pathLst>
                <a:path w="1143000" h="914400">
                  <a:moveTo>
                    <a:pt x="1142999" y="0"/>
                  </a:moveTo>
                  <a:lnTo>
                    <a:pt x="800354" y="0"/>
                  </a:lnTo>
                  <a:lnTo>
                    <a:pt x="800354" y="399669"/>
                  </a:lnTo>
                  <a:lnTo>
                    <a:pt x="793956" y="424522"/>
                  </a:lnTo>
                  <a:lnTo>
                    <a:pt x="746574" y="468618"/>
                  </a:lnTo>
                  <a:lnTo>
                    <a:pt x="708120" y="486868"/>
                  </a:lnTo>
                  <a:lnTo>
                    <a:pt x="661509" y="501926"/>
                  </a:lnTo>
                  <a:lnTo>
                    <a:pt x="608008" y="513295"/>
                  </a:lnTo>
                  <a:lnTo>
                    <a:pt x="548881" y="520480"/>
                  </a:lnTo>
                  <a:lnTo>
                    <a:pt x="485393" y="522986"/>
                  </a:lnTo>
                  <a:lnTo>
                    <a:pt x="342518" y="522986"/>
                  </a:lnTo>
                  <a:lnTo>
                    <a:pt x="342518" y="399669"/>
                  </a:lnTo>
                  <a:lnTo>
                    <a:pt x="0" y="657059"/>
                  </a:lnTo>
                  <a:lnTo>
                    <a:pt x="342518" y="914400"/>
                  </a:lnTo>
                  <a:lnTo>
                    <a:pt x="342518" y="791121"/>
                  </a:lnTo>
                  <a:lnTo>
                    <a:pt x="485393" y="791121"/>
                  </a:lnTo>
                  <a:lnTo>
                    <a:pt x="545254" y="789521"/>
                  </a:lnTo>
                  <a:lnTo>
                    <a:pt x="603608" y="784814"/>
                  </a:lnTo>
                  <a:lnTo>
                    <a:pt x="660223" y="777137"/>
                  </a:lnTo>
                  <a:lnTo>
                    <a:pt x="714867" y="766630"/>
                  </a:lnTo>
                  <a:lnTo>
                    <a:pt x="767309" y="753430"/>
                  </a:lnTo>
                  <a:lnTo>
                    <a:pt x="817315" y="737676"/>
                  </a:lnTo>
                  <a:lnTo>
                    <a:pt x="864654" y="719505"/>
                  </a:lnTo>
                  <a:lnTo>
                    <a:pt x="909095" y="699056"/>
                  </a:lnTo>
                  <a:lnTo>
                    <a:pt x="950404" y="676467"/>
                  </a:lnTo>
                  <a:lnTo>
                    <a:pt x="988350" y="651876"/>
                  </a:lnTo>
                  <a:lnTo>
                    <a:pt x="1022701" y="625421"/>
                  </a:lnTo>
                  <a:lnTo>
                    <a:pt x="1053225" y="597241"/>
                  </a:lnTo>
                  <a:lnTo>
                    <a:pt x="1079689" y="567474"/>
                  </a:lnTo>
                  <a:lnTo>
                    <a:pt x="1101862" y="536258"/>
                  </a:lnTo>
                  <a:lnTo>
                    <a:pt x="1132406" y="470032"/>
                  </a:lnTo>
                  <a:lnTo>
                    <a:pt x="1142999" y="399669"/>
                  </a:lnTo>
                  <a:lnTo>
                    <a:pt x="1142999" y="0"/>
                  </a:lnTo>
                  <a:close/>
                </a:path>
              </a:pathLst>
            </a:custGeom>
            <a:solidFill>
              <a:srgbClr val="66FFFF"/>
            </a:solidFill>
          </p:spPr>
          <p:txBody>
            <a:bodyPr wrap="square" lIns="0" tIns="0" rIns="0" bIns="0" rtlCol="0"/>
            <a:lstStyle/>
            <a:p>
              <a:endParaRPr/>
            </a:p>
          </p:txBody>
        </p:sp>
        <p:sp>
          <p:nvSpPr>
            <p:cNvPr id="19" name="object 16">
              <a:extLst>
                <a:ext uri="{FF2B5EF4-FFF2-40B4-BE49-F238E27FC236}">
                  <a16:creationId xmlns:a16="http://schemas.microsoft.com/office/drawing/2014/main" id="{95A7F3C8-1623-A8C3-A552-FB1F215C01E9}"/>
                </a:ext>
              </a:extLst>
            </p:cNvPr>
            <p:cNvSpPr/>
            <p:nvPr/>
          </p:nvSpPr>
          <p:spPr>
            <a:xfrm>
              <a:off x="6096762" y="5121401"/>
              <a:ext cx="1143000" cy="914400"/>
            </a:xfrm>
            <a:custGeom>
              <a:avLst/>
              <a:gdLst/>
              <a:ahLst/>
              <a:cxnLst/>
              <a:rect l="l" t="t" r="r" b="b"/>
              <a:pathLst>
                <a:path w="1143000" h="914400">
                  <a:moveTo>
                    <a:pt x="0" y="657059"/>
                  </a:moveTo>
                  <a:lnTo>
                    <a:pt x="342518" y="914400"/>
                  </a:lnTo>
                  <a:lnTo>
                    <a:pt x="342518" y="791121"/>
                  </a:lnTo>
                  <a:lnTo>
                    <a:pt x="485393" y="791121"/>
                  </a:lnTo>
                  <a:lnTo>
                    <a:pt x="545254" y="789521"/>
                  </a:lnTo>
                  <a:lnTo>
                    <a:pt x="603608" y="784814"/>
                  </a:lnTo>
                  <a:lnTo>
                    <a:pt x="660223" y="777137"/>
                  </a:lnTo>
                  <a:lnTo>
                    <a:pt x="714867" y="766630"/>
                  </a:lnTo>
                  <a:lnTo>
                    <a:pt x="767309" y="753430"/>
                  </a:lnTo>
                  <a:lnTo>
                    <a:pt x="817315" y="737676"/>
                  </a:lnTo>
                  <a:lnTo>
                    <a:pt x="864654" y="719505"/>
                  </a:lnTo>
                  <a:lnTo>
                    <a:pt x="909095" y="699056"/>
                  </a:lnTo>
                  <a:lnTo>
                    <a:pt x="950404" y="676467"/>
                  </a:lnTo>
                  <a:lnTo>
                    <a:pt x="988350" y="651876"/>
                  </a:lnTo>
                  <a:lnTo>
                    <a:pt x="1022701" y="625421"/>
                  </a:lnTo>
                  <a:lnTo>
                    <a:pt x="1053225" y="597241"/>
                  </a:lnTo>
                  <a:lnTo>
                    <a:pt x="1079689" y="567474"/>
                  </a:lnTo>
                  <a:lnTo>
                    <a:pt x="1101862" y="536258"/>
                  </a:lnTo>
                  <a:lnTo>
                    <a:pt x="1132406" y="470032"/>
                  </a:lnTo>
                  <a:lnTo>
                    <a:pt x="1142999" y="399669"/>
                  </a:lnTo>
                  <a:lnTo>
                    <a:pt x="1142999" y="0"/>
                  </a:lnTo>
                  <a:lnTo>
                    <a:pt x="800354" y="0"/>
                  </a:lnTo>
                  <a:lnTo>
                    <a:pt x="800354" y="399669"/>
                  </a:lnTo>
                  <a:lnTo>
                    <a:pt x="793956" y="424522"/>
                  </a:lnTo>
                  <a:lnTo>
                    <a:pt x="746574" y="468618"/>
                  </a:lnTo>
                  <a:lnTo>
                    <a:pt x="708120" y="486868"/>
                  </a:lnTo>
                  <a:lnTo>
                    <a:pt x="661509" y="501926"/>
                  </a:lnTo>
                  <a:lnTo>
                    <a:pt x="608008" y="513295"/>
                  </a:lnTo>
                  <a:lnTo>
                    <a:pt x="548881" y="520480"/>
                  </a:lnTo>
                  <a:lnTo>
                    <a:pt x="485393" y="522986"/>
                  </a:lnTo>
                  <a:lnTo>
                    <a:pt x="342518" y="522986"/>
                  </a:lnTo>
                  <a:lnTo>
                    <a:pt x="342518" y="399669"/>
                  </a:lnTo>
                  <a:lnTo>
                    <a:pt x="0" y="657059"/>
                  </a:lnTo>
                  <a:close/>
                </a:path>
              </a:pathLst>
            </a:custGeom>
            <a:ln w="28955">
              <a:solidFill>
                <a:srgbClr val="000000"/>
              </a:solidFill>
            </a:ln>
          </p:spPr>
          <p:txBody>
            <a:bodyPr wrap="square" lIns="0" tIns="0" rIns="0" bIns="0" rtlCol="0"/>
            <a:lstStyle/>
            <a:p>
              <a:endParaRPr/>
            </a:p>
          </p:txBody>
        </p:sp>
        <p:sp>
          <p:nvSpPr>
            <p:cNvPr id="20" name="object 17">
              <a:extLst>
                <a:ext uri="{FF2B5EF4-FFF2-40B4-BE49-F238E27FC236}">
                  <a16:creationId xmlns:a16="http://schemas.microsoft.com/office/drawing/2014/main" id="{2E180E8F-38C8-FB34-CCF2-31F4D0BEF38E}"/>
                </a:ext>
              </a:extLst>
            </p:cNvPr>
            <p:cNvSpPr/>
            <p:nvPr/>
          </p:nvSpPr>
          <p:spPr>
            <a:xfrm>
              <a:off x="5258562" y="5121401"/>
              <a:ext cx="533400" cy="381000"/>
            </a:xfrm>
            <a:custGeom>
              <a:avLst/>
              <a:gdLst/>
              <a:ahLst/>
              <a:cxnLst/>
              <a:rect l="l" t="t" r="r" b="b"/>
              <a:pathLst>
                <a:path w="533400" h="381000">
                  <a:moveTo>
                    <a:pt x="266700" y="0"/>
                  </a:moveTo>
                  <a:lnTo>
                    <a:pt x="0" y="95250"/>
                  </a:lnTo>
                  <a:lnTo>
                    <a:pt x="133350" y="95250"/>
                  </a:lnTo>
                  <a:lnTo>
                    <a:pt x="133350" y="381000"/>
                  </a:lnTo>
                  <a:lnTo>
                    <a:pt x="400050" y="381000"/>
                  </a:lnTo>
                  <a:lnTo>
                    <a:pt x="400050" y="95250"/>
                  </a:lnTo>
                  <a:lnTo>
                    <a:pt x="533400" y="95250"/>
                  </a:lnTo>
                  <a:lnTo>
                    <a:pt x="266700" y="0"/>
                  </a:lnTo>
                  <a:close/>
                </a:path>
              </a:pathLst>
            </a:custGeom>
            <a:solidFill>
              <a:srgbClr val="66FFFF"/>
            </a:solidFill>
          </p:spPr>
          <p:txBody>
            <a:bodyPr wrap="square" lIns="0" tIns="0" rIns="0" bIns="0" rtlCol="0"/>
            <a:lstStyle/>
            <a:p>
              <a:endParaRPr/>
            </a:p>
          </p:txBody>
        </p:sp>
        <p:sp>
          <p:nvSpPr>
            <p:cNvPr id="21" name="object 18">
              <a:extLst>
                <a:ext uri="{FF2B5EF4-FFF2-40B4-BE49-F238E27FC236}">
                  <a16:creationId xmlns:a16="http://schemas.microsoft.com/office/drawing/2014/main" id="{50FC62E2-49C9-9213-7221-C3A4EAAB7CC1}"/>
                </a:ext>
              </a:extLst>
            </p:cNvPr>
            <p:cNvSpPr/>
            <p:nvPr/>
          </p:nvSpPr>
          <p:spPr>
            <a:xfrm>
              <a:off x="5258562" y="5121401"/>
              <a:ext cx="533400" cy="381000"/>
            </a:xfrm>
            <a:custGeom>
              <a:avLst/>
              <a:gdLst/>
              <a:ahLst/>
              <a:cxnLst/>
              <a:rect l="l" t="t" r="r" b="b"/>
              <a:pathLst>
                <a:path w="533400" h="381000">
                  <a:moveTo>
                    <a:pt x="0" y="95250"/>
                  </a:moveTo>
                  <a:lnTo>
                    <a:pt x="266700" y="0"/>
                  </a:lnTo>
                  <a:lnTo>
                    <a:pt x="533400" y="95250"/>
                  </a:lnTo>
                  <a:lnTo>
                    <a:pt x="400050" y="95250"/>
                  </a:lnTo>
                  <a:lnTo>
                    <a:pt x="400050" y="381000"/>
                  </a:lnTo>
                  <a:lnTo>
                    <a:pt x="133350" y="381000"/>
                  </a:lnTo>
                  <a:lnTo>
                    <a:pt x="133350" y="95250"/>
                  </a:lnTo>
                  <a:lnTo>
                    <a:pt x="0" y="95250"/>
                  </a:lnTo>
                  <a:close/>
                </a:path>
              </a:pathLst>
            </a:custGeom>
            <a:ln w="28956">
              <a:solidFill>
                <a:srgbClr val="000000"/>
              </a:solidFill>
            </a:ln>
          </p:spPr>
          <p:txBody>
            <a:bodyPr wrap="square" lIns="0" tIns="0" rIns="0" bIns="0" rtlCol="0"/>
            <a:lstStyle/>
            <a:p>
              <a:endParaRPr/>
            </a:p>
          </p:txBody>
        </p:sp>
      </p:grpSp>
    </p:spTree>
    <p:extLst>
      <p:ext uri="{BB962C8B-B14F-4D97-AF65-F5344CB8AC3E}">
        <p14:creationId xmlns:p14="http://schemas.microsoft.com/office/powerpoint/2010/main" val="41969092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37695-A07C-4AE6-4476-6398B0642BF0}"/>
              </a:ext>
            </a:extLst>
          </p:cNvPr>
          <p:cNvSpPr>
            <a:spLocks noGrp="1"/>
          </p:cNvSpPr>
          <p:nvPr>
            <p:ph type="title"/>
          </p:nvPr>
        </p:nvSpPr>
        <p:spPr/>
        <p:txBody>
          <a:bodyPr/>
          <a:lstStyle/>
          <a:p>
            <a:r>
              <a:rPr lang="en-US" dirty="0"/>
              <a:t>Explicit Register Renaming</a:t>
            </a:r>
            <a:endParaRPr lang="en-IN" dirty="0"/>
          </a:p>
        </p:txBody>
      </p:sp>
      <p:sp>
        <p:nvSpPr>
          <p:cNvPr id="4" name="Footer Placeholder 3">
            <a:extLst>
              <a:ext uri="{FF2B5EF4-FFF2-40B4-BE49-F238E27FC236}">
                <a16:creationId xmlns:a16="http://schemas.microsoft.com/office/drawing/2014/main" id="{2D724ABF-A730-4A8D-66FD-AE087FB3A915}"/>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E79BFFFA-CF4A-A39C-7718-5B0059E8B7BD}"/>
              </a:ext>
            </a:extLst>
          </p:cNvPr>
          <p:cNvSpPr>
            <a:spLocks noGrp="1"/>
          </p:cNvSpPr>
          <p:nvPr>
            <p:ph type="sldNum" sz="quarter" idx="12"/>
          </p:nvPr>
        </p:nvSpPr>
        <p:spPr/>
        <p:txBody>
          <a:bodyPr/>
          <a:lstStyle/>
          <a:p>
            <a:fld id="{B8651ABE-1138-46C6-9A43-7FCD4EB2550C}" type="slidenum">
              <a:rPr lang="en-IN" smtClean="0"/>
              <a:pPr/>
              <a:t>41</a:t>
            </a:fld>
            <a:endParaRPr lang="en-IN" dirty="0"/>
          </a:p>
        </p:txBody>
      </p:sp>
      <p:sp>
        <p:nvSpPr>
          <p:cNvPr id="6" name="object 3">
            <a:extLst>
              <a:ext uri="{FF2B5EF4-FFF2-40B4-BE49-F238E27FC236}">
                <a16:creationId xmlns:a16="http://schemas.microsoft.com/office/drawing/2014/main" id="{4E4FDC95-B31B-A8C5-3059-CEA58E846053}"/>
              </a:ext>
            </a:extLst>
          </p:cNvPr>
          <p:cNvSpPr txBox="1"/>
          <p:nvPr/>
        </p:nvSpPr>
        <p:spPr>
          <a:xfrm>
            <a:off x="326390" y="1489075"/>
            <a:ext cx="11539220" cy="3034164"/>
          </a:xfrm>
          <a:prstGeom prst="rect">
            <a:avLst/>
          </a:prstGeom>
        </p:spPr>
        <p:txBody>
          <a:bodyPr vert="horz" wrap="square" lIns="0" tIns="12700" rIns="0" bIns="0" rtlCol="0">
            <a:spAutoFit/>
          </a:bodyPr>
          <a:lstStyle/>
          <a:p>
            <a:pPr marL="299085" indent="-287020">
              <a:lnSpc>
                <a:spcPct val="100000"/>
              </a:lnSpc>
              <a:spcBef>
                <a:spcPts val="100"/>
              </a:spcBef>
              <a:buChar char="•"/>
              <a:tabLst>
                <a:tab pos="299085" algn="l"/>
                <a:tab pos="299720" algn="l"/>
              </a:tabLst>
            </a:pPr>
            <a:r>
              <a:rPr sz="2400" spc="-10" dirty="0">
                <a:latin typeface="Cambria"/>
                <a:cs typeface="Cambria"/>
              </a:rPr>
              <a:t>Rapid</a:t>
            </a:r>
            <a:r>
              <a:rPr sz="2400" spc="-15" dirty="0">
                <a:latin typeface="Cambria"/>
                <a:cs typeface="Cambria"/>
              </a:rPr>
              <a:t> </a:t>
            </a:r>
            <a:r>
              <a:rPr sz="2400" dirty="0">
                <a:latin typeface="Cambria"/>
                <a:cs typeface="Cambria"/>
              </a:rPr>
              <a:t>access</a:t>
            </a:r>
            <a:r>
              <a:rPr sz="2400" spc="15" dirty="0">
                <a:latin typeface="Cambria"/>
                <a:cs typeface="Cambria"/>
              </a:rPr>
              <a:t> </a:t>
            </a:r>
            <a:r>
              <a:rPr sz="2400" spc="-15" dirty="0">
                <a:latin typeface="Cambria"/>
                <a:cs typeface="Cambria"/>
              </a:rPr>
              <a:t>to</a:t>
            </a:r>
            <a:r>
              <a:rPr sz="2400" spc="-5" dirty="0">
                <a:latin typeface="Cambria"/>
                <a:cs typeface="Cambria"/>
              </a:rPr>
              <a:t> </a:t>
            </a:r>
            <a:r>
              <a:rPr sz="2400" dirty="0">
                <a:latin typeface="Cambria"/>
                <a:cs typeface="Cambria"/>
              </a:rPr>
              <a:t>a</a:t>
            </a:r>
            <a:r>
              <a:rPr sz="2400" spc="-20" dirty="0">
                <a:latin typeface="Cambria"/>
                <a:cs typeface="Cambria"/>
              </a:rPr>
              <a:t> </a:t>
            </a:r>
            <a:r>
              <a:rPr sz="2400" spc="-5" dirty="0">
                <a:latin typeface="Cambria"/>
                <a:cs typeface="Cambria"/>
              </a:rPr>
              <a:t>table</a:t>
            </a:r>
            <a:r>
              <a:rPr sz="2400" spc="-10" dirty="0">
                <a:latin typeface="Cambria"/>
                <a:cs typeface="Cambria"/>
              </a:rPr>
              <a:t> </a:t>
            </a:r>
            <a:r>
              <a:rPr sz="2400" dirty="0">
                <a:latin typeface="Cambria"/>
                <a:cs typeface="Cambria"/>
              </a:rPr>
              <a:t>of</a:t>
            </a:r>
            <a:r>
              <a:rPr sz="2400" spc="-5" dirty="0">
                <a:latin typeface="Cambria"/>
                <a:cs typeface="Cambria"/>
              </a:rPr>
              <a:t> translations</a:t>
            </a:r>
            <a:endParaRPr sz="2400" dirty="0">
              <a:latin typeface="Cambria"/>
              <a:cs typeface="Cambria"/>
            </a:endParaRPr>
          </a:p>
          <a:p>
            <a:pPr>
              <a:lnSpc>
                <a:spcPct val="100000"/>
              </a:lnSpc>
              <a:spcBef>
                <a:spcPts val="45"/>
              </a:spcBef>
              <a:buFont typeface="Cambria"/>
              <a:buChar char="•"/>
            </a:pPr>
            <a:endParaRPr sz="3400" dirty="0">
              <a:latin typeface="Cambria"/>
              <a:cs typeface="Cambria"/>
            </a:endParaRPr>
          </a:p>
          <a:p>
            <a:pPr marL="299085" indent="-287020">
              <a:lnSpc>
                <a:spcPct val="100000"/>
              </a:lnSpc>
              <a:buChar char="•"/>
              <a:tabLst>
                <a:tab pos="299085" algn="l"/>
                <a:tab pos="299720" algn="l"/>
              </a:tabLst>
            </a:pPr>
            <a:r>
              <a:rPr sz="2400" dirty="0">
                <a:latin typeface="Cambria"/>
                <a:cs typeface="Cambria"/>
              </a:rPr>
              <a:t>A</a:t>
            </a:r>
            <a:r>
              <a:rPr sz="2400" spc="-5" dirty="0">
                <a:latin typeface="Cambria"/>
                <a:cs typeface="Cambria"/>
              </a:rPr>
              <a:t> </a:t>
            </a:r>
            <a:r>
              <a:rPr sz="2400" spc="-15" dirty="0">
                <a:latin typeface="Cambria"/>
                <a:cs typeface="Cambria"/>
              </a:rPr>
              <a:t>physical</a:t>
            </a:r>
            <a:r>
              <a:rPr sz="2400" spc="15" dirty="0">
                <a:latin typeface="Cambria"/>
                <a:cs typeface="Cambria"/>
              </a:rPr>
              <a:t> </a:t>
            </a:r>
            <a:r>
              <a:rPr sz="2400" spc="-10" dirty="0">
                <a:latin typeface="Cambria"/>
                <a:cs typeface="Cambria"/>
              </a:rPr>
              <a:t>register</a:t>
            </a:r>
            <a:r>
              <a:rPr sz="2400" spc="-30" dirty="0">
                <a:latin typeface="Cambria"/>
                <a:cs typeface="Cambria"/>
              </a:rPr>
              <a:t> </a:t>
            </a:r>
            <a:r>
              <a:rPr sz="2400" dirty="0">
                <a:latin typeface="Cambria"/>
                <a:cs typeface="Cambria"/>
              </a:rPr>
              <a:t>file</a:t>
            </a:r>
            <a:r>
              <a:rPr sz="2400" spc="-15" dirty="0">
                <a:latin typeface="Cambria"/>
                <a:cs typeface="Cambria"/>
              </a:rPr>
              <a:t> </a:t>
            </a:r>
            <a:r>
              <a:rPr sz="2400" spc="-5" dirty="0">
                <a:latin typeface="Cambria"/>
                <a:cs typeface="Cambria"/>
              </a:rPr>
              <a:t>that </a:t>
            </a:r>
            <a:r>
              <a:rPr sz="2400" dirty="0">
                <a:latin typeface="Cambria"/>
                <a:cs typeface="Cambria"/>
              </a:rPr>
              <a:t>has</a:t>
            </a:r>
            <a:r>
              <a:rPr sz="2400" spc="10" dirty="0">
                <a:latin typeface="Cambria"/>
                <a:cs typeface="Cambria"/>
              </a:rPr>
              <a:t> </a:t>
            </a:r>
            <a:r>
              <a:rPr sz="2400" spc="-15" dirty="0">
                <a:latin typeface="Cambria"/>
                <a:cs typeface="Cambria"/>
              </a:rPr>
              <a:t>more</a:t>
            </a:r>
            <a:r>
              <a:rPr sz="2400" dirty="0">
                <a:latin typeface="Cambria"/>
                <a:cs typeface="Cambria"/>
              </a:rPr>
              <a:t> </a:t>
            </a:r>
            <a:r>
              <a:rPr sz="2400" spc="-5" dirty="0">
                <a:latin typeface="Cambria"/>
                <a:cs typeface="Cambria"/>
              </a:rPr>
              <a:t>registers</a:t>
            </a:r>
            <a:r>
              <a:rPr sz="2400" spc="-20" dirty="0">
                <a:latin typeface="Cambria"/>
                <a:cs typeface="Cambria"/>
              </a:rPr>
              <a:t> </a:t>
            </a:r>
            <a:r>
              <a:rPr sz="2400" spc="-5" dirty="0">
                <a:latin typeface="Cambria"/>
                <a:cs typeface="Cambria"/>
              </a:rPr>
              <a:t>than </a:t>
            </a:r>
            <a:r>
              <a:rPr sz="2400" dirty="0">
                <a:latin typeface="Cambria"/>
                <a:cs typeface="Cambria"/>
              </a:rPr>
              <a:t>specified </a:t>
            </a:r>
            <a:r>
              <a:rPr sz="2400" spc="-25" dirty="0">
                <a:latin typeface="Cambria"/>
                <a:cs typeface="Cambria"/>
              </a:rPr>
              <a:t>by</a:t>
            </a:r>
            <a:r>
              <a:rPr sz="2400" spc="-5" dirty="0">
                <a:latin typeface="Cambria"/>
                <a:cs typeface="Cambria"/>
              </a:rPr>
              <a:t> the</a:t>
            </a:r>
            <a:r>
              <a:rPr sz="2400" dirty="0">
                <a:latin typeface="Cambria"/>
                <a:cs typeface="Cambria"/>
              </a:rPr>
              <a:t> </a:t>
            </a:r>
            <a:r>
              <a:rPr sz="2400" spc="-10" dirty="0">
                <a:latin typeface="Cambria"/>
                <a:cs typeface="Cambria"/>
              </a:rPr>
              <a:t>ISA</a:t>
            </a:r>
            <a:endParaRPr sz="2400" dirty="0">
              <a:latin typeface="Cambria"/>
              <a:cs typeface="Cambria"/>
            </a:endParaRPr>
          </a:p>
          <a:p>
            <a:pPr>
              <a:lnSpc>
                <a:spcPct val="100000"/>
              </a:lnSpc>
              <a:spcBef>
                <a:spcPts val="25"/>
              </a:spcBef>
            </a:pPr>
            <a:endParaRPr sz="3700" dirty="0">
              <a:latin typeface="Cambria"/>
              <a:cs typeface="Cambria"/>
            </a:endParaRPr>
          </a:p>
          <a:p>
            <a:pPr marL="299085" marR="5080" indent="-287020">
              <a:lnSpc>
                <a:spcPts val="2590"/>
              </a:lnSpc>
              <a:buChar char="•"/>
              <a:tabLst>
                <a:tab pos="299085" algn="l"/>
                <a:tab pos="299720" algn="l"/>
              </a:tabLst>
            </a:pPr>
            <a:r>
              <a:rPr sz="2400" spc="-15" dirty="0">
                <a:latin typeface="Cambria"/>
                <a:cs typeface="Cambria"/>
              </a:rPr>
              <a:t>Many</a:t>
            </a:r>
            <a:r>
              <a:rPr sz="2400" spc="5" dirty="0">
                <a:latin typeface="Cambria"/>
                <a:cs typeface="Cambria"/>
              </a:rPr>
              <a:t> </a:t>
            </a:r>
            <a:r>
              <a:rPr sz="2400" spc="-5" dirty="0">
                <a:latin typeface="Cambria"/>
                <a:cs typeface="Cambria"/>
              </a:rPr>
              <a:t>modern</a:t>
            </a:r>
            <a:r>
              <a:rPr sz="2400" spc="10" dirty="0">
                <a:latin typeface="Cambria"/>
                <a:cs typeface="Cambria"/>
              </a:rPr>
              <a:t> </a:t>
            </a:r>
            <a:r>
              <a:rPr sz="2400" spc="-10" dirty="0">
                <a:latin typeface="Cambria"/>
                <a:cs typeface="Cambria"/>
              </a:rPr>
              <a:t>architectures</a:t>
            </a:r>
            <a:r>
              <a:rPr sz="2400" dirty="0">
                <a:latin typeface="Cambria"/>
                <a:cs typeface="Cambria"/>
              </a:rPr>
              <a:t> </a:t>
            </a:r>
            <a:r>
              <a:rPr sz="2400" spc="-5" dirty="0">
                <a:latin typeface="Cambria"/>
                <a:cs typeface="Cambria"/>
              </a:rPr>
              <a:t>use</a:t>
            </a:r>
            <a:r>
              <a:rPr sz="2400" spc="15" dirty="0">
                <a:latin typeface="Cambria"/>
                <a:cs typeface="Cambria"/>
              </a:rPr>
              <a:t> </a:t>
            </a:r>
            <a:r>
              <a:rPr sz="2400" spc="-10" dirty="0">
                <a:latin typeface="Cambria"/>
                <a:cs typeface="Cambria"/>
              </a:rPr>
              <a:t>explicit register </a:t>
            </a:r>
            <a:r>
              <a:rPr sz="2400" spc="-5" dirty="0">
                <a:latin typeface="Cambria"/>
                <a:cs typeface="Cambria"/>
              </a:rPr>
              <a:t>renaming</a:t>
            </a:r>
            <a:r>
              <a:rPr sz="2400" spc="-15" dirty="0">
                <a:latin typeface="Cambria"/>
                <a:cs typeface="Cambria"/>
              </a:rPr>
              <a:t> </a:t>
            </a:r>
            <a:r>
              <a:rPr sz="2400" dirty="0">
                <a:latin typeface="Cambria"/>
                <a:cs typeface="Cambria"/>
              </a:rPr>
              <a:t>+</a:t>
            </a:r>
            <a:r>
              <a:rPr sz="2400" spc="35" dirty="0">
                <a:latin typeface="Cambria"/>
                <a:cs typeface="Cambria"/>
              </a:rPr>
              <a:t> </a:t>
            </a:r>
            <a:r>
              <a:rPr sz="2400" spc="-25" dirty="0">
                <a:latin typeface="Cambria"/>
                <a:cs typeface="Cambria"/>
              </a:rPr>
              <a:t>Tomasulo-like</a:t>
            </a:r>
            <a:r>
              <a:rPr sz="2400" spc="25" dirty="0">
                <a:latin typeface="Cambria"/>
                <a:cs typeface="Cambria"/>
              </a:rPr>
              <a:t> </a:t>
            </a:r>
            <a:r>
              <a:rPr sz="2400" spc="-10" dirty="0">
                <a:latin typeface="Cambria"/>
                <a:cs typeface="Cambria"/>
              </a:rPr>
              <a:t>reservation </a:t>
            </a:r>
            <a:r>
              <a:rPr sz="2400" spc="-515" dirty="0">
                <a:latin typeface="Cambria"/>
                <a:cs typeface="Cambria"/>
              </a:rPr>
              <a:t> </a:t>
            </a:r>
            <a:r>
              <a:rPr sz="2400" dirty="0">
                <a:latin typeface="Cambria"/>
                <a:cs typeface="Cambria"/>
              </a:rPr>
              <a:t>stations</a:t>
            </a:r>
            <a:r>
              <a:rPr sz="2400" spc="-15" dirty="0">
                <a:latin typeface="Cambria"/>
                <a:cs typeface="Cambria"/>
              </a:rPr>
              <a:t> to</a:t>
            </a:r>
            <a:r>
              <a:rPr sz="2400" dirty="0">
                <a:latin typeface="Cambria"/>
                <a:cs typeface="Cambria"/>
              </a:rPr>
              <a:t> </a:t>
            </a:r>
            <a:r>
              <a:rPr sz="2400" spc="-10" dirty="0">
                <a:latin typeface="Cambria"/>
                <a:cs typeface="Cambria"/>
              </a:rPr>
              <a:t>control</a:t>
            </a:r>
            <a:r>
              <a:rPr sz="2400" spc="-20" dirty="0">
                <a:latin typeface="Cambria"/>
                <a:cs typeface="Cambria"/>
              </a:rPr>
              <a:t> </a:t>
            </a:r>
            <a:r>
              <a:rPr sz="2400" spc="-10" dirty="0">
                <a:latin typeface="Cambria"/>
                <a:cs typeface="Cambria"/>
              </a:rPr>
              <a:t>execution.</a:t>
            </a:r>
            <a:endParaRPr sz="2400" dirty="0">
              <a:latin typeface="Cambria"/>
              <a:cs typeface="Cambria"/>
            </a:endParaRPr>
          </a:p>
          <a:p>
            <a:pPr>
              <a:lnSpc>
                <a:spcPct val="100000"/>
              </a:lnSpc>
              <a:spcBef>
                <a:spcPts val="10"/>
              </a:spcBef>
            </a:pPr>
            <a:endParaRPr sz="3400" dirty="0">
              <a:latin typeface="Cambria"/>
              <a:cs typeface="Cambria"/>
            </a:endParaRPr>
          </a:p>
        </p:txBody>
      </p:sp>
    </p:spTree>
    <p:extLst>
      <p:ext uri="{BB962C8B-B14F-4D97-AF65-F5344CB8AC3E}">
        <p14:creationId xmlns:p14="http://schemas.microsoft.com/office/powerpoint/2010/main" val="41706268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C5FC9-98AB-AB8D-FBF5-8493E46258FA}"/>
              </a:ext>
            </a:extLst>
          </p:cNvPr>
          <p:cNvSpPr>
            <a:spLocks noGrp="1"/>
          </p:cNvSpPr>
          <p:nvPr>
            <p:ph type="title"/>
          </p:nvPr>
        </p:nvSpPr>
        <p:spPr/>
        <p:txBody>
          <a:bodyPr/>
          <a:lstStyle/>
          <a:p>
            <a:r>
              <a:rPr lang="en-US" dirty="0"/>
              <a:t>Summary</a:t>
            </a:r>
            <a:endParaRPr lang="en-IN" dirty="0"/>
          </a:p>
        </p:txBody>
      </p:sp>
      <p:sp>
        <p:nvSpPr>
          <p:cNvPr id="3" name="Content Placeholder 2">
            <a:extLst>
              <a:ext uri="{FF2B5EF4-FFF2-40B4-BE49-F238E27FC236}">
                <a16:creationId xmlns:a16="http://schemas.microsoft.com/office/drawing/2014/main" id="{03E642EA-7D33-CF68-1426-47EB6835B2A4}"/>
              </a:ext>
            </a:extLst>
          </p:cNvPr>
          <p:cNvSpPr>
            <a:spLocks noGrp="1"/>
          </p:cNvSpPr>
          <p:nvPr>
            <p:ph idx="1"/>
          </p:nvPr>
        </p:nvSpPr>
        <p:spPr/>
        <p:txBody>
          <a:bodyPr>
            <a:normAutofit lnSpcReduction="10000"/>
          </a:bodyPr>
          <a:lstStyle/>
          <a:p>
            <a:r>
              <a:rPr lang="en-US" dirty="0"/>
              <a:t>WAR and WAW hazards are primarily eliminated by explicit register renaming. It cannot mitigate RAW hazards. However, it will still rename it so that the processor moves further. Once it runs out of all the registers, it </a:t>
            </a:r>
            <a:r>
              <a:rPr lang="en-US"/>
              <a:t>will stall. </a:t>
            </a:r>
            <a:endParaRPr lang="en-US" dirty="0"/>
          </a:p>
          <a:p>
            <a:endParaRPr lang="en-US" dirty="0"/>
          </a:p>
          <a:p>
            <a:r>
              <a:rPr lang="en-US" dirty="0"/>
              <a:t>Implicit register renaming through reservation stations also mitigates WAR and WAW hazards. For RAW hazards, the processor will wait and stall.  </a:t>
            </a:r>
            <a:endParaRPr lang="en-IN" dirty="0"/>
          </a:p>
        </p:txBody>
      </p:sp>
      <p:sp>
        <p:nvSpPr>
          <p:cNvPr id="4" name="Footer Placeholder 3">
            <a:extLst>
              <a:ext uri="{FF2B5EF4-FFF2-40B4-BE49-F238E27FC236}">
                <a16:creationId xmlns:a16="http://schemas.microsoft.com/office/drawing/2014/main" id="{36AE17BB-2772-9823-3451-31DED73D8B79}"/>
              </a:ext>
            </a:extLst>
          </p:cNvPr>
          <p:cNvSpPr>
            <a:spLocks noGrp="1"/>
          </p:cNvSpPr>
          <p:nvPr>
            <p:ph type="ftr" sz="quarter" idx="11"/>
          </p:nvPr>
        </p:nvSpPr>
        <p:spPr/>
        <p:txBody>
          <a:bodyPr/>
          <a:lstStyle/>
          <a:p>
            <a:r>
              <a:rPr lang="en-IN"/>
              <a:t>Advanced Computer Architecture</a:t>
            </a:r>
            <a:endParaRPr lang="en-IN" dirty="0"/>
          </a:p>
        </p:txBody>
      </p:sp>
      <p:sp>
        <p:nvSpPr>
          <p:cNvPr id="5" name="Slide Number Placeholder 4">
            <a:extLst>
              <a:ext uri="{FF2B5EF4-FFF2-40B4-BE49-F238E27FC236}">
                <a16:creationId xmlns:a16="http://schemas.microsoft.com/office/drawing/2014/main" id="{5864B612-E32A-C0BE-B486-CCA4116770C1}"/>
              </a:ext>
            </a:extLst>
          </p:cNvPr>
          <p:cNvSpPr>
            <a:spLocks noGrp="1"/>
          </p:cNvSpPr>
          <p:nvPr>
            <p:ph type="sldNum" sz="quarter" idx="12"/>
          </p:nvPr>
        </p:nvSpPr>
        <p:spPr/>
        <p:txBody>
          <a:bodyPr/>
          <a:lstStyle/>
          <a:p>
            <a:fld id="{B8651ABE-1138-46C6-9A43-7FCD4EB2550C}" type="slidenum">
              <a:rPr lang="en-IN" smtClean="0"/>
              <a:pPr/>
              <a:t>42</a:t>
            </a:fld>
            <a:endParaRPr lang="en-IN" dirty="0"/>
          </a:p>
        </p:txBody>
      </p:sp>
    </p:spTree>
    <p:extLst>
      <p:ext uri="{BB962C8B-B14F-4D97-AF65-F5344CB8AC3E}">
        <p14:creationId xmlns:p14="http://schemas.microsoft.com/office/powerpoint/2010/main" val="36810291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51647</TotalTime>
  <Words>4144</Words>
  <Application>Microsoft Office PowerPoint</Application>
  <PresentationFormat>Widescreen</PresentationFormat>
  <Paragraphs>1383</Paragraphs>
  <Slides>42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Arial</vt:lpstr>
      <vt:lpstr>Arial MT</vt:lpstr>
      <vt:lpstr>Calibri</vt:lpstr>
      <vt:lpstr>Calibri Light</vt:lpstr>
      <vt:lpstr>Cambria</vt:lpstr>
      <vt:lpstr>Comic Sans MS</vt:lpstr>
      <vt:lpstr>Times New Roman</vt:lpstr>
      <vt:lpstr>Wingdings</vt:lpstr>
      <vt:lpstr>Office Theme</vt:lpstr>
      <vt:lpstr>CS683: Advanced Computer Architecture</vt:lpstr>
      <vt:lpstr>Decoupled Front-end</vt:lpstr>
      <vt:lpstr>FDIP(Fetch Directed Instruction Prefetching)</vt:lpstr>
      <vt:lpstr>FTQ directed code prefetching (FDIP)</vt:lpstr>
      <vt:lpstr>Benefits</vt:lpstr>
      <vt:lpstr>PowerPoint Presentation</vt:lpstr>
      <vt:lpstr>Decode Latency will be there, anyways </vt:lpstr>
      <vt:lpstr>Think about latency and bandwidth again</vt:lpstr>
      <vt:lpstr>Students@CS683 after Front-end mysteries </vt:lpstr>
      <vt:lpstr>We are together:  The Bigger Picture (latency and bandwidth)</vt:lpstr>
      <vt:lpstr>Some fun questions?</vt:lpstr>
      <vt:lpstr>Here are the front-end Ninjas</vt:lpstr>
      <vt:lpstr>O3 (out-of-order) processor</vt:lpstr>
      <vt:lpstr>Issue Stage??</vt:lpstr>
      <vt:lpstr>Issue Q (instructions enter in-order, leave out-of-order)</vt:lpstr>
      <vt:lpstr>Why Issue Q or Operation Q?</vt:lpstr>
      <vt:lpstr>The Complete Picture First: IBM 360  </vt:lpstr>
      <vt:lpstr>What is the deal?</vt:lpstr>
      <vt:lpstr>Reservation Station</vt:lpstr>
      <vt:lpstr>Pipeline Stages++</vt:lpstr>
      <vt:lpstr>Example: Ready Steady Go!</vt:lpstr>
      <vt:lpstr>Cycle-1</vt:lpstr>
      <vt:lpstr>Cycle-2</vt:lpstr>
      <vt:lpstr>Cycle-3</vt:lpstr>
      <vt:lpstr>Cycle-4</vt:lpstr>
      <vt:lpstr>Cycle-5</vt:lpstr>
      <vt:lpstr>Cycle-6</vt:lpstr>
      <vt:lpstr>Cycle-7</vt:lpstr>
      <vt:lpstr>Cycle-8</vt:lpstr>
      <vt:lpstr>Cycle-9</vt:lpstr>
      <vt:lpstr>Cycle-10</vt:lpstr>
      <vt:lpstr>Cycle-11</vt:lpstr>
      <vt:lpstr>Cycle-12</vt:lpstr>
      <vt:lpstr>Cycle-13</vt:lpstr>
      <vt:lpstr>Cycle-14</vt:lpstr>
      <vt:lpstr>Cycle-15</vt:lpstr>
      <vt:lpstr>Cycle-16</vt:lpstr>
      <vt:lpstr>Cycle-55</vt:lpstr>
      <vt:lpstr>Cycle-56</vt:lpstr>
      <vt:lpstr>Explicit Register Renaming</vt:lpstr>
      <vt:lpstr>Explicit Register Renaming</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Biswabandan</dc:creator>
  <cp:lastModifiedBy>Biswabandan</cp:lastModifiedBy>
  <cp:revision>1009</cp:revision>
  <dcterms:created xsi:type="dcterms:W3CDTF">2021-05-31T06:57:48Z</dcterms:created>
  <dcterms:modified xsi:type="dcterms:W3CDTF">2025-10-13T12:43:55Z</dcterms:modified>
</cp:coreProperties>
</file>