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470" r:id="rId3"/>
    <p:sldId id="506" r:id="rId4"/>
    <p:sldId id="476" r:id="rId5"/>
    <p:sldId id="478" r:id="rId6"/>
    <p:sldId id="496" r:id="rId7"/>
    <p:sldId id="7235" r:id="rId8"/>
    <p:sldId id="7238" r:id="rId9"/>
    <p:sldId id="7254" r:id="rId10"/>
    <p:sldId id="7255" r:id="rId11"/>
    <p:sldId id="502" r:id="rId12"/>
    <p:sldId id="7256" r:id="rId13"/>
    <p:sldId id="7257" r:id="rId14"/>
    <p:sldId id="524" r:id="rId15"/>
    <p:sldId id="530" r:id="rId16"/>
    <p:sldId id="537" r:id="rId17"/>
    <p:sldId id="538" r:id="rId18"/>
    <p:sldId id="53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DF833-375F-427D-9E8D-E7536F08ABA4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BD86923-8B39-4D8E-A8B1-8C49D510010A}">
      <dgm:prSet/>
      <dgm:spPr/>
      <dgm:t>
        <a:bodyPr/>
        <a:lstStyle/>
        <a:p>
          <a:r>
            <a:rPr lang="en-US" i="1" u="sng"/>
            <a:t>Read-After-Write</a:t>
          </a:r>
          <a:r>
            <a:rPr lang="en-US"/>
            <a:t> (</a:t>
          </a:r>
          <a:r>
            <a:rPr lang="en-US" i="1" u="sng"/>
            <a:t>RAW</a:t>
          </a:r>
          <a:r>
            <a:rPr lang="en-US"/>
            <a:t>) </a:t>
          </a:r>
        </a:p>
      </dgm:t>
    </dgm:pt>
    <dgm:pt modelId="{5EC6768C-7D47-458D-9CA2-CAA5F033B2B4}" type="parTrans" cxnId="{899C1D19-70C4-4EF9-AC92-432488B2CE20}">
      <dgm:prSet/>
      <dgm:spPr/>
      <dgm:t>
        <a:bodyPr/>
        <a:lstStyle/>
        <a:p>
          <a:endParaRPr lang="en-US"/>
        </a:p>
      </dgm:t>
    </dgm:pt>
    <dgm:pt modelId="{EED91CE8-6BFA-4275-A60F-8310A93E7474}" type="sibTrans" cxnId="{899C1D19-70C4-4EF9-AC92-432488B2CE20}">
      <dgm:prSet/>
      <dgm:spPr/>
      <dgm:t>
        <a:bodyPr/>
        <a:lstStyle/>
        <a:p>
          <a:endParaRPr lang="en-US"/>
        </a:p>
      </dgm:t>
    </dgm:pt>
    <dgm:pt modelId="{A412E2C4-A599-4539-98AB-DA267919FCF9}">
      <dgm:prSet/>
      <dgm:spPr/>
      <dgm:t>
        <a:bodyPr/>
        <a:lstStyle/>
        <a:p>
          <a:r>
            <a:rPr lang="en-US"/>
            <a:t>Read must wait until earlier write finishes</a:t>
          </a:r>
        </a:p>
      </dgm:t>
    </dgm:pt>
    <dgm:pt modelId="{7A60859F-8815-4A0A-A968-52910312653E}" type="parTrans" cxnId="{C31CBAC4-1C1C-4C8D-B37B-4AFA6A9667A3}">
      <dgm:prSet/>
      <dgm:spPr/>
      <dgm:t>
        <a:bodyPr/>
        <a:lstStyle/>
        <a:p>
          <a:endParaRPr lang="en-US"/>
        </a:p>
      </dgm:t>
    </dgm:pt>
    <dgm:pt modelId="{462F339E-9629-471A-AF86-794B62383223}" type="sibTrans" cxnId="{C31CBAC4-1C1C-4C8D-B37B-4AFA6A9667A3}">
      <dgm:prSet/>
      <dgm:spPr/>
      <dgm:t>
        <a:bodyPr/>
        <a:lstStyle/>
        <a:p>
          <a:endParaRPr lang="en-US"/>
        </a:p>
      </dgm:t>
    </dgm:pt>
    <dgm:pt modelId="{3CA1289C-CB32-45E2-99F8-2C6B54789D97}">
      <dgm:prSet/>
      <dgm:spPr/>
      <dgm:t>
        <a:bodyPr/>
        <a:lstStyle/>
        <a:p>
          <a:r>
            <a:rPr lang="en-US" i="1" u="sng"/>
            <a:t>Anti-Dependence</a:t>
          </a:r>
          <a:r>
            <a:rPr lang="en-US"/>
            <a:t> (</a:t>
          </a:r>
          <a:r>
            <a:rPr lang="en-US" i="1" u="sng"/>
            <a:t>WAR</a:t>
          </a:r>
          <a:r>
            <a:rPr lang="en-US"/>
            <a:t>)</a:t>
          </a:r>
        </a:p>
      </dgm:t>
    </dgm:pt>
    <dgm:pt modelId="{E2EC6EF1-721C-402D-9435-97E04418A9D6}" type="parTrans" cxnId="{1FFB253B-116E-4161-96F7-3E9F9B8B5FFD}">
      <dgm:prSet/>
      <dgm:spPr/>
      <dgm:t>
        <a:bodyPr/>
        <a:lstStyle/>
        <a:p>
          <a:endParaRPr lang="en-US"/>
        </a:p>
      </dgm:t>
    </dgm:pt>
    <dgm:pt modelId="{B47994A1-433C-4ED0-A30B-CFD71782F0FB}" type="sibTrans" cxnId="{1FFB253B-116E-4161-96F7-3E9F9B8B5FFD}">
      <dgm:prSet/>
      <dgm:spPr/>
      <dgm:t>
        <a:bodyPr/>
        <a:lstStyle/>
        <a:p>
          <a:endParaRPr lang="en-US"/>
        </a:p>
      </dgm:t>
    </dgm:pt>
    <dgm:pt modelId="{BC515B18-04C6-4AC3-8DF6-4E0823051BE2}">
      <dgm:prSet/>
      <dgm:spPr/>
      <dgm:t>
        <a:bodyPr/>
        <a:lstStyle/>
        <a:p>
          <a:r>
            <a:rPr lang="en-US"/>
            <a:t>Write must wait until earlier read finishes </a:t>
          </a:r>
        </a:p>
      </dgm:t>
    </dgm:pt>
    <dgm:pt modelId="{C95047DB-1A58-4167-908B-E95A66D9136C}" type="parTrans" cxnId="{E6136B9A-D1F9-4066-ADE0-D066045102E9}">
      <dgm:prSet/>
      <dgm:spPr/>
      <dgm:t>
        <a:bodyPr/>
        <a:lstStyle/>
        <a:p>
          <a:endParaRPr lang="en-US"/>
        </a:p>
      </dgm:t>
    </dgm:pt>
    <dgm:pt modelId="{460AF983-272C-4D0F-A622-74BC6EB201D2}" type="sibTrans" cxnId="{E6136B9A-D1F9-4066-ADE0-D066045102E9}">
      <dgm:prSet/>
      <dgm:spPr/>
      <dgm:t>
        <a:bodyPr/>
        <a:lstStyle/>
        <a:p>
          <a:endParaRPr lang="en-US"/>
        </a:p>
      </dgm:t>
    </dgm:pt>
    <dgm:pt modelId="{029FB6C8-96FF-4B5A-9A41-C9BA7233CDA4}">
      <dgm:prSet/>
      <dgm:spPr/>
      <dgm:t>
        <a:bodyPr/>
        <a:lstStyle/>
        <a:p>
          <a:r>
            <a:rPr lang="en-US" i="1" u="sng"/>
            <a:t>Output Dependence</a:t>
          </a:r>
          <a:r>
            <a:rPr lang="en-US"/>
            <a:t> (</a:t>
          </a:r>
          <a:r>
            <a:rPr lang="en-US" i="1" u="sng"/>
            <a:t>WAW</a:t>
          </a:r>
          <a:r>
            <a:rPr lang="en-US"/>
            <a:t>)</a:t>
          </a:r>
        </a:p>
      </dgm:t>
    </dgm:pt>
    <dgm:pt modelId="{D9769599-3569-4BA0-88CE-086491CA173E}" type="parTrans" cxnId="{12384C42-AD2D-43D3-8B02-CB7DDFA7084B}">
      <dgm:prSet/>
      <dgm:spPr/>
      <dgm:t>
        <a:bodyPr/>
        <a:lstStyle/>
        <a:p>
          <a:endParaRPr lang="en-US"/>
        </a:p>
      </dgm:t>
    </dgm:pt>
    <dgm:pt modelId="{EF2483E6-E918-4126-828C-ECE4D72837AD}" type="sibTrans" cxnId="{12384C42-AD2D-43D3-8B02-CB7DDFA7084B}">
      <dgm:prSet/>
      <dgm:spPr/>
      <dgm:t>
        <a:bodyPr/>
        <a:lstStyle/>
        <a:p>
          <a:endParaRPr lang="en-US"/>
        </a:p>
      </dgm:t>
    </dgm:pt>
    <dgm:pt modelId="{78FBB9B7-F67F-40E7-A11E-1A6D1A6B1752}">
      <dgm:prSet/>
      <dgm:spPr/>
      <dgm:t>
        <a:bodyPr/>
        <a:lstStyle/>
        <a:p>
          <a:r>
            <a:rPr lang="en-US"/>
            <a:t>Earlier write can’t overwrite later write </a:t>
          </a:r>
        </a:p>
      </dgm:t>
    </dgm:pt>
    <dgm:pt modelId="{483F797F-E165-4B08-974D-91DFDD106913}" type="parTrans" cxnId="{5DD46B95-9B5F-4CBD-9CA4-F9057746837D}">
      <dgm:prSet/>
      <dgm:spPr/>
      <dgm:t>
        <a:bodyPr/>
        <a:lstStyle/>
        <a:p>
          <a:endParaRPr lang="en-US"/>
        </a:p>
      </dgm:t>
    </dgm:pt>
    <dgm:pt modelId="{20A15CBA-21C7-469C-9EFA-07F31B58779C}" type="sibTrans" cxnId="{5DD46B95-9B5F-4CBD-9CA4-F9057746837D}">
      <dgm:prSet/>
      <dgm:spPr/>
      <dgm:t>
        <a:bodyPr/>
        <a:lstStyle/>
        <a:p>
          <a:endParaRPr lang="en-US"/>
        </a:p>
      </dgm:t>
    </dgm:pt>
    <dgm:pt modelId="{E0B5A7B5-4C21-44A5-AEF5-620835F7D609}">
      <dgm:prSet/>
      <dgm:spPr/>
      <dgm:t>
        <a:bodyPr/>
        <a:lstStyle/>
        <a:p>
          <a:r>
            <a:rPr lang="en-US"/>
            <a:t>(WAW hazard: not possible with vanilla 5-stage pipeline)</a:t>
          </a:r>
        </a:p>
      </dgm:t>
    </dgm:pt>
    <dgm:pt modelId="{F8294BB8-4298-4279-8988-6EB89169D69A}" type="parTrans" cxnId="{85282263-B0D7-42FD-A445-59D0824E2AFF}">
      <dgm:prSet/>
      <dgm:spPr/>
      <dgm:t>
        <a:bodyPr/>
        <a:lstStyle/>
        <a:p>
          <a:endParaRPr lang="en-US"/>
        </a:p>
      </dgm:t>
    </dgm:pt>
    <dgm:pt modelId="{DF114762-46C8-41B8-A40F-B899110F11AE}" type="sibTrans" cxnId="{85282263-B0D7-42FD-A445-59D0824E2AFF}">
      <dgm:prSet/>
      <dgm:spPr/>
      <dgm:t>
        <a:bodyPr/>
        <a:lstStyle/>
        <a:p>
          <a:endParaRPr lang="en-US"/>
        </a:p>
      </dgm:t>
    </dgm:pt>
    <dgm:pt modelId="{6451A1F2-98A5-4F95-B688-D8B8D64B157B}" type="pres">
      <dgm:prSet presAssocID="{EE1DF833-375F-427D-9E8D-E7536F08ABA4}" presName="linear" presStyleCnt="0">
        <dgm:presLayoutVars>
          <dgm:dir/>
          <dgm:animLvl val="lvl"/>
          <dgm:resizeHandles val="exact"/>
        </dgm:presLayoutVars>
      </dgm:prSet>
      <dgm:spPr/>
    </dgm:pt>
    <dgm:pt modelId="{91497A5E-C7C7-4D77-A2F0-D0892C027AE2}" type="pres">
      <dgm:prSet presAssocID="{FBD86923-8B39-4D8E-A8B1-8C49D510010A}" presName="parentLin" presStyleCnt="0"/>
      <dgm:spPr/>
    </dgm:pt>
    <dgm:pt modelId="{60A62D20-7D48-489D-AFD4-A8BDDCA378E1}" type="pres">
      <dgm:prSet presAssocID="{FBD86923-8B39-4D8E-A8B1-8C49D510010A}" presName="parentLeftMargin" presStyleLbl="node1" presStyleIdx="0" presStyleCnt="3"/>
      <dgm:spPr/>
    </dgm:pt>
    <dgm:pt modelId="{E407CF94-AE91-4EC7-92AB-4B67366CB2B3}" type="pres">
      <dgm:prSet presAssocID="{FBD86923-8B39-4D8E-A8B1-8C49D510010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676B80-D4A8-4DF1-8448-BDB206583287}" type="pres">
      <dgm:prSet presAssocID="{FBD86923-8B39-4D8E-A8B1-8C49D510010A}" presName="negativeSpace" presStyleCnt="0"/>
      <dgm:spPr/>
    </dgm:pt>
    <dgm:pt modelId="{4B750C6E-1B30-4635-81F4-480AD444A0A1}" type="pres">
      <dgm:prSet presAssocID="{FBD86923-8B39-4D8E-A8B1-8C49D510010A}" presName="childText" presStyleLbl="conFgAcc1" presStyleIdx="0" presStyleCnt="3">
        <dgm:presLayoutVars>
          <dgm:bulletEnabled val="1"/>
        </dgm:presLayoutVars>
      </dgm:prSet>
      <dgm:spPr/>
    </dgm:pt>
    <dgm:pt modelId="{F833798F-B241-47DD-AE7B-47ED6D5BF93C}" type="pres">
      <dgm:prSet presAssocID="{EED91CE8-6BFA-4275-A60F-8310A93E7474}" presName="spaceBetweenRectangles" presStyleCnt="0"/>
      <dgm:spPr/>
    </dgm:pt>
    <dgm:pt modelId="{0B392103-8E48-468D-AB24-2EA24A5ABB1C}" type="pres">
      <dgm:prSet presAssocID="{3CA1289C-CB32-45E2-99F8-2C6B54789D97}" presName="parentLin" presStyleCnt="0"/>
      <dgm:spPr/>
    </dgm:pt>
    <dgm:pt modelId="{FEB6B633-70FD-415D-8ABF-4465D9AB4589}" type="pres">
      <dgm:prSet presAssocID="{3CA1289C-CB32-45E2-99F8-2C6B54789D97}" presName="parentLeftMargin" presStyleLbl="node1" presStyleIdx="0" presStyleCnt="3"/>
      <dgm:spPr/>
    </dgm:pt>
    <dgm:pt modelId="{5CA74C80-7C03-40AE-B535-1FA4A33B0A00}" type="pres">
      <dgm:prSet presAssocID="{3CA1289C-CB32-45E2-99F8-2C6B54789D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AEFF2F-F610-41F5-9A65-299A46229E2D}" type="pres">
      <dgm:prSet presAssocID="{3CA1289C-CB32-45E2-99F8-2C6B54789D97}" presName="negativeSpace" presStyleCnt="0"/>
      <dgm:spPr/>
    </dgm:pt>
    <dgm:pt modelId="{C3BC213A-02A7-4238-8FFB-E02DB5D94995}" type="pres">
      <dgm:prSet presAssocID="{3CA1289C-CB32-45E2-99F8-2C6B54789D97}" presName="childText" presStyleLbl="conFgAcc1" presStyleIdx="1" presStyleCnt="3">
        <dgm:presLayoutVars>
          <dgm:bulletEnabled val="1"/>
        </dgm:presLayoutVars>
      </dgm:prSet>
      <dgm:spPr/>
    </dgm:pt>
    <dgm:pt modelId="{07879834-24B6-4F90-A0F2-20D5F67B6101}" type="pres">
      <dgm:prSet presAssocID="{B47994A1-433C-4ED0-A30B-CFD71782F0FB}" presName="spaceBetweenRectangles" presStyleCnt="0"/>
      <dgm:spPr/>
    </dgm:pt>
    <dgm:pt modelId="{64BEC2ED-AE67-4AAF-AE8E-0AB36DA44402}" type="pres">
      <dgm:prSet presAssocID="{029FB6C8-96FF-4B5A-9A41-C9BA7233CDA4}" presName="parentLin" presStyleCnt="0"/>
      <dgm:spPr/>
    </dgm:pt>
    <dgm:pt modelId="{AA6C0BD7-5BCB-4FEF-A503-6F56DB9AE888}" type="pres">
      <dgm:prSet presAssocID="{029FB6C8-96FF-4B5A-9A41-C9BA7233CDA4}" presName="parentLeftMargin" presStyleLbl="node1" presStyleIdx="1" presStyleCnt="3"/>
      <dgm:spPr/>
    </dgm:pt>
    <dgm:pt modelId="{52FEFDB3-2A95-49C0-B0BC-750109E8E054}" type="pres">
      <dgm:prSet presAssocID="{029FB6C8-96FF-4B5A-9A41-C9BA7233CD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1316E36-4FDC-4A68-936B-6F43476845A4}" type="pres">
      <dgm:prSet presAssocID="{029FB6C8-96FF-4B5A-9A41-C9BA7233CDA4}" presName="negativeSpace" presStyleCnt="0"/>
      <dgm:spPr/>
    </dgm:pt>
    <dgm:pt modelId="{3BC211FC-68CE-4159-9E4E-FB9DF72B7716}" type="pres">
      <dgm:prSet presAssocID="{029FB6C8-96FF-4B5A-9A41-C9BA7233CD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99C1D19-70C4-4EF9-AC92-432488B2CE20}" srcId="{EE1DF833-375F-427D-9E8D-E7536F08ABA4}" destId="{FBD86923-8B39-4D8E-A8B1-8C49D510010A}" srcOrd="0" destOrd="0" parTransId="{5EC6768C-7D47-458D-9CA2-CAA5F033B2B4}" sibTransId="{EED91CE8-6BFA-4275-A60F-8310A93E7474}"/>
    <dgm:cxn modelId="{48959F26-FCEB-4E74-836B-825ACE1C2B0E}" type="presOf" srcId="{A412E2C4-A599-4539-98AB-DA267919FCF9}" destId="{4B750C6E-1B30-4635-81F4-480AD444A0A1}" srcOrd="0" destOrd="0" presId="urn:microsoft.com/office/officeart/2005/8/layout/list1"/>
    <dgm:cxn modelId="{9AAA1228-F81A-4696-98EC-2764530DC5B1}" type="presOf" srcId="{EE1DF833-375F-427D-9E8D-E7536F08ABA4}" destId="{6451A1F2-98A5-4F95-B688-D8B8D64B157B}" srcOrd="0" destOrd="0" presId="urn:microsoft.com/office/officeart/2005/8/layout/list1"/>
    <dgm:cxn modelId="{33B2AC2D-8AE5-4206-8455-2E095E167F54}" type="presOf" srcId="{78FBB9B7-F67F-40E7-A11E-1A6D1A6B1752}" destId="{3BC211FC-68CE-4159-9E4E-FB9DF72B7716}" srcOrd="0" destOrd="0" presId="urn:microsoft.com/office/officeart/2005/8/layout/list1"/>
    <dgm:cxn modelId="{1FFB253B-116E-4161-96F7-3E9F9B8B5FFD}" srcId="{EE1DF833-375F-427D-9E8D-E7536F08ABA4}" destId="{3CA1289C-CB32-45E2-99F8-2C6B54789D97}" srcOrd="1" destOrd="0" parTransId="{E2EC6EF1-721C-402D-9435-97E04418A9D6}" sibTransId="{B47994A1-433C-4ED0-A30B-CFD71782F0FB}"/>
    <dgm:cxn modelId="{12384C42-AD2D-43D3-8B02-CB7DDFA7084B}" srcId="{EE1DF833-375F-427D-9E8D-E7536F08ABA4}" destId="{029FB6C8-96FF-4B5A-9A41-C9BA7233CDA4}" srcOrd="2" destOrd="0" parTransId="{D9769599-3569-4BA0-88CE-086491CA173E}" sibTransId="{EF2483E6-E918-4126-828C-ECE4D72837AD}"/>
    <dgm:cxn modelId="{85282263-B0D7-42FD-A445-59D0824E2AFF}" srcId="{029FB6C8-96FF-4B5A-9A41-C9BA7233CDA4}" destId="{E0B5A7B5-4C21-44A5-AEF5-620835F7D609}" srcOrd="1" destOrd="0" parTransId="{F8294BB8-4298-4279-8988-6EB89169D69A}" sibTransId="{DF114762-46C8-41B8-A40F-B899110F11AE}"/>
    <dgm:cxn modelId="{EDF3C543-A321-46AE-BAA8-2E631032DE6F}" type="presOf" srcId="{3CA1289C-CB32-45E2-99F8-2C6B54789D97}" destId="{FEB6B633-70FD-415D-8ABF-4465D9AB4589}" srcOrd="0" destOrd="0" presId="urn:microsoft.com/office/officeart/2005/8/layout/list1"/>
    <dgm:cxn modelId="{C303FD72-6F7C-4F72-B239-524BBD730B25}" type="presOf" srcId="{029FB6C8-96FF-4B5A-9A41-C9BA7233CDA4}" destId="{AA6C0BD7-5BCB-4FEF-A503-6F56DB9AE888}" srcOrd="0" destOrd="0" presId="urn:microsoft.com/office/officeart/2005/8/layout/list1"/>
    <dgm:cxn modelId="{5DD46B95-9B5F-4CBD-9CA4-F9057746837D}" srcId="{029FB6C8-96FF-4B5A-9A41-C9BA7233CDA4}" destId="{78FBB9B7-F67F-40E7-A11E-1A6D1A6B1752}" srcOrd="0" destOrd="0" parTransId="{483F797F-E165-4B08-974D-91DFDD106913}" sibTransId="{20A15CBA-21C7-469C-9EFA-07F31B58779C}"/>
    <dgm:cxn modelId="{E6136B9A-D1F9-4066-ADE0-D066045102E9}" srcId="{3CA1289C-CB32-45E2-99F8-2C6B54789D97}" destId="{BC515B18-04C6-4AC3-8DF6-4E0823051BE2}" srcOrd="0" destOrd="0" parTransId="{C95047DB-1A58-4167-908B-E95A66D9136C}" sibTransId="{460AF983-272C-4D0F-A622-74BC6EB201D2}"/>
    <dgm:cxn modelId="{96C2E59E-D7ED-44BA-8C4B-C8F546DBEAAE}" type="presOf" srcId="{029FB6C8-96FF-4B5A-9A41-C9BA7233CDA4}" destId="{52FEFDB3-2A95-49C0-B0BC-750109E8E054}" srcOrd="1" destOrd="0" presId="urn:microsoft.com/office/officeart/2005/8/layout/list1"/>
    <dgm:cxn modelId="{E178DBB4-FA70-487B-B5B9-EEE18A3AE4E3}" type="presOf" srcId="{FBD86923-8B39-4D8E-A8B1-8C49D510010A}" destId="{60A62D20-7D48-489D-AFD4-A8BDDCA378E1}" srcOrd="0" destOrd="0" presId="urn:microsoft.com/office/officeart/2005/8/layout/list1"/>
    <dgm:cxn modelId="{9B78FCBE-96CD-4737-85B7-6BAC47AE0252}" type="presOf" srcId="{FBD86923-8B39-4D8E-A8B1-8C49D510010A}" destId="{E407CF94-AE91-4EC7-92AB-4B67366CB2B3}" srcOrd="1" destOrd="0" presId="urn:microsoft.com/office/officeart/2005/8/layout/list1"/>
    <dgm:cxn modelId="{C31CBAC4-1C1C-4C8D-B37B-4AFA6A9667A3}" srcId="{FBD86923-8B39-4D8E-A8B1-8C49D510010A}" destId="{A412E2C4-A599-4539-98AB-DA267919FCF9}" srcOrd="0" destOrd="0" parTransId="{7A60859F-8815-4A0A-A968-52910312653E}" sibTransId="{462F339E-9629-471A-AF86-794B62383223}"/>
    <dgm:cxn modelId="{85CB8ED2-93D8-4CA0-8605-38BA71F54080}" type="presOf" srcId="{3CA1289C-CB32-45E2-99F8-2C6B54789D97}" destId="{5CA74C80-7C03-40AE-B535-1FA4A33B0A00}" srcOrd="1" destOrd="0" presId="urn:microsoft.com/office/officeart/2005/8/layout/list1"/>
    <dgm:cxn modelId="{A6DC3CEC-B66B-4035-A9D1-19424B1BC689}" type="presOf" srcId="{E0B5A7B5-4C21-44A5-AEF5-620835F7D609}" destId="{3BC211FC-68CE-4159-9E4E-FB9DF72B7716}" srcOrd="0" destOrd="1" presId="urn:microsoft.com/office/officeart/2005/8/layout/list1"/>
    <dgm:cxn modelId="{F00E74F4-7048-42AB-88AA-017CC91D5BD6}" type="presOf" srcId="{BC515B18-04C6-4AC3-8DF6-4E0823051BE2}" destId="{C3BC213A-02A7-4238-8FFB-E02DB5D94995}" srcOrd="0" destOrd="0" presId="urn:microsoft.com/office/officeart/2005/8/layout/list1"/>
    <dgm:cxn modelId="{D95A5867-4417-4955-9EFE-AB64FD8E5643}" type="presParOf" srcId="{6451A1F2-98A5-4F95-B688-D8B8D64B157B}" destId="{91497A5E-C7C7-4D77-A2F0-D0892C027AE2}" srcOrd="0" destOrd="0" presId="urn:microsoft.com/office/officeart/2005/8/layout/list1"/>
    <dgm:cxn modelId="{1B1BCBBF-C898-4D3F-A4A5-D1322C9B3BC5}" type="presParOf" srcId="{91497A5E-C7C7-4D77-A2F0-D0892C027AE2}" destId="{60A62D20-7D48-489D-AFD4-A8BDDCA378E1}" srcOrd="0" destOrd="0" presId="urn:microsoft.com/office/officeart/2005/8/layout/list1"/>
    <dgm:cxn modelId="{8DE38A9F-DCFE-4AFB-99CA-7454494C8099}" type="presParOf" srcId="{91497A5E-C7C7-4D77-A2F0-D0892C027AE2}" destId="{E407CF94-AE91-4EC7-92AB-4B67366CB2B3}" srcOrd="1" destOrd="0" presId="urn:microsoft.com/office/officeart/2005/8/layout/list1"/>
    <dgm:cxn modelId="{45925031-C2D9-48C9-B862-2550213F59C7}" type="presParOf" srcId="{6451A1F2-98A5-4F95-B688-D8B8D64B157B}" destId="{4C676B80-D4A8-4DF1-8448-BDB206583287}" srcOrd="1" destOrd="0" presId="urn:microsoft.com/office/officeart/2005/8/layout/list1"/>
    <dgm:cxn modelId="{BED2B43A-8CEB-4B41-981C-E30E597BAC86}" type="presParOf" srcId="{6451A1F2-98A5-4F95-B688-D8B8D64B157B}" destId="{4B750C6E-1B30-4635-81F4-480AD444A0A1}" srcOrd="2" destOrd="0" presId="urn:microsoft.com/office/officeart/2005/8/layout/list1"/>
    <dgm:cxn modelId="{3E2C1A12-FC8F-401E-BBF7-6A4654F44613}" type="presParOf" srcId="{6451A1F2-98A5-4F95-B688-D8B8D64B157B}" destId="{F833798F-B241-47DD-AE7B-47ED6D5BF93C}" srcOrd="3" destOrd="0" presId="urn:microsoft.com/office/officeart/2005/8/layout/list1"/>
    <dgm:cxn modelId="{666E3240-E8DB-4EC0-AC67-E3EF2B7570B6}" type="presParOf" srcId="{6451A1F2-98A5-4F95-B688-D8B8D64B157B}" destId="{0B392103-8E48-468D-AB24-2EA24A5ABB1C}" srcOrd="4" destOrd="0" presId="urn:microsoft.com/office/officeart/2005/8/layout/list1"/>
    <dgm:cxn modelId="{F1B90708-AAA8-4131-9E54-F9728D704555}" type="presParOf" srcId="{0B392103-8E48-468D-AB24-2EA24A5ABB1C}" destId="{FEB6B633-70FD-415D-8ABF-4465D9AB4589}" srcOrd="0" destOrd="0" presId="urn:microsoft.com/office/officeart/2005/8/layout/list1"/>
    <dgm:cxn modelId="{720224B8-6808-4B92-92B1-25051E49CD59}" type="presParOf" srcId="{0B392103-8E48-468D-AB24-2EA24A5ABB1C}" destId="{5CA74C80-7C03-40AE-B535-1FA4A33B0A00}" srcOrd="1" destOrd="0" presId="urn:microsoft.com/office/officeart/2005/8/layout/list1"/>
    <dgm:cxn modelId="{ECB8D024-01F5-425F-90DF-BFC7043A556E}" type="presParOf" srcId="{6451A1F2-98A5-4F95-B688-D8B8D64B157B}" destId="{76AEFF2F-F610-41F5-9A65-299A46229E2D}" srcOrd="5" destOrd="0" presId="urn:microsoft.com/office/officeart/2005/8/layout/list1"/>
    <dgm:cxn modelId="{138B8DB9-F6F5-47E6-9670-0400D4D432FD}" type="presParOf" srcId="{6451A1F2-98A5-4F95-B688-D8B8D64B157B}" destId="{C3BC213A-02A7-4238-8FFB-E02DB5D94995}" srcOrd="6" destOrd="0" presId="urn:microsoft.com/office/officeart/2005/8/layout/list1"/>
    <dgm:cxn modelId="{15840816-702D-46EC-ABDB-0AB328040A77}" type="presParOf" srcId="{6451A1F2-98A5-4F95-B688-D8B8D64B157B}" destId="{07879834-24B6-4F90-A0F2-20D5F67B6101}" srcOrd="7" destOrd="0" presId="urn:microsoft.com/office/officeart/2005/8/layout/list1"/>
    <dgm:cxn modelId="{AA18AD4B-D468-4931-A5A4-7D5C216103A2}" type="presParOf" srcId="{6451A1F2-98A5-4F95-B688-D8B8D64B157B}" destId="{64BEC2ED-AE67-4AAF-AE8E-0AB36DA44402}" srcOrd="8" destOrd="0" presId="urn:microsoft.com/office/officeart/2005/8/layout/list1"/>
    <dgm:cxn modelId="{7E105592-B2FF-40CF-8590-93D74D1CCB73}" type="presParOf" srcId="{64BEC2ED-AE67-4AAF-AE8E-0AB36DA44402}" destId="{AA6C0BD7-5BCB-4FEF-A503-6F56DB9AE888}" srcOrd="0" destOrd="0" presId="urn:microsoft.com/office/officeart/2005/8/layout/list1"/>
    <dgm:cxn modelId="{A9631437-4705-4088-AC4B-5F760B82B1BF}" type="presParOf" srcId="{64BEC2ED-AE67-4AAF-AE8E-0AB36DA44402}" destId="{52FEFDB3-2A95-49C0-B0BC-750109E8E054}" srcOrd="1" destOrd="0" presId="urn:microsoft.com/office/officeart/2005/8/layout/list1"/>
    <dgm:cxn modelId="{C4E9F848-ACB1-452D-A7FB-00C0F45779A1}" type="presParOf" srcId="{6451A1F2-98A5-4F95-B688-D8B8D64B157B}" destId="{11316E36-4FDC-4A68-936B-6F43476845A4}" srcOrd="9" destOrd="0" presId="urn:microsoft.com/office/officeart/2005/8/layout/list1"/>
    <dgm:cxn modelId="{636838D1-419B-414E-B153-E5CFCC8B1BC4}" type="presParOf" srcId="{6451A1F2-98A5-4F95-B688-D8B8D64B157B}" destId="{3BC211FC-68CE-4159-9E4E-FB9DF72B771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673ABC-7E35-41A2-9DA5-664DAA809854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0936BEB-D80A-4158-89C0-A82465583E0C}">
      <dgm:prSet/>
      <dgm:spPr/>
      <dgm:t>
        <a:bodyPr/>
        <a:lstStyle/>
        <a:p>
          <a:r>
            <a:rPr lang="en-US"/>
            <a:t>What do we need to calculate next PC?</a:t>
          </a:r>
        </a:p>
      </dgm:t>
    </dgm:pt>
    <dgm:pt modelId="{6740195F-49BA-43AB-A893-E0935F212C70}" type="parTrans" cxnId="{88F6A12E-6D7C-485C-89CC-358FCC9348B9}">
      <dgm:prSet/>
      <dgm:spPr/>
      <dgm:t>
        <a:bodyPr/>
        <a:lstStyle/>
        <a:p>
          <a:endParaRPr lang="en-US"/>
        </a:p>
      </dgm:t>
    </dgm:pt>
    <dgm:pt modelId="{BAAFBD63-F42F-4D14-A8E9-2E7416EEB1AC}" type="sibTrans" cxnId="{88F6A12E-6D7C-485C-89CC-358FCC9348B9}">
      <dgm:prSet/>
      <dgm:spPr/>
      <dgm:t>
        <a:bodyPr/>
        <a:lstStyle/>
        <a:p>
          <a:endParaRPr lang="en-US"/>
        </a:p>
      </dgm:t>
    </dgm:pt>
    <dgm:pt modelId="{469771A6-5207-4F5F-88BD-A0A2A3DC744F}">
      <dgm:prSet/>
      <dgm:spPr/>
      <dgm:t>
        <a:bodyPr/>
        <a:lstStyle/>
        <a:p>
          <a:r>
            <a:rPr lang="en-US"/>
            <a:t>For Jumps</a:t>
          </a:r>
        </a:p>
      </dgm:t>
    </dgm:pt>
    <dgm:pt modelId="{E596D306-DCB0-49B5-AC72-28680C3BB582}" type="parTrans" cxnId="{6D7DE7F7-687F-4FAB-B42E-2353B0DC89AB}">
      <dgm:prSet/>
      <dgm:spPr/>
      <dgm:t>
        <a:bodyPr/>
        <a:lstStyle/>
        <a:p>
          <a:endParaRPr lang="en-US"/>
        </a:p>
      </dgm:t>
    </dgm:pt>
    <dgm:pt modelId="{92D81E1A-99C5-4628-BF8B-20B7602028CF}" type="sibTrans" cxnId="{6D7DE7F7-687F-4FAB-B42E-2353B0DC89AB}">
      <dgm:prSet/>
      <dgm:spPr/>
      <dgm:t>
        <a:bodyPr/>
        <a:lstStyle/>
        <a:p>
          <a:endParaRPr lang="en-US"/>
        </a:p>
      </dgm:t>
    </dgm:pt>
    <dgm:pt modelId="{9FAE3189-FC96-4B9B-B985-F346DD24D786}">
      <dgm:prSet/>
      <dgm:spPr/>
      <dgm:t>
        <a:bodyPr/>
        <a:lstStyle/>
        <a:p>
          <a:r>
            <a:rPr lang="en-US"/>
            <a:t>Opcode, offset, and PC</a:t>
          </a:r>
        </a:p>
      </dgm:t>
    </dgm:pt>
    <dgm:pt modelId="{F2D1D300-67A9-4655-BE34-B024DA6DD1CD}" type="parTrans" cxnId="{61894ECE-E2BE-4044-99CB-3390FFA0F141}">
      <dgm:prSet/>
      <dgm:spPr/>
      <dgm:t>
        <a:bodyPr/>
        <a:lstStyle/>
        <a:p>
          <a:endParaRPr lang="en-US"/>
        </a:p>
      </dgm:t>
    </dgm:pt>
    <dgm:pt modelId="{8A7F087F-7ADA-415C-8D53-5D0A438789FE}" type="sibTrans" cxnId="{61894ECE-E2BE-4044-99CB-3390FFA0F141}">
      <dgm:prSet/>
      <dgm:spPr/>
      <dgm:t>
        <a:bodyPr/>
        <a:lstStyle/>
        <a:p>
          <a:endParaRPr lang="en-US"/>
        </a:p>
      </dgm:t>
    </dgm:pt>
    <dgm:pt modelId="{0ABB0E6E-FA04-4A42-9D76-DA065AA176EF}">
      <dgm:prSet/>
      <dgm:spPr/>
      <dgm:t>
        <a:bodyPr/>
        <a:lstStyle/>
        <a:p>
          <a:r>
            <a:rPr lang="en-US"/>
            <a:t>For Jump Register</a:t>
          </a:r>
        </a:p>
      </dgm:t>
    </dgm:pt>
    <dgm:pt modelId="{5C185F53-D3AF-4170-A371-0C242A6D59D9}" type="parTrans" cxnId="{08C77CA7-CDD1-4AB9-B210-77C1D9E2B085}">
      <dgm:prSet/>
      <dgm:spPr/>
      <dgm:t>
        <a:bodyPr/>
        <a:lstStyle/>
        <a:p>
          <a:endParaRPr lang="en-US"/>
        </a:p>
      </dgm:t>
    </dgm:pt>
    <dgm:pt modelId="{603D1059-95F9-420E-A006-4EA350B8E215}" type="sibTrans" cxnId="{08C77CA7-CDD1-4AB9-B210-77C1D9E2B085}">
      <dgm:prSet/>
      <dgm:spPr/>
      <dgm:t>
        <a:bodyPr/>
        <a:lstStyle/>
        <a:p>
          <a:endParaRPr lang="en-US"/>
        </a:p>
      </dgm:t>
    </dgm:pt>
    <dgm:pt modelId="{D86FEB49-9765-4655-97A4-89EB841A4649}">
      <dgm:prSet/>
      <dgm:spPr/>
      <dgm:t>
        <a:bodyPr/>
        <a:lstStyle/>
        <a:p>
          <a:r>
            <a:rPr lang="en-US"/>
            <a:t>Opcode and register value</a:t>
          </a:r>
        </a:p>
      </dgm:t>
    </dgm:pt>
    <dgm:pt modelId="{6FD2E553-DF65-4270-9BE4-23E11BB6F568}" type="parTrans" cxnId="{1D0C92DF-C9CE-4A85-8866-AA1D48783F2E}">
      <dgm:prSet/>
      <dgm:spPr/>
      <dgm:t>
        <a:bodyPr/>
        <a:lstStyle/>
        <a:p>
          <a:endParaRPr lang="en-US"/>
        </a:p>
      </dgm:t>
    </dgm:pt>
    <dgm:pt modelId="{1DB74C05-5EEB-4D1E-938B-6F8F523AC35D}" type="sibTrans" cxnId="{1D0C92DF-C9CE-4A85-8866-AA1D48783F2E}">
      <dgm:prSet/>
      <dgm:spPr/>
      <dgm:t>
        <a:bodyPr/>
        <a:lstStyle/>
        <a:p>
          <a:endParaRPr lang="en-US"/>
        </a:p>
      </dgm:t>
    </dgm:pt>
    <dgm:pt modelId="{42F5327B-835A-464F-A06F-4D1783CE1AB9}">
      <dgm:prSet/>
      <dgm:spPr/>
      <dgm:t>
        <a:bodyPr/>
        <a:lstStyle/>
        <a:p>
          <a:r>
            <a:rPr lang="en-US"/>
            <a:t>For Conditional Branches</a:t>
          </a:r>
        </a:p>
      </dgm:t>
    </dgm:pt>
    <dgm:pt modelId="{9E9B504F-BE35-4CC1-B12C-482672CEABC2}" type="parTrans" cxnId="{B1EE70C2-4CA4-4584-B56F-35DA1A20FD87}">
      <dgm:prSet/>
      <dgm:spPr/>
      <dgm:t>
        <a:bodyPr/>
        <a:lstStyle/>
        <a:p>
          <a:endParaRPr lang="en-US"/>
        </a:p>
      </dgm:t>
    </dgm:pt>
    <dgm:pt modelId="{306DC431-44E5-4E10-8EC3-5AAC77ACF535}" type="sibTrans" cxnId="{B1EE70C2-4CA4-4584-B56F-35DA1A20FD87}">
      <dgm:prSet/>
      <dgm:spPr/>
      <dgm:t>
        <a:bodyPr/>
        <a:lstStyle/>
        <a:p>
          <a:endParaRPr lang="en-US"/>
        </a:p>
      </dgm:t>
    </dgm:pt>
    <dgm:pt modelId="{6BAE9407-63B5-45CD-8856-13BDBA6373B0}">
      <dgm:prSet/>
      <dgm:spPr/>
      <dgm:t>
        <a:bodyPr/>
        <a:lstStyle/>
        <a:p>
          <a:r>
            <a:rPr lang="en-US"/>
            <a:t>Opcode, offset, PC, and register (for condition)</a:t>
          </a:r>
        </a:p>
      </dgm:t>
    </dgm:pt>
    <dgm:pt modelId="{09DAB09E-77AF-4675-A8F2-B9911EA217D6}" type="parTrans" cxnId="{7822D63D-3424-4877-81FA-8A473A1934C2}">
      <dgm:prSet/>
      <dgm:spPr/>
      <dgm:t>
        <a:bodyPr/>
        <a:lstStyle/>
        <a:p>
          <a:endParaRPr lang="en-US"/>
        </a:p>
      </dgm:t>
    </dgm:pt>
    <dgm:pt modelId="{55307A57-BD07-4722-B9C2-2A01BF3BAA78}" type="sibTrans" cxnId="{7822D63D-3424-4877-81FA-8A473A1934C2}">
      <dgm:prSet/>
      <dgm:spPr/>
      <dgm:t>
        <a:bodyPr/>
        <a:lstStyle/>
        <a:p>
          <a:endParaRPr lang="en-US"/>
        </a:p>
      </dgm:t>
    </dgm:pt>
    <dgm:pt modelId="{C8F80BC6-2699-4DB2-8EDC-0EE5FB4709B9}">
      <dgm:prSet/>
      <dgm:spPr/>
      <dgm:t>
        <a:bodyPr/>
        <a:lstStyle/>
        <a:p>
          <a:r>
            <a:rPr lang="en-US"/>
            <a:t>For all others</a:t>
          </a:r>
        </a:p>
      </dgm:t>
    </dgm:pt>
    <dgm:pt modelId="{D4E65333-CE5C-45C1-8C2B-AA1623AB60D2}" type="parTrans" cxnId="{71A7A9AF-CB7D-4246-888D-CBD35093FA7E}">
      <dgm:prSet/>
      <dgm:spPr/>
      <dgm:t>
        <a:bodyPr/>
        <a:lstStyle/>
        <a:p>
          <a:endParaRPr lang="en-US"/>
        </a:p>
      </dgm:t>
    </dgm:pt>
    <dgm:pt modelId="{6E3FB24A-E8FF-455F-BD01-861C11E844EB}" type="sibTrans" cxnId="{71A7A9AF-CB7D-4246-888D-CBD35093FA7E}">
      <dgm:prSet/>
      <dgm:spPr/>
      <dgm:t>
        <a:bodyPr/>
        <a:lstStyle/>
        <a:p>
          <a:endParaRPr lang="en-US"/>
        </a:p>
      </dgm:t>
    </dgm:pt>
    <dgm:pt modelId="{FE9CED33-75C9-45AE-A3B3-435BD00FF9D0}">
      <dgm:prSet/>
      <dgm:spPr/>
      <dgm:t>
        <a:bodyPr/>
        <a:lstStyle/>
        <a:p>
          <a:r>
            <a:rPr lang="en-US"/>
            <a:t>Opcode and PC</a:t>
          </a:r>
        </a:p>
      </dgm:t>
    </dgm:pt>
    <dgm:pt modelId="{A8D68069-6CF5-4980-BF97-68659E90BFBA}" type="parTrans" cxnId="{AC31FE55-6558-4479-8884-C9971B06C1D8}">
      <dgm:prSet/>
      <dgm:spPr/>
      <dgm:t>
        <a:bodyPr/>
        <a:lstStyle/>
        <a:p>
          <a:endParaRPr lang="en-US"/>
        </a:p>
      </dgm:t>
    </dgm:pt>
    <dgm:pt modelId="{C756E136-8D49-4533-B852-37FA370F9769}" type="sibTrans" cxnId="{AC31FE55-6558-4479-8884-C9971B06C1D8}">
      <dgm:prSet/>
      <dgm:spPr/>
      <dgm:t>
        <a:bodyPr/>
        <a:lstStyle/>
        <a:p>
          <a:endParaRPr lang="en-US"/>
        </a:p>
      </dgm:t>
    </dgm:pt>
    <dgm:pt modelId="{FCA82088-E796-48C2-9A24-378BE765C8B3}">
      <dgm:prSet/>
      <dgm:spPr/>
      <dgm:t>
        <a:bodyPr/>
        <a:lstStyle/>
        <a:p>
          <a:r>
            <a:rPr lang="en-US"/>
            <a:t>In what stage do we know these?</a:t>
          </a:r>
        </a:p>
      </dgm:t>
    </dgm:pt>
    <dgm:pt modelId="{802A551A-B0EA-4F93-8A96-9B25CA3AAD36}" type="parTrans" cxnId="{74A91254-6959-483C-B0E5-E2A5250471D3}">
      <dgm:prSet/>
      <dgm:spPr/>
      <dgm:t>
        <a:bodyPr/>
        <a:lstStyle/>
        <a:p>
          <a:endParaRPr lang="en-US"/>
        </a:p>
      </dgm:t>
    </dgm:pt>
    <dgm:pt modelId="{6B3967B4-0F29-4C16-97AB-353DA7BE207C}" type="sibTrans" cxnId="{74A91254-6959-483C-B0E5-E2A5250471D3}">
      <dgm:prSet/>
      <dgm:spPr/>
      <dgm:t>
        <a:bodyPr/>
        <a:lstStyle/>
        <a:p>
          <a:endParaRPr lang="en-US"/>
        </a:p>
      </dgm:t>
    </dgm:pt>
    <dgm:pt modelId="{14F4A079-BCE4-40D8-8888-BFC9F796D959}">
      <dgm:prSet/>
      <dgm:spPr/>
      <dgm:t>
        <a:bodyPr/>
        <a:lstStyle/>
        <a:p>
          <a:r>
            <a:rPr lang="en-US" dirty="0"/>
            <a:t>PC - Fetch</a:t>
          </a:r>
        </a:p>
      </dgm:t>
    </dgm:pt>
    <dgm:pt modelId="{DD6F7C6C-CA6D-47A2-B560-E38B327622C2}" type="parTrans" cxnId="{CF5EA5C9-E93D-4515-8B9E-49ADFCB7CA4F}">
      <dgm:prSet/>
      <dgm:spPr/>
      <dgm:t>
        <a:bodyPr/>
        <a:lstStyle/>
        <a:p>
          <a:endParaRPr lang="en-US"/>
        </a:p>
      </dgm:t>
    </dgm:pt>
    <dgm:pt modelId="{86239F8D-C707-44B8-8920-C45C283C98D0}" type="sibTrans" cxnId="{CF5EA5C9-E93D-4515-8B9E-49ADFCB7CA4F}">
      <dgm:prSet/>
      <dgm:spPr/>
      <dgm:t>
        <a:bodyPr/>
        <a:lstStyle/>
        <a:p>
          <a:endParaRPr lang="en-US"/>
        </a:p>
      </dgm:t>
    </dgm:pt>
    <dgm:pt modelId="{7EDC5726-37B3-41F6-81EE-1C1B2C029C21}">
      <dgm:prSet/>
      <dgm:spPr/>
      <dgm:t>
        <a:bodyPr/>
        <a:lstStyle/>
        <a:p>
          <a:r>
            <a:rPr lang="en-US" dirty="0"/>
            <a:t>Opcode, offset - Decode (or Fetch?)</a:t>
          </a:r>
        </a:p>
      </dgm:t>
    </dgm:pt>
    <dgm:pt modelId="{E899E989-5E53-4EEB-BAC2-644C8F92EE2F}" type="parTrans" cxnId="{94D5A34D-E61A-4E7D-8D52-1630D566DD88}">
      <dgm:prSet/>
      <dgm:spPr/>
      <dgm:t>
        <a:bodyPr/>
        <a:lstStyle/>
        <a:p>
          <a:endParaRPr lang="en-US"/>
        </a:p>
      </dgm:t>
    </dgm:pt>
    <dgm:pt modelId="{17203F41-C6A1-40CF-BE7E-734D131172B7}" type="sibTrans" cxnId="{94D5A34D-E61A-4E7D-8D52-1630D566DD88}">
      <dgm:prSet/>
      <dgm:spPr/>
      <dgm:t>
        <a:bodyPr/>
        <a:lstStyle/>
        <a:p>
          <a:endParaRPr lang="en-US"/>
        </a:p>
      </dgm:t>
    </dgm:pt>
    <dgm:pt modelId="{5C4FB7E6-374F-4AFB-9DAE-5B2C696F3B38}">
      <dgm:prSet/>
      <dgm:spPr/>
      <dgm:t>
        <a:bodyPr/>
        <a:lstStyle/>
        <a:p>
          <a:r>
            <a:rPr lang="en-US" dirty="0"/>
            <a:t>Register value - Decode</a:t>
          </a:r>
        </a:p>
      </dgm:t>
    </dgm:pt>
    <dgm:pt modelId="{B85BD31E-CFC1-49AD-863C-91FAEFF4E543}" type="parTrans" cxnId="{FBFE2937-FB9C-4BA5-8A8B-E9974046C8BB}">
      <dgm:prSet/>
      <dgm:spPr/>
      <dgm:t>
        <a:bodyPr/>
        <a:lstStyle/>
        <a:p>
          <a:endParaRPr lang="en-US"/>
        </a:p>
      </dgm:t>
    </dgm:pt>
    <dgm:pt modelId="{2F84D57B-413C-436D-8DF9-A4D96D2D8CA1}" type="sibTrans" cxnId="{FBFE2937-FB9C-4BA5-8A8B-E9974046C8BB}">
      <dgm:prSet/>
      <dgm:spPr/>
      <dgm:t>
        <a:bodyPr/>
        <a:lstStyle/>
        <a:p>
          <a:endParaRPr lang="en-US"/>
        </a:p>
      </dgm:t>
    </dgm:pt>
    <dgm:pt modelId="{8E68D4F7-4C0B-4CC5-97F3-59DB075C8E36}">
      <dgm:prSet/>
      <dgm:spPr/>
      <dgm:t>
        <a:bodyPr/>
        <a:lstStyle/>
        <a:p>
          <a:r>
            <a:rPr lang="en-US" dirty="0"/>
            <a:t>Branch condition ((</a:t>
          </a:r>
          <a:r>
            <a:rPr lang="en-US" dirty="0" err="1"/>
            <a:t>rs</a:t>
          </a:r>
          <a:r>
            <a:rPr lang="en-US" dirty="0"/>
            <a:t>)==0) - Execute (or Decode?)</a:t>
          </a:r>
        </a:p>
      </dgm:t>
    </dgm:pt>
    <dgm:pt modelId="{A09B3AA0-CBF3-41F3-B71F-43B323D5C56A}" type="parTrans" cxnId="{EC1EA432-AFB5-4EE4-8BD4-E2F65AAF649C}">
      <dgm:prSet/>
      <dgm:spPr/>
      <dgm:t>
        <a:bodyPr/>
        <a:lstStyle/>
        <a:p>
          <a:endParaRPr lang="en-US"/>
        </a:p>
      </dgm:t>
    </dgm:pt>
    <dgm:pt modelId="{D1A956BB-F770-4E0E-800C-2B19C80362DA}" type="sibTrans" cxnId="{EC1EA432-AFB5-4EE4-8BD4-E2F65AAF649C}">
      <dgm:prSet/>
      <dgm:spPr/>
      <dgm:t>
        <a:bodyPr/>
        <a:lstStyle/>
        <a:p>
          <a:endParaRPr lang="en-US"/>
        </a:p>
      </dgm:t>
    </dgm:pt>
    <dgm:pt modelId="{159473A5-B3C1-427F-93E4-CF6686CA7826}" type="pres">
      <dgm:prSet presAssocID="{AA673ABC-7E35-41A2-9DA5-664DAA809854}" presName="linear" presStyleCnt="0">
        <dgm:presLayoutVars>
          <dgm:dir/>
          <dgm:animLvl val="lvl"/>
          <dgm:resizeHandles val="exact"/>
        </dgm:presLayoutVars>
      </dgm:prSet>
      <dgm:spPr/>
    </dgm:pt>
    <dgm:pt modelId="{099FB1CF-9AF9-4046-90A3-54AB32FA1017}" type="pres">
      <dgm:prSet presAssocID="{90936BEB-D80A-4158-89C0-A82465583E0C}" presName="parentLin" presStyleCnt="0"/>
      <dgm:spPr/>
    </dgm:pt>
    <dgm:pt modelId="{C000B82A-66C5-4737-98B8-6DCA72E8A453}" type="pres">
      <dgm:prSet presAssocID="{90936BEB-D80A-4158-89C0-A82465583E0C}" presName="parentLeftMargin" presStyleLbl="node1" presStyleIdx="0" presStyleCnt="2"/>
      <dgm:spPr/>
    </dgm:pt>
    <dgm:pt modelId="{A4CD3E22-E073-46A5-BFE0-A8A45C1D01B9}" type="pres">
      <dgm:prSet presAssocID="{90936BEB-D80A-4158-89C0-A82465583E0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A5D549F-05FF-4766-B247-D21E7F6D222F}" type="pres">
      <dgm:prSet presAssocID="{90936BEB-D80A-4158-89C0-A82465583E0C}" presName="negativeSpace" presStyleCnt="0"/>
      <dgm:spPr/>
    </dgm:pt>
    <dgm:pt modelId="{358F659B-6504-4FC1-8F3C-DDF8B8F90851}" type="pres">
      <dgm:prSet presAssocID="{90936BEB-D80A-4158-89C0-A82465583E0C}" presName="childText" presStyleLbl="conFgAcc1" presStyleIdx="0" presStyleCnt="2">
        <dgm:presLayoutVars>
          <dgm:bulletEnabled val="1"/>
        </dgm:presLayoutVars>
      </dgm:prSet>
      <dgm:spPr/>
    </dgm:pt>
    <dgm:pt modelId="{628C0A48-792C-43A8-9C3E-C02C5C821B3C}" type="pres">
      <dgm:prSet presAssocID="{BAAFBD63-F42F-4D14-A8E9-2E7416EEB1AC}" presName="spaceBetweenRectangles" presStyleCnt="0"/>
      <dgm:spPr/>
    </dgm:pt>
    <dgm:pt modelId="{4864DB1E-C9CB-42FB-876F-C1508DAAC86B}" type="pres">
      <dgm:prSet presAssocID="{FCA82088-E796-48C2-9A24-378BE765C8B3}" presName="parentLin" presStyleCnt="0"/>
      <dgm:spPr/>
    </dgm:pt>
    <dgm:pt modelId="{373F13FD-B737-4D26-8D70-73BBC7A3FAA4}" type="pres">
      <dgm:prSet presAssocID="{FCA82088-E796-48C2-9A24-378BE765C8B3}" presName="parentLeftMargin" presStyleLbl="node1" presStyleIdx="0" presStyleCnt="2"/>
      <dgm:spPr/>
    </dgm:pt>
    <dgm:pt modelId="{92F2D5FC-F369-4822-9318-DB5E43F26D3B}" type="pres">
      <dgm:prSet presAssocID="{FCA82088-E796-48C2-9A24-378BE765C8B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DCE5B2A-6B57-4856-B7B4-1A02395FCA3C}" type="pres">
      <dgm:prSet presAssocID="{FCA82088-E796-48C2-9A24-378BE765C8B3}" presName="negativeSpace" presStyleCnt="0"/>
      <dgm:spPr/>
    </dgm:pt>
    <dgm:pt modelId="{7CB2FE4B-CE93-4BE3-BF59-806F7E8AF5CC}" type="pres">
      <dgm:prSet presAssocID="{FCA82088-E796-48C2-9A24-378BE765C8B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337DA0A-8777-41A5-A6D8-B204C2A41569}" type="presOf" srcId="{469771A6-5207-4F5F-88BD-A0A2A3DC744F}" destId="{358F659B-6504-4FC1-8F3C-DDF8B8F90851}" srcOrd="0" destOrd="0" presId="urn:microsoft.com/office/officeart/2005/8/layout/list1"/>
    <dgm:cxn modelId="{98470C0B-12EF-48E3-A396-BC767B8FFDCD}" type="presOf" srcId="{9FAE3189-FC96-4B9B-B985-F346DD24D786}" destId="{358F659B-6504-4FC1-8F3C-DDF8B8F90851}" srcOrd="0" destOrd="1" presId="urn:microsoft.com/office/officeart/2005/8/layout/list1"/>
    <dgm:cxn modelId="{F2081C24-69DC-4168-AB54-8E4811AC74AC}" type="presOf" srcId="{FCA82088-E796-48C2-9A24-378BE765C8B3}" destId="{373F13FD-B737-4D26-8D70-73BBC7A3FAA4}" srcOrd="0" destOrd="0" presId="urn:microsoft.com/office/officeart/2005/8/layout/list1"/>
    <dgm:cxn modelId="{20CCDF29-39B5-499D-A2B8-1A6B96284BD0}" type="presOf" srcId="{AA673ABC-7E35-41A2-9DA5-664DAA809854}" destId="{159473A5-B3C1-427F-93E4-CF6686CA7826}" srcOrd="0" destOrd="0" presId="urn:microsoft.com/office/officeart/2005/8/layout/list1"/>
    <dgm:cxn modelId="{88F6A12E-6D7C-485C-89CC-358FCC9348B9}" srcId="{AA673ABC-7E35-41A2-9DA5-664DAA809854}" destId="{90936BEB-D80A-4158-89C0-A82465583E0C}" srcOrd="0" destOrd="0" parTransId="{6740195F-49BA-43AB-A893-E0935F212C70}" sibTransId="{BAAFBD63-F42F-4D14-A8E9-2E7416EEB1AC}"/>
    <dgm:cxn modelId="{EC1EA432-AFB5-4EE4-8BD4-E2F65AAF649C}" srcId="{FCA82088-E796-48C2-9A24-378BE765C8B3}" destId="{8E68D4F7-4C0B-4CC5-97F3-59DB075C8E36}" srcOrd="3" destOrd="0" parTransId="{A09B3AA0-CBF3-41F3-B71F-43B323D5C56A}" sibTransId="{D1A956BB-F770-4E0E-800C-2B19C80362DA}"/>
    <dgm:cxn modelId="{FBFE2937-FB9C-4BA5-8A8B-E9974046C8BB}" srcId="{FCA82088-E796-48C2-9A24-378BE765C8B3}" destId="{5C4FB7E6-374F-4AFB-9DAE-5B2C696F3B38}" srcOrd="2" destOrd="0" parTransId="{B85BD31E-CFC1-49AD-863C-91FAEFF4E543}" sibTransId="{2F84D57B-413C-436D-8DF9-A4D96D2D8CA1}"/>
    <dgm:cxn modelId="{7822D63D-3424-4877-81FA-8A473A1934C2}" srcId="{42F5327B-835A-464F-A06F-4D1783CE1AB9}" destId="{6BAE9407-63B5-45CD-8856-13BDBA6373B0}" srcOrd="0" destOrd="0" parTransId="{09DAB09E-77AF-4675-A8F2-B9911EA217D6}" sibTransId="{55307A57-BD07-4722-B9C2-2A01BF3BAA78}"/>
    <dgm:cxn modelId="{14702366-2B62-47FA-899A-1B157619E78F}" type="presOf" srcId="{90936BEB-D80A-4158-89C0-A82465583E0C}" destId="{A4CD3E22-E073-46A5-BFE0-A8A45C1D01B9}" srcOrd="1" destOrd="0" presId="urn:microsoft.com/office/officeart/2005/8/layout/list1"/>
    <dgm:cxn modelId="{7E6B046B-C8BA-4B3D-9198-41CBCB4E6071}" type="presOf" srcId="{FCA82088-E796-48C2-9A24-378BE765C8B3}" destId="{92F2D5FC-F369-4822-9318-DB5E43F26D3B}" srcOrd="1" destOrd="0" presId="urn:microsoft.com/office/officeart/2005/8/layout/list1"/>
    <dgm:cxn modelId="{94D5A34D-E61A-4E7D-8D52-1630D566DD88}" srcId="{FCA82088-E796-48C2-9A24-378BE765C8B3}" destId="{7EDC5726-37B3-41F6-81EE-1C1B2C029C21}" srcOrd="1" destOrd="0" parTransId="{E899E989-5E53-4EEB-BAC2-644C8F92EE2F}" sibTransId="{17203F41-C6A1-40CF-BE7E-734D131172B7}"/>
    <dgm:cxn modelId="{74A91254-6959-483C-B0E5-E2A5250471D3}" srcId="{AA673ABC-7E35-41A2-9DA5-664DAA809854}" destId="{FCA82088-E796-48C2-9A24-378BE765C8B3}" srcOrd="1" destOrd="0" parTransId="{802A551A-B0EA-4F93-8A96-9B25CA3AAD36}" sibTransId="{6B3967B4-0F29-4C16-97AB-353DA7BE207C}"/>
    <dgm:cxn modelId="{AC31FE55-6558-4479-8884-C9971B06C1D8}" srcId="{C8F80BC6-2699-4DB2-8EDC-0EE5FB4709B9}" destId="{FE9CED33-75C9-45AE-A3B3-435BD00FF9D0}" srcOrd="0" destOrd="0" parTransId="{A8D68069-6CF5-4980-BF97-68659E90BFBA}" sibTransId="{C756E136-8D49-4533-B852-37FA370F9769}"/>
    <dgm:cxn modelId="{A017317E-0165-45B1-B556-BDC4F8857D37}" type="presOf" srcId="{42F5327B-835A-464F-A06F-4D1783CE1AB9}" destId="{358F659B-6504-4FC1-8F3C-DDF8B8F90851}" srcOrd="0" destOrd="4" presId="urn:microsoft.com/office/officeart/2005/8/layout/list1"/>
    <dgm:cxn modelId="{27F6667F-ADE9-47AD-BD68-C4E51C086288}" type="presOf" srcId="{7EDC5726-37B3-41F6-81EE-1C1B2C029C21}" destId="{7CB2FE4B-CE93-4BE3-BF59-806F7E8AF5CC}" srcOrd="0" destOrd="1" presId="urn:microsoft.com/office/officeart/2005/8/layout/list1"/>
    <dgm:cxn modelId="{DA49859B-7B8B-4253-8D2E-3D068680FF01}" type="presOf" srcId="{C8F80BC6-2699-4DB2-8EDC-0EE5FB4709B9}" destId="{358F659B-6504-4FC1-8F3C-DDF8B8F90851}" srcOrd="0" destOrd="6" presId="urn:microsoft.com/office/officeart/2005/8/layout/list1"/>
    <dgm:cxn modelId="{4EF4ECA0-094E-410B-9FCF-01F5A14D3930}" type="presOf" srcId="{D86FEB49-9765-4655-97A4-89EB841A4649}" destId="{358F659B-6504-4FC1-8F3C-DDF8B8F90851}" srcOrd="0" destOrd="3" presId="urn:microsoft.com/office/officeart/2005/8/layout/list1"/>
    <dgm:cxn modelId="{08C77CA7-CDD1-4AB9-B210-77C1D9E2B085}" srcId="{90936BEB-D80A-4158-89C0-A82465583E0C}" destId="{0ABB0E6E-FA04-4A42-9D76-DA065AA176EF}" srcOrd="1" destOrd="0" parTransId="{5C185F53-D3AF-4170-A371-0C242A6D59D9}" sibTransId="{603D1059-95F9-420E-A006-4EA350B8E215}"/>
    <dgm:cxn modelId="{9627D6AD-8FE3-428B-92EF-6F9A85F710DB}" type="presOf" srcId="{6BAE9407-63B5-45CD-8856-13BDBA6373B0}" destId="{358F659B-6504-4FC1-8F3C-DDF8B8F90851}" srcOrd="0" destOrd="5" presId="urn:microsoft.com/office/officeart/2005/8/layout/list1"/>
    <dgm:cxn modelId="{71A7A9AF-CB7D-4246-888D-CBD35093FA7E}" srcId="{90936BEB-D80A-4158-89C0-A82465583E0C}" destId="{C8F80BC6-2699-4DB2-8EDC-0EE5FB4709B9}" srcOrd="3" destOrd="0" parTransId="{D4E65333-CE5C-45C1-8C2B-AA1623AB60D2}" sibTransId="{6E3FB24A-E8FF-455F-BD01-861C11E844EB}"/>
    <dgm:cxn modelId="{91872EC0-9702-446D-B164-1419CD61AF87}" type="presOf" srcId="{8E68D4F7-4C0B-4CC5-97F3-59DB075C8E36}" destId="{7CB2FE4B-CE93-4BE3-BF59-806F7E8AF5CC}" srcOrd="0" destOrd="3" presId="urn:microsoft.com/office/officeart/2005/8/layout/list1"/>
    <dgm:cxn modelId="{70D1FEC0-2D6C-4604-9535-69A7543BC092}" type="presOf" srcId="{14F4A079-BCE4-40D8-8888-BFC9F796D959}" destId="{7CB2FE4B-CE93-4BE3-BF59-806F7E8AF5CC}" srcOrd="0" destOrd="0" presId="urn:microsoft.com/office/officeart/2005/8/layout/list1"/>
    <dgm:cxn modelId="{B1EE70C2-4CA4-4584-B56F-35DA1A20FD87}" srcId="{90936BEB-D80A-4158-89C0-A82465583E0C}" destId="{42F5327B-835A-464F-A06F-4D1783CE1AB9}" srcOrd="2" destOrd="0" parTransId="{9E9B504F-BE35-4CC1-B12C-482672CEABC2}" sibTransId="{306DC431-44E5-4E10-8EC3-5AAC77ACF535}"/>
    <dgm:cxn modelId="{AE6A45C5-2C90-4D29-B913-EE532CB42926}" type="presOf" srcId="{0ABB0E6E-FA04-4A42-9D76-DA065AA176EF}" destId="{358F659B-6504-4FC1-8F3C-DDF8B8F90851}" srcOrd="0" destOrd="2" presId="urn:microsoft.com/office/officeart/2005/8/layout/list1"/>
    <dgm:cxn modelId="{CF5EA5C9-E93D-4515-8B9E-49ADFCB7CA4F}" srcId="{FCA82088-E796-48C2-9A24-378BE765C8B3}" destId="{14F4A079-BCE4-40D8-8888-BFC9F796D959}" srcOrd="0" destOrd="0" parTransId="{DD6F7C6C-CA6D-47A2-B560-E38B327622C2}" sibTransId="{86239F8D-C707-44B8-8920-C45C283C98D0}"/>
    <dgm:cxn modelId="{61894ECE-E2BE-4044-99CB-3390FFA0F141}" srcId="{469771A6-5207-4F5F-88BD-A0A2A3DC744F}" destId="{9FAE3189-FC96-4B9B-B985-F346DD24D786}" srcOrd="0" destOrd="0" parTransId="{F2D1D300-67A9-4655-BE34-B024DA6DD1CD}" sibTransId="{8A7F087F-7ADA-415C-8D53-5D0A438789FE}"/>
    <dgm:cxn modelId="{E75BC2D0-DFB3-40B0-8705-5304B0721802}" type="presOf" srcId="{90936BEB-D80A-4158-89C0-A82465583E0C}" destId="{C000B82A-66C5-4737-98B8-6DCA72E8A453}" srcOrd="0" destOrd="0" presId="urn:microsoft.com/office/officeart/2005/8/layout/list1"/>
    <dgm:cxn modelId="{7E1992D7-0ECE-4D8C-B49B-36DA89ABF58A}" type="presOf" srcId="{5C4FB7E6-374F-4AFB-9DAE-5B2C696F3B38}" destId="{7CB2FE4B-CE93-4BE3-BF59-806F7E8AF5CC}" srcOrd="0" destOrd="2" presId="urn:microsoft.com/office/officeart/2005/8/layout/list1"/>
    <dgm:cxn modelId="{1D0C92DF-C9CE-4A85-8866-AA1D48783F2E}" srcId="{0ABB0E6E-FA04-4A42-9D76-DA065AA176EF}" destId="{D86FEB49-9765-4655-97A4-89EB841A4649}" srcOrd="0" destOrd="0" parTransId="{6FD2E553-DF65-4270-9BE4-23E11BB6F568}" sibTransId="{1DB74C05-5EEB-4D1E-938B-6F8F523AC35D}"/>
    <dgm:cxn modelId="{68452CEC-B60D-4826-AFE3-8C6CC2B4121F}" type="presOf" srcId="{FE9CED33-75C9-45AE-A3B3-435BD00FF9D0}" destId="{358F659B-6504-4FC1-8F3C-DDF8B8F90851}" srcOrd="0" destOrd="7" presId="urn:microsoft.com/office/officeart/2005/8/layout/list1"/>
    <dgm:cxn modelId="{6D7DE7F7-687F-4FAB-B42E-2353B0DC89AB}" srcId="{90936BEB-D80A-4158-89C0-A82465583E0C}" destId="{469771A6-5207-4F5F-88BD-A0A2A3DC744F}" srcOrd="0" destOrd="0" parTransId="{E596D306-DCB0-49B5-AC72-28680C3BB582}" sibTransId="{92D81E1A-99C5-4628-BF8B-20B7602028CF}"/>
    <dgm:cxn modelId="{A7209070-459A-48B0-8A42-5B510640C991}" type="presParOf" srcId="{159473A5-B3C1-427F-93E4-CF6686CA7826}" destId="{099FB1CF-9AF9-4046-90A3-54AB32FA1017}" srcOrd="0" destOrd="0" presId="urn:microsoft.com/office/officeart/2005/8/layout/list1"/>
    <dgm:cxn modelId="{8679E0C6-ADFC-46C2-9FF2-546FB4B1E004}" type="presParOf" srcId="{099FB1CF-9AF9-4046-90A3-54AB32FA1017}" destId="{C000B82A-66C5-4737-98B8-6DCA72E8A453}" srcOrd="0" destOrd="0" presId="urn:microsoft.com/office/officeart/2005/8/layout/list1"/>
    <dgm:cxn modelId="{D827219B-32E3-433B-8D95-235C4EB92FCE}" type="presParOf" srcId="{099FB1CF-9AF9-4046-90A3-54AB32FA1017}" destId="{A4CD3E22-E073-46A5-BFE0-A8A45C1D01B9}" srcOrd="1" destOrd="0" presId="urn:microsoft.com/office/officeart/2005/8/layout/list1"/>
    <dgm:cxn modelId="{88837DF8-76EE-4599-87F8-AFF2BD3308B5}" type="presParOf" srcId="{159473A5-B3C1-427F-93E4-CF6686CA7826}" destId="{EA5D549F-05FF-4766-B247-D21E7F6D222F}" srcOrd="1" destOrd="0" presId="urn:microsoft.com/office/officeart/2005/8/layout/list1"/>
    <dgm:cxn modelId="{BE2F73CF-F335-45A6-974B-831B697D0495}" type="presParOf" srcId="{159473A5-B3C1-427F-93E4-CF6686CA7826}" destId="{358F659B-6504-4FC1-8F3C-DDF8B8F90851}" srcOrd="2" destOrd="0" presId="urn:microsoft.com/office/officeart/2005/8/layout/list1"/>
    <dgm:cxn modelId="{B2C8EED0-D360-49DA-90B9-1712CC52E178}" type="presParOf" srcId="{159473A5-B3C1-427F-93E4-CF6686CA7826}" destId="{628C0A48-792C-43A8-9C3E-C02C5C821B3C}" srcOrd="3" destOrd="0" presId="urn:microsoft.com/office/officeart/2005/8/layout/list1"/>
    <dgm:cxn modelId="{6DC488EF-EC2B-4C94-8265-7BF133C620DA}" type="presParOf" srcId="{159473A5-B3C1-427F-93E4-CF6686CA7826}" destId="{4864DB1E-C9CB-42FB-876F-C1508DAAC86B}" srcOrd="4" destOrd="0" presId="urn:microsoft.com/office/officeart/2005/8/layout/list1"/>
    <dgm:cxn modelId="{A7F6BCA3-2F0A-4BE1-9AC9-7E1ED5F390EA}" type="presParOf" srcId="{4864DB1E-C9CB-42FB-876F-C1508DAAC86B}" destId="{373F13FD-B737-4D26-8D70-73BBC7A3FAA4}" srcOrd="0" destOrd="0" presId="urn:microsoft.com/office/officeart/2005/8/layout/list1"/>
    <dgm:cxn modelId="{AE22A22B-581D-4220-A10E-977DB6C9AAEF}" type="presParOf" srcId="{4864DB1E-C9CB-42FB-876F-C1508DAAC86B}" destId="{92F2D5FC-F369-4822-9318-DB5E43F26D3B}" srcOrd="1" destOrd="0" presId="urn:microsoft.com/office/officeart/2005/8/layout/list1"/>
    <dgm:cxn modelId="{F072CBFB-5030-4D25-8502-E414A7B87C1B}" type="presParOf" srcId="{159473A5-B3C1-427F-93E4-CF6686CA7826}" destId="{FDCE5B2A-6B57-4856-B7B4-1A02395FCA3C}" srcOrd="5" destOrd="0" presId="urn:microsoft.com/office/officeart/2005/8/layout/list1"/>
    <dgm:cxn modelId="{ADC0D93C-4788-4544-BA85-2E7827571E31}" type="presParOf" srcId="{159473A5-B3C1-427F-93E4-CF6686CA7826}" destId="{7CB2FE4B-CE93-4BE3-BF59-806F7E8AF5C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B1A7D5-3E15-44FC-87A0-EB5A83AB1A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C42705-5164-497A-B14F-7ABAFB4ED7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 whether the next PC is a branch PC, at the fetch stage? </a:t>
          </a:r>
        </a:p>
      </dgm:t>
    </dgm:pt>
    <dgm:pt modelId="{2481CC00-A64E-4FF6-A3C1-6A8B88FA9ED8}" type="parTrans" cxnId="{CEC4C417-A774-4903-B4F4-645C2376DC63}">
      <dgm:prSet/>
      <dgm:spPr/>
      <dgm:t>
        <a:bodyPr/>
        <a:lstStyle/>
        <a:p>
          <a:endParaRPr lang="en-US"/>
        </a:p>
      </dgm:t>
    </dgm:pt>
    <dgm:pt modelId="{F74F7167-EE38-4352-9F11-A998DAF8852C}" type="sibTrans" cxnId="{CEC4C417-A774-4903-B4F4-645C2376DC63}">
      <dgm:prSet/>
      <dgm:spPr/>
      <dgm:t>
        <a:bodyPr/>
        <a:lstStyle/>
        <a:p>
          <a:endParaRPr lang="en-US"/>
        </a:p>
      </dgm:t>
    </dgm:pt>
    <dgm:pt modelId="{ACF0258A-C4D2-4B85-ACAB-9142703BE6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branch, will it be taken?</a:t>
          </a:r>
        </a:p>
      </dgm:t>
    </dgm:pt>
    <dgm:pt modelId="{7E89462B-5937-452F-B532-4CA8CC569CFD}" type="parTrans" cxnId="{2160F2DA-E6F0-47C7-AF8C-406FA053140A}">
      <dgm:prSet/>
      <dgm:spPr/>
      <dgm:t>
        <a:bodyPr/>
        <a:lstStyle/>
        <a:p>
          <a:endParaRPr lang="en-US"/>
        </a:p>
      </dgm:t>
    </dgm:pt>
    <dgm:pt modelId="{2F7BB8CF-E969-4CC1-8923-55A4E5AAD068}" type="sibTrans" cxnId="{2160F2DA-E6F0-47C7-AF8C-406FA053140A}">
      <dgm:prSet/>
      <dgm:spPr/>
      <dgm:t>
        <a:bodyPr/>
        <a:lstStyle/>
        <a:p>
          <a:endParaRPr lang="en-US"/>
        </a:p>
      </dgm:t>
    </dgm:pt>
    <dgm:pt modelId="{EE112AED-9787-4F91-A0F0-567D5D9071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taken, what is the target address?  </a:t>
          </a:r>
        </a:p>
      </dgm:t>
    </dgm:pt>
    <dgm:pt modelId="{3F41D0B7-1194-446E-8439-74EDED493D4A}" type="parTrans" cxnId="{325250AB-06A9-4002-A0E9-D7DACF4DACD9}">
      <dgm:prSet/>
      <dgm:spPr/>
      <dgm:t>
        <a:bodyPr/>
        <a:lstStyle/>
        <a:p>
          <a:endParaRPr lang="en-US"/>
        </a:p>
      </dgm:t>
    </dgm:pt>
    <dgm:pt modelId="{0BD8110B-F9E4-4835-B6D0-BA86FC77A5C1}" type="sibTrans" cxnId="{325250AB-06A9-4002-A0E9-D7DACF4DACD9}">
      <dgm:prSet/>
      <dgm:spPr/>
      <dgm:t>
        <a:bodyPr/>
        <a:lstStyle/>
        <a:p>
          <a:endParaRPr lang="en-US"/>
        </a:p>
      </dgm:t>
    </dgm:pt>
    <dgm:pt modelId="{0761F7D4-1DC9-4639-95A9-FA040CE965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How? </a:t>
          </a:r>
        </a:p>
      </dgm:t>
    </dgm:pt>
    <dgm:pt modelId="{13C272A4-50F5-4974-85D0-FA826CCAD158}" type="parTrans" cxnId="{1F5CA6EC-D4D8-42CA-A7D8-60C7D970A48A}">
      <dgm:prSet/>
      <dgm:spPr/>
      <dgm:t>
        <a:bodyPr/>
        <a:lstStyle/>
        <a:p>
          <a:endParaRPr lang="en-US"/>
        </a:p>
      </dgm:t>
    </dgm:pt>
    <dgm:pt modelId="{6EDBAFE8-5C74-482B-8478-529472CAF4D1}" type="sibTrans" cxnId="{1F5CA6EC-D4D8-42CA-A7D8-60C7D970A48A}">
      <dgm:prSet/>
      <dgm:spPr/>
      <dgm:t>
        <a:bodyPr/>
        <a:lstStyle/>
        <a:p>
          <a:endParaRPr lang="en-US"/>
        </a:p>
      </dgm:t>
    </dgm:pt>
    <dgm:pt modelId="{E5EA9808-8320-4E06-AD56-00E387648D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know whether it is a branch PC or not in the decode stage. Oh no </a:t>
          </a:r>
          <a:r>
            <a:rPr lang="en-US">
              <a:sym typeface="Wingdings" panose="05000000000000000000" pitchFamily="2" charset="2"/>
            </a:rPr>
            <a:t> </a:t>
          </a:r>
          <a:endParaRPr lang="en-US"/>
        </a:p>
      </dgm:t>
    </dgm:pt>
    <dgm:pt modelId="{2D763386-8721-4598-B681-B6301CE5B2D3}" type="parTrans" cxnId="{6CA9A244-4E28-4ED6-9FCA-E6B22A550CB3}">
      <dgm:prSet/>
      <dgm:spPr/>
      <dgm:t>
        <a:bodyPr/>
        <a:lstStyle/>
        <a:p>
          <a:endParaRPr lang="en-US"/>
        </a:p>
      </dgm:t>
    </dgm:pt>
    <dgm:pt modelId="{A144D7A7-9930-4F07-AA1D-863C05311BB4}" type="sibTrans" cxnId="{6CA9A244-4E28-4ED6-9FCA-E6B22A550CB3}">
      <dgm:prSet/>
      <dgm:spPr/>
      <dgm:t>
        <a:bodyPr/>
        <a:lstStyle/>
        <a:p>
          <a:endParaRPr lang="en-US"/>
        </a:p>
      </dgm:t>
    </dgm:pt>
    <dgm:pt modelId="{48BE8B74-53A1-4587-92D4-B7872D93C6B0}" type="pres">
      <dgm:prSet presAssocID="{39B1A7D5-3E15-44FC-87A0-EB5A83AB1A7F}" presName="root" presStyleCnt="0">
        <dgm:presLayoutVars>
          <dgm:dir/>
          <dgm:resizeHandles val="exact"/>
        </dgm:presLayoutVars>
      </dgm:prSet>
      <dgm:spPr/>
    </dgm:pt>
    <dgm:pt modelId="{D4FE6675-A583-488E-A4A5-B236B0F3D38B}" type="pres">
      <dgm:prSet presAssocID="{22C42705-5164-497A-B14F-7ABAFB4ED74B}" presName="compNode" presStyleCnt="0"/>
      <dgm:spPr/>
    </dgm:pt>
    <dgm:pt modelId="{6ACF6195-1BAF-4C74-BE17-5A4A7D177B45}" type="pres">
      <dgm:prSet presAssocID="{22C42705-5164-497A-B14F-7ABAFB4ED74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2CCAB9B-DB85-4D9C-AD4B-6AB13E2DFD73}" type="pres">
      <dgm:prSet presAssocID="{22C42705-5164-497A-B14F-7ABAFB4ED74B}" presName="spaceRect" presStyleCnt="0"/>
      <dgm:spPr/>
    </dgm:pt>
    <dgm:pt modelId="{F6BE21BB-28C0-4923-B308-89E3CF362F3F}" type="pres">
      <dgm:prSet presAssocID="{22C42705-5164-497A-B14F-7ABAFB4ED74B}" presName="textRect" presStyleLbl="revTx" presStyleIdx="0" presStyleCnt="5">
        <dgm:presLayoutVars>
          <dgm:chMax val="1"/>
          <dgm:chPref val="1"/>
        </dgm:presLayoutVars>
      </dgm:prSet>
      <dgm:spPr/>
    </dgm:pt>
    <dgm:pt modelId="{0C13CCA5-F832-4817-BC5A-E8373008E774}" type="pres">
      <dgm:prSet presAssocID="{F74F7167-EE38-4352-9F11-A998DAF8852C}" presName="sibTrans" presStyleCnt="0"/>
      <dgm:spPr/>
    </dgm:pt>
    <dgm:pt modelId="{383CFE0F-781B-4688-B089-D291BCCFEE8D}" type="pres">
      <dgm:prSet presAssocID="{ACF0258A-C4D2-4B85-ACAB-9142703BE61D}" presName="compNode" presStyleCnt="0"/>
      <dgm:spPr/>
    </dgm:pt>
    <dgm:pt modelId="{1FD0D745-8E06-4FB1-BFEF-2783798223B6}" type="pres">
      <dgm:prSet presAssocID="{ACF0258A-C4D2-4B85-ACAB-9142703BE61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B1333335-2307-4C81-991C-62ACB5BFE6F1}" type="pres">
      <dgm:prSet presAssocID="{ACF0258A-C4D2-4B85-ACAB-9142703BE61D}" presName="spaceRect" presStyleCnt="0"/>
      <dgm:spPr/>
    </dgm:pt>
    <dgm:pt modelId="{F5540D12-A816-497D-B89B-A2010FF85C1F}" type="pres">
      <dgm:prSet presAssocID="{ACF0258A-C4D2-4B85-ACAB-9142703BE61D}" presName="textRect" presStyleLbl="revTx" presStyleIdx="1" presStyleCnt="5">
        <dgm:presLayoutVars>
          <dgm:chMax val="1"/>
          <dgm:chPref val="1"/>
        </dgm:presLayoutVars>
      </dgm:prSet>
      <dgm:spPr/>
    </dgm:pt>
    <dgm:pt modelId="{443E816C-BD7B-4D5A-8185-2087A639762D}" type="pres">
      <dgm:prSet presAssocID="{2F7BB8CF-E969-4CC1-8923-55A4E5AAD068}" presName="sibTrans" presStyleCnt="0"/>
      <dgm:spPr/>
    </dgm:pt>
    <dgm:pt modelId="{08893F6F-0182-4E64-8F5F-3697F1FA060C}" type="pres">
      <dgm:prSet presAssocID="{EE112AED-9787-4F91-A0F0-567D5D90716C}" presName="compNode" presStyleCnt="0"/>
      <dgm:spPr/>
    </dgm:pt>
    <dgm:pt modelId="{B744BC62-D15F-45E4-AF98-7D0C06E7F807}" type="pres">
      <dgm:prSet presAssocID="{EE112AED-9787-4F91-A0F0-567D5D90716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BD8F569F-4977-4E27-A854-2FA4B8149A2E}" type="pres">
      <dgm:prSet presAssocID="{EE112AED-9787-4F91-A0F0-567D5D90716C}" presName="spaceRect" presStyleCnt="0"/>
      <dgm:spPr/>
    </dgm:pt>
    <dgm:pt modelId="{7B53872A-EE8B-4B21-8149-F5F70B6FBC3B}" type="pres">
      <dgm:prSet presAssocID="{EE112AED-9787-4F91-A0F0-567D5D90716C}" presName="textRect" presStyleLbl="revTx" presStyleIdx="2" presStyleCnt="5">
        <dgm:presLayoutVars>
          <dgm:chMax val="1"/>
          <dgm:chPref val="1"/>
        </dgm:presLayoutVars>
      </dgm:prSet>
      <dgm:spPr/>
    </dgm:pt>
    <dgm:pt modelId="{B6C56730-DDA5-412A-BB9F-78BB27CCE985}" type="pres">
      <dgm:prSet presAssocID="{0BD8110B-F9E4-4835-B6D0-BA86FC77A5C1}" presName="sibTrans" presStyleCnt="0"/>
      <dgm:spPr/>
    </dgm:pt>
    <dgm:pt modelId="{DA52C0A0-4BBF-462A-816D-319414696807}" type="pres">
      <dgm:prSet presAssocID="{0761F7D4-1DC9-4639-95A9-FA040CE965FF}" presName="compNode" presStyleCnt="0"/>
      <dgm:spPr/>
    </dgm:pt>
    <dgm:pt modelId="{D8B8EEFD-7DBE-4DB8-895C-207344CC6129}" type="pres">
      <dgm:prSet presAssocID="{0761F7D4-1DC9-4639-95A9-FA040CE965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5260215-A404-4474-9EAA-E73A47D2970F}" type="pres">
      <dgm:prSet presAssocID="{0761F7D4-1DC9-4639-95A9-FA040CE965FF}" presName="spaceRect" presStyleCnt="0"/>
      <dgm:spPr/>
    </dgm:pt>
    <dgm:pt modelId="{2CAC4D89-DBB2-48EB-BD57-531676A77603}" type="pres">
      <dgm:prSet presAssocID="{0761F7D4-1DC9-4639-95A9-FA040CE965FF}" presName="textRect" presStyleLbl="revTx" presStyleIdx="3" presStyleCnt="5">
        <dgm:presLayoutVars>
          <dgm:chMax val="1"/>
          <dgm:chPref val="1"/>
        </dgm:presLayoutVars>
      </dgm:prSet>
      <dgm:spPr/>
    </dgm:pt>
    <dgm:pt modelId="{8C2D0CAC-8A27-4FFB-A34D-0DFFD1913ACE}" type="pres">
      <dgm:prSet presAssocID="{6EDBAFE8-5C74-482B-8478-529472CAF4D1}" presName="sibTrans" presStyleCnt="0"/>
      <dgm:spPr/>
    </dgm:pt>
    <dgm:pt modelId="{A21FBE83-9FC5-47A6-AFFA-A51E7B684D2B}" type="pres">
      <dgm:prSet presAssocID="{E5EA9808-8320-4E06-AD56-00E387648DE1}" presName="compNode" presStyleCnt="0"/>
      <dgm:spPr/>
    </dgm:pt>
    <dgm:pt modelId="{75952974-C719-43F9-8D2B-FD1CF9ACB720}" type="pres">
      <dgm:prSet presAssocID="{E5EA9808-8320-4E06-AD56-00E387648DE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287E565-B19A-4A47-8562-FC17860D6FA6}" type="pres">
      <dgm:prSet presAssocID="{E5EA9808-8320-4E06-AD56-00E387648DE1}" presName="spaceRect" presStyleCnt="0"/>
      <dgm:spPr/>
    </dgm:pt>
    <dgm:pt modelId="{2AB36301-F8F5-4E1E-9255-DE07147FF5AB}" type="pres">
      <dgm:prSet presAssocID="{E5EA9808-8320-4E06-AD56-00E387648DE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EC4C417-A774-4903-B4F4-645C2376DC63}" srcId="{39B1A7D5-3E15-44FC-87A0-EB5A83AB1A7F}" destId="{22C42705-5164-497A-B14F-7ABAFB4ED74B}" srcOrd="0" destOrd="0" parTransId="{2481CC00-A64E-4FF6-A3C1-6A8B88FA9ED8}" sibTransId="{F74F7167-EE38-4352-9F11-A998DAF8852C}"/>
    <dgm:cxn modelId="{9935FD1D-0D8F-4D7C-B64E-74AD2D4D6C5B}" type="presOf" srcId="{E5EA9808-8320-4E06-AD56-00E387648DE1}" destId="{2AB36301-F8F5-4E1E-9255-DE07147FF5AB}" srcOrd="0" destOrd="0" presId="urn:microsoft.com/office/officeart/2018/2/layout/IconLabelList"/>
    <dgm:cxn modelId="{6CA9A244-4E28-4ED6-9FCA-E6B22A550CB3}" srcId="{39B1A7D5-3E15-44FC-87A0-EB5A83AB1A7F}" destId="{E5EA9808-8320-4E06-AD56-00E387648DE1}" srcOrd="4" destOrd="0" parTransId="{2D763386-8721-4598-B681-B6301CE5B2D3}" sibTransId="{A144D7A7-9930-4F07-AA1D-863C05311BB4}"/>
    <dgm:cxn modelId="{2881C048-C7B5-4944-BB3F-D0928C8DAAB7}" type="presOf" srcId="{ACF0258A-C4D2-4B85-ACAB-9142703BE61D}" destId="{F5540D12-A816-497D-B89B-A2010FF85C1F}" srcOrd="0" destOrd="0" presId="urn:microsoft.com/office/officeart/2018/2/layout/IconLabelList"/>
    <dgm:cxn modelId="{62A34F4B-2542-47E0-8904-9D31C3015827}" type="presOf" srcId="{39B1A7D5-3E15-44FC-87A0-EB5A83AB1A7F}" destId="{48BE8B74-53A1-4587-92D4-B7872D93C6B0}" srcOrd="0" destOrd="0" presId="urn:microsoft.com/office/officeart/2018/2/layout/IconLabelList"/>
    <dgm:cxn modelId="{04152E93-C156-47DF-81A0-C28051E1C450}" type="presOf" srcId="{22C42705-5164-497A-B14F-7ABAFB4ED74B}" destId="{F6BE21BB-28C0-4923-B308-89E3CF362F3F}" srcOrd="0" destOrd="0" presId="urn:microsoft.com/office/officeart/2018/2/layout/IconLabelList"/>
    <dgm:cxn modelId="{325250AB-06A9-4002-A0E9-D7DACF4DACD9}" srcId="{39B1A7D5-3E15-44FC-87A0-EB5A83AB1A7F}" destId="{EE112AED-9787-4F91-A0F0-567D5D90716C}" srcOrd="2" destOrd="0" parTransId="{3F41D0B7-1194-446E-8439-74EDED493D4A}" sibTransId="{0BD8110B-F9E4-4835-B6D0-BA86FC77A5C1}"/>
    <dgm:cxn modelId="{802B1DC0-46E5-4941-945A-4FF80F22098E}" type="presOf" srcId="{0761F7D4-1DC9-4639-95A9-FA040CE965FF}" destId="{2CAC4D89-DBB2-48EB-BD57-531676A77603}" srcOrd="0" destOrd="0" presId="urn:microsoft.com/office/officeart/2018/2/layout/IconLabelList"/>
    <dgm:cxn modelId="{2160F2DA-E6F0-47C7-AF8C-406FA053140A}" srcId="{39B1A7D5-3E15-44FC-87A0-EB5A83AB1A7F}" destId="{ACF0258A-C4D2-4B85-ACAB-9142703BE61D}" srcOrd="1" destOrd="0" parTransId="{7E89462B-5937-452F-B532-4CA8CC569CFD}" sibTransId="{2F7BB8CF-E969-4CC1-8923-55A4E5AAD068}"/>
    <dgm:cxn modelId="{1F5CA6EC-D4D8-42CA-A7D8-60C7D970A48A}" srcId="{39B1A7D5-3E15-44FC-87A0-EB5A83AB1A7F}" destId="{0761F7D4-1DC9-4639-95A9-FA040CE965FF}" srcOrd="3" destOrd="0" parTransId="{13C272A4-50F5-4974-85D0-FA826CCAD158}" sibTransId="{6EDBAFE8-5C74-482B-8478-529472CAF4D1}"/>
    <dgm:cxn modelId="{ECE0BBF5-0203-45A8-B065-18533287DA1C}" type="presOf" srcId="{EE112AED-9787-4F91-A0F0-567D5D90716C}" destId="{7B53872A-EE8B-4B21-8149-F5F70B6FBC3B}" srcOrd="0" destOrd="0" presId="urn:microsoft.com/office/officeart/2018/2/layout/IconLabelList"/>
    <dgm:cxn modelId="{0B2C3E70-7A14-434D-988E-FB1F115F715D}" type="presParOf" srcId="{48BE8B74-53A1-4587-92D4-B7872D93C6B0}" destId="{D4FE6675-A583-488E-A4A5-B236B0F3D38B}" srcOrd="0" destOrd="0" presId="urn:microsoft.com/office/officeart/2018/2/layout/IconLabelList"/>
    <dgm:cxn modelId="{E72D6057-9A41-4378-8985-910F0E37412E}" type="presParOf" srcId="{D4FE6675-A583-488E-A4A5-B236B0F3D38B}" destId="{6ACF6195-1BAF-4C74-BE17-5A4A7D177B45}" srcOrd="0" destOrd="0" presId="urn:microsoft.com/office/officeart/2018/2/layout/IconLabelList"/>
    <dgm:cxn modelId="{482A9BEA-3D55-472F-B19B-3CC5E7D06297}" type="presParOf" srcId="{D4FE6675-A583-488E-A4A5-B236B0F3D38B}" destId="{C2CCAB9B-DB85-4D9C-AD4B-6AB13E2DFD73}" srcOrd="1" destOrd="0" presId="urn:microsoft.com/office/officeart/2018/2/layout/IconLabelList"/>
    <dgm:cxn modelId="{0863A1F2-8F07-4533-88DE-72BE91538863}" type="presParOf" srcId="{D4FE6675-A583-488E-A4A5-B236B0F3D38B}" destId="{F6BE21BB-28C0-4923-B308-89E3CF362F3F}" srcOrd="2" destOrd="0" presId="urn:microsoft.com/office/officeart/2018/2/layout/IconLabelList"/>
    <dgm:cxn modelId="{178E3096-3527-4975-BC0B-55EE08585D85}" type="presParOf" srcId="{48BE8B74-53A1-4587-92D4-B7872D93C6B0}" destId="{0C13CCA5-F832-4817-BC5A-E8373008E774}" srcOrd="1" destOrd="0" presId="urn:microsoft.com/office/officeart/2018/2/layout/IconLabelList"/>
    <dgm:cxn modelId="{C47533C4-A384-48B6-A451-8BDBF8E21909}" type="presParOf" srcId="{48BE8B74-53A1-4587-92D4-B7872D93C6B0}" destId="{383CFE0F-781B-4688-B089-D291BCCFEE8D}" srcOrd="2" destOrd="0" presId="urn:microsoft.com/office/officeart/2018/2/layout/IconLabelList"/>
    <dgm:cxn modelId="{5A2439B8-937A-413F-998D-B7AE7B8D95CD}" type="presParOf" srcId="{383CFE0F-781B-4688-B089-D291BCCFEE8D}" destId="{1FD0D745-8E06-4FB1-BFEF-2783798223B6}" srcOrd="0" destOrd="0" presId="urn:microsoft.com/office/officeart/2018/2/layout/IconLabelList"/>
    <dgm:cxn modelId="{59671DE9-D3DB-45D1-950F-5D6D79CEC74E}" type="presParOf" srcId="{383CFE0F-781B-4688-B089-D291BCCFEE8D}" destId="{B1333335-2307-4C81-991C-62ACB5BFE6F1}" srcOrd="1" destOrd="0" presId="urn:microsoft.com/office/officeart/2018/2/layout/IconLabelList"/>
    <dgm:cxn modelId="{94FDB458-1997-4B18-90BB-1E563077A252}" type="presParOf" srcId="{383CFE0F-781B-4688-B089-D291BCCFEE8D}" destId="{F5540D12-A816-497D-B89B-A2010FF85C1F}" srcOrd="2" destOrd="0" presId="urn:microsoft.com/office/officeart/2018/2/layout/IconLabelList"/>
    <dgm:cxn modelId="{24EE3510-3345-419C-AF58-5B22914B17C4}" type="presParOf" srcId="{48BE8B74-53A1-4587-92D4-B7872D93C6B0}" destId="{443E816C-BD7B-4D5A-8185-2087A639762D}" srcOrd="3" destOrd="0" presId="urn:microsoft.com/office/officeart/2018/2/layout/IconLabelList"/>
    <dgm:cxn modelId="{6AAA9569-25A0-49AC-A01D-5B8341252E58}" type="presParOf" srcId="{48BE8B74-53A1-4587-92D4-B7872D93C6B0}" destId="{08893F6F-0182-4E64-8F5F-3697F1FA060C}" srcOrd="4" destOrd="0" presId="urn:microsoft.com/office/officeart/2018/2/layout/IconLabelList"/>
    <dgm:cxn modelId="{3590725E-D564-4A89-853C-EDABF3A8A85F}" type="presParOf" srcId="{08893F6F-0182-4E64-8F5F-3697F1FA060C}" destId="{B744BC62-D15F-45E4-AF98-7D0C06E7F807}" srcOrd="0" destOrd="0" presId="urn:microsoft.com/office/officeart/2018/2/layout/IconLabelList"/>
    <dgm:cxn modelId="{509B6C14-3AB8-428E-83BA-FA91E816A4A2}" type="presParOf" srcId="{08893F6F-0182-4E64-8F5F-3697F1FA060C}" destId="{BD8F569F-4977-4E27-A854-2FA4B8149A2E}" srcOrd="1" destOrd="0" presId="urn:microsoft.com/office/officeart/2018/2/layout/IconLabelList"/>
    <dgm:cxn modelId="{3532D066-0F1D-47D4-BA82-5FF1C09AC86B}" type="presParOf" srcId="{08893F6F-0182-4E64-8F5F-3697F1FA060C}" destId="{7B53872A-EE8B-4B21-8149-F5F70B6FBC3B}" srcOrd="2" destOrd="0" presId="urn:microsoft.com/office/officeart/2018/2/layout/IconLabelList"/>
    <dgm:cxn modelId="{1D34D222-3B4E-4954-BB03-BFA6346F0A59}" type="presParOf" srcId="{48BE8B74-53A1-4587-92D4-B7872D93C6B0}" destId="{B6C56730-DDA5-412A-BB9F-78BB27CCE985}" srcOrd="5" destOrd="0" presId="urn:microsoft.com/office/officeart/2018/2/layout/IconLabelList"/>
    <dgm:cxn modelId="{86F86249-522C-4093-925A-B2C89E803067}" type="presParOf" srcId="{48BE8B74-53A1-4587-92D4-B7872D93C6B0}" destId="{DA52C0A0-4BBF-462A-816D-319414696807}" srcOrd="6" destOrd="0" presId="urn:microsoft.com/office/officeart/2018/2/layout/IconLabelList"/>
    <dgm:cxn modelId="{CCBDC07A-6C02-4648-9D05-800D1BBCADCE}" type="presParOf" srcId="{DA52C0A0-4BBF-462A-816D-319414696807}" destId="{D8B8EEFD-7DBE-4DB8-895C-207344CC6129}" srcOrd="0" destOrd="0" presId="urn:microsoft.com/office/officeart/2018/2/layout/IconLabelList"/>
    <dgm:cxn modelId="{7D918136-050C-4C10-885D-A47046FA21EA}" type="presParOf" srcId="{DA52C0A0-4BBF-462A-816D-319414696807}" destId="{95260215-A404-4474-9EAA-E73A47D2970F}" srcOrd="1" destOrd="0" presId="urn:microsoft.com/office/officeart/2018/2/layout/IconLabelList"/>
    <dgm:cxn modelId="{84D29BAF-9FC6-4404-89E5-ED96C7356690}" type="presParOf" srcId="{DA52C0A0-4BBF-462A-816D-319414696807}" destId="{2CAC4D89-DBB2-48EB-BD57-531676A77603}" srcOrd="2" destOrd="0" presId="urn:microsoft.com/office/officeart/2018/2/layout/IconLabelList"/>
    <dgm:cxn modelId="{99A8FF13-CCCA-4490-BFB4-913A4E07D913}" type="presParOf" srcId="{48BE8B74-53A1-4587-92D4-B7872D93C6B0}" destId="{8C2D0CAC-8A27-4FFB-A34D-0DFFD1913ACE}" srcOrd="7" destOrd="0" presId="urn:microsoft.com/office/officeart/2018/2/layout/IconLabelList"/>
    <dgm:cxn modelId="{66272549-2AB3-4A89-9F38-2E8A8D223A78}" type="presParOf" srcId="{48BE8B74-53A1-4587-92D4-B7872D93C6B0}" destId="{A21FBE83-9FC5-47A6-AFFA-A51E7B684D2B}" srcOrd="8" destOrd="0" presId="urn:microsoft.com/office/officeart/2018/2/layout/IconLabelList"/>
    <dgm:cxn modelId="{B7C360CA-D2FA-484F-86B4-50EAC5365110}" type="presParOf" srcId="{A21FBE83-9FC5-47A6-AFFA-A51E7B684D2B}" destId="{75952974-C719-43F9-8D2B-FD1CF9ACB720}" srcOrd="0" destOrd="0" presId="urn:microsoft.com/office/officeart/2018/2/layout/IconLabelList"/>
    <dgm:cxn modelId="{83C92032-9425-4DA8-8AD7-29E29F8FB786}" type="presParOf" srcId="{A21FBE83-9FC5-47A6-AFFA-A51E7B684D2B}" destId="{0287E565-B19A-4A47-8562-FC17860D6FA6}" srcOrd="1" destOrd="0" presId="urn:microsoft.com/office/officeart/2018/2/layout/IconLabelList"/>
    <dgm:cxn modelId="{72E1E3C7-F418-4431-9674-2AB78A620074}" type="presParOf" srcId="{A21FBE83-9FC5-47A6-AFFA-A51E7B684D2B}" destId="{2AB36301-F8F5-4E1E-9255-DE07147FF5A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50C6E-1B30-4635-81F4-480AD444A0A1}">
      <dsp:nvSpPr>
        <dsp:cNvPr id="0" name=""/>
        <dsp:cNvSpPr/>
      </dsp:nvSpPr>
      <dsp:spPr>
        <a:xfrm>
          <a:off x="0" y="438709"/>
          <a:ext cx="6666833" cy="1063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Read must wait until earlier write finishes</a:t>
          </a:r>
        </a:p>
      </dsp:txBody>
      <dsp:txXfrm>
        <a:off x="0" y="438709"/>
        <a:ext cx="6666833" cy="1063125"/>
      </dsp:txXfrm>
    </dsp:sp>
    <dsp:sp modelId="{E407CF94-AE91-4EC7-92AB-4B67366CB2B3}">
      <dsp:nvSpPr>
        <dsp:cNvPr id="0" name=""/>
        <dsp:cNvSpPr/>
      </dsp:nvSpPr>
      <dsp:spPr>
        <a:xfrm>
          <a:off x="333341" y="69709"/>
          <a:ext cx="4666783" cy="7380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u="sng" kern="1200"/>
            <a:t>Read-After-Write</a:t>
          </a:r>
          <a:r>
            <a:rPr lang="en-US" sz="2500" kern="1200"/>
            <a:t> (</a:t>
          </a:r>
          <a:r>
            <a:rPr lang="en-US" sz="2500" i="1" u="sng" kern="1200"/>
            <a:t>RAW</a:t>
          </a:r>
          <a:r>
            <a:rPr lang="en-US" sz="2500" kern="1200"/>
            <a:t>) </a:t>
          </a:r>
        </a:p>
      </dsp:txBody>
      <dsp:txXfrm>
        <a:off x="369367" y="105735"/>
        <a:ext cx="4594731" cy="665948"/>
      </dsp:txXfrm>
    </dsp:sp>
    <dsp:sp modelId="{C3BC213A-02A7-4238-8FFB-E02DB5D94995}">
      <dsp:nvSpPr>
        <dsp:cNvPr id="0" name=""/>
        <dsp:cNvSpPr/>
      </dsp:nvSpPr>
      <dsp:spPr>
        <a:xfrm>
          <a:off x="0" y="2005835"/>
          <a:ext cx="6666833" cy="1063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Write must wait until earlier read finishes </a:t>
          </a:r>
        </a:p>
      </dsp:txBody>
      <dsp:txXfrm>
        <a:off x="0" y="2005835"/>
        <a:ext cx="6666833" cy="1063125"/>
      </dsp:txXfrm>
    </dsp:sp>
    <dsp:sp modelId="{5CA74C80-7C03-40AE-B535-1FA4A33B0A00}">
      <dsp:nvSpPr>
        <dsp:cNvPr id="0" name=""/>
        <dsp:cNvSpPr/>
      </dsp:nvSpPr>
      <dsp:spPr>
        <a:xfrm>
          <a:off x="333341" y="1636834"/>
          <a:ext cx="4666783" cy="7380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u="sng" kern="1200"/>
            <a:t>Anti-Dependence</a:t>
          </a:r>
          <a:r>
            <a:rPr lang="en-US" sz="2500" kern="1200"/>
            <a:t> (</a:t>
          </a:r>
          <a:r>
            <a:rPr lang="en-US" sz="2500" i="1" u="sng" kern="1200"/>
            <a:t>WAR</a:t>
          </a:r>
          <a:r>
            <a:rPr lang="en-US" sz="2500" kern="1200"/>
            <a:t>)</a:t>
          </a:r>
        </a:p>
      </dsp:txBody>
      <dsp:txXfrm>
        <a:off x="369367" y="1672860"/>
        <a:ext cx="4594731" cy="665948"/>
      </dsp:txXfrm>
    </dsp:sp>
    <dsp:sp modelId="{3BC211FC-68CE-4159-9E4E-FB9DF72B7716}">
      <dsp:nvSpPr>
        <dsp:cNvPr id="0" name=""/>
        <dsp:cNvSpPr/>
      </dsp:nvSpPr>
      <dsp:spPr>
        <a:xfrm>
          <a:off x="0" y="3572960"/>
          <a:ext cx="6666833" cy="1811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Earlier write can’t overwrite later write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(WAW hazard: not possible with vanilla 5-stage pipeline)</a:t>
          </a:r>
        </a:p>
      </dsp:txBody>
      <dsp:txXfrm>
        <a:off x="0" y="3572960"/>
        <a:ext cx="6666833" cy="1811250"/>
      </dsp:txXfrm>
    </dsp:sp>
    <dsp:sp modelId="{52FEFDB3-2A95-49C0-B0BC-750109E8E054}">
      <dsp:nvSpPr>
        <dsp:cNvPr id="0" name=""/>
        <dsp:cNvSpPr/>
      </dsp:nvSpPr>
      <dsp:spPr>
        <a:xfrm>
          <a:off x="333341" y="3203960"/>
          <a:ext cx="4666783" cy="7380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u="sng" kern="1200"/>
            <a:t>Output Dependence</a:t>
          </a:r>
          <a:r>
            <a:rPr lang="en-US" sz="2500" kern="1200"/>
            <a:t> (</a:t>
          </a:r>
          <a:r>
            <a:rPr lang="en-US" sz="2500" i="1" u="sng" kern="1200"/>
            <a:t>WAW</a:t>
          </a:r>
          <a:r>
            <a:rPr lang="en-US" sz="2500" kern="1200"/>
            <a:t>)</a:t>
          </a:r>
        </a:p>
      </dsp:txBody>
      <dsp:txXfrm>
        <a:off x="369367" y="3239986"/>
        <a:ext cx="4594731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F659B-6504-4FC1-8F3C-DDF8B8F90851}">
      <dsp:nvSpPr>
        <dsp:cNvPr id="0" name=""/>
        <dsp:cNvSpPr/>
      </dsp:nvSpPr>
      <dsp:spPr>
        <a:xfrm>
          <a:off x="0" y="352695"/>
          <a:ext cx="6900512" cy="29925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Jumps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Opcode, offset, and PC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Jump Register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 and register value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Conditional Branches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Opcode, offset, PC, and register (for condition)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all others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 and PC</a:t>
          </a:r>
        </a:p>
      </dsp:txBody>
      <dsp:txXfrm>
        <a:off x="0" y="352695"/>
        <a:ext cx="6900512" cy="2992500"/>
      </dsp:txXfrm>
    </dsp:sp>
    <dsp:sp modelId="{A4CD3E22-E073-46A5-BFE0-A8A45C1D01B9}">
      <dsp:nvSpPr>
        <dsp:cNvPr id="0" name=""/>
        <dsp:cNvSpPr/>
      </dsp:nvSpPr>
      <dsp:spPr>
        <a:xfrm>
          <a:off x="345025" y="72255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do we need to calculate next PC?</a:t>
          </a:r>
        </a:p>
      </dsp:txBody>
      <dsp:txXfrm>
        <a:off x="372405" y="99635"/>
        <a:ext cx="4775598" cy="506120"/>
      </dsp:txXfrm>
    </dsp:sp>
    <dsp:sp modelId="{7CB2FE4B-CE93-4BE3-BF59-806F7E8AF5CC}">
      <dsp:nvSpPr>
        <dsp:cNvPr id="0" name=""/>
        <dsp:cNvSpPr/>
      </dsp:nvSpPr>
      <dsp:spPr>
        <a:xfrm>
          <a:off x="0" y="3728235"/>
          <a:ext cx="6900512" cy="17356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PC - Fetch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Opcode, offset - Decode (or Fetch?)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Register value - Decode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Branch condition ((</a:t>
          </a:r>
          <a:r>
            <a:rPr lang="en-US" sz="1900" kern="1200" dirty="0" err="1"/>
            <a:t>rs</a:t>
          </a:r>
          <a:r>
            <a:rPr lang="en-US" sz="1900" kern="1200" dirty="0"/>
            <a:t>)==0) - Execute (or Decode?)</a:t>
          </a:r>
        </a:p>
      </dsp:txBody>
      <dsp:txXfrm>
        <a:off x="0" y="3728235"/>
        <a:ext cx="6900512" cy="1735650"/>
      </dsp:txXfrm>
    </dsp:sp>
    <dsp:sp modelId="{92F2D5FC-F369-4822-9318-DB5E43F26D3B}">
      <dsp:nvSpPr>
        <dsp:cNvPr id="0" name=""/>
        <dsp:cNvSpPr/>
      </dsp:nvSpPr>
      <dsp:spPr>
        <a:xfrm>
          <a:off x="345025" y="3447795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 what stage do we know these?</a:t>
          </a:r>
        </a:p>
      </dsp:txBody>
      <dsp:txXfrm>
        <a:off x="372405" y="3475175"/>
        <a:ext cx="4775598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F6195-1BAF-4C74-BE17-5A4A7D177B45}">
      <dsp:nvSpPr>
        <dsp:cNvPr id="0" name=""/>
        <dsp:cNvSpPr/>
      </dsp:nvSpPr>
      <dsp:spPr>
        <a:xfrm>
          <a:off x="630800" y="83167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E21BB-28C0-4923-B308-89E3CF362F3F}">
      <dsp:nvSpPr>
        <dsp:cNvPr id="0" name=""/>
        <dsp:cNvSpPr/>
      </dsp:nvSpPr>
      <dsp:spPr>
        <a:xfrm>
          <a:off x="135800" y="19944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Predict whether the next PC is a branch PC, at the fetch stage? </a:t>
          </a:r>
        </a:p>
      </dsp:txBody>
      <dsp:txXfrm>
        <a:off x="135800" y="1994404"/>
        <a:ext cx="1800000" cy="720000"/>
      </dsp:txXfrm>
    </dsp:sp>
    <dsp:sp modelId="{1FD0D745-8E06-4FB1-BFEF-2783798223B6}">
      <dsp:nvSpPr>
        <dsp:cNvPr id="0" name=""/>
        <dsp:cNvSpPr/>
      </dsp:nvSpPr>
      <dsp:spPr>
        <a:xfrm>
          <a:off x="2745800" y="831675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40D12-A816-497D-B89B-A2010FF85C1F}">
      <dsp:nvSpPr>
        <dsp:cNvPr id="0" name=""/>
        <dsp:cNvSpPr/>
      </dsp:nvSpPr>
      <dsp:spPr>
        <a:xfrm>
          <a:off x="2250800" y="19944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If branch, will it be taken?</a:t>
          </a:r>
        </a:p>
      </dsp:txBody>
      <dsp:txXfrm>
        <a:off x="2250800" y="1994404"/>
        <a:ext cx="1800000" cy="720000"/>
      </dsp:txXfrm>
    </dsp:sp>
    <dsp:sp modelId="{B744BC62-D15F-45E4-AF98-7D0C06E7F807}">
      <dsp:nvSpPr>
        <dsp:cNvPr id="0" name=""/>
        <dsp:cNvSpPr/>
      </dsp:nvSpPr>
      <dsp:spPr>
        <a:xfrm>
          <a:off x="4860800" y="831675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3872A-EE8B-4B21-8149-F5F70B6FBC3B}">
      <dsp:nvSpPr>
        <dsp:cNvPr id="0" name=""/>
        <dsp:cNvSpPr/>
      </dsp:nvSpPr>
      <dsp:spPr>
        <a:xfrm>
          <a:off x="4365800" y="19944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If taken, what is the target address?  </a:t>
          </a:r>
        </a:p>
      </dsp:txBody>
      <dsp:txXfrm>
        <a:off x="4365800" y="1994404"/>
        <a:ext cx="1800000" cy="720000"/>
      </dsp:txXfrm>
    </dsp:sp>
    <dsp:sp modelId="{D8B8EEFD-7DBE-4DB8-895C-207344CC6129}">
      <dsp:nvSpPr>
        <dsp:cNvPr id="0" name=""/>
        <dsp:cNvSpPr/>
      </dsp:nvSpPr>
      <dsp:spPr>
        <a:xfrm>
          <a:off x="1688300" y="316440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C4D89-DBB2-48EB-BD57-531676A77603}">
      <dsp:nvSpPr>
        <dsp:cNvPr id="0" name=""/>
        <dsp:cNvSpPr/>
      </dsp:nvSpPr>
      <dsp:spPr>
        <a:xfrm>
          <a:off x="1193300" y="432713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How? </a:t>
          </a:r>
        </a:p>
      </dsp:txBody>
      <dsp:txXfrm>
        <a:off x="1193300" y="4327133"/>
        <a:ext cx="1800000" cy="720000"/>
      </dsp:txXfrm>
    </dsp:sp>
    <dsp:sp modelId="{75952974-C719-43F9-8D2B-FD1CF9ACB720}">
      <dsp:nvSpPr>
        <dsp:cNvPr id="0" name=""/>
        <dsp:cNvSpPr/>
      </dsp:nvSpPr>
      <dsp:spPr>
        <a:xfrm>
          <a:off x="3803300" y="3164404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36301-F8F5-4E1E-9255-DE07147FF5AB}">
      <dsp:nvSpPr>
        <dsp:cNvPr id="0" name=""/>
        <dsp:cNvSpPr/>
      </dsp:nvSpPr>
      <dsp:spPr>
        <a:xfrm>
          <a:off x="3308300" y="432713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know whether it is a branch PC or not in the decode stage. Oh no </a:t>
          </a:r>
          <a:r>
            <a:rPr lang="en-US" sz="1400" kern="1200">
              <a:sym typeface="Wingdings" panose="05000000000000000000" pitchFamily="2" charset="2"/>
            </a:rPr>
            <a:t> </a:t>
          </a:r>
          <a:endParaRPr lang="en-US" sz="1400" kern="1200"/>
        </a:p>
      </dsp:txBody>
      <dsp:txXfrm>
        <a:off x="3308300" y="4327133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06656" cy="165576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16: Monsoon over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Welcome to the land of processors!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https://www.cse.iitb.ac.in/~biswa/courses/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0BB5-3044-4270-AFE3-9934F0A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5-stage pipeline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660F2-9E9F-4A77-AFBC-6E5412C1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37C1C8-0E34-47FD-895E-0FAAAA3B5E1C}"/>
              </a:ext>
            </a:extLst>
          </p:cNvPr>
          <p:cNvGrpSpPr/>
          <p:nvPr/>
        </p:nvGrpSpPr>
        <p:grpSpPr>
          <a:xfrm>
            <a:off x="582590" y="1504950"/>
            <a:ext cx="11176023" cy="4671551"/>
            <a:chOff x="482600" y="974725"/>
            <a:chExt cx="8589963" cy="5434013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1278D92E-71B3-434B-BFBD-BC0951B2A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5400" y="4041775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044367A5-AD98-4D8C-BADD-578E46AF8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25" y="974725"/>
              <a:ext cx="20638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55E91F5F-9181-4762-9694-026551E32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" y="1069975"/>
              <a:ext cx="7858125" cy="763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380F3F82-8ED0-41A3-9B22-5CB1E892E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450" y="1065213"/>
              <a:ext cx="1046163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Memory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Access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1E9D1766-1F32-4203-A2FB-1B5A91EDD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6400" y="1069975"/>
              <a:ext cx="838200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Write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Back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E08A5580-E2AE-4E78-94B4-62819CB6F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938" y="1065213"/>
              <a:ext cx="1401762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Instruction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Fetch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EA0B412F-2521-4B57-9D2D-0E6CA0A4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800" y="1069975"/>
              <a:ext cx="1746250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Instr. Decode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Reg. Fetch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20C27BCF-8EEF-4FF8-822E-6B5B7894E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863" y="1065213"/>
              <a:ext cx="1427162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Execute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Addr. Calc</a:t>
              </a:r>
            </a:p>
          </p:txBody>
        </p:sp>
        <p:grpSp>
          <p:nvGrpSpPr>
            <p:cNvPr id="15" name="Group 11">
              <a:extLst>
                <a:ext uri="{FF2B5EF4-FFF2-40B4-BE49-F238E27FC236}">
                  <a16:creationId xmlns:a16="http://schemas.microsoft.com/office/drawing/2014/main" id="{366C4FED-D173-4FC5-BE6F-1C6BEA325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0400" y="3127375"/>
              <a:ext cx="449263" cy="1095375"/>
              <a:chOff x="3360" y="2112"/>
              <a:chExt cx="283" cy="816"/>
            </a:xfrm>
          </p:grpSpPr>
          <p:grpSp>
            <p:nvGrpSpPr>
              <p:cNvPr id="105" name="Group 12">
                <a:extLst>
                  <a:ext uri="{FF2B5EF4-FFF2-40B4-BE49-F238E27FC236}">
                    <a16:creationId xmlns:a16="http://schemas.microsoft.com/office/drawing/2014/main" id="{82932C54-CE77-47F5-BC2F-A5E8D2708A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112"/>
                <a:ext cx="283" cy="816"/>
                <a:chOff x="3360" y="2112"/>
                <a:chExt cx="283" cy="816"/>
              </a:xfrm>
            </p:grpSpPr>
            <p:sp>
              <p:nvSpPr>
                <p:cNvPr id="107" name="AutoShape 13">
                  <a:extLst>
                    <a:ext uri="{FF2B5EF4-FFF2-40B4-BE49-F238E27FC236}">
                      <a16:creationId xmlns:a16="http://schemas.microsoft.com/office/drawing/2014/main" id="{4530E5DE-9D66-4C34-A2E4-DF052C3B77C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101" y="2386"/>
                  <a:ext cx="816" cy="268"/>
                </a:xfrm>
                <a:custGeom>
                  <a:avLst/>
                  <a:gdLst>
                    <a:gd name="T0" fmla="*/ 27 w 21600"/>
                    <a:gd name="T1" fmla="*/ 2 h 21600"/>
                    <a:gd name="T2" fmla="*/ 15 w 21600"/>
                    <a:gd name="T3" fmla="*/ 3 h 21600"/>
                    <a:gd name="T4" fmla="*/ 4 w 21600"/>
                    <a:gd name="T5" fmla="*/ 2 h 21600"/>
                    <a:gd name="T6" fmla="*/ 15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0 w 21600"/>
                    <a:gd name="T13" fmla="*/ 4513 h 21600"/>
                    <a:gd name="T14" fmla="*/ 17100 w 21600"/>
                    <a:gd name="T15" fmla="*/ 17087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108" name="AutoShape 14">
                  <a:extLst>
                    <a:ext uri="{FF2B5EF4-FFF2-40B4-BE49-F238E27FC236}">
                      <a16:creationId xmlns:a16="http://schemas.microsoft.com/office/drawing/2014/main" id="{17DF7CE8-DCFE-4D59-BF57-AEC65FD1D6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301" y="2419"/>
                  <a:ext cx="247" cy="12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" name="Text Box 15">
                  <a:extLst>
                    <a:ext uri="{FF2B5EF4-FFF2-40B4-BE49-F238E27FC236}">
                      <a16:creationId xmlns:a16="http://schemas.microsoft.com/office/drawing/2014/main" id="{C9569C43-AE3C-4155-A9C1-50145EAED4E1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 rot="5400000">
                  <a:off x="3280" y="2416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ALU</a:t>
                  </a:r>
                  <a:endParaRPr lang="en-US" sz="100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</p:grpSp>
          <p:sp>
            <p:nvSpPr>
              <p:cNvPr id="106" name="Freeform 16">
                <a:extLst>
                  <a:ext uri="{FF2B5EF4-FFF2-40B4-BE49-F238E27FC236}">
                    <a16:creationId xmlns:a16="http://schemas.microsoft.com/office/drawing/2014/main" id="{F6C84596-ECE5-4FC4-9CD4-80BCA29EB5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3307" y="2425"/>
                <a:ext cx="245" cy="115"/>
              </a:xfrm>
              <a:custGeom>
                <a:avLst/>
                <a:gdLst>
                  <a:gd name="T0" fmla="*/ 0 w 384"/>
                  <a:gd name="T1" fmla="*/ 46 h 288"/>
                  <a:gd name="T2" fmla="*/ 78 w 384"/>
                  <a:gd name="T3" fmla="*/ 0 h 288"/>
                  <a:gd name="T4" fmla="*/ 156 w 384"/>
                  <a:gd name="T5" fmla="*/ 46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88">
                    <a:moveTo>
                      <a:pt x="0" y="288"/>
                    </a:moveTo>
                    <a:lnTo>
                      <a:pt x="192" y="0"/>
                    </a:lnTo>
                    <a:lnTo>
                      <a:pt x="384" y="288"/>
                    </a:lnTo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3BFA430C-C2C7-44B8-B812-1D2729E51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400" y="3127375"/>
              <a:ext cx="762000" cy="9144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Memory</a:t>
              </a: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3ACBAE45-1E03-4184-86FD-B7059F97A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063" y="2405063"/>
              <a:ext cx="922337" cy="365125"/>
            </a:xfrm>
            <a:custGeom>
              <a:avLst/>
              <a:gdLst>
                <a:gd name="T0" fmla="*/ 0 w 576"/>
                <a:gd name="T1" fmla="*/ 555484440 h 240"/>
                <a:gd name="T2" fmla="*/ 1476919343 w 576"/>
                <a:gd name="T3" fmla="*/ 555484440 h 240"/>
                <a:gd name="T4" fmla="*/ 1476919343 w 576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240">
                  <a:moveTo>
                    <a:pt x="0" y="240"/>
                  </a:moveTo>
                  <a:lnTo>
                    <a:pt x="576" y="240"/>
                  </a:lnTo>
                  <a:lnTo>
                    <a:pt x="5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A2B04DBA-9291-4A81-B44A-314EF53B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400" y="2874963"/>
              <a:ext cx="590550" cy="14763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Reg File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25EDF63C-3A9A-40ED-B165-5E805A285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663" y="3074988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E6C14046-9960-4AE4-AD7F-60E0CE600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663" y="3684588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75E17194-C390-4DD9-817A-C62F9461D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8400" y="2770188"/>
              <a:ext cx="750888" cy="661987"/>
            </a:xfrm>
            <a:custGeom>
              <a:avLst/>
              <a:gdLst>
                <a:gd name="T0" fmla="*/ 0 w 336"/>
                <a:gd name="T1" fmla="*/ 912972475 h 480"/>
                <a:gd name="T2" fmla="*/ 0 w 336"/>
                <a:gd name="T3" fmla="*/ 0 h 480"/>
                <a:gd name="T4" fmla="*/ 1678073775 w 336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480">
                  <a:moveTo>
                    <a:pt x="0" y="480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272D1EF5-EBF4-4E56-8B33-CBC76D191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9463" y="3455988"/>
              <a:ext cx="533400" cy="1143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Data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Memory</a:t>
              </a: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C634CBAE-B747-4717-AD1C-082396954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200" y="3965575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E45AD701-D731-48EA-8F5B-0BF7B0F75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400" y="4435475"/>
              <a:ext cx="447675" cy="67627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000">
                  <a:solidFill>
                    <a:schemeClr val="tx1"/>
                  </a:solidFill>
                  <a:latin typeface="Comic Sans MS" pitchFamily="66" charset="0"/>
                </a:rPr>
                <a:t>Sign</a:t>
              </a:r>
            </a:p>
            <a:p>
              <a:pPr algn="ctr">
                <a:spcBef>
                  <a:spcPct val="0"/>
                </a:spcBef>
              </a:pPr>
              <a:r>
                <a:rPr lang="en-US" sz="1000">
                  <a:solidFill>
                    <a:schemeClr val="tx1"/>
                  </a:solidFill>
                  <a:latin typeface="Comic Sans MS" pitchFamily="66" charset="0"/>
                </a:rPr>
                <a:t>Extend</a:t>
              </a:r>
              <a:endParaRPr lang="en-US" sz="12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26F85B8F-7EC8-47C6-A9EE-73B01FCD3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8763" y="1066800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0FE813F8-8F80-4FFA-8126-8BFE7FEC7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3600" y="1057275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C502DFED-33C8-4DBD-A222-84CB83930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7950" y="1074738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4DCC3B53-E759-4079-9E7E-6176B412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0200" y="1057275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46DD17A4-16A1-4187-83A4-A459406CE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3584575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790B1314-C977-4D67-9AAB-BA6E9DE83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000" y="35845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C8F3827C-7EDC-4D0E-A7EF-8C0F46E00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600" y="3046413"/>
              <a:ext cx="685800" cy="1757362"/>
            </a:xfrm>
            <a:custGeom>
              <a:avLst/>
              <a:gdLst>
                <a:gd name="T0" fmla="*/ 0 w 480"/>
                <a:gd name="T1" fmla="*/ 0 h 1056"/>
                <a:gd name="T2" fmla="*/ 0 w 480"/>
                <a:gd name="T3" fmla="*/ 2147483647 h 1056"/>
                <a:gd name="T4" fmla="*/ 979836750 w 480"/>
                <a:gd name="T5" fmla="*/ 2147483647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1056">
                  <a:moveTo>
                    <a:pt x="0" y="0"/>
                  </a:moveTo>
                  <a:lnTo>
                    <a:pt x="0" y="1056"/>
                  </a:lnTo>
                  <a:lnTo>
                    <a:pt x="480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A8067B53-3F83-4F34-B13E-DE9692BF6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600" y="3051175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860F648C-B35E-4EE2-98F6-EC33A7104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600" y="3355975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5">
              <a:extLst>
                <a:ext uri="{FF2B5EF4-FFF2-40B4-BE49-F238E27FC236}">
                  <a16:creationId xmlns:a16="http://schemas.microsoft.com/office/drawing/2014/main" id="{1ABD0336-7AFC-4F5C-952F-77796C8D9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000" y="3432175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4ADE6200-48E9-4834-B459-3C527C6C5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400" y="2593975"/>
              <a:ext cx="457200" cy="381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Zero?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C1061BA1-D71D-4993-BB8D-E5599EA62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1800" y="33559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BF2857AC-DE75-4B24-BA91-48061CEB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1800" y="39655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B0823F23-D764-4538-8586-0D1D7247E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00" y="1755775"/>
              <a:ext cx="7086600" cy="1812925"/>
            </a:xfrm>
            <a:custGeom>
              <a:avLst/>
              <a:gdLst>
                <a:gd name="T0" fmla="*/ 2147483647 w 4464"/>
                <a:gd name="T1" fmla="*/ 637600325 h 1142"/>
                <a:gd name="T2" fmla="*/ 2147483647 w 4464"/>
                <a:gd name="T3" fmla="*/ 637600325 h 1142"/>
                <a:gd name="T4" fmla="*/ 2147483647 w 4464"/>
                <a:gd name="T5" fmla="*/ 0 h 1142"/>
                <a:gd name="T6" fmla="*/ 0 w 4464"/>
                <a:gd name="T7" fmla="*/ 0 h 1142"/>
                <a:gd name="T8" fmla="*/ 5040313 w 4464"/>
                <a:gd name="T9" fmla="*/ 2147483647 h 1142"/>
                <a:gd name="T10" fmla="*/ 433466875 w 4464"/>
                <a:gd name="T11" fmla="*/ 2147483647 h 1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64" h="1142">
                  <a:moveTo>
                    <a:pt x="4224" y="253"/>
                  </a:moveTo>
                  <a:lnTo>
                    <a:pt x="4464" y="253"/>
                  </a:lnTo>
                  <a:lnTo>
                    <a:pt x="4464" y="0"/>
                  </a:lnTo>
                  <a:lnTo>
                    <a:pt x="0" y="0"/>
                  </a:lnTo>
                  <a:lnTo>
                    <a:pt x="2" y="1142"/>
                  </a:lnTo>
                  <a:lnTo>
                    <a:pt x="172" y="114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40">
              <a:extLst>
                <a:ext uri="{FF2B5EF4-FFF2-40B4-BE49-F238E27FC236}">
                  <a16:creationId xmlns:a16="http://schemas.microsoft.com/office/drawing/2014/main" id="{8D39C321-3902-4DB5-8A20-63E7BD1E1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600" y="3660775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E530D287-EE33-417C-BAB3-7C6C2F866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3063" y="2273300"/>
              <a:ext cx="304800" cy="1371600"/>
            </a:xfrm>
            <a:custGeom>
              <a:avLst/>
              <a:gdLst>
                <a:gd name="T0" fmla="*/ 0 w 192"/>
                <a:gd name="T1" fmla="*/ 1959673500 h 960"/>
                <a:gd name="T2" fmla="*/ 0 w 192"/>
                <a:gd name="T3" fmla="*/ 0 h 960"/>
                <a:gd name="T4" fmla="*/ 483870000 w 192"/>
                <a:gd name="T5" fmla="*/ 0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960">
                  <a:moveTo>
                    <a:pt x="0" y="960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9501B110-354D-484C-B917-D9B681C64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000" y="3889375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51738DB3-A012-42E4-8EE4-411CF5FD0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200" y="3584575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CC4E0F99-BD16-40AD-B916-985FDA784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9400" y="28225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5">
              <a:extLst>
                <a:ext uri="{FF2B5EF4-FFF2-40B4-BE49-F238E27FC236}">
                  <a16:creationId xmlns:a16="http://schemas.microsoft.com/office/drawing/2014/main" id="{E9B4CBA0-8F91-435A-80EA-7C6B7BFDD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600" y="2212975"/>
              <a:ext cx="533400" cy="1371600"/>
            </a:xfrm>
            <a:custGeom>
              <a:avLst/>
              <a:gdLst>
                <a:gd name="T0" fmla="*/ 0 w 336"/>
                <a:gd name="T1" fmla="*/ 2147483647 h 864"/>
                <a:gd name="T2" fmla="*/ 0 w 336"/>
                <a:gd name="T3" fmla="*/ 0 h 864"/>
                <a:gd name="T4" fmla="*/ 846772500 w 336"/>
                <a:gd name="T5" fmla="*/ 0 h 8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864">
                  <a:moveTo>
                    <a:pt x="0" y="864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8F6E9EF5-65CE-4677-AFFE-E36D764B6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6713" y="3660775"/>
              <a:ext cx="1614487" cy="1143000"/>
            </a:xfrm>
            <a:custGeom>
              <a:avLst/>
              <a:gdLst>
                <a:gd name="T0" fmla="*/ 0 w 1008"/>
                <a:gd name="T1" fmla="*/ 0 h 720"/>
                <a:gd name="T2" fmla="*/ 0 w 1008"/>
                <a:gd name="T3" fmla="*/ 1814512500 h 720"/>
                <a:gd name="T4" fmla="*/ 2147483647 w 1008"/>
                <a:gd name="T5" fmla="*/ 1814512500 h 720"/>
                <a:gd name="T6" fmla="*/ 2147483647 w 1008"/>
                <a:gd name="T7" fmla="*/ 1209675000 h 720"/>
                <a:gd name="T8" fmla="*/ 2147483647 w 1008"/>
                <a:gd name="T9" fmla="*/ 1209675000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720">
                  <a:moveTo>
                    <a:pt x="0" y="0"/>
                  </a:moveTo>
                  <a:lnTo>
                    <a:pt x="0" y="720"/>
                  </a:lnTo>
                  <a:lnTo>
                    <a:pt x="864" y="720"/>
                  </a:lnTo>
                  <a:lnTo>
                    <a:pt x="864" y="480"/>
                  </a:lnTo>
                  <a:lnTo>
                    <a:pt x="1008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C46BFEA8-2595-4800-9D15-451C9D2A8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400" y="3965575"/>
              <a:ext cx="5334000" cy="1828800"/>
            </a:xfrm>
            <a:custGeom>
              <a:avLst/>
              <a:gdLst>
                <a:gd name="T0" fmla="*/ 2147483647 w 3312"/>
                <a:gd name="T1" fmla="*/ 544353750 h 768"/>
                <a:gd name="T2" fmla="*/ 2147483647 w 3312"/>
                <a:gd name="T3" fmla="*/ 544353750 h 768"/>
                <a:gd name="T4" fmla="*/ 2147483647 w 3312"/>
                <a:gd name="T5" fmla="*/ 2147483647 h 768"/>
                <a:gd name="T6" fmla="*/ 0 w 3312"/>
                <a:gd name="T7" fmla="*/ 2147483647 h 768"/>
                <a:gd name="T8" fmla="*/ 0 w 3312"/>
                <a:gd name="T9" fmla="*/ 0 h 768"/>
                <a:gd name="T10" fmla="*/ 622496482 w 3312"/>
                <a:gd name="T11" fmla="*/ 0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12" h="768">
                  <a:moveTo>
                    <a:pt x="3168" y="96"/>
                  </a:moveTo>
                  <a:lnTo>
                    <a:pt x="3312" y="96"/>
                  </a:lnTo>
                  <a:lnTo>
                    <a:pt x="3312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D4D22FC4-87D3-4832-9CBA-CA835E67B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8400" y="3889375"/>
              <a:ext cx="2133600" cy="533400"/>
            </a:xfrm>
            <a:custGeom>
              <a:avLst/>
              <a:gdLst>
                <a:gd name="T0" fmla="*/ 0 w 1344"/>
                <a:gd name="T1" fmla="*/ 0 h 336"/>
                <a:gd name="T2" fmla="*/ 0 w 1344"/>
                <a:gd name="T3" fmla="*/ 846772500 h 336"/>
                <a:gd name="T4" fmla="*/ 2147483647 w 1344"/>
                <a:gd name="T5" fmla="*/ 84677250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44" h="336">
                  <a:moveTo>
                    <a:pt x="0" y="0"/>
                  </a:moveTo>
                  <a:lnTo>
                    <a:pt x="0" y="336"/>
                  </a:lnTo>
                  <a:lnTo>
                    <a:pt x="1344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8C0A3CB7-15F8-40BE-B3FC-F6B975C40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000" y="3736975"/>
              <a:ext cx="5257800" cy="1828800"/>
            </a:xfrm>
            <a:custGeom>
              <a:avLst/>
              <a:gdLst>
                <a:gd name="T0" fmla="*/ 2147483647 w 3312"/>
                <a:gd name="T1" fmla="*/ 2147483647 h 1200"/>
                <a:gd name="T2" fmla="*/ 2147483647 w 3312"/>
                <a:gd name="T3" fmla="*/ 2147483647 h 1200"/>
                <a:gd name="T4" fmla="*/ 2147483647 w 3312"/>
                <a:gd name="T5" fmla="*/ 2147483647 h 1200"/>
                <a:gd name="T6" fmla="*/ 0 w 3312"/>
                <a:gd name="T7" fmla="*/ 2147483647 h 1200"/>
                <a:gd name="T8" fmla="*/ 0 w 3312"/>
                <a:gd name="T9" fmla="*/ 0 h 1200"/>
                <a:gd name="T10" fmla="*/ 846772500 w 3312"/>
                <a:gd name="T11" fmla="*/ 0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12" h="1200">
                  <a:moveTo>
                    <a:pt x="3024" y="960"/>
                  </a:moveTo>
                  <a:lnTo>
                    <a:pt x="3312" y="960"/>
                  </a:lnTo>
                  <a:lnTo>
                    <a:pt x="3312" y="1200"/>
                  </a:lnTo>
                  <a:lnTo>
                    <a:pt x="0" y="1200"/>
                  </a:ln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9" name="Group 50">
              <a:extLst>
                <a:ext uri="{FF2B5EF4-FFF2-40B4-BE49-F238E27FC236}">
                  <a16:creationId xmlns:a16="http://schemas.microsoft.com/office/drawing/2014/main" id="{429EF94F-944E-4DFD-946F-262455ED3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6200" y="1831975"/>
              <a:ext cx="5487988" cy="3643313"/>
              <a:chOff x="1631" y="1405"/>
              <a:chExt cx="3457" cy="2295"/>
            </a:xfrm>
          </p:grpSpPr>
          <p:grpSp>
            <p:nvGrpSpPr>
              <p:cNvPr id="93" name="Group 51">
                <a:extLst>
                  <a:ext uri="{FF2B5EF4-FFF2-40B4-BE49-F238E27FC236}">
                    <a16:creationId xmlns:a16="http://schemas.microsoft.com/office/drawing/2014/main" id="{4206D8E0-968B-43E2-B768-7778743BC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1" y="1405"/>
                <a:ext cx="192" cy="2295"/>
                <a:chOff x="1486" y="1488"/>
                <a:chExt cx="192" cy="2295"/>
              </a:xfrm>
            </p:grpSpPr>
            <p:sp>
              <p:nvSpPr>
                <p:cNvPr id="103" name="Rectangle 52">
                  <a:extLst>
                    <a:ext uri="{FF2B5EF4-FFF2-40B4-BE49-F238E27FC236}">
                      <a16:creationId xmlns:a16="http://schemas.microsoft.com/office/drawing/2014/main" id="{59437B93-DF0F-4E9C-990D-90CB891C23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488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IF/ID</a:t>
                  </a:r>
                </a:p>
              </p:txBody>
            </p:sp>
            <p:sp>
              <p:nvSpPr>
                <p:cNvPr id="104" name="AutoShape 53">
                  <a:extLst>
                    <a:ext uri="{FF2B5EF4-FFF2-40B4-BE49-F238E27FC236}">
                      <a16:creationId xmlns:a16="http://schemas.microsoft.com/office/drawing/2014/main" id="{81C64166-C770-4483-8758-CEE057B44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3591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54">
                <a:extLst>
                  <a:ext uri="{FF2B5EF4-FFF2-40B4-BE49-F238E27FC236}">
                    <a16:creationId xmlns:a16="http://schemas.microsoft.com/office/drawing/2014/main" id="{AC65A98A-7473-4A17-B1D7-A564C83454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1405"/>
                <a:ext cx="193" cy="2295"/>
                <a:chOff x="2740" y="1436"/>
                <a:chExt cx="193" cy="2295"/>
              </a:xfrm>
            </p:grpSpPr>
            <p:sp>
              <p:nvSpPr>
                <p:cNvPr id="101" name="Rectangle 55">
                  <a:extLst>
                    <a:ext uri="{FF2B5EF4-FFF2-40B4-BE49-F238E27FC236}">
                      <a16:creationId xmlns:a16="http://schemas.microsoft.com/office/drawing/2014/main" id="{A6885D27-FA04-4D18-B6F0-8EA1C7A4E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1" y="1436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ID/EX</a:t>
                  </a:r>
                </a:p>
              </p:txBody>
            </p:sp>
            <p:sp>
              <p:nvSpPr>
                <p:cNvPr id="102" name="AutoShape 56">
                  <a:extLst>
                    <a:ext uri="{FF2B5EF4-FFF2-40B4-BE49-F238E27FC236}">
                      <a16:creationId xmlns:a16="http://schemas.microsoft.com/office/drawing/2014/main" id="{EC038DA5-C297-4920-B98D-583666850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0" y="3533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57">
                <a:extLst>
                  <a:ext uri="{FF2B5EF4-FFF2-40B4-BE49-F238E27FC236}">
                    <a16:creationId xmlns:a16="http://schemas.microsoft.com/office/drawing/2014/main" id="{53DE4178-F86F-4C59-BA96-9C59278DC7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1405"/>
                <a:ext cx="192" cy="2295"/>
                <a:chOff x="4972" y="1431"/>
                <a:chExt cx="192" cy="2295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66831A38-5683-472D-AD44-8686AFD97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2" y="1431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MEM/WB</a:t>
                  </a:r>
                </a:p>
              </p:txBody>
            </p:sp>
            <p:sp>
              <p:nvSpPr>
                <p:cNvPr id="100" name="AutoShape 59">
                  <a:extLst>
                    <a:ext uri="{FF2B5EF4-FFF2-40B4-BE49-F238E27FC236}">
                      <a16:creationId xmlns:a16="http://schemas.microsoft.com/office/drawing/2014/main" id="{F8B42A88-C42D-4D47-AA03-B18DF0B4E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2" y="3534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" name="Group 60">
                <a:extLst>
                  <a:ext uri="{FF2B5EF4-FFF2-40B4-BE49-F238E27FC236}">
                    <a16:creationId xmlns:a16="http://schemas.microsoft.com/office/drawing/2014/main" id="{A36878E9-D302-402C-A80B-F1E84ECA3F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66" y="1405"/>
                <a:ext cx="192" cy="2295"/>
                <a:chOff x="3920" y="1447"/>
                <a:chExt cx="192" cy="2295"/>
              </a:xfrm>
            </p:grpSpPr>
            <p:sp>
              <p:nvSpPr>
                <p:cNvPr id="97" name="Rectangle 61">
                  <a:extLst>
                    <a:ext uri="{FF2B5EF4-FFF2-40B4-BE49-F238E27FC236}">
                      <a16:creationId xmlns:a16="http://schemas.microsoft.com/office/drawing/2014/main" id="{58E0C3E5-81BE-47CD-8279-7EF215BC1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0" y="1447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EX/MEM</a:t>
                  </a:r>
                </a:p>
              </p:txBody>
            </p:sp>
            <p:sp>
              <p:nvSpPr>
                <p:cNvPr id="98" name="AutoShape 62">
                  <a:extLst>
                    <a:ext uri="{FF2B5EF4-FFF2-40B4-BE49-F238E27FC236}">
                      <a16:creationId xmlns:a16="http://schemas.microsoft.com/office/drawing/2014/main" id="{DD3F03D8-CE2C-4C71-A90D-7EF3665FE8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0" y="3544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0" name="Line 63">
              <a:extLst>
                <a:ext uri="{FF2B5EF4-FFF2-40B4-BE49-F238E27FC236}">
                  <a16:creationId xmlns:a16="http://schemas.microsoft.com/office/drawing/2014/main" id="{7069DD27-12AE-4B34-B739-2E5093B40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600" y="4803775"/>
              <a:ext cx="2286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64">
              <a:extLst>
                <a:ext uri="{FF2B5EF4-FFF2-40B4-BE49-F238E27FC236}">
                  <a16:creationId xmlns:a16="http://schemas.microsoft.com/office/drawing/2014/main" id="{0FC8055C-E8D0-4E49-BAA3-5877C2498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000" y="4117975"/>
              <a:ext cx="457200" cy="685800"/>
            </a:xfrm>
            <a:custGeom>
              <a:avLst/>
              <a:gdLst>
                <a:gd name="T0" fmla="*/ 0 w 336"/>
                <a:gd name="T1" fmla="*/ 1088707500 h 432"/>
                <a:gd name="T2" fmla="*/ 355496132 w 336"/>
                <a:gd name="T3" fmla="*/ 1088707500 h 432"/>
                <a:gd name="T4" fmla="*/ 355496132 w 336"/>
                <a:gd name="T5" fmla="*/ 0 h 432"/>
                <a:gd name="T6" fmla="*/ 622118571 w 336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432">
                  <a:moveTo>
                    <a:pt x="0" y="432"/>
                  </a:moveTo>
                  <a:lnTo>
                    <a:pt x="192" y="432"/>
                  </a:lnTo>
                  <a:lnTo>
                    <a:pt x="192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65">
              <a:extLst>
                <a:ext uri="{FF2B5EF4-FFF2-40B4-BE49-F238E27FC236}">
                  <a16:creationId xmlns:a16="http://schemas.microsoft.com/office/drawing/2014/main" id="{2A5C9228-204D-45D8-B989-9CA82381C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000" y="1984375"/>
              <a:ext cx="1600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66">
              <a:extLst>
                <a:ext uri="{FF2B5EF4-FFF2-40B4-BE49-F238E27FC236}">
                  <a16:creationId xmlns:a16="http://schemas.microsoft.com/office/drawing/2014/main" id="{08B22A4D-13A0-4736-A999-373DCD122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600" y="4803775"/>
              <a:ext cx="1371600" cy="381000"/>
            </a:xfrm>
            <a:custGeom>
              <a:avLst/>
              <a:gdLst>
                <a:gd name="T0" fmla="*/ 0 w 864"/>
                <a:gd name="T1" fmla="*/ 0 h 288"/>
                <a:gd name="T2" fmla="*/ 0 w 864"/>
                <a:gd name="T3" fmla="*/ 504031250 h 288"/>
                <a:gd name="T4" fmla="*/ 2147483647 w 864"/>
                <a:gd name="T5" fmla="*/ 50403125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288">
                  <a:moveTo>
                    <a:pt x="0" y="0"/>
                  </a:moveTo>
                  <a:lnTo>
                    <a:pt x="0" y="288"/>
                  </a:lnTo>
                  <a:lnTo>
                    <a:pt x="864" y="28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67">
              <a:extLst>
                <a:ext uri="{FF2B5EF4-FFF2-40B4-BE49-F238E27FC236}">
                  <a16:creationId xmlns:a16="http://schemas.microsoft.com/office/drawing/2014/main" id="{6F792DC1-EA8B-4B80-872F-E5F09CD32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000" y="5184775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68">
              <a:extLst>
                <a:ext uri="{FF2B5EF4-FFF2-40B4-BE49-F238E27FC236}">
                  <a16:creationId xmlns:a16="http://schemas.microsoft.com/office/drawing/2014/main" id="{1B5E7892-134C-4AA9-984B-1E929DBAD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4800" y="5184775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69">
              <a:extLst>
                <a:ext uri="{FF2B5EF4-FFF2-40B4-BE49-F238E27FC236}">
                  <a16:creationId xmlns:a16="http://schemas.microsoft.com/office/drawing/2014/main" id="{0C48CD85-BCD2-4051-B647-FEDD1F416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9000" y="1984375"/>
              <a:ext cx="457200" cy="533400"/>
            </a:xfrm>
            <a:custGeom>
              <a:avLst/>
              <a:gdLst>
                <a:gd name="T0" fmla="*/ 0 w 240"/>
                <a:gd name="T1" fmla="*/ 846772500 h 336"/>
                <a:gd name="T2" fmla="*/ 522579600 w 240"/>
                <a:gd name="T3" fmla="*/ 846772500 h 336"/>
                <a:gd name="T4" fmla="*/ 522579600 w 240"/>
                <a:gd name="T5" fmla="*/ 0 h 336"/>
                <a:gd name="T6" fmla="*/ 870966000 w 240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0" h="336">
                  <a:moveTo>
                    <a:pt x="0" y="336"/>
                  </a:moveTo>
                  <a:lnTo>
                    <a:pt x="144" y="336"/>
                  </a:lnTo>
                  <a:lnTo>
                    <a:pt x="144" y="0"/>
                  </a:lnTo>
                  <a:lnTo>
                    <a:pt x="24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" name="Group 70">
              <a:extLst>
                <a:ext uri="{FF2B5EF4-FFF2-40B4-BE49-F238E27FC236}">
                  <a16:creationId xmlns:a16="http://schemas.microsoft.com/office/drawing/2014/main" id="{C7920FF4-5CB1-4EF6-B0C0-3F993DF3E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263" y="2084388"/>
              <a:ext cx="914400" cy="990600"/>
              <a:chOff x="827" y="1455"/>
              <a:chExt cx="576" cy="624"/>
            </a:xfrm>
          </p:grpSpPr>
          <p:sp>
            <p:nvSpPr>
              <p:cNvPr id="88" name="Text Box 71">
                <a:extLst>
                  <a:ext uri="{FF2B5EF4-FFF2-40B4-BE49-F238E27FC236}">
                    <a16:creationId xmlns:a16="http://schemas.microsoft.com/office/drawing/2014/main" id="{BF3945F1-803E-4001-9CF3-1684044B2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" y="1791"/>
                <a:ext cx="192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</a:defRPr>
                </a:lvl1pPr>
                <a:lvl2pPr marL="742950" indent="-28575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2pPr>
                <a:lvl3pPr marL="11430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3pPr>
                <a:lvl4pPr marL="16002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4pPr>
                <a:lvl5pPr marL="20574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Comic Sans MS" pitchFamily="66" charset="0"/>
                  </a:rPr>
                  <a:t>4</a:t>
                </a:r>
              </a:p>
            </p:txBody>
          </p:sp>
          <p:sp>
            <p:nvSpPr>
              <p:cNvPr id="89" name="AutoShape 72">
                <a:extLst>
                  <a:ext uri="{FF2B5EF4-FFF2-40B4-BE49-F238E27FC236}">
                    <a16:creationId xmlns:a16="http://schemas.microsoft.com/office/drawing/2014/main" id="{307F2F99-3448-412A-9550-4CDFB0D8E9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965" y="1592"/>
                <a:ext cx="576" cy="301"/>
              </a:xfrm>
              <a:custGeom>
                <a:avLst/>
                <a:gdLst>
                  <a:gd name="T0" fmla="*/ 13 w 21600"/>
                  <a:gd name="T1" fmla="*/ 2 h 21600"/>
                  <a:gd name="T2" fmla="*/ 8 w 21600"/>
                  <a:gd name="T3" fmla="*/ 4 h 21600"/>
                  <a:gd name="T4" fmla="*/ 2 w 21600"/>
                  <a:gd name="T5" fmla="*/ 2 h 21600"/>
                  <a:gd name="T6" fmla="*/ 8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21 h 21600"/>
                  <a:gd name="T14" fmla="*/ 17100 w 21600"/>
                  <a:gd name="T15" fmla="*/ 1707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90" name="AutoShape 73">
                <a:extLst>
                  <a:ext uri="{FF2B5EF4-FFF2-40B4-BE49-F238E27FC236}">
                    <a16:creationId xmlns:a16="http://schemas.microsoft.com/office/drawing/2014/main" id="{3A1B8F20-2CC9-4664-9313-DAF8BD2FF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071" y="1644"/>
                <a:ext cx="174" cy="145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Text Box 74">
                <a:extLst>
                  <a:ext uri="{FF2B5EF4-FFF2-40B4-BE49-F238E27FC236}">
                    <a16:creationId xmlns:a16="http://schemas.microsoft.com/office/drawing/2014/main" id="{B92DEBBF-19BD-4881-80B5-A887EA1B4FD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1015" y="1643"/>
                <a:ext cx="4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</a:defRPr>
                </a:lvl1pPr>
                <a:lvl2pPr marL="742950" indent="-28575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2pPr>
                <a:lvl3pPr marL="11430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3pPr>
                <a:lvl4pPr marL="16002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4pPr>
                <a:lvl5pPr marL="20574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omic Sans MS" pitchFamily="66" charset="0"/>
                  </a:rPr>
                  <a:t>Adder</a:t>
                </a:r>
                <a:endParaRPr lang="en-US" sz="1000">
                  <a:solidFill>
                    <a:schemeClr val="tx1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92" name="Freeform 75">
                <a:extLst>
                  <a:ext uri="{FF2B5EF4-FFF2-40B4-BE49-F238E27FC236}">
                    <a16:creationId xmlns:a16="http://schemas.microsoft.com/office/drawing/2014/main" id="{06D7C0B0-3742-4511-A033-0F809F94A4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1076" y="1652"/>
                <a:ext cx="173" cy="130"/>
              </a:xfrm>
              <a:custGeom>
                <a:avLst/>
                <a:gdLst>
                  <a:gd name="T0" fmla="*/ 0 w 384"/>
                  <a:gd name="T1" fmla="*/ 59 h 288"/>
                  <a:gd name="T2" fmla="*/ 39 w 384"/>
                  <a:gd name="T3" fmla="*/ 0 h 288"/>
                  <a:gd name="T4" fmla="*/ 78 w 384"/>
                  <a:gd name="T5" fmla="*/ 59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88">
                    <a:moveTo>
                      <a:pt x="0" y="288"/>
                    </a:moveTo>
                    <a:lnTo>
                      <a:pt x="192" y="0"/>
                    </a:lnTo>
                    <a:lnTo>
                      <a:pt x="384" y="288"/>
                    </a:lnTo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8" name="Line 76">
              <a:extLst>
                <a:ext uri="{FF2B5EF4-FFF2-40B4-BE49-F238E27FC236}">
                  <a16:creationId xmlns:a16="http://schemas.microsoft.com/office/drawing/2014/main" id="{39B8B3C8-A030-4CD6-91D1-46A050A7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000" y="1984375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77">
              <a:extLst>
                <a:ext uri="{FF2B5EF4-FFF2-40B4-BE49-F238E27FC236}">
                  <a16:creationId xmlns:a16="http://schemas.microsoft.com/office/drawing/2014/main" id="{71C7817C-A652-4F92-9935-8343D999F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4800" y="1984375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78">
              <a:extLst>
                <a:ext uri="{FF2B5EF4-FFF2-40B4-BE49-F238E27FC236}">
                  <a16:creationId xmlns:a16="http://schemas.microsoft.com/office/drawing/2014/main" id="{0D510306-2FC8-431F-9A02-6BA208681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1984375"/>
              <a:ext cx="228600" cy="1219200"/>
            </a:xfrm>
            <a:custGeom>
              <a:avLst/>
              <a:gdLst>
                <a:gd name="T0" fmla="*/ 0 w 96"/>
                <a:gd name="T1" fmla="*/ 0 h 768"/>
                <a:gd name="T2" fmla="*/ 0 w 96"/>
                <a:gd name="T3" fmla="*/ 1935480000 h 768"/>
                <a:gd name="T4" fmla="*/ 544353750 w 96"/>
                <a:gd name="T5" fmla="*/ 193548000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768">
                  <a:moveTo>
                    <a:pt x="0" y="0"/>
                  </a:moveTo>
                  <a:lnTo>
                    <a:pt x="0" y="768"/>
                  </a:lnTo>
                  <a:lnTo>
                    <a:pt x="96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Text Box 79">
              <a:extLst>
                <a:ext uri="{FF2B5EF4-FFF2-40B4-BE49-F238E27FC236}">
                  <a16:creationId xmlns:a16="http://schemas.microsoft.com/office/drawing/2014/main" id="{99A14DA2-9A55-4901-8010-25930670B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163" y="1938338"/>
              <a:ext cx="13049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Next SEQ PC</a:t>
              </a:r>
            </a:p>
          </p:txBody>
        </p:sp>
        <p:sp>
          <p:nvSpPr>
            <p:cNvPr id="62" name="Oval 80">
              <a:extLst>
                <a:ext uri="{FF2B5EF4-FFF2-40B4-BE49-F238E27FC236}">
                  <a16:creationId xmlns:a16="http://schemas.microsoft.com/office/drawing/2014/main" id="{D96E35E0-A7A5-4C0C-8A83-B7A47FCEA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613" y="3622675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81">
              <a:extLst>
                <a:ext uri="{FF2B5EF4-FFF2-40B4-BE49-F238E27FC236}">
                  <a16:creationId xmlns:a16="http://schemas.microsoft.com/office/drawing/2014/main" id="{92776D97-5682-415D-B140-E58344644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300" y="3856038"/>
              <a:ext cx="74613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82">
              <a:extLst>
                <a:ext uri="{FF2B5EF4-FFF2-40B4-BE49-F238E27FC236}">
                  <a16:creationId xmlns:a16="http://schemas.microsoft.com/office/drawing/2014/main" id="{DDA22C0D-6F2B-469C-ABC4-BE6A82D13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538" y="3389313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83">
              <a:extLst>
                <a:ext uri="{FF2B5EF4-FFF2-40B4-BE49-F238E27FC236}">
                  <a16:creationId xmlns:a16="http://schemas.microsoft.com/office/drawing/2014/main" id="{E22A74DB-3EE4-4ED3-81BC-DFE927C23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3313113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84">
              <a:extLst>
                <a:ext uri="{FF2B5EF4-FFF2-40B4-BE49-F238E27FC236}">
                  <a16:creationId xmlns:a16="http://schemas.microsoft.com/office/drawing/2014/main" id="{907D3B7E-986A-4227-BD59-5C0B99531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788" y="4746625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Oval 85">
              <a:extLst>
                <a:ext uri="{FF2B5EF4-FFF2-40B4-BE49-F238E27FC236}">
                  <a16:creationId xmlns:a16="http://schemas.microsoft.com/office/drawing/2014/main" id="{1DD7B402-82C9-40FD-A92D-85478B863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541713"/>
              <a:ext cx="74613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86">
              <a:extLst>
                <a:ext uri="{FF2B5EF4-FFF2-40B4-BE49-F238E27FC236}">
                  <a16:creationId xmlns:a16="http://schemas.microsoft.com/office/drawing/2014/main" id="{FFB208B0-0CDB-49C8-B32E-6081C7EE0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765675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Oval 87">
              <a:extLst>
                <a:ext uri="{FF2B5EF4-FFF2-40B4-BE49-F238E27FC236}">
                  <a16:creationId xmlns:a16="http://schemas.microsoft.com/office/drawing/2014/main" id="{DA4EF8D9-6A3B-4DA6-925B-733346A47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8088" y="1947863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 Box 88">
              <a:extLst>
                <a:ext uri="{FF2B5EF4-FFF2-40B4-BE49-F238E27FC236}">
                  <a16:creationId xmlns:a16="http://schemas.microsoft.com/office/drawing/2014/main" id="{59487558-7F05-4526-A534-DE345FB7C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6338" y="1944688"/>
              <a:ext cx="13049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Next SEQ PC</a:t>
              </a:r>
            </a:p>
          </p:txBody>
        </p:sp>
        <p:sp>
          <p:nvSpPr>
            <p:cNvPr id="71" name="Text Box 89">
              <a:extLst>
                <a:ext uri="{FF2B5EF4-FFF2-40B4-BE49-F238E27FC236}">
                  <a16:creationId xmlns:a16="http://schemas.microsoft.com/office/drawing/2014/main" id="{49A636B0-ADDE-4AB6-8E97-435AE86BD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925" y="5199063"/>
              <a:ext cx="3889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RD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2" name="Text Box 90">
              <a:extLst>
                <a:ext uri="{FF2B5EF4-FFF2-40B4-BE49-F238E27FC236}">
                  <a16:creationId xmlns:a16="http://schemas.microsoft.com/office/drawing/2014/main" id="{FE5EA641-F201-4469-B2B1-F08249920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4150" y="5199063"/>
              <a:ext cx="3889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RD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3" name="Text Box 91">
              <a:extLst>
                <a:ext uri="{FF2B5EF4-FFF2-40B4-BE49-F238E27FC236}">
                  <a16:creationId xmlns:a16="http://schemas.microsoft.com/office/drawing/2014/main" id="{0285B723-BB29-4248-904A-F8611C2DD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550" y="5199063"/>
              <a:ext cx="3889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RD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4" name="Text Box 92">
              <a:extLst>
                <a:ext uri="{FF2B5EF4-FFF2-40B4-BE49-F238E27FC236}">
                  <a16:creationId xmlns:a16="http://schemas.microsoft.com/office/drawing/2014/main" id="{2FA081F0-39AA-4393-A5FF-7530069D5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8456613" y="4783138"/>
              <a:ext cx="9271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WB Data</a:t>
              </a:r>
            </a:p>
          </p:txBody>
        </p:sp>
        <p:sp>
          <p:nvSpPr>
            <p:cNvPr id="75" name="Text Box 94">
              <a:extLst>
                <a:ext uri="{FF2B5EF4-FFF2-40B4-BE49-F238E27FC236}">
                  <a16:creationId xmlns:a16="http://schemas.microsoft.com/office/drawing/2014/main" id="{B04FA99B-B477-41F0-A982-E8D64C29F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1765300"/>
              <a:ext cx="8620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Next PC</a:t>
              </a:r>
            </a:p>
          </p:txBody>
        </p:sp>
        <p:grpSp>
          <p:nvGrpSpPr>
            <p:cNvPr id="76" name="Group 95">
              <a:extLst>
                <a:ext uri="{FF2B5EF4-FFF2-40B4-BE49-F238E27FC236}">
                  <a16:creationId xmlns:a16="http://schemas.microsoft.com/office/drawing/2014/main" id="{BAB79F4D-3030-44CE-AD7A-5A3756B10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700" y="2974975"/>
              <a:ext cx="304800" cy="1228725"/>
              <a:chOff x="488" y="1914"/>
              <a:chExt cx="192" cy="774"/>
            </a:xfrm>
          </p:grpSpPr>
          <p:sp>
            <p:nvSpPr>
              <p:cNvPr id="86" name="Rectangle 96">
                <a:extLst>
                  <a:ext uri="{FF2B5EF4-FFF2-40B4-BE49-F238E27FC236}">
                    <a16:creationId xmlns:a16="http://schemas.microsoft.com/office/drawing/2014/main" id="{5F7AF024-37BA-48EB-95F8-A80D28FC6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914"/>
                <a:ext cx="192" cy="768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0">
                    <a:solidFill>
                      <a:schemeClr val="tx1"/>
                    </a:solidFill>
                    <a:latin typeface="Comic Sans MS" pitchFamily="66" charset="0"/>
                  </a:rPr>
                  <a:t>Address</a:t>
                </a:r>
              </a:p>
            </p:txBody>
          </p:sp>
          <p:sp>
            <p:nvSpPr>
              <p:cNvPr id="87" name="AutoShape 97">
                <a:extLst>
                  <a:ext uri="{FF2B5EF4-FFF2-40B4-BE49-F238E27FC236}">
                    <a16:creationId xmlns:a16="http://schemas.microsoft.com/office/drawing/2014/main" id="{D345BF19-14B1-458A-BCDF-89B1E158E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2544"/>
                <a:ext cx="175" cy="144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" name="Text Box 98">
              <a:extLst>
                <a:ext uri="{FF2B5EF4-FFF2-40B4-BE49-F238E27FC236}">
                  <a16:creationId xmlns:a16="http://schemas.microsoft.com/office/drawing/2014/main" id="{53B53F7E-5808-44B9-9D3F-93BD5D2B2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832100"/>
              <a:ext cx="4079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000" b="0">
                  <a:solidFill>
                    <a:schemeClr val="tx1"/>
                  </a:solidFill>
                  <a:latin typeface="Comic Sans MS" pitchFamily="66" charset="0"/>
                </a:rPr>
                <a:t>RS1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8" name="Text Box 99">
              <a:extLst>
                <a:ext uri="{FF2B5EF4-FFF2-40B4-BE49-F238E27FC236}">
                  <a16:creationId xmlns:a16="http://schemas.microsoft.com/office/drawing/2014/main" id="{054DC5B8-95CD-4E93-80D7-1BBC05D43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136900"/>
              <a:ext cx="428625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000" b="0">
                  <a:solidFill>
                    <a:schemeClr val="tx1"/>
                  </a:solidFill>
                  <a:latin typeface="Comic Sans MS" pitchFamily="66" charset="0"/>
                </a:rPr>
                <a:t>RS2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9" name="Text Box 100">
              <a:extLst>
                <a:ext uri="{FF2B5EF4-FFF2-40B4-BE49-F238E27FC236}">
                  <a16:creationId xmlns:a16="http://schemas.microsoft.com/office/drawing/2014/main" id="{1C78D1DF-5470-4CB2-9F75-61C77913D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300" y="4797425"/>
              <a:ext cx="450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000" b="0">
                  <a:solidFill>
                    <a:schemeClr val="tx1"/>
                  </a:solidFill>
                  <a:latin typeface="Comic Sans MS" pitchFamily="66" charset="0"/>
                </a:rPr>
                <a:t>Imm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80" name="Oval 101">
              <a:extLst>
                <a:ext uri="{FF2B5EF4-FFF2-40B4-BE49-F238E27FC236}">
                  <a16:creationId xmlns:a16="http://schemas.microsoft.com/office/drawing/2014/main" id="{67CF1045-CFFC-41AE-B1AC-63F007041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5800" y="1855788"/>
              <a:ext cx="209550" cy="552450"/>
            </a:xfrm>
            <a:prstGeom prst="ellipse">
              <a:avLst/>
            </a:prstGeom>
            <a:solidFill>
              <a:srgbClr val="07F707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CEF783-4BA4-4067-8C23-177257B8AB7C}"/>
              </a:ext>
            </a:extLst>
          </p:cNvPr>
          <p:cNvSpPr txBox="1"/>
          <p:nvPr/>
        </p:nvSpPr>
        <p:spPr>
          <a:xfrm>
            <a:off x="620857" y="5866581"/>
            <a:ext cx="10319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The right place to put the MUX that selects PC+4 and the target is the fetch stage. </a:t>
            </a:r>
          </a:p>
          <a:p>
            <a:r>
              <a:rPr lang="en-US" i="1" dirty="0">
                <a:solidFill>
                  <a:srgbClr val="C00000"/>
                </a:solidFill>
              </a:rPr>
              <a:t>The slide shows a vanilla 5-stage pipeline if we just take a single cycle </a:t>
            </a:r>
            <a:r>
              <a:rPr lang="en-US" i="1" dirty="0" err="1">
                <a:solidFill>
                  <a:srgbClr val="C00000"/>
                </a:solidFill>
              </a:rPr>
              <a:t>datapath</a:t>
            </a:r>
            <a:r>
              <a:rPr lang="en-US" i="1" dirty="0">
                <a:solidFill>
                  <a:srgbClr val="C00000"/>
                </a:solidFill>
              </a:rPr>
              <a:t> and divide it into five stages. </a:t>
            </a:r>
            <a:endParaRPr lang="en-IN" i="1" dirty="0">
              <a:solidFill>
                <a:srgbClr val="C00000"/>
              </a:solidFill>
            </a:endParaRPr>
          </a:p>
        </p:txBody>
      </p:sp>
      <p:sp>
        <p:nvSpPr>
          <p:cNvPr id="81" name="Footer Placeholder 3">
            <a:extLst>
              <a:ext uri="{FF2B5EF4-FFF2-40B4-BE49-F238E27FC236}">
                <a16:creationId xmlns:a16="http://schemas.microsoft.com/office/drawing/2014/main" id="{870F69D7-79E9-34E0-8D6A-6931F7F5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72467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5C8E-15C6-4231-A0B6-321238DD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dependences (hazards)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858CB-C561-451E-AAB6-AAB8504A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E44BF1-55E5-4DA8-BEA2-01229612731A}"/>
              </a:ext>
            </a:extLst>
          </p:cNvPr>
          <p:cNvGrpSpPr/>
          <p:nvPr/>
        </p:nvGrpSpPr>
        <p:grpSpPr>
          <a:xfrm>
            <a:off x="819482" y="1843089"/>
            <a:ext cx="10269535" cy="4658994"/>
            <a:chOff x="1545222" y="2168526"/>
            <a:chExt cx="7654205" cy="2874395"/>
          </a:xfrm>
        </p:grpSpPr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0C73B305-8220-4F21-8E4D-B377E0AAE3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2112" y="2168526"/>
              <a:ext cx="2081214" cy="1576388"/>
              <a:chOff x="672" y="1896"/>
              <a:chExt cx="1311" cy="993"/>
            </a:xfrm>
          </p:grpSpPr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0E5083EE-5400-41FA-9717-55C735DE3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896"/>
                <a:ext cx="1311" cy="9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u="none" dirty="0">
                    <a:latin typeface="Calibri body"/>
                  </a:rPr>
                  <a:t>add	</a:t>
                </a:r>
                <a:r>
                  <a:rPr lang="en-US" altLang="en-US" sz="3200" u="none" dirty="0">
                    <a:solidFill>
                      <a:srgbClr val="FF0000"/>
                    </a:solidFill>
                    <a:latin typeface="Calibri body"/>
                  </a:rPr>
                  <a:t>R1</a:t>
                </a:r>
                <a:r>
                  <a:rPr lang="en-US" altLang="en-US" sz="3200" u="none" dirty="0">
                    <a:latin typeface="Calibri body"/>
                  </a:rPr>
                  <a:t>, R2, R3</a:t>
                </a:r>
              </a:p>
              <a:p>
                <a:endParaRPr lang="en-US" altLang="en-US" sz="3200" u="none" dirty="0">
                  <a:latin typeface="Calibri body"/>
                </a:endParaRPr>
              </a:p>
              <a:p>
                <a:r>
                  <a:rPr lang="en-US" altLang="en-US" sz="3200" u="none" dirty="0">
                    <a:latin typeface="Calibri body"/>
                  </a:rPr>
                  <a:t>sub	R2, R4, </a:t>
                </a:r>
                <a:r>
                  <a:rPr lang="en-US" altLang="en-US" sz="3200" u="none" dirty="0">
                    <a:solidFill>
                      <a:srgbClr val="FF0000"/>
                    </a:solidFill>
                    <a:latin typeface="Calibri body"/>
                  </a:rPr>
                  <a:t>R1</a:t>
                </a:r>
              </a:p>
              <a:p>
                <a:endParaRPr lang="en-US" altLang="en-US" sz="3200" u="none" dirty="0">
                  <a:solidFill>
                    <a:srgbClr val="FF0000"/>
                  </a:solidFill>
                  <a:latin typeface="Calibri body"/>
                </a:endParaRPr>
              </a:p>
              <a:p>
                <a:r>
                  <a:rPr lang="en-US" altLang="en-US" sz="3200" u="none" dirty="0">
                    <a:latin typeface="Calibri body"/>
                  </a:rPr>
                  <a:t>or	R1, R6, R3</a:t>
                </a:r>
              </a:p>
            </p:txBody>
          </p:sp>
          <p:sp>
            <p:nvSpPr>
              <p:cNvPr id="21" name="Line 6">
                <a:extLst>
                  <a:ext uri="{FF2B5EF4-FFF2-40B4-BE49-F238E27FC236}">
                    <a16:creationId xmlns:a16="http://schemas.microsoft.com/office/drawing/2014/main" id="{40FA9883-C3DE-4335-8620-AA5D83496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8" y="2048"/>
                <a:ext cx="576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3200">
                  <a:latin typeface="Calibri body"/>
                </a:endParaRPr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0BFC8AEE-F963-4323-BF4A-4DC249E80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7192" y="2168526"/>
              <a:ext cx="2081214" cy="1576388"/>
              <a:chOff x="3850" y="1896"/>
              <a:chExt cx="1311" cy="993"/>
            </a:xfrm>
          </p:grpSpPr>
          <p:sp>
            <p:nvSpPr>
              <p:cNvPr id="18" name="Text Box 8">
                <a:extLst>
                  <a:ext uri="{FF2B5EF4-FFF2-40B4-BE49-F238E27FC236}">
                    <a16:creationId xmlns:a16="http://schemas.microsoft.com/office/drawing/2014/main" id="{61EA5B29-FBC2-448C-95C5-BF9837C9ED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0" y="1896"/>
                <a:ext cx="1311" cy="9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u="none">
                    <a:latin typeface="Calibri body"/>
                  </a:rPr>
                  <a:t>add	</a:t>
                </a:r>
                <a:r>
                  <a:rPr lang="en-US" altLang="en-US" sz="3200" u="none">
                    <a:solidFill>
                      <a:srgbClr val="008000"/>
                    </a:solidFill>
                    <a:latin typeface="Calibri body"/>
                  </a:rPr>
                  <a:t>R1</a:t>
                </a:r>
                <a:r>
                  <a:rPr lang="en-US" altLang="en-US" sz="3200" u="none">
                    <a:latin typeface="Calibri body"/>
                  </a:rPr>
                  <a:t>, R2, R3</a:t>
                </a:r>
              </a:p>
              <a:p>
                <a:endParaRPr lang="en-US" altLang="en-US" sz="3200" u="none"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sub	R2, R4, R1</a:t>
                </a:r>
              </a:p>
              <a:p>
                <a:endParaRPr lang="en-US" altLang="en-US" sz="3200" u="none">
                  <a:solidFill>
                    <a:srgbClr val="FF0000"/>
                  </a:solidFill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or	</a:t>
                </a:r>
                <a:r>
                  <a:rPr lang="en-US" altLang="en-US" sz="3200" u="none">
                    <a:solidFill>
                      <a:srgbClr val="008000"/>
                    </a:solidFill>
                    <a:latin typeface="Calibri body"/>
                  </a:rPr>
                  <a:t>R1</a:t>
                </a:r>
                <a:r>
                  <a:rPr lang="en-US" altLang="en-US" sz="3200" u="none">
                    <a:latin typeface="Calibri body"/>
                  </a:rPr>
                  <a:t>, R6, R3</a:t>
                </a:r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id="{D6670C3C-F1EC-4210-B305-D3AD5C716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1" y="2046"/>
                <a:ext cx="17" cy="633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3200">
                  <a:latin typeface="Calibri body"/>
                </a:endParaRPr>
              </a:p>
            </p:txBody>
          </p:sp>
        </p:grpSp>
        <p:grpSp>
          <p:nvGrpSpPr>
            <p:cNvPr id="9" name="Group 13">
              <a:extLst>
                <a:ext uri="{FF2B5EF4-FFF2-40B4-BE49-F238E27FC236}">
                  <a16:creationId xmlns:a16="http://schemas.microsoft.com/office/drawing/2014/main" id="{6C944561-CE1D-46D3-86FD-7E1E265E4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4653" y="2168526"/>
              <a:ext cx="2081214" cy="1576388"/>
              <a:chOff x="2261" y="1896"/>
              <a:chExt cx="1311" cy="993"/>
            </a:xfrm>
          </p:grpSpPr>
          <p:sp>
            <p:nvSpPr>
              <p:cNvPr id="16" name="Text Box 7">
                <a:extLst>
                  <a:ext uri="{FF2B5EF4-FFF2-40B4-BE49-F238E27FC236}">
                    <a16:creationId xmlns:a16="http://schemas.microsoft.com/office/drawing/2014/main" id="{1AB600D6-0FC0-47E9-8B38-5AB11B9A9F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1" y="1896"/>
                <a:ext cx="1311" cy="9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u="none">
                    <a:latin typeface="Calibri body"/>
                  </a:rPr>
                  <a:t>add	R1, </a:t>
                </a:r>
                <a:r>
                  <a:rPr lang="en-US" altLang="en-US" sz="3200" u="none">
                    <a:solidFill>
                      <a:srgbClr val="3333FF"/>
                    </a:solidFill>
                    <a:latin typeface="Calibri body"/>
                  </a:rPr>
                  <a:t>R2</a:t>
                </a:r>
                <a:r>
                  <a:rPr lang="en-US" altLang="en-US" sz="3200" u="none">
                    <a:latin typeface="Calibri body"/>
                  </a:rPr>
                  <a:t>, R3</a:t>
                </a:r>
              </a:p>
              <a:p>
                <a:endParaRPr lang="en-US" altLang="en-US" sz="3200" u="none"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sub	</a:t>
                </a:r>
                <a:r>
                  <a:rPr lang="en-US" altLang="en-US" sz="3200" u="none">
                    <a:solidFill>
                      <a:srgbClr val="3333FF"/>
                    </a:solidFill>
                    <a:latin typeface="Calibri body"/>
                  </a:rPr>
                  <a:t>R2</a:t>
                </a:r>
                <a:r>
                  <a:rPr lang="en-US" altLang="en-US" sz="3200" u="none">
                    <a:latin typeface="Calibri body"/>
                  </a:rPr>
                  <a:t>, R4, R1</a:t>
                </a:r>
              </a:p>
              <a:p>
                <a:endParaRPr lang="en-US" altLang="en-US" sz="3200" u="none">
                  <a:solidFill>
                    <a:srgbClr val="FF0000"/>
                  </a:solidFill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or	R1, R6, R3</a:t>
                </a:r>
              </a:p>
            </p:txBody>
          </p: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91A61244-8424-4E39-8D95-8F44F01B7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6" y="2096"/>
                <a:ext cx="244" cy="22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3200">
                  <a:latin typeface="Calibri body"/>
                </a:endParaRPr>
              </a:p>
            </p:txBody>
          </p:sp>
        </p:grp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9E96FEBB-6BB4-4200-A274-E272C94BB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738" y="3828882"/>
              <a:ext cx="2128838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solidFill>
                    <a:srgbClr val="FF0000"/>
                  </a:solidFill>
                  <a:latin typeface="Calibri body"/>
                </a:rPr>
                <a:t>read-after-write</a:t>
              </a:r>
            </a:p>
            <a:p>
              <a:pPr algn="ctr"/>
              <a:r>
                <a:rPr lang="en-US" altLang="en-US" sz="3200" u="none" dirty="0">
                  <a:solidFill>
                    <a:srgbClr val="FF0000"/>
                  </a:solidFill>
                  <a:latin typeface="Calibri body"/>
                </a:rPr>
                <a:t>(RAW)</a:t>
              </a:r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92DEDB2B-AB65-4CFE-83B0-8D1F16830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577" y="3800475"/>
              <a:ext cx="2128838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solidFill>
                    <a:srgbClr val="3333FF"/>
                  </a:solidFill>
                  <a:latin typeface="Calibri body"/>
                </a:rPr>
                <a:t>write-after-read</a:t>
              </a:r>
            </a:p>
            <a:p>
              <a:pPr algn="ctr"/>
              <a:r>
                <a:rPr lang="en-US" altLang="en-US" sz="3200" u="none" dirty="0">
                  <a:solidFill>
                    <a:srgbClr val="3333FF"/>
                  </a:solidFill>
                  <a:latin typeface="Calibri body"/>
                </a:rPr>
                <a:t>(WAR)</a:t>
              </a: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DFDACE0D-BCCD-46E6-B60D-7012C35CF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8825" y="3793623"/>
              <a:ext cx="2213189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solidFill>
                    <a:srgbClr val="008000"/>
                  </a:solidFill>
                  <a:latin typeface="Calibri body"/>
                </a:rPr>
                <a:t>write-after-write</a:t>
              </a:r>
            </a:p>
            <a:p>
              <a:pPr algn="ctr"/>
              <a:r>
                <a:rPr lang="en-US" altLang="en-US" sz="3200" u="none" dirty="0">
                  <a:solidFill>
                    <a:srgbClr val="008000"/>
                  </a:solidFill>
                  <a:latin typeface="Calibri body"/>
                </a:rPr>
                <a:t>(WAW)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11D05389-F290-4FEC-B1E3-C56F2D01B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222" y="4378325"/>
              <a:ext cx="2299116" cy="360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latin typeface="Calibri body"/>
                </a:rPr>
                <a:t>True dependence</a:t>
              </a: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1A5D597C-69D5-45E9-9697-28B4BBDBB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073" y="4378325"/>
              <a:ext cx="2228051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latin typeface="Calibri body"/>
                </a:rPr>
                <a:t>anti dependence</a:t>
              </a:r>
            </a:p>
            <a:p>
              <a:pPr algn="ctr"/>
              <a:endParaRPr lang="en-US" altLang="en-US" sz="3200" u="none" dirty="0">
                <a:latin typeface="Calibri body"/>
              </a:endParaRPr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CDE7D35E-5122-4ECF-BA77-23324CD60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9373" y="4378325"/>
              <a:ext cx="2600054" cy="360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latin typeface="Calibri body"/>
                </a:rPr>
                <a:t>output dependence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594CE19-0510-3370-FF28-5CBE2A8B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0772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6F546-AD1D-4117-B4B8-9867EEC7F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Hazards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21364-80DD-4ED1-AA48-2B1C970B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N" sz="1100">
                <a:solidFill>
                  <a:srgbClr val="FFFFFF"/>
                </a:solidFill>
              </a:rPr>
              <a:t>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08673-D946-42C8-B4F1-700CC61B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IN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IN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E2C49C67-5F49-5D5B-F0C1-635549291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1290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1EC36F5-0EAA-C6D4-7507-4A87B910CB23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70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B590-233E-4227-958C-A430F5F7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Hazards (Examples)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8F13C-7F63-4E0F-AAC9-22B622CF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900B560F-274B-4FE5-9108-A0978EE00A1D}"/>
              </a:ext>
            </a:extLst>
          </p:cNvPr>
          <p:cNvGrpSpPr>
            <a:grpSpLocks/>
          </p:cNvGrpSpPr>
          <p:nvPr/>
        </p:nvGrpSpPr>
        <p:grpSpPr bwMode="auto">
          <a:xfrm>
            <a:off x="187695" y="2097308"/>
            <a:ext cx="11570181" cy="4152794"/>
            <a:chOff x="103" y="1228"/>
            <a:chExt cx="5637" cy="2685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A6A485BA-5CA1-494E-8453-AE876F0E17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1228"/>
              <a:ext cx="1906" cy="2685"/>
              <a:chOff x="154" y="1228"/>
              <a:chExt cx="1906" cy="2685"/>
            </a:xfrm>
          </p:grpSpPr>
          <p:sp>
            <p:nvSpPr>
              <p:cNvPr id="179" name="Rectangle 4">
                <a:extLst>
                  <a:ext uri="{FF2B5EF4-FFF2-40B4-BE49-F238E27FC236}">
                    <a16:creationId xmlns:a16="http://schemas.microsoft.com/office/drawing/2014/main" id="{97AEBCD7-593D-4027-BBEE-71ED6093F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0" y="1350"/>
                <a:ext cx="720" cy="24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Calibri body"/>
                </a:endParaRPr>
              </a:p>
            </p:txBody>
          </p:sp>
          <p:sp>
            <p:nvSpPr>
              <p:cNvPr id="180" name="Rectangle 5">
                <a:extLst>
                  <a:ext uri="{FF2B5EF4-FFF2-40B4-BE49-F238E27FC236}">
                    <a16:creationId xmlns:a16="http://schemas.microsoft.com/office/drawing/2014/main" id="{2BED5A98-5423-4DA8-8A2F-046BCA80A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" y="1228"/>
                <a:ext cx="187" cy="26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I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n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s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t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r.</a:t>
                </a:r>
              </a:p>
              <a:p>
                <a:pPr algn="ctr">
                  <a:spcBef>
                    <a:spcPct val="0"/>
                  </a:spcBef>
                </a:pPr>
                <a:endParaRPr lang="en-US" sz="2400" i="1" dirty="0">
                  <a:solidFill>
                    <a:schemeClr val="tx1"/>
                  </a:solidFill>
                  <a:latin typeface="Calibri body"/>
                </a:endParaRP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O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r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d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e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r</a:t>
                </a:r>
              </a:p>
            </p:txBody>
          </p:sp>
          <p:sp>
            <p:nvSpPr>
              <p:cNvPr id="181" name="Line 6">
                <a:extLst>
                  <a:ext uri="{FF2B5EF4-FFF2-40B4-BE49-F238E27FC236}">
                    <a16:creationId xmlns:a16="http://schemas.microsoft.com/office/drawing/2014/main" id="{3213B119-BEF5-4708-890D-BD680CBB2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" y="1410"/>
                <a:ext cx="0" cy="2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Calibri body"/>
                </a:endParaRPr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9E353814-08E6-4A03-AA16-5B958A3F7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1446"/>
                <a:ext cx="934" cy="6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add 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,r2,r3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3" name="Rectangle 8">
                <a:extLst>
                  <a:ext uri="{FF2B5EF4-FFF2-40B4-BE49-F238E27FC236}">
                    <a16:creationId xmlns:a16="http://schemas.microsoft.com/office/drawing/2014/main" id="{508A465D-AD5C-4459-8136-3CDB55C35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1998"/>
                <a:ext cx="919" cy="6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sub r4,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,r3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4" name="Rectangle 9">
                <a:extLst>
                  <a:ext uri="{FF2B5EF4-FFF2-40B4-BE49-F238E27FC236}">
                    <a16:creationId xmlns:a16="http://schemas.microsoft.com/office/drawing/2014/main" id="{7E4399C2-CEDF-4DEC-AD50-DC7363EA7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2526"/>
                <a:ext cx="934" cy="6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and r6,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,r7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5" name="Rectangle 10">
                <a:extLst>
                  <a:ext uri="{FF2B5EF4-FFF2-40B4-BE49-F238E27FC236}">
                    <a16:creationId xmlns:a16="http://schemas.microsoft.com/office/drawing/2014/main" id="{68FD53CD-BE2B-44F2-9106-2CEEBD247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3066"/>
                <a:ext cx="899" cy="6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or   r8,</a:t>
                </a:r>
                <a:r>
                  <a:rPr lang="en-US" sz="2800" dirty="0">
                    <a:solidFill>
                      <a:srgbClr val="00B05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,r9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6" name="Rectangle 11">
                <a:extLst>
                  <a:ext uri="{FF2B5EF4-FFF2-40B4-BE49-F238E27FC236}">
                    <a16:creationId xmlns:a16="http://schemas.microsoft.com/office/drawing/2014/main" id="{0F9D89E5-7705-4C6C-9EBD-B9B0B58AA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552"/>
                <a:ext cx="1068" cy="3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 err="1">
                    <a:solidFill>
                      <a:schemeClr val="tx1"/>
                    </a:solidFill>
                    <a:latin typeface="Calibri body"/>
                  </a:rPr>
                  <a:t>xor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r10,</a:t>
                </a:r>
                <a:r>
                  <a:rPr lang="en-US" sz="2800" dirty="0">
                    <a:solidFill>
                      <a:srgbClr val="00B05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,r11</a:t>
                </a:r>
              </a:p>
            </p:txBody>
          </p:sp>
        </p:grpSp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5F382656-8487-46DD-ACE4-AE8583B9A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6" y="1363"/>
              <a:ext cx="3764" cy="2537"/>
              <a:chOff x="1981" y="1200"/>
              <a:chExt cx="3569" cy="2537"/>
            </a:xfrm>
          </p:grpSpPr>
          <p:grpSp>
            <p:nvGrpSpPr>
              <p:cNvPr id="9" name="Group 13">
                <a:extLst>
                  <a:ext uri="{FF2B5EF4-FFF2-40B4-BE49-F238E27FC236}">
                    <a16:creationId xmlns:a16="http://schemas.microsoft.com/office/drawing/2014/main" id="{F2CFCDE7-851C-4F12-B1B1-44B4F75C5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5" y="2256"/>
                <a:ext cx="1897" cy="441"/>
                <a:chOff x="1982" y="1200"/>
                <a:chExt cx="1897" cy="441"/>
              </a:xfrm>
            </p:grpSpPr>
            <p:grpSp>
              <p:nvGrpSpPr>
                <p:cNvPr id="146" name="Group 14">
                  <a:extLst>
                    <a:ext uri="{FF2B5EF4-FFF2-40B4-BE49-F238E27FC236}">
                      <a16:creationId xmlns:a16="http://schemas.microsoft.com/office/drawing/2014/main" id="{CC611DCC-51DB-448F-9211-2BAA69E7064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175" name="Group 15">
                    <a:extLst>
                      <a:ext uri="{FF2B5EF4-FFF2-40B4-BE49-F238E27FC236}">
                        <a16:creationId xmlns:a16="http://schemas.microsoft.com/office/drawing/2014/main" id="{57020D22-D2E5-4EDA-97E1-63854C21642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77" name="Rectangle 16">
                      <a:extLst>
                        <a:ext uri="{FF2B5EF4-FFF2-40B4-BE49-F238E27FC236}">
                          <a16:creationId xmlns:a16="http://schemas.microsoft.com/office/drawing/2014/main" id="{50CD88F8-B294-42CD-8DDD-56A77F2580B1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78" name="Rectangle 17">
                      <a:extLst>
                        <a:ext uri="{FF2B5EF4-FFF2-40B4-BE49-F238E27FC236}">
                          <a16:creationId xmlns:a16="http://schemas.microsoft.com/office/drawing/2014/main" id="{6238D367-FA38-4FD4-8DDD-7045970A112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76" name="Text Box 18">
                    <a:extLst>
                      <a:ext uri="{FF2B5EF4-FFF2-40B4-BE49-F238E27FC236}">
                        <a16:creationId xmlns:a16="http://schemas.microsoft.com/office/drawing/2014/main" id="{F1FE82C7-CE8A-42D9-9FC6-FE06642E5C6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8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147" name="Line 19">
                  <a:extLst>
                    <a:ext uri="{FF2B5EF4-FFF2-40B4-BE49-F238E27FC236}">
                      <a16:creationId xmlns:a16="http://schemas.microsoft.com/office/drawing/2014/main" id="{6D2C00A2-8B0F-4F91-A2C4-A9F44DFCE5F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48" name="Line 20">
                  <a:extLst>
                    <a:ext uri="{FF2B5EF4-FFF2-40B4-BE49-F238E27FC236}">
                      <a16:creationId xmlns:a16="http://schemas.microsoft.com/office/drawing/2014/main" id="{734DE5ED-9D9C-4D84-8779-3405AB2C001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49" name="Group 21">
                  <a:extLst>
                    <a:ext uri="{FF2B5EF4-FFF2-40B4-BE49-F238E27FC236}">
                      <a16:creationId xmlns:a16="http://schemas.microsoft.com/office/drawing/2014/main" id="{9F0704AE-032F-4A50-AFD2-7340F4AD6F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171" name="AutoShape 22">
                    <a:extLst>
                      <a:ext uri="{FF2B5EF4-FFF2-40B4-BE49-F238E27FC236}">
                        <a16:creationId xmlns:a16="http://schemas.microsoft.com/office/drawing/2014/main" id="{9C1C2D2C-55F9-42E2-9CD8-9DC6BF1F35C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72" name="AutoShape 23">
                    <a:extLst>
                      <a:ext uri="{FF2B5EF4-FFF2-40B4-BE49-F238E27FC236}">
                        <a16:creationId xmlns:a16="http://schemas.microsoft.com/office/drawing/2014/main" id="{6F05CDD2-9794-4FD4-BBA3-6670384ECC0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73" name="Freeform 24">
                    <a:extLst>
                      <a:ext uri="{FF2B5EF4-FFF2-40B4-BE49-F238E27FC236}">
                        <a16:creationId xmlns:a16="http://schemas.microsoft.com/office/drawing/2014/main" id="{CB4BD9D9-B268-46D2-9141-DF32608B7E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74" name="Text Box 25">
                    <a:extLst>
                      <a:ext uri="{FF2B5EF4-FFF2-40B4-BE49-F238E27FC236}">
                        <a16:creationId xmlns:a16="http://schemas.microsoft.com/office/drawing/2014/main" id="{F19A1A61-D8D9-481D-BC7B-71FEAE94418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5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150" name="Line 26">
                  <a:extLst>
                    <a:ext uri="{FF2B5EF4-FFF2-40B4-BE49-F238E27FC236}">
                      <a16:creationId xmlns:a16="http://schemas.microsoft.com/office/drawing/2014/main" id="{A2109DF9-E692-4886-9395-E7B4B79FB77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51" name="Line 27">
                  <a:extLst>
                    <a:ext uri="{FF2B5EF4-FFF2-40B4-BE49-F238E27FC236}">
                      <a16:creationId xmlns:a16="http://schemas.microsoft.com/office/drawing/2014/main" id="{23CA392D-49DA-45F4-B4DE-ABEDEFE1C7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52" name="Group 28">
                  <a:extLst>
                    <a:ext uri="{FF2B5EF4-FFF2-40B4-BE49-F238E27FC236}">
                      <a16:creationId xmlns:a16="http://schemas.microsoft.com/office/drawing/2014/main" id="{236C5424-8483-486D-8054-F07AD751B99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6" y="1305"/>
                  <a:ext cx="286" cy="232"/>
                  <a:chOff x="3844" y="576"/>
                  <a:chExt cx="619" cy="480"/>
                </a:xfrm>
              </p:grpSpPr>
              <p:sp>
                <p:nvSpPr>
                  <p:cNvPr id="169" name="Rectangle 29">
                    <a:extLst>
                      <a:ext uri="{FF2B5EF4-FFF2-40B4-BE49-F238E27FC236}">
                        <a16:creationId xmlns:a16="http://schemas.microsoft.com/office/drawing/2014/main" id="{1F569FD3-4645-4CCB-9D80-A9B5AA295D1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70" name="Text Box 30">
                    <a:extLst>
                      <a:ext uri="{FF2B5EF4-FFF2-40B4-BE49-F238E27FC236}">
                        <a16:creationId xmlns:a16="http://schemas.microsoft.com/office/drawing/2014/main" id="{5E20186C-8E78-4175-9B99-92459665982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4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153" name="Freeform 31">
                  <a:extLst>
                    <a:ext uri="{FF2B5EF4-FFF2-40B4-BE49-F238E27FC236}">
                      <a16:creationId xmlns:a16="http://schemas.microsoft.com/office/drawing/2014/main" id="{CFA7BC6B-2843-449D-9C5B-FF1B10CD7F1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54" name="Line 32">
                  <a:extLst>
                    <a:ext uri="{FF2B5EF4-FFF2-40B4-BE49-F238E27FC236}">
                      <a16:creationId xmlns:a16="http://schemas.microsoft.com/office/drawing/2014/main" id="{4097F2D4-AAFA-44C1-928E-4193E4EE810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55" name="Line 33">
                  <a:extLst>
                    <a:ext uri="{FF2B5EF4-FFF2-40B4-BE49-F238E27FC236}">
                      <a16:creationId xmlns:a16="http://schemas.microsoft.com/office/drawing/2014/main" id="{39496073-48A1-4E6D-BA59-D1B221A547D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56" name="Group 34">
                  <a:extLst>
                    <a:ext uri="{FF2B5EF4-FFF2-40B4-BE49-F238E27FC236}">
                      <a16:creationId xmlns:a16="http://schemas.microsoft.com/office/drawing/2014/main" id="{1CD329A2-AD0E-4145-9AB4-C8D2B3487DB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5" cy="480"/>
                </a:xfrm>
              </p:grpSpPr>
              <p:sp>
                <p:nvSpPr>
                  <p:cNvPr id="167" name="Rectangle 35">
                    <a:extLst>
                      <a:ext uri="{FF2B5EF4-FFF2-40B4-BE49-F238E27FC236}">
                        <a16:creationId xmlns:a16="http://schemas.microsoft.com/office/drawing/2014/main" id="{C6101303-4BD3-45C8-A921-843CB9E08F5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68" name="Text Box 36">
                    <a:extLst>
                      <a:ext uri="{FF2B5EF4-FFF2-40B4-BE49-F238E27FC236}">
                        <a16:creationId xmlns:a16="http://schemas.microsoft.com/office/drawing/2014/main" id="{94132C7B-D2E2-446A-ADDD-E53C3BA0A3C8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5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57" name="Group 37">
                  <a:extLst>
                    <a:ext uri="{FF2B5EF4-FFF2-40B4-BE49-F238E27FC236}">
                      <a16:creationId xmlns:a16="http://schemas.microsoft.com/office/drawing/2014/main" id="{7A0B0918-DB26-4FC1-9028-1B3FE64B27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63" name="Rectangle 38">
                    <a:extLst>
                      <a:ext uri="{FF2B5EF4-FFF2-40B4-BE49-F238E27FC236}">
                        <a16:creationId xmlns:a16="http://schemas.microsoft.com/office/drawing/2014/main" id="{1BB380E9-765F-403F-95E8-6C1F633A94A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64" name="Rectangle 39">
                    <a:extLst>
                      <a:ext uri="{FF2B5EF4-FFF2-40B4-BE49-F238E27FC236}">
                        <a16:creationId xmlns:a16="http://schemas.microsoft.com/office/drawing/2014/main" id="{019DBBFD-4C04-45A6-9D83-48E2A8165B0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65" name="Rectangle 40">
                    <a:extLst>
                      <a:ext uri="{FF2B5EF4-FFF2-40B4-BE49-F238E27FC236}">
                        <a16:creationId xmlns:a16="http://schemas.microsoft.com/office/drawing/2014/main" id="{D146DA86-4F08-43FA-A67C-E0FACD54D97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66" name="Rectangle 41">
                    <a:extLst>
                      <a:ext uri="{FF2B5EF4-FFF2-40B4-BE49-F238E27FC236}">
                        <a16:creationId xmlns:a16="http://schemas.microsoft.com/office/drawing/2014/main" id="{4DC4757B-F036-484C-9D59-E5EBAD83BCB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158" name="Group 42">
                  <a:extLst>
                    <a:ext uri="{FF2B5EF4-FFF2-40B4-BE49-F238E27FC236}">
                      <a16:creationId xmlns:a16="http://schemas.microsoft.com/office/drawing/2014/main" id="{A36B1168-E06F-4AD4-A1FD-3E0AD7E78C5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6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159" name="Group 43">
                    <a:extLst>
                      <a:ext uri="{FF2B5EF4-FFF2-40B4-BE49-F238E27FC236}">
                        <a16:creationId xmlns:a16="http://schemas.microsoft.com/office/drawing/2014/main" id="{AEE92ED5-DDE6-4494-8D9C-4E2FACED87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61" name="Rectangle 44">
                      <a:extLst>
                        <a:ext uri="{FF2B5EF4-FFF2-40B4-BE49-F238E27FC236}">
                          <a16:creationId xmlns:a16="http://schemas.microsoft.com/office/drawing/2014/main" id="{6F689735-9106-4637-8C33-4BE5CBF39BA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62" name="Rectangle 45">
                      <a:extLst>
                        <a:ext uri="{FF2B5EF4-FFF2-40B4-BE49-F238E27FC236}">
                          <a16:creationId xmlns:a16="http://schemas.microsoft.com/office/drawing/2014/main" id="{EA1D9B14-A9B0-4110-A97B-8F6F3C3473BC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60" name="Text Box 46">
                    <a:extLst>
                      <a:ext uri="{FF2B5EF4-FFF2-40B4-BE49-F238E27FC236}">
                        <a16:creationId xmlns:a16="http://schemas.microsoft.com/office/drawing/2014/main" id="{6D1366B3-0EEB-49DA-9384-18C701132D16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2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0" name="Group 47">
                <a:extLst>
                  <a:ext uri="{FF2B5EF4-FFF2-40B4-BE49-F238E27FC236}">
                    <a16:creationId xmlns:a16="http://schemas.microsoft.com/office/drawing/2014/main" id="{B869A8E2-0134-4B5D-9513-4E736EC584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5" y="1720"/>
                <a:ext cx="1899" cy="441"/>
                <a:chOff x="1982" y="1200"/>
                <a:chExt cx="1899" cy="441"/>
              </a:xfrm>
            </p:grpSpPr>
            <p:grpSp>
              <p:nvGrpSpPr>
                <p:cNvPr id="113" name="Group 48">
                  <a:extLst>
                    <a:ext uri="{FF2B5EF4-FFF2-40B4-BE49-F238E27FC236}">
                      <a16:creationId xmlns:a16="http://schemas.microsoft.com/office/drawing/2014/main" id="{35CB3596-1F75-4D67-A20A-9A2BAD6243B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142" name="Group 49">
                    <a:extLst>
                      <a:ext uri="{FF2B5EF4-FFF2-40B4-BE49-F238E27FC236}">
                        <a16:creationId xmlns:a16="http://schemas.microsoft.com/office/drawing/2014/main" id="{B4AD9C35-97DB-482F-B433-363FB924E2B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44" name="Rectangle 50">
                      <a:extLst>
                        <a:ext uri="{FF2B5EF4-FFF2-40B4-BE49-F238E27FC236}">
                          <a16:creationId xmlns:a16="http://schemas.microsoft.com/office/drawing/2014/main" id="{C48C5AFE-9D9D-4CE5-ADB7-0E432CEFEA3B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45" name="Rectangle 51">
                      <a:extLst>
                        <a:ext uri="{FF2B5EF4-FFF2-40B4-BE49-F238E27FC236}">
                          <a16:creationId xmlns:a16="http://schemas.microsoft.com/office/drawing/2014/main" id="{18DABB79-3BF7-4CB3-ACB4-D7D1DA2E9EB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43" name="Text Box 52">
                    <a:extLst>
                      <a:ext uri="{FF2B5EF4-FFF2-40B4-BE49-F238E27FC236}">
                        <a16:creationId xmlns:a16="http://schemas.microsoft.com/office/drawing/2014/main" id="{11D7ED5D-83C1-408C-80A9-1696599A0D26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8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114" name="Line 53">
                  <a:extLst>
                    <a:ext uri="{FF2B5EF4-FFF2-40B4-BE49-F238E27FC236}">
                      <a16:creationId xmlns:a16="http://schemas.microsoft.com/office/drawing/2014/main" id="{26AF33BC-08FF-4ACE-B37F-787FD81A4D7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15" name="Line 54">
                  <a:extLst>
                    <a:ext uri="{FF2B5EF4-FFF2-40B4-BE49-F238E27FC236}">
                      <a16:creationId xmlns:a16="http://schemas.microsoft.com/office/drawing/2014/main" id="{16598995-A42D-4331-8057-B2ACD98BC9B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16" name="Group 55">
                  <a:extLst>
                    <a:ext uri="{FF2B5EF4-FFF2-40B4-BE49-F238E27FC236}">
                      <a16:creationId xmlns:a16="http://schemas.microsoft.com/office/drawing/2014/main" id="{94BBC34F-91B8-4CFB-BE13-CC27C3011D8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138" name="AutoShape 56">
                    <a:extLst>
                      <a:ext uri="{FF2B5EF4-FFF2-40B4-BE49-F238E27FC236}">
                        <a16:creationId xmlns:a16="http://schemas.microsoft.com/office/drawing/2014/main" id="{4207B1B5-DA41-4723-ABD8-0974AA9FD29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9" name="AutoShape 57">
                    <a:extLst>
                      <a:ext uri="{FF2B5EF4-FFF2-40B4-BE49-F238E27FC236}">
                        <a16:creationId xmlns:a16="http://schemas.microsoft.com/office/drawing/2014/main" id="{CEFFA581-3FE0-4E29-BDD7-A6A0001AE1F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40" name="Freeform 58">
                    <a:extLst>
                      <a:ext uri="{FF2B5EF4-FFF2-40B4-BE49-F238E27FC236}">
                        <a16:creationId xmlns:a16="http://schemas.microsoft.com/office/drawing/2014/main" id="{CA24FEFF-5179-4300-9F07-ED26489194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41" name="Text Box 59">
                    <a:extLst>
                      <a:ext uri="{FF2B5EF4-FFF2-40B4-BE49-F238E27FC236}">
                        <a16:creationId xmlns:a16="http://schemas.microsoft.com/office/drawing/2014/main" id="{8C621AF8-ED73-418C-86E4-A6981E8DC7FD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117" name="Line 60">
                  <a:extLst>
                    <a:ext uri="{FF2B5EF4-FFF2-40B4-BE49-F238E27FC236}">
                      <a16:creationId xmlns:a16="http://schemas.microsoft.com/office/drawing/2014/main" id="{BAA1AE87-D9CA-4872-9686-B265231A6A3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18" name="Line 61">
                  <a:extLst>
                    <a:ext uri="{FF2B5EF4-FFF2-40B4-BE49-F238E27FC236}">
                      <a16:creationId xmlns:a16="http://schemas.microsoft.com/office/drawing/2014/main" id="{512CDB2D-A548-4A39-981F-D013DAF974E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19" name="Group 62">
                  <a:extLst>
                    <a:ext uri="{FF2B5EF4-FFF2-40B4-BE49-F238E27FC236}">
                      <a16:creationId xmlns:a16="http://schemas.microsoft.com/office/drawing/2014/main" id="{B475E612-3B96-4775-AF81-2E07ED2B6B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6" y="1305"/>
                  <a:ext cx="286" cy="232"/>
                  <a:chOff x="3844" y="576"/>
                  <a:chExt cx="619" cy="480"/>
                </a:xfrm>
              </p:grpSpPr>
              <p:sp>
                <p:nvSpPr>
                  <p:cNvPr id="136" name="Rectangle 63">
                    <a:extLst>
                      <a:ext uri="{FF2B5EF4-FFF2-40B4-BE49-F238E27FC236}">
                        <a16:creationId xmlns:a16="http://schemas.microsoft.com/office/drawing/2014/main" id="{E3A8F923-0533-4272-9483-6D4244477EE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37" name="Text Box 64">
                    <a:extLst>
                      <a:ext uri="{FF2B5EF4-FFF2-40B4-BE49-F238E27FC236}">
                        <a16:creationId xmlns:a16="http://schemas.microsoft.com/office/drawing/2014/main" id="{089FF584-111F-44E4-8200-4CAA953E4F06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4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120" name="Freeform 65">
                  <a:extLst>
                    <a:ext uri="{FF2B5EF4-FFF2-40B4-BE49-F238E27FC236}">
                      <a16:creationId xmlns:a16="http://schemas.microsoft.com/office/drawing/2014/main" id="{4426D413-A1CE-4498-B3CC-B2C3090386D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21" name="Line 66">
                  <a:extLst>
                    <a:ext uri="{FF2B5EF4-FFF2-40B4-BE49-F238E27FC236}">
                      <a16:creationId xmlns:a16="http://schemas.microsoft.com/office/drawing/2014/main" id="{F06551D7-26E9-4FCB-8E77-D6FAB686547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22" name="Line 67">
                  <a:extLst>
                    <a:ext uri="{FF2B5EF4-FFF2-40B4-BE49-F238E27FC236}">
                      <a16:creationId xmlns:a16="http://schemas.microsoft.com/office/drawing/2014/main" id="{08828BE2-4D95-47ED-9883-FD45C98878B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23" name="Group 68">
                  <a:extLst>
                    <a:ext uri="{FF2B5EF4-FFF2-40B4-BE49-F238E27FC236}">
                      <a16:creationId xmlns:a16="http://schemas.microsoft.com/office/drawing/2014/main" id="{2F48D60E-3C43-4F97-959A-8A9923C95B3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4" cy="480"/>
                </a:xfrm>
              </p:grpSpPr>
              <p:sp>
                <p:nvSpPr>
                  <p:cNvPr id="134" name="Rectangle 69">
                    <a:extLst>
                      <a:ext uri="{FF2B5EF4-FFF2-40B4-BE49-F238E27FC236}">
                        <a16:creationId xmlns:a16="http://schemas.microsoft.com/office/drawing/2014/main" id="{D26BDEBC-07A4-485C-A9AA-4C3DFFD52ED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35" name="Text Box 70">
                    <a:extLst>
                      <a:ext uri="{FF2B5EF4-FFF2-40B4-BE49-F238E27FC236}">
                        <a16:creationId xmlns:a16="http://schemas.microsoft.com/office/drawing/2014/main" id="{81D480EB-B8F4-4699-8D61-F53D17263E90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4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24" name="Group 71">
                  <a:extLst>
                    <a:ext uri="{FF2B5EF4-FFF2-40B4-BE49-F238E27FC236}">
                      <a16:creationId xmlns:a16="http://schemas.microsoft.com/office/drawing/2014/main" id="{9C2F9DB4-F0EF-471A-B01E-6D8331FBA9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30" name="Rectangle 72">
                    <a:extLst>
                      <a:ext uri="{FF2B5EF4-FFF2-40B4-BE49-F238E27FC236}">
                        <a16:creationId xmlns:a16="http://schemas.microsoft.com/office/drawing/2014/main" id="{28A7C98A-7979-4AB3-BDD8-5642F160E4F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1" name="Rectangle 73">
                    <a:extLst>
                      <a:ext uri="{FF2B5EF4-FFF2-40B4-BE49-F238E27FC236}">
                        <a16:creationId xmlns:a16="http://schemas.microsoft.com/office/drawing/2014/main" id="{222CA6E4-F345-456E-A228-2568B614F88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2" name="Rectangle 74">
                    <a:extLst>
                      <a:ext uri="{FF2B5EF4-FFF2-40B4-BE49-F238E27FC236}">
                        <a16:creationId xmlns:a16="http://schemas.microsoft.com/office/drawing/2014/main" id="{9A114391-3C3A-4EF6-B5D6-3235B8AF785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3" name="Rectangle 75">
                    <a:extLst>
                      <a:ext uri="{FF2B5EF4-FFF2-40B4-BE49-F238E27FC236}">
                        <a16:creationId xmlns:a16="http://schemas.microsoft.com/office/drawing/2014/main" id="{DDC0C9AB-1CE2-4FF7-B8A9-A92289BF91A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125" name="Group 76">
                  <a:extLst>
                    <a:ext uri="{FF2B5EF4-FFF2-40B4-BE49-F238E27FC236}">
                      <a16:creationId xmlns:a16="http://schemas.microsoft.com/office/drawing/2014/main" id="{AEB29B5C-4C1C-440A-834B-0E3ECD0D08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8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126" name="Group 77">
                    <a:extLst>
                      <a:ext uri="{FF2B5EF4-FFF2-40B4-BE49-F238E27FC236}">
                        <a16:creationId xmlns:a16="http://schemas.microsoft.com/office/drawing/2014/main" id="{AA2E232D-7B84-4F29-B4C0-FDD4B35584A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28" name="Rectangle 78">
                      <a:extLst>
                        <a:ext uri="{FF2B5EF4-FFF2-40B4-BE49-F238E27FC236}">
                          <a16:creationId xmlns:a16="http://schemas.microsoft.com/office/drawing/2014/main" id="{A66FB0C5-195F-4512-B812-EB7CE491CFA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29" name="Rectangle 79">
                      <a:extLst>
                        <a:ext uri="{FF2B5EF4-FFF2-40B4-BE49-F238E27FC236}">
                          <a16:creationId xmlns:a16="http://schemas.microsoft.com/office/drawing/2014/main" id="{4682705E-A119-4C29-8D4E-9F65A8637D3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27" name="Text Box 80">
                    <a:extLst>
                      <a:ext uri="{FF2B5EF4-FFF2-40B4-BE49-F238E27FC236}">
                        <a16:creationId xmlns:a16="http://schemas.microsoft.com/office/drawing/2014/main" id="{0973B137-A3CC-456B-A42F-137E9CE0D73B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4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1" name="Group 81">
                <a:extLst>
                  <a:ext uri="{FF2B5EF4-FFF2-40B4-BE49-F238E27FC236}">
                    <a16:creationId xmlns:a16="http://schemas.microsoft.com/office/drawing/2014/main" id="{18CF7DCE-B408-40AB-B88D-D7E987C52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1" y="1200"/>
                <a:ext cx="1896" cy="441"/>
                <a:chOff x="1981" y="1200"/>
                <a:chExt cx="1896" cy="441"/>
              </a:xfrm>
            </p:grpSpPr>
            <p:grpSp>
              <p:nvGrpSpPr>
                <p:cNvPr id="80" name="Group 82">
                  <a:extLst>
                    <a:ext uri="{FF2B5EF4-FFF2-40B4-BE49-F238E27FC236}">
                      <a16:creationId xmlns:a16="http://schemas.microsoft.com/office/drawing/2014/main" id="{E731B8BB-45DE-4266-BF4B-AA4E85440EA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109" name="Group 83">
                    <a:extLst>
                      <a:ext uri="{FF2B5EF4-FFF2-40B4-BE49-F238E27FC236}">
                        <a16:creationId xmlns:a16="http://schemas.microsoft.com/office/drawing/2014/main" id="{1E462EED-09E1-49FB-8BD8-EB311AFE77B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11" name="Rectangle 84">
                      <a:extLst>
                        <a:ext uri="{FF2B5EF4-FFF2-40B4-BE49-F238E27FC236}">
                          <a16:creationId xmlns:a16="http://schemas.microsoft.com/office/drawing/2014/main" id="{D28E83AE-0A00-4103-A251-6B28854EA312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12" name="Rectangle 85">
                      <a:extLst>
                        <a:ext uri="{FF2B5EF4-FFF2-40B4-BE49-F238E27FC236}">
                          <a16:creationId xmlns:a16="http://schemas.microsoft.com/office/drawing/2014/main" id="{30CC9D7C-DEFF-4E12-B5B8-EBF00A9BB25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10" name="Text Box 86">
                    <a:extLst>
                      <a:ext uri="{FF2B5EF4-FFF2-40B4-BE49-F238E27FC236}">
                        <a16:creationId xmlns:a16="http://schemas.microsoft.com/office/drawing/2014/main" id="{81B953C9-815B-4D25-B8FE-4E0EC83C54C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6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81" name="Line 87">
                  <a:extLst>
                    <a:ext uri="{FF2B5EF4-FFF2-40B4-BE49-F238E27FC236}">
                      <a16:creationId xmlns:a16="http://schemas.microsoft.com/office/drawing/2014/main" id="{61D8C442-D9A2-483C-B86A-1F8543DB49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2" name="Line 88">
                  <a:extLst>
                    <a:ext uri="{FF2B5EF4-FFF2-40B4-BE49-F238E27FC236}">
                      <a16:creationId xmlns:a16="http://schemas.microsoft.com/office/drawing/2014/main" id="{6656FAF9-248F-4C64-9AC2-17915D08387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83" name="Group 89">
                  <a:extLst>
                    <a:ext uri="{FF2B5EF4-FFF2-40B4-BE49-F238E27FC236}">
                      <a16:creationId xmlns:a16="http://schemas.microsoft.com/office/drawing/2014/main" id="{0AF5DDC7-7710-4BF6-AD27-C085F335E0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105" name="AutoShape 90">
                    <a:extLst>
                      <a:ext uri="{FF2B5EF4-FFF2-40B4-BE49-F238E27FC236}">
                        <a16:creationId xmlns:a16="http://schemas.microsoft.com/office/drawing/2014/main" id="{0AFC6FFF-68CB-467E-AC91-A5C3C4520EA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6" name="AutoShape 91">
                    <a:extLst>
                      <a:ext uri="{FF2B5EF4-FFF2-40B4-BE49-F238E27FC236}">
                        <a16:creationId xmlns:a16="http://schemas.microsoft.com/office/drawing/2014/main" id="{EA786542-5937-4004-BBF6-056AAFBA1F6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7" name="Freeform 92">
                    <a:extLst>
                      <a:ext uri="{FF2B5EF4-FFF2-40B4-BE49-F238E27FC236}">
                        <a16:creationId xmlns:a16="http://schemas.microsoft.com/office/drawing/2014/main" id="{5F59854E-6783-46CA-8B58-167B888A97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8" name="Text Box 93">
                    <a:extLst>
                      <a:ext uri="{FF2B5EF4-FFF2-40B4-BE49-F238E27FC236}">
                        <a16:creationId xmlns:a16="http://schemas.microsoft.com/office/drawing/2014/main" id="{C9F165F1-B837-4DED-843D-3FD0CF16E07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84" name="Line 94">
                  <a:extLst>
                    <a:ext uri="{FF2B5EF4-FFF2-40B4-BE49-F238E27FC236}">
                      <a16:creationId xmlns:a16="http://schemas.microsoft.com/office/drawing/2014/main" id="{7AFF785B-244E-4E08-A534-B1F1187A238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5" name="Line 95">
                  <a:extLst>
                    <a:ext uri="{FF2B5EF4-FFF2-40B4-BE49-F238E27FC236}">
                      <a16:creationId xmlns:a16="http://schemas.microsoft.com/office/drawing/2014/main" id="{0CAE4EB5-5DC3-4FB6-8FF0-AC0EF88820F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86" name="Group 96">
                  <a:extLst>
                    <a:ext uri="{FF2B5EF4-FFF2-40B4-BE49-F238E27FC236}">
                      <a16:creationId xmlns:a16="http://schemas.microsoft.com/office/drawing/2014/main" id="{73B6481B-36F8-408D-B5B4-54B4FF7A897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2" y="1305"/>
                  <a:ext cx="286" cy="232"/>
                  <a:chOff x="3842" y="576"/>
                  <a:chExt cx="619" cy="480"/>
                </a:xfrm>
              </p:grpSpPr>
              <p:sp>
                <p:nvSpPr>
                  <p:cNvPr id="103" name="Rectangle 97">
                    <a:extLst>
                      <a:ext uri="{FF2B5EF4-FFF2-40B4-BE49-F238E27FC236}">
                        <a16:creationId xmlns:a16="http://schemas.microsoft.com/office/drawing/2014/main" id="{921E67D1-75E7-48B1-ABF0-A2AE33ECB56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04" name="Text Box 98">
                    <a:extLst>
                      <a:ext uri="{FF2B5EF4-FFF2-40B4-BE49-F238E27FC236}">
                        <a16:creationId xmlns:a16="http://schemas.microsoft.com/office/drawing/2014/main" id="{7269462D-867A-44FD-A606-1D1439F09DC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2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87" name="Freeform 99">
                  <a:extLst>
                    <a:ext uri="{FF2B5EF4-FFF2-40B4-BE49-F238E27FC236}">
                      <a16:creationId xmlns:a16="http://schemas.microsoft.com/office/drawing/2014/main" id="{0006BD5C-DEBD-4C93-BB9F-49EA92ED063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8" name="Line 100">
                  <a:extLst>
                    <a:ext uri="{FF2B5EF4-FFF2-40B4-BE49-F238E27FC236}">
                      <a16:creationId xmlns:a16="http://schemas.microsoft.com/office/drawing/2014/main" id="{4A60EF5B-966E-457D-9525-ECFF32DB9BF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9" name="Line 101">
                  <a:extLst>
                    <a:ext uri="{FF2B5EF4-FFF2-40B4-BE49-F238E27FC236}">
                      <a16:creationId xmlns:a16="http://schemas.microsoft.com/office/drawing/2014/main" id="{45CAB440-0101-435B-8399-C1B6D95A019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90" name="Group 102">
                  <a:extLst>
                    <a:ext uri="{FF2B5EF4-FFF2-40B4-BE49-F238E27FC236}">
                      <a16:creationId xmlns:a16="http://schemas.microsoft.com/office/drawing/2014/main" id="{B38665E1-6E61-478C-91E5-32A5869BAA7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1" y="1305"/>
                  <a:ext cx="252" cy="232"/>
                  <a:chOff x="1166" y="576"/>
                  <a:chExt cx="545" cy="480"/>
                </a:xfrm>
              </p:grpSpPr>
              <p:sp>
                <p:nvSpPr>
                  <p:cNvPr id="101" name="Rectangle 103">
                    <a:extLst>
                      <a:ext uri="{FF2B5EF4-FFF2-40B4-BE49-F238E27FC236}">
                        <a16:creationId xmlns:a16="http://schemas.microsoft.com/office/drawing/2014/main" id="{A9829C39-F87D-4029-94C9-8CF43C88ECE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02" name="Text Box 104">
                    <a:extLst>
                      <a:ext uri="{FF2B5EF4-FFF2-40B4-BE49-F238E27FC236}">
                        <a16:creationId xmlns:a16="http://schemas.microsoft.com/office/drawing/2014/main" id="{79AB4CD4-38BA-4A8F-B700-08FAB5543DE8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6" y="601"/>
                    <a:ext cx="545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91" name="Group 105">
                  <a:extLst>
                    <a:ext uri="{FF2B5EF4-FFF2-40B4-BE49-F238E27FC236}">
                      <a16:creationId xmlns:a16="http://schemas.microsoft.com/office/drawing/2014/main" id="{9230DCDD-4C54-42CE-88E9-A563F1C2CC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97" name="Rectangle 106">
                    <a:extLst>
                      <a:ext uri="{FF2B5EF4-FFF2-40B4-BE49-F238E27FC236}">
                        <a16:creationId xmlns:a16="http://schemas.microsoft.com/office/drawing/2014/main" id="{1B74CE88-0FEA-4769-A81A-FE740199D0E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98" name="Rectangle 107">
                    <a:extLst>
                      <a:ext uri="{FF2B5EF4-FFF2-40B4-BE49-F238E27FC236}">
                        <a16:creationId xmlns:a16="http://schemas.microsoft.com/office/drawing/2014/main" id="{2CB041A5-FE8C-43F5-9980-283F5BE10E3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99" name="Rectangle 108">
                    <a:extLst>
                      <a:ext uri="{FF2B5EF4-FFF2-40B4-BE49-F238E27FC236}">
                        <a16:creationId xmlns:a16="http://schemas.microsoft.com/office/drawing/2014/main" id="{E85C919E-7F2B-4CC7-9CF2-E7076A540FD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0" name="Rectangle 109">
                    <a:extLst>
                      <a:ext uri="{FF2B5EF4-FFF2-40B4-BE49-F238E27FC236}">
                        <a16:creationId xmlns:a16="http://schemas.microsoft.com/office/drawing/2014/main" id="{4A376C62-D197-448B-AE70-DDA37E6EE96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92" name="Group 110">
                  <a:extLst>
                    <a:ext uri="{FF2B5EF4-FFF2-40B4-BE49-F238E27FC236}">
                      <a16:creationId xmlns:a16="http://schemas.microsoft.com/office/drawing/2014/main" id="{B4947798-9D2B-4253-A9B5-04CD023BE6D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4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93" name="Group 111">
                    <a:extLst>
                      <a:ext uri="{FF2B5EF4-FFF2-40B4-BE49-F238E27FC236}">
                        <a16:creationId xmlns:a16="http://schemas.microsoft.com/office/drawing/2014/main" id="{47B131E9-903D-4690-B01A-BD8E497192A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95" name="Rectangle 112">
                      <a:extLst>
                        <a:ext uri="{FF2B5EF4-FFF2-40B4-BE49-F238E27FC236}">
                          <a16:creationId xmlns:a16="http://schemas.microsoft.com/office/drawing/2014/main" id="{FAE566C3-905B-4FE5-AEBD-EDAC349772A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96" name="Rectangle 113">
                      <a:extLst>
                        <a:ext uri="{FF2B5EF4-FFF2-40B4-BE49-F238E27FC236}">
                          <a16:creationId xmlns:a16="http://schemas.microsoft.com/office/drawing/2014/main" id="{8BFF9F8E-FF34-4A21-92A8-32496455551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94" name="Text Box 114">
                    <a:extLst>
                      <a:ext uri="{FF2B5EF4-FFF2-40B4-BE49-F238E27FC236}">
                        <a16:creationId xmlns:a16="http://schemas.microsoft.com/office/drawing/2014/main" id="{D97FC9A0-79A0-451A-A190-00E85867F0B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0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2" name="Group 115">
                <a:extLst>
                  <a:ext uri="{FF2B5EF4-FFF2-40B4-BE49-F238E27FC236}">
                    <a16:creationId xmlns:a16="http://schemas.microsoft.com/office/drawing/2014/main" id="{B3C30AFA-638F-453A-9588-9CFFE52FEB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5" y="2784"/>
                <a:ext cx="1895" cy="441"/>
                <a:chOff x="1982" y="1200"/>
                <a:chExt cx="1895" cy="441"/>
              </a:xfrm>
            </p:grpSpPr>
            <p:grpSp>
              <p:nvGrpSpPr>
                <p:cNvPr id="47" name="Group 116">
                  <a:extLst>
                    <a:ext uri="{FF2B5EF4-FFF2-40B4-BE49-F238E27FC236}">
                      <a16:creationId xmlns:a16="http://schemas.microsoft.com/office/drawing/2014/main" id="{B9F28158-889A-46DA-9E8F-36002A65F5A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76" name="Group 117">
                    <a:extLst>
                      <a:ext uri="{FF2B5EF4-FFF2-40B4-BE49-F238E27FC236}">
                        <a16:creationId xmlns:a16="http://schemas.microsoft.com/office/drawing/2014/main" id="{E73C85DD-B790-44A6-AEE1-2DF4A8CC6BD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78" name="Rectangle 118">
                      <a:extLst>
                        <a:ext uri="{FF2B5EF4-FFF2-40B4-BE49-F238E27FC236}">
                          <a16:creationId xmlns:a16="http://schemas.microsoft.com/office/drawing/2014/main" id="{6DF9BBBC-58D7-4C3D-8017-686BA2D90422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79" name="Rectangle 119">
                      <a:extLst>
                        <a:ext uri="{FF2B5EF4-FFF2-40B4-BE49-F238E27FC236}">
                          <a16:creationId xmlns:a16="http://schemas.microsoft.com/office/drawing/2014/main" id="{B67AD36D-04AA-4EC7-950D-E7FB6F07C488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77" name="Text Box 120">
                    <a:extLst>
                      <a:ext uri="{FF2B5EF4-FFF2-40B4-BE49-F238E27FC236}">
                        <a16:creationId xmlns:a16="http://schemas.microsoft.com/office/drawing/2014/main" id="{41E2C21E-53D5-4588-AD03-1E05143A1D52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2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48" name="Line 121">
                  <a:extLst>
                    <a:ext uri="{FF2B5EF4-FFF2-40B4-BE49-F238E27FC236}">
                      <a16:creationId xmlns:a16="http://schemas.microsoft.com/office/drawing/2014/main" id="{3716B856-4E17-49A8-9EBC-DE719AEC222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49" name="Line 122">
                  <a:extLst>
                    <a:ext uri="{FF2B5EF4-FFF2-40B4-BE49-F238E27FC236}">
                      <a16:creationId xmlns:a16="http://schemas.microsoft.com/office/drawing/2014/main" id="{AAF4797F-A46C-4F5D-B3B9-E01246F2C09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50" name="Group 123">
                  <a:extLst>
                    <a:ext uri="{FF2B5EF4-FFF2-40B4-BE49-F238E27FC236}">
                      <a16:creationId xmlns:a16="http://schemas.microsoft.com/office/drawing/2014/main" id="{1EEA4013-5A3A-4B91-92CA-7E964A5FE50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72" name="AutoShape 124">
                    <a:extLst>
                      <a:ext uri="{FF2B5EF4-FFF2-40B4-BE49-F238E27FC236}">
                        <a16:creationId xmlns:a16="http://schemas.microsoft.com/office/drawing/2014/main" id="{12AA199A-AF09-4B80-A4B3-8A77ACB3A0D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73" name="AutoShape 125">
                    <a:extLst>
                      <a:ext uri="{FF2B5EF4-FFF2-40B4-BE49-F238E27FC236}">
                        <a16:creationId xmlns:a16="http://schemas.microsoft.com/office/drawing/2014/main" id="{82A36A00-6CAB-4D92-AC68-FD1E34DD90D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74" name="Freeform 126">
                    <a:extLst>
                      <a:ext uri="{FF2B5EF4-FFF2-40B4-BE49-F238E27FC236}">
                        <a16:creationId xmlns:a16="http://schemas.microsoft.com/office/drawing/2014/main" id="{7745646D-9329-444C-B5BD-E3AC4AEF9A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75" name="Text Box 127">
                    <a:extLst>
                      <a:ext uri="{FF2B5EF4-FFF2-40B4-BE49-F238E27FC236}">
                        <a16:creationId xmlns:a16="http://schemas.microsoft.com/office/drawing/2014/main" id="{FABFDACA-986A-4380-BDC1-4C7473AE6EB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51" name="Line 128">
                  <a:extLst>
                    <a:ext uri="{FF2B5EF4-FFF2-40B4-BE49-F238E27FC236}">
                      <a16:creationId xmlns:a16="http://schemas.microsoft.com/office/drawing/2014/main" id="{DB5560ED-26A0-405B-A841-F6FE2FE22CB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52" name="Line 129">
                  <a:extLst>
                    <a:ext uri="{FF2B5EF4-FFF2-40B4-BE49-F238E27FC236}">
                      <a16:creationId xmlns:a16="http://schemas.microsoft.com/office/drawing/2014/main" id="{2DF29D37-0B28-4AD0-8B49-E3477778CF9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53" name="Group 130">
                  <a:extLst>
                    <a:ext uri="{FF2B5EF4-FFF2-40B4-BE49-F238E27FC236}">
                      <a16:creationId xmlns:a16="http://schemas.microsoft.com/office/drawing/2014/main" id="{963B5493-0B04-414D-B0FD-D6B9336A191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2" y="1305"/>
                  <a:ext cx="286" cy="232"/>
                  <a:chOff x="3842" y="576"/>
                  <a:chExt cx="619" cy="480"/>
                </a:xfrm>
              </p:grpSpPr>
              <p:sp>
                <p:nvSpPr>
                  <p:cNvPr id="70" name="Rectangle 131">
                    <a:extLst>
                      <a:ext uri="{FF2B5EF4-FFF2-40B4-BE49-F238E27FC236}">
                        <a16:creationId xmlns:a16="http://schemas.microsoft.com/office/drawing/2014/main" id="{4F402C51-3231-4674-A2CF-9025AC27950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71" name="Text Box 132">
                    <a:extLst>
                      <a:ext uri="{FF2B5EF4-FFF2-40B4-BE49-F238E27FC236}">
                        <a16:creationId xmlns:a16="http://schemas.microsoft.com/office/drawing/2014/main" id="{B3437ECA-6648-4F95-B67A-A3E69FB4B048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2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54" name="Freeform 133">
                  <a:extLst>
                    <a:ext uri="{FF2B5EF4-FFF2-40B4-BE49-F238E27FC236}">
                      <a16:creationId xmlns:a16="http://schemas.microsoft.com/office/drawing/2014/main" id="{792ADB77-BE74-43BF-AEED-0BEB83780F3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55" name="Line 134">
                  <a:extLst>
                    <a:ext uri="{FF2B5EF4-FFF2-40B4-BE49-F238E27FC236}">
                      <a16:creationId xmlns:a16="http://schemas.microsoft.com/office/drawing/2014/main" id="{81C7112D-C79A-4D0C-ACAF-74C4CFC265F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56" name="Line 135">
                  <a:extLst>
                    <a:ext uri="{FF2B5EF4-FFF2-40B4-BE49-F238E27FC236}">
                      <a16:creationId xmlns:a16="http://schemas.microsoft.com/office/drawing/2014/main" id="{AF4F3BEE-54E0-427E-B8A8-A3336C7F898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57" name="Group 136">
                  <a:extLst>
                    <a:ext uri="{FF2B5EF4-FFF2-40B4-BE49-F238E27FC236}">
                      <a16:creationId xmlns:a16="http://schemas.microsoft.com/office/drawing/2014/main" id="{AEABE973-776D-41D2-A5D5-879DA4F8E9B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4" cy="480"/>
                </a:xfrm>
              </p:grpSpPr>
              <p:sp>
                <p:nvSpPr>
                  <p:cNvPr id="68" name="Rectangle 137">
                    <a:extLst>
                      <a:ext uri="{FF2B5EF4-FFF2-40B4-BE49-F238E27FC236}">
                        <a16:creationId xmlns:a16="http://schemas.microsoft.com/office/drawing/2014/main" id="{E8450121-7E43-441B-90F4-6FB15FFDEA6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69" name="Text Box 138">
                    <a:extLst>
                      <a:ext uri="{FF2B5EF4-FFF2-40B4-BE49-F238E27FC236}">
                        <a16:creationId xmlns:a16="http://schemas.microsoft.com/office/drawing/2014/main" id="{29E41EE4-9C00-483A-B00D-E11BFFA14BB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4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58" name="Group 139">
                  <a:extLst>
                    <a:ext uri="{FF2B5EF4-FFF2-40B4-BE49-F238E27FC236}">
                      <a16:creationId xmlns:a16="http://schemas.microsoft.com/office/drawing/2014/main" id="{C7644ACC-6BAC-42A3-9A53-3452B956AD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64" name="Rectangle 140">
                    <a:extLst>
                      <a:ext uri="{FF2B5EF4-FFF2-40B4-BE49-F238E27FC236}">
                        <a16:creationId xmlns:a16="http://schemas.microsoft.com/office/drawing/2014/main" id="{BB44F0DD-13F1-4A65-A769-3D212FA848C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65" name="Rectangle 141">
                    <a:extLst>
                      <a:ext uri="{FF2B5EF4-FFF2-40B4-BE49-F238E27FC236}">
                        <a16:creationId xmlns:a16="http://schemas.microsoft.com/office/drawing/2014/main" id="{E2A8A3E4-E153-4297-A965-B1BE0C8E007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66" name="Rectangle 142">
                    <a:extLst>
                      <a:ext uri="{FF2B5EF4-FFF2-40B4-BE49-F238E27FC236}">
                        <a16:creationId xmlns:a16="http://schemas.microsoft.com/office/drawing/2014/main" id="{E52D6218-AB53-4EC6-993C-D7F1E82A5D0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67" name="Rectangle 143">
                    <a:extLst>
                      <a:ext uri="{FF2B5EF4-FFF2-40B4-BE49-F238E27FC236}">
                        <a16:creationId xmlns:a16="http://schemas.microsoft.com/office/drawing/2014/main" id="{84FA125A-032F-4198-B353-FAA3DBCED1F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59" name="Group 144">
                  <a:extLst>
                    <a:ext uri="{FF2B5EF4-FFF2-40B4-BE49-F238E27FC236}">
                      <a16:creationId xmlns:a16="http://schemas.microsoft.com/office/drawing/2014/main" id="{9615365D-CFCC-4021-B9B2-7CEC4D9100F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4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60" name="Group 145">
                    <a:extLst>
                      <a:ext uri="{FF2B5EF4-FFF2-40B4-BE49-F238E27FC236}">
                        <a16:creationId xmlns:a16="http://schemas.microsoft.com/office/drawing/2014/main" id="{125A7361-E2B5-4A37-8562-8F78B28CEAD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62" name="Rectangle 146">
                      <a:extLst>
                        <a:ext uri="{FF2B5EF4-FFF2-40B4-BE49-F238E27FC236}">
                          <a16:creationId xmlns:a16="http://schemas.microsoft.com/office/drawing/2014/main" id="{36173D6A-896D-43A1-B752-847F29803F6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63" name="Rectangle 147">
                      <a:extLst>
                        <a:ext uri="{FF2B5EF4-FFF2-40B4-BE49-F238E27FC236}">
                          <a16:creationId xmlns:a16="http://schemas.microsoft.com/office/drawing/2014/main" id="{4129BA68-38D0-42BB-A246-9BEAC4DD2B2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61" name="Text Box 148">
                    <a:extLst>
                      <a:ext uri="{FF2B5EF4-FFF2-40B4-BE49-F238E27FC236}">
                        <a16:creationId xmlns:a16="http://schemas.microsoft.com/office/drawing/2014/main" id="{BDF901DC-45ED-4DF9-825D-6B11C25BB8A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0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3" name="Group 149">
                <a:extLst>
                  <a:ext uri="{FF2B5EF4-FFF2-40B4-BE49-F238E27FC236}">
                    <a16:creationId xmlns:a16="http://schemas.microsoft.com/office/drawing/2014/main" id="{639EFC83-C81E-4C4D-838E-0AA620AB9B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5" y="3296"/>
                <a:ext cx="1895" cy="441"/>
                <a:chOff x="1982" y="1200"/>
                <a:chExt cx="1895" cy="441"/>
              </a:xfrm>
            </p:grpSpPr>
            <p:grpSp>
              <p:nvGrpSpPr>
                <p:cNvPr id="14" name="Group 150">
                  <a:extLst>
                    <a:ext uri="{FF2B5EF4-FFF2-40B4-BE49-F238E27FC236}">
                      <a16:creationId xmlns:a16="http://schemas.microsoft.com/office/drawing/2014/main" id="{84B12CD7-3EA9-42AD-A62A-E653F82CBF3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43" name="Group 151">
                    <a:extLst>
                      <a:ext uri="{FF2B5EF4-FFF2-40B4-BE49-F238E27FC236}">
                        <a16:creationId xmlns:a16="http://schemas.microsoft.com/office/drawing/2014/main" id="{4B015817-653D-442A-AEE7-59979DF5B30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45" name="Rectangle 152">
                      <a:extLst>
                        <a:ext uri="{FF2B5EF4-FFF2-40B4-BE49-F238E27FC236}">
                          <a16:creationId xmlns:a16="http://schemas.microsoft.com/office/drawing/2014/main" id="{822C07BB-C8FD-4628-9A6C-321D011AE99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46" name="Rectangle 153">
                      <a:extLst>
                        <a:ext uri="{FF2B5EF4-FFF2-40B4-BE49-F238E27FC236}">
                          <a16:creationId xmlns:a16="http://schemas.microsoft.com/office/drawing/2014/main" id="{54B74210-2182-496C-B1E5-9B213A412BC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44" name="Text Box 154">
                    <a:extLst>
                      <a:ext uri="{FF2B5EF4-FFF2-40B4-BE49-F238E27FC236}">
                        <a16:creationId xmlns:a16="http://schemas.microsoft.com/office/drawing/2014/main" id="{504AEAB1-DEC3-43C5-B4FB-736EB0DA8D6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5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15" name="Line 155">
                  <a:extLst>
                    <a:ext uri="{FF2B5EF4-FFF2-40B4-BE49-F238E27FC236}">
                      <a16:creationId xmlns:a16="http://schemas.microsoft.com/office/drawing/2014/main" id="{5C807A46-20CB-4CCD-B9FA-5A2A00D452F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6" name="Line 156">
                  <a:extLst>
                    <a:ext uri="{FF2B5EF4-FFF2-40B4-BE49-F238E27FC236}">
                      <a16:creationId xmlns:a16="http://schemas.microsoft.com/office/drawing/2014/main" id="{E0D12F57-4C43-477A-9A35-EFFBB713417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7" name="Group 157">
                  <a:extLst>
                    <a:ext uri="{FF2B5EF4-FFF2-40B4-BE49-F238E27FC236}">
                      <a16:creationId xmlns:a16="http://schemas.microsoft.com/office/drawing/2014/main" id="{979FF944-BF2B-40FC-A9C3-A9E99C86B9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39" name="AutoShape 158">
                    <a:extLst>
                      <a:ext uri="{FF2B5EF4-FFF2-40B4-BE49-F238E27FC236}">
                        <a16:creationId xmlns:a16="http://schemas.microsoft.com/office/drawing/2014/main" id="{67A71EC2-9052-48ED-8649-D0030E44653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40" name="AutoShape 159">
                    <a:extLst>
                      <a:ext uri="{FF2B5EF4-FFF2-40B4-BE49-F238E27FC236}">
                        <a16:creationId xmlns:a16="http://schemas.microsoft.com/office/drawing/2014/main" id="{C6AC2BE5-8015-4725-B64B-F7DAD75586B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41" name="Freeform 160">
                    <a:extLst>
                      <a:ext uri="{FF2B5EF4-FFF2-40B4-BE49-F238E27FC236}">
                        <a16:creationId xmlns:a16="http://schemas.microsoft.com/office/drawing/2014/main" id="{9282B87E-E801-42B1-9891-56674A0D1D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42" name="Text Box 161">
                    <a:extLst>
                      <a:ext uri="{FF2B5EF4-FFF2-40B4-BE49-F238E27FC236}">
                        <a16:creationId xmlns:a16="http://schemas.microsoft.com/office/drawing/2014/main" id="{D6F8D18D-EE5D-471C-B7C5-5470B911B720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18" name="Line 162">
                  <a:extLst>
                    <a:ext uri="{FF2B5EF4-FFF2-40B4-BE49-F238E27FC236}">
                      <a16:creationId xmlns:a16="http://schemas.microsoft.com/office/drawing/2014/main" id="{3DB5B0D2-2BA5-4E92-9967-7309237D42B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9" name="Line 163">
                  <a:extLst>
                    <a:ext uri="{FF2B5EF4-FFF2-40B4-BE49-F238E27FC236}">
                      <a16:creationId xmlns:a16="http://schemas.microsoft.com/office/drawing/2014/main" id="{5AECC851-A5BF-4F97-AA91-DE5F804DAA8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20" name="Group 164">
                  <a:extLst>
                    <a:ext uri="{FF2B5EF4-FFF2-40B4-BE49-F238E27FC236}">
                      <a16:creationId xmlns:a16="http://schemas.microsoft.com/office/drawing/2014/main" id="{77165A28-7F8C-4F8C-BFEB-3C0F9C0B1AF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2" y="1305"/>
                  <a:ext cx="286" cy="232"/>
                  <a:chOff x="3842" y="576"/>
                  <a:chExt cx="619" cy="480"/>
                </a:xfrm>
              </p:grpSpPr>
              <p:sp>
                <p:nvSpPr>
                  <p:cNvPr id="37" name="Rectangle 165">
                    <a:extLst>
                      <a:ext uri="{FF2B5EF4-FFF2-40B4-BE49-F238E27FC236}">
                        <a16:creationId xmlns:a16="http://schemas.microsoft.com/office/drawing/2014/main" id="{5C24F92C-F516-43E7-A8AC-EBDAD184020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38" name="Text Box 166">
                    <a:extLst>
                      <a:ext uri="{FF2B5EF4-FFF2-40B4-BE49-F238E27FC236}">
                        <a16:creationId xmlns:a16="http://schemas.microsoft.com/office/drawing/2014/main" id="{CB3A10E1-9848-43BC-A4F9-C7DEA65A67F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2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21" name="Freeform 167">
                  <a:extLst>
                    <a:ext uri="{FF2B5EF4-FFF2-40B4-BE49-F238E27FC236}">
                      <a16:creationId xmlns:a16="http://schemas.microsoft.com/office/drawing/2014/main" id="{B609DE6A-6865-4333-8105-705B545400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22" name="Line 168">
                  <a:extLst>
                    <a:ext uri="{FF2B5EF4-FFF2-40B4-BE49-F238E27FC236}">
                      <a16:creationId xmlns:a16="http://schemas.microsoft.com/office/drawing/2014/main" id="{615E1A61-1A01-49F4-832C-D9E7F8B4009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23" name="Line 169">
                  <a:extLst>
                    <a:ext uri="{FF2B5EF4-FFF2-40B4-BE49-F238E27FC236}">
                      <a16:creationId xmlns:a16="http://schemas.microsoft.com/office/drawing/2014/main" id="{1B38D358-847A-4C22-B3F9-062A3FBFDC0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24" name="Group 170">
                  <a:extLst>
                    <a:ext uri="{FF2B5EF4-FFF2-40B4-BE49-F238E27FC236}">
                      <a16:creationId xmlns:a16="http://schemas.microsoft.com/office/drawing/2014/main" id="{16EA51B3-84D3-48E9-92B2-7EDFBC812E0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5" cy="480"/>
                </a:xfrm>
              </p:grpSpPr>
              <p:sp>
                <p:nvSpPr>
                  <p:cNvPr id="35" name="Rectangle 171">
                    <a:extLst>
                      <a:ext uri="{FF2B5EF4-FFF2-40B4-BE49-F238E27FC236}">
                        <a16:creationId xmlns:a16="http://schemas.microsoft.com/office/drawing/2014/main" id="{7FA2B6F6-614F-4316-986E-63053191A42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36" name="Text Box 172">
                    <a:extLst>
                      <a:ext uri="{FF2B5EF4-FFF2-40B4-BE49-F238E27FC236}">
                        <a16:creationId xmlns:a16="http://schemas.microsoft.com/office/drawing/2014/main" id="{1D7E309C-FC10-42A3-8ADA-384ED577005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5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25" name="Group 173">
                  <a:extLst>
                    <a:ext uri="{FF2B5EF4-FFF2-40B4-BE49-F238E27FC236}">
                      <a16:creationId xmlns:a16="http://schemas.microsoft.com/office/drawing/2014/main" id="{CC0FA640-E4C5-4118-AA22-DA94D56E2A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31" name="Rectangle 174">
                    <a:extLst>
                      <a:ext uri="{FF2B5EF4-FFF2-40B4-BE49-F238E27FC236}">
                        <a16:creationId xmlns:a16="http://schemas.microsoft.com/office/drawing/2014/main" id="{386C2206-DFC5-4819-A394-2596C8D88E2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32" name="Rectangle 175">
                    <a:extLst>
                      <a:ext uri="{FF2B5EF4-FFF2-40B4-BE49-F238E27FC236}">
                        <a16:creationId xmlns:a16="http://schemas.microsoft.com/office/drawing/2014/main" id="{A4E4E258-E335-4F0F-A125-7BC2F8D5E77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33" name="Rectangle 176">
                    <a:extLst>
                      <a:ext uri="{FF2B5EF4-FFF2-40B4-BE49-F238E27FC236}">
                        <a16:creationId xmlns:a16="http://schemas.microsoft.com/office/drawing/2014/main" id="{6D01D4D8-599B-4632-A01A-A99BD1CBE02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34" name="Rectangle 177">
                    <a:extLst>
                      <a:ext uri="{FF2B5EF4-FFF2-40B4-BE49-F238E27FC236}">
                        <a16:creationId xmlns:a16="http://schemas.microsoft.com/office/drawing/2014/main" id="{337A637B-EECC-449A-B79B-D89707BDE87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26" name="Group 178">
                  <a:extLst>
                    <a:ext uri="{FF2B5EF4-FFF2-40B4-BE49-F238E27FC236}">
                      <a16:creationId xmlns:a16="http://schemas.microsoft.com/office/drawing/2014/main" id="{8C9CFBCD-8765-4BFB-8540-B861C1E0A08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4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27" name="Group 179">
                    <a:extLst>
                      <a:ext uri="{FF2B5EF4-FFF2-40B4-BE49-F238E27FC236}">
                        <a16:creationId xmlns:a16="http://schemas.microsoft.com/office/drawing/2014/main" id="{DD10D33B-39B5-4E02-BDAF-0EA045FA6C5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29" name="Rectangle 180">
                      <a:extLst>
                        <a:ext uri="{FF2B5EF4-FFF2-40B4-BE49-F238E27FC236}">
                          <a16:creationId xmlns:a16="http://schemas.microsoft.com/office/drawing/2014/main" id="{E00D1051-C430-4DD0-AF7E-5BA8029898CA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30" name="Rectangle 181">
                      <a:extLst>
                        <a:ext uri="{FF2B5EF4-FFF2-40B4-BE49-F238E27FC236}">
                          <a16:creationId xmlns:a16="http://schemas.microsoft.com/office/drawing/2014/main" id="{1426BC3D-CBDF-4598-A975-F7341EC1EE3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28" name="Text Box 182">
                    <a:extLst>
                      <a:ext uri="{FF2B5EF4-FFF2-40B4-BE49-F238E27FC236}">
                        <a16:creationId xmlns:a16="http://schemas.microsoft.com/office/drawing/2014/main" id="{04E9D25E-2608-467C-B75B-3C686B645144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0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</p:grpSp>
      </p:grpSp>
      <p:sp>
        <p:nvSpPr>
          <p:cNvPr id="187" name="Line 184">
            <a:extLst>
              <a:ext uri="{FF2B5EF4-FFF2-40B4-BE49-F238E27FC236}">
                <a16:creationId xmlns:a16="http://schemas.microsoft.com/office/drawing/2014/main" id="{4AEE7174-22F3-41CF-8AD8-72DD6B635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51" y="1743074"/>
            <a:ext cx="10175483" cy="682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8" name="Rectangle 185">
            <a:extLst>
              <a:ext uri="{FF2B5EF4-FFF2-40B4-BE49-F238E27FC236}">
                <a16:creationId xmlns:a16="http://schemas.microsoft.com/office/drawing/2014/main" id="{7847786A-EF4D-497E-ADF7-7FD479C95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452" y="1285875"/>
            <a:ext cx="336063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solidFill>
                  <a:schemeClr val="tx1"/>
                </a:solidFill>
                <a:latin typeface="Comic Sans MS" pitchFamily="66" charset="0"/>
              </a:rPr>
              <a:t>Time (clock cycles)</a:t>
            </a:r>
          </a:p>
        </p:txBody>
      </p:sp>
      <p:sp>
        <p:nvSpPr>
          <p:cNvPr id="195" name="Line 192">
            <a:extLst>
              <a:ext uri="{FF2B5EF4-FFF2-40B4-BE49-F238E27FC236}">
                <a16:creationId xmlns:a16="http://schemas.microsoft.com/office/drawing/2014/main" id="{285957BE-5847-4956-BB3F-FBE4E69DF7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9236" y="2587239"/>
            <a:ext cx="1837713" cy="65502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6" name="Line 193">
            <a:extLst>
              <a:ext uri="{FF2B5EF4-FFF2-40B4-BE49-F238E27FC236}">
                <a16:creationId xmlns:a16="http://schemas.microsoft.com/office/drawing/2014/main" id="{9096F3A6-9504-4068-99F9-0013DE6A8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3891" y="2491863"/>
            <a:ext cx="918856" cy="1637554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7" name="Line 194">
            <a:extLst>
              <a:ext uri="{FF2B5EF4-FFF2-40B4-BE49-F238E27FC236}">
                <a16:creationId xmlns:a16="http://schemas.microsoft.com/office/drawing/2014/main" id="{0B8C37C7-EECF-448B-9A77-43472AE5CD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0047" y="2700194"/>
            <a:ext cx="769893" cy="2984739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8" name="Line 195">
            <a:extLst>
              <a:ext uri="{FF2B5EF4-FFF2-40B4-BE49-F238E27FC236}">
                <a16:creationId xmlns:a16="http://schemas.microsoft.com/office/drawing/2014/main" id="{23C42652-7613-49A2-95A1-62FABDC06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8028" y="2828996"/>
            <a:ext cx="150873" cy="2095692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04B5D00-37B0-60A6-E246-718CF265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29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1439-C56F-428E-91B7-172E2836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Hazards: An Example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DA9D9-C3A0-4A9D-8950-640A3726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7" name="Text Box 187">
            <a:extLst>
              <a:ext uri="{FF2B5EF4-FFF2-40B4-BE49-F238E27FC236}">
                <a16:creationId xmlns:a16="http://schemas.microsoft.com/office/drawing/2014/main" id="{69FF81B3-0C39-4C03-9C13-50841C912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33" y="5449654"/>
            <a:ext cx="99095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hlink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hlink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hlink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hlink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9pPr>
          </a:lstStyle>
          <a:p>
            <a:r>
              <a:rPr lang="en-US" sz="3600" b="0" dirty="0">
                <a:solidFill>
                  <a:schemeClr val="tx1"/>
                </a:solidFill>
                <a:latin typeface="Calibri body"/>
              </a:rPr>
              <a:t>What do you do with the 3 instructions in between?</a:t>
            </a:r>
          </a:p>
          <a:p>
            <a:r>
              <a:rPr lang="en-US" sz="3600" b="0" dirty="0">
                <a:solidFill>
                  <a:schemeClr val="tx1"/>
                </a:solidFill>
                <a:latin typeface="Calibri body"/>
              </a:rPr>
              <a:t>How do you do it?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3AF2DC-5BE7-4AB6-899C-A05225104F07}"/>
              </a:ext>
            </a:extLst>
          </p:cNvPr>
          <p:cNvGrpSpPr/>
          <p:nvPr/>
        </p:nvGrpSpPr>
        <p:grpSpPr>
          <a:xfrm>
            <a:off x="114300" y="1360850"/>
            <a:ext cx="11963400" cy="4253554"/>
            <a:chOff x="76200" y="1168400"/>
            <a:chExt cx="9136063" cy="4057650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F3C87A27-1F7D-45D1-B800-2AAD5642C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8" y="1168400"/>
              <a:ext cx="1143000" cy="396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EC448A11-1CA7-4A50-B537-44BE8080E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1320800"/>
              <a:ext cx="2297673" cy="3840163"/>
              <a:chOff x="473" y="1446"/>
              <a:chExt cx="1208" cy="2419"/>
            </a:xfrm>
          </p:grpSpPr>
          <p:sp>
            <p:nvSpPr>
              <p:cNvPr id="189" name="Rectangle 5">
                <a:extLst>
                  <a:ext uri="{FF2B5EF4-FFF2-40B4-BE49-F238E27FC236}">
                    <a16:creationId xmlns:a16="http://schemas.microsoft.com/office/drawing/2014/main" id="{0B6508F6-B420-453C-867F-D043AD952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1446"/>
                <a:ext cx="1014" cy="5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10: </a:t>
                </a:r>
                <a:r>
                  <a:rPr lang="en-US" sz="2800" dirty="0" err="1">
                    <a:solidFill>
                      <a:schemeClr val="tx1"/>
                    </a:solidFill>
                    <a:latin typeface="Calibri body"/>
                  </a:rPr>
                  <a:t>beq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r1,r3,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36</a:t>
                </a: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0" name="Rectangle 6">
                <a:extLst>
                  <a:ext uri="{FF2B5EF4-FFF2-40B4-BE49-F238E27FC236}">
                    <a16:creationId xmlns:a16="http://schemas.microsoft.com/office/drawing/2014/main" id="{A59299A3-DCCA-46A7-A15F-3D13A9C6F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1998"/>
                <a:ext cx="1208" cy="5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14: and r2,r3,r5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  <a:sym typeface="Wingdings" panose="05000000000000000000" pitchFamily="2" charset="2"/>
                  </a:rPr>
                  <a:t>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1" name="Rectangle 7">
                <a:extLst>
                  <a:ext uri="{FF2B5EF4-FFF2-40B4-BE49-F238E27FC236}">
                    <a16:creationId xmlns:a16="http://schemas.microsoft.com/office/drawing/2014/main" id="{430747E0-14EE-47EB-8A75-96817CE8D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2526"/>
                <a:ext cx="1081" cy="5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18: or  r6,r1,r7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  <a:sym typeface="Wingdings" panose="05000000000000000000" pitchFamily="2" charset="2"/>
                  </a:rPr>
                  <a:t></a:t>
                </a: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2" name="Rectangle 8">
                <a:extLst>
                  <a:ext uri="{FF2B5EF4-FFF2-40B4-BE49-F238E27FC236}">
                    <a16:creationId xmlns:a16="http://schemas.microsoft.com/office/drawing/2014/main" id="{B9BC9913-5ABD-489F-9935-A5C0512B1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3066"/>
                <a:ext cx="1142" cy="5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22: add r8,r1,r9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  <a:sym typeface="Wingdings" panose="05000000000000000000" pitchFamily="2" charset="2"/>
                  </a:rPr>
                  <a:t></a:t>
                </a: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3" name="Rectangle 9">
                <a:extLst>
                  <a:ext uri="{FF2B5EF4-FFF2-40B4-BE49-F238E27FC236}">
                    <a16:creationId xmlns:a16="http://schemas.microsoft.com/office/drawing/2014/main" id="{3821AF99-F356-43B8-84A7-441E66245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" y="3552"/>
                <a:ext cx="1099" cy="3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latin typeface="Calibri body"/>
                  </a:rPr>
                  <a:t>50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: </a:t>
                </a:r>
                <a:r>
                  <a:rPr lang="en-US" sz="2800" dirty="0" err="1">
                    <a:solidFill>
                      <a:schemeClr val="tx1"/>
                    </a:solidFill>
                    <a:latin typeface="Calibri body"/>
                  </a:rPr>
                  <a:t>xor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r10,r1,r11</a:t>
                </a:r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400DC7D-8A6F-4D11-9BB5-F89AEF75B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16" y="1716568"/>
              <a:ext cx="3084986" cy="3084031"/>
            </a:xfrm>
            <a:custGeom>
              <a:avLst/>
              <a:gdLst>
                <a:gd name="T0" fmla="*/ 0 w 960"/>
                <a:gd name="T1" fmla="*/ 0 h 1920"/>
                <a:gd name="T2" fmla="*/ 0 w 960"/>
                <a:gd name="T3" fmla="*/ 486899709 h 1920"/>
                <a:gd name="T4" fmla="*/ 2147483647 w 960"/>
                <a:gd name="T5" fmla="*/ 486899709 h 1920"/>
                <a:gd name="T6" fmla="*/ 2147483647 w 960"/>
                <a:gd name="T7" fmla="*/ 2147483647 h 1920"/>
                <a:gd name="T8" fmla="*/ 109173169 w 960"/>
                <a:gd name="T9" fmla="*/ 2147483647 h 1920"/>
                <a:gd name="T10" fmla="*/ 109173169 w 960"/>
                <a:gd name="T11" fmla="*/ 2147483647 h 19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0" h="1920">
                  <a:moveTo>
                    <a:pt x="0" y="0"/>
                  </a:moveTo>
                  <a:lnTo>
                    <a:pt x="0" y="192"/>
                  </a:lnTo>
                  <a:lnTo>
                    <a:pt x="960" y="192"/>
                  </a:lnTo>
                  <a:lnTo>
                    <a:pt x="960" y="1728"/>
                  </a:lnTo>
                  <a:lnTo>
                    <a:pt x="48" y="1728"/>
                  </a:lnTo>
                  <a:lnTo>
                    <a:pt x="48" y="1920"/>
                  </a:ln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51E8532-5964-46D3-AE59-99ACD36C65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1168400"/>
              <a:ext cx="5783263" cy="4057650"/>
              <a:chOff x="2047" y="1344"/>
              <a:chExt cx="3708" cy="2556"/>
            </a:xfrm>
          </p:grpSpPr>
          <p:grpSp>
            <p:nvGrpSpPr>
              <p:cNvPr id="14" name="Group 12">
                <a:extLst>
                  <a:ext uri="{FF2B5EF4-FFF2-40B4-BE49-F238E27FC236}">
                    <a16:creationId xmlns:a16="http://schemas.microsoft.com/office/drawing/2014/main" id="{C55C7769-F39A-4146-ABD0-BBCAF1D6AE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2" y="2419"/>
                <a:ext cx="2001" cy="441"/>
                <a:chOff x="1924" y="1200"/>
                <a:chExt cx="1970" cy="441"/>
              </a:xfrm>
            </p:grpSpPr>
            <p:grpSp>
              <p:nvGrpSpPr>
                <p:cNvPr id="156" name="Group 13">
                  <a:extLst>
                    <a:ext uri="{FF2B5EF4-FFF2-40B4-BE49-F238E27FC236}">
                      <a16:creationId xmlns:a16="http://schemas.microsoft.com/office/drawing/2014/main" id="{F0B91B15-61DE-4BD8-81B7-4C5B6F51499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5" y="1304"/>
                  <a:ext cx="254" cy="233"/>
                  <a:chOff x="1344" y="528"/>
                  <a:chExt cx="550" cy="432"/>
                </a:xfrm>
              </p:grpSpPr>
              <p:grpSp>
                <p:nvGrpSpPr>
                  <p:cNvPr id="185" name="Group 14">
                    <a:extLst>
                      <a:ext uri="{FF2B5EF4-FFF2-40B4-BE49-F238E27FC236}">
                        <a16:creationId xmlns:a16="http://schemas.microsoft.com/office/drawing/2014/main" id="{1747FCEC-357F-4D12-9CAD-844AF0045F1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87" name="Rectangle 15">
                      <a:extLst>
                        <a:ext uri="{FF2B5EF4-FFF2-40B4-BE49-F238E27FC236}">
                          <a16:creationId xmlns:a16="http://schemas.microsoft.com/office/drawing/2014/main" id="{7B426619-C268-4199-8D0C-583B36A830B4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" name="Rectangle 16">
                      <a:extLst>
                        <a:ext uri="{FF2B5EF4-FFF2-40B4-BE49-F238E27FC236}">
                          <a16:creationId xmlns:a16="http://schemas.microsoft.com/office/drawing/2014/main" id="{D7D3E1D8-0284-44C4-8E32-DFCCB29C84F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86" name="Text Box 17">
                    <a:extLst>
                      <a:ext uri="{FF2B5EF4-FFF2-40B4-BE49-F238E27FC236}">
                        <a16:creationId xmlns:a16="http://schemas.microsoft.com/office/drawing/2014/main" id="{EB3AA3B4-CE53-4429-A741-510905DC3522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4" y="574"/>
                    <a:ext cx="550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157" name="Line 18">
                  <a:extLst>
                    <a:ext uri="{FF2B5EF4-FFF2-40B4-BE49-F238E27FC236}">
                      <a16:creationId xmlns:a16="http://schemas.microsoft.com/office/drawing/2014/main" id="{A2A5080B-E16E-495D-A732-6C792E04351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8" name="Line 19">
                  <a:extLst>
                    <a:ext uri="{FF2B5EF4-FFF2-40B4-BE49-F238E27FC236}">
                      <a16:creationId xmlns:a16="http://schemas.microsoft.com/office/drawing/2014/main" id="{0C96B8EC-047A-4060-B809-16E28D81F01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59" name="Group 20">
                  <a:extLst>
                    <a:ext uri="{FF2B5EF4-FFF2-40B4-BE49-F238E27FC236}">
                      <a16:creationId xmlns:a16="http://schemas.microsoft.com/office/drawing/2014/main" id="{EFB768F1-E614-4FF8-9B41-37AC105363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11" cy="371"/>
                  <a:chOff x="2991" y="411"/>
                  <a:chExt cx="381" cy="768"/>
                </a:xfrm>
              </p:grpSpPr>
              <p:sp>
                <p:nvSpPr>
                  <p:cNvPr id="181" name="AutoShape 21">
                    <a:extLst>
                      <a:ext uri="{FF2B5EF4-FFF2-40B4-BE49-F238E27FC236}">
                        <a16:creationId xmlns:a16="http://schemas.microsoft.com/office/drawing/2014/main" id="{F3FA7BB3-ACE7-46D7-9FAB-D1B2804FF33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2" name="AutoShape 22">
                    <a:extLst>
                      <a:ext uri="{FF2B5EF4-FFF2-40B4-BE49-F238E27FC236}">
                        <a16:creationId xmlns:a16="http://schemas.microsoft.com/office/drawing/2014/main" id="{C22220C1-E941-4370-9C99-0DB3CB563B3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3" name="Freeform 23">
                    <a:extLst>
                      <a:ext uri="{FF2B5EF4-FFF2-40B4-BE49-F238E27FC236}">
                        <a16:creationId xmlns:a16="http://schemas.microsoft.com/office/drawing/2014/main" id="{9E2B3691-E106-44FA-A309-2410AD26D8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4" name="Text Box 24">
                    <a:extLst>
                      <a:ext uri="{FF2B5EF4-FFF2-40B4-BE49-F238E27FC236}">
                        <a16:creationId xmlns:a16="http://schemas.microsoft.com/office/drawing/2014/main" id="{5FF554F5-8AEC-4CE8-9071-E63852ED0B5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46" y="607"/>
                    <a:ext cx="575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160" name="Line 25">
                  <a:extLst>
                    <a:ext uri="{FF2B5EF4-FFF2-40B4-BE49-F238E27FC236}">
                      <a16:creationId xmlns:a16="http://schemas.microsoft.com/office/drawing/2014/main" id="{B10328B2-754C-4764-B973-12405831B62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1" name="Line 26">
                  <a:extLst>
                    <a:ext uri="{FF2B5EF4-FFF2-40B4-BE49-F238E27FC236}">
                      <a16:creationId xmlns:a16="http://schemas.microsoft.com/office/drawing/2014/main" id="{D2CE0FF8-406D-4037-B462-93960A41305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62" name="Group 27">
                  <a:extLst>
                    <a:ext uri="{FF2B5EF4-FFF2-40B4-BE49-F238E27FC236}">
                      <a16:creationId xmlns:a16="http://schemas.microsoft.com/office/drawing/2014/main" id="{8C7A5CDB-1CAE-4004-AE36-30C83C26974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2" y="1305"/>
                  <a:ext cx="353" cy="232"/>
                  <a:chOff x="3773" y="576"/>
                  <a:chExt cx="763" cy="480"/>
                </a:xfrm>
              </p:grpSpPr>
              <p:sp>
                <p:nvSpPr>
                  <p:cNvPr id="179" name="Rectangle 28">
                    <a:extLst>
                      <a:ext uri="{FF2B5EF4-FFF2-40B4-BE49-F238E27FC236}">
                        <a16:creationId xmlns:a16="http://schemas.microsoft.com/office/drawing/2014/main" id="{E87E359B-3854-436F-8395-6A6CB0446D5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80" name="Text Box 29">
                    <a:extLst>
                      <a:ext uri="{FF2B5EF4-FFF2-40B4-BE49-F238E27FC236}">
                        <a16:creationId xmlns:a16="http://schemas.microsoft.com/office/drawing/2014/main" id="{A89979C3-5689-4F95-8CCA-18593DA7AFF4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3" y="628"/>
                    <a:ext cx="76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163" name="Freeform 30">
                  <a:extLst>
                    <a:ext uri="{FF2B5EF4-FFF2-40B4-BE49-F238E27FC236}">
                      <a16:creationId xmlns:a16="http://schemas.microsoft.com/office/drawing/2014/main" id="{E405538D-210C-44E9-9273-F45012D04CA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" name="Line 31">
                  <a:extLst>
                    <a:ext uri="{FF2B5EF4-FFF2-40B4-BE49-F238E27FC236}">
                      <a16:creationId xmlns:a16="http://schemas.microsoft.com/office/drawing/2014/main" id="{01944663-056F-42B6-81EF-F021D8589D3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" name="Line 32">
                  <a:extLst>
                    <a:ext uri="{FF2B5EF4-FFF2-40B4-BE49-F238E27FC236}">
                      <a16:creationId xmlns:a16="http://schemas.microsoft.com/office/drawing/2014/main" id="{00B73725-F968-4AC6-9C22-27579020244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66" name="Group 33">
                  <a:extLst>
                    <a:ext uri="{FF2B5EF4-FFF2-40B4-BE49-F238E27FC236}">
                      <a16:creationId xmlns:a16="http://schemas.microsoft.com/office/drawing/2014/main" id="{EC7C794C-229D-4A1B-8A4C-19F537DE1CF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4" y="1305"/>
                  <a:ext cx="372" cy="232"/>
                  <a:chOff x="1042" y="576"/>
                  <a:chExt cx="803" cy="480"/>
                </a:xfrm>
              </p:grpSpPr>
              <p:sp>
                <p:nvSpPr>
                  <p:cNvPr id="177" name="Rectangle 34">
                    <a:extLst>
                      <a:ext uri="{FF2B5EF4-FFF2-40B4-BE49-F238E27FC236}">
                        <a16:creationId xmlns:a16="http://schemas.microsoft.com/office/drawing/2014/main" id="{30D942E0-8D41-4A50-ACAE-D591B0F7ED8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78" name="Text Box 35">
                    <a:extLst>
                      <a:ext uri="{FF2B5EF4-FFF2-40B4-BE49-F238E27FC236}">
                        <a16:creationId xmlns:a16="http://schemas.microsoft.com/office/drawing/2014/main" id="{7E4560D4-D292-4A69-B5EF-19A037F90AED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42" y="628"/>
                    <a:ext cx="80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67" name="Group 36">
                  <a:extLst>
                    <a:ext uri="{FF2B5EF4-FFF2-40B4-BE49-F238E27FC236}">
                      <a16:creationId xmlns:a16="http://schemas.microsoft.com/office/drawing/2014/main" id="{65CBCFAD-FA4D-4269-B097-020A67FC5F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73" name="Rectangle 37">
                    <a:extLst>
                      <a:ext uri="{FF2B5EF4-FFF2-40B4-BE49-F238E27FC236}">
                        <a16:creationId xmlns:a16="http://schemas.microsoft.com/office/drawing/2014/main" id="{CCC7F395-BC8A-47B8-AA4D-D8D787DA80D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4" name="Rectangle 38">
                    <a:extLst>
                      <a:ext uri="{FF2B5EF4-FFF2-40B4-BE49-F238E27FC236}">
                        <a16:creationId xmlns:a16="http://schemas.microsoft.com/office/drawing/2014/main" id="{A8533BAA-44B7-4407-8A41-FF6EAD79120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5" name="Rectangle 39">
                    <a:extLst>
                      <a:ext uri="{FF2B5EF4-FFF2-40B4-BE49-F238E27FC236}">
                        <a16:creationId xmlns:a16="http://schemas.microsoft.com/office/drawing/2014/main" id="{CDB221F8-FA01-4553-B610-66E6243283B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6" name="Rectangle 40">
                    <a:extLst>
                      <a:ext uri="{FF2B5EF4-FFF2-40B4-BE49-F238E27FC236}">
                        <a16:creationId xmlns:a16="http://schemas.microsoft.com/office/drawing/2014/main" id="{9E0B7AB0-E2DB-4C60-988F-3EAEA4AA627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8" name="Group 41">
                  <a:extLst>
                    <a:ext uri="{FF2B5EF4-FFF2-40B4-BE49-F238E27FC236}">
                      <a16:creationId xmlns:a16="http://schemas.microsoft.com/office/drawing/2014/main" id="{901E7F0B-4F96-4B04-97DC-5B20452B33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40" y="1296"/>
                  <a:ext cx="254" cy="233"/>
                  <a:chOff x="1356" y="528"/>
                  <a:chExt cx="546" cy="432"/>
                </a:xfrm>
              </p:grpSpPr>
              <p:grpSp>
                <p:nvGrpSpPr>
                  <p:cNvPr id="169" name="Group 42">
                    <a:extLst>
                      <a:ext uri="{FF2B5EF4-FFF2-40B4-BE49-F238E27FC236}">
                        <a16:creationId xmlns:a16="http://schemas.microsoft.com/office/drawing/2014/main" id="{52CA1614-2668-4256-A53A-D62615F3D96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71" name="Rectangle 43">
                      <a:extLst>
                        <a:ext uri="{FF2B5EF4-FFF2-40B4-BE49-F238E27FC236}">
                          <a16:creationId xmlns:a16="http://schemas.microsoft.com/office/drawing/2014/main" id="{01D7489D-701A-427C-A567-EDD1B12B5594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" name="Rectangle 44">
                      <a:extLst>
                        <a:ext uri="{FF2B5EF4-FFF2-40B4-BE49-F238E27FC236}">
                          <a16:creationId xmlns:a16="http://schemas.microsoft.com/office/drawing/2014/main" id="{FFDF0906-04E8-4188-A05B-590BCE4808F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70" name="Text Box 45">
                    <a:extLst>
                      <a:ext uri="{FF2B5EF4-FFF2-40B4-BE49-F238E27FC236}">
                        <a16:creationId xmlns:a16="http://schemas.microsoft.com/office/drawing/2014/main" id="{412521DA-0953-460C-962E-96D09110E42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6" y="574"/>
                    <a:ext cx="54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5" name="Group 46">
                <a:extLst>
                  <a:ext uri="{FF2B5EF4-FFF2-40B4-BE49-F238E27FC236}">
                    <a16:creationId xmlns:a16="http://schemas.microsoft.com/office/drawing/2014/main" id="{ECF1524C-1EF6-4667-9C5A-9EE65D6730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4" y="1883"/>
                <a:ext cx="2003" cy="441"/>
                <a:chOff x="1923" y="1200"/>
                <a:chExt cx="1972" cy="441"/>
              </a:xfrm>
            </p:grpSpPr>
            <p:grpSp>
              <p:nvGrpSpPr>
                <p:cNvPr id="123" name="Group 47">
                  <a:extLst>
                    <a:ext uri="{FF2B5EF4-FFF2-40B4-BE49-F238E27FC236}">
                      <a16:creationId xmlns:a16="http://schemas.microsoft.com/office/drawing/2014/main" id="{F96FACA8-2545-49C9-9C51-2F32858F946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4" y="1304"/>
                  <a:ext cx="255" cy="233"/>
                  <a:chOff x="1341" y="528"/>
                  <a:chExt cx="553" cy="432"/>
                </a:xfrm>
              </p:grpSpPr>
              <p:grpSp>
                <p:nvGrpSpPr>
                  <p:cNvPr id="152" name="Group 48">
                    <a:extLst>
                      <a:ext uri="{FF2B5EF4-FFF2-40B4-BE49-F238E27FC236}">
                        <a16:creationId xmlns:a16="http://schemas.microsoft.com/office/drawing/2014/main" id="{55351CD3-0B83-48AA-BCD5-97440D58E97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54" name="Rectangle 49">
                      <a:extLst>
                        <a:ext uri="{FF2B5EF4-FFF2-40B4-BE49-F238E27FC236}">
                          <a16:creationId xmlns:a16="http://schemas.microsoft.com/office/drawing/2014/main" id="{5DFFDBDE-DE89-48BC-A166-2204C135B784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" name="Rectangle 50">
                      <a:extLst>
                        <a:ext uri="{FF2B5EF4-FFF2-40B4-BE49-F238E27FC236}">
                          <a16:creationId xmlns:a16="http://schemas.microsoft.com/office/drawing/2014/main" id="{AECCAE7E-B1D3-4874-896A-DE3E4C6F80F6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53" name="Text Box 51">
                    <a:extLst>
                      <a:ext uri="{FF2B5EF4-FFF2-40B4-BE49-F238E27FC236}">
                        <a16:creationId xmlns:a16="http://schemas.microsoft.com/office/drawing/2014/main" id="{88730DAB-D7E1-4D38-9770-A84211E0DC7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1" y="574"/>
                    <a:ext cx="553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124" name="Line 52">
                  <a:extLst>
                    <a:ext uri="{FF2B5EF4-FFF2-40B4-BE49-F238E27FC236}">
                      <a16:creationId xmlns:a16="http://schemas.microsoft.com/office/drawing/2014/main" id="{85E843E2-3E92-4637-9D81-E91FC2DB0CE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" name="Line 53">
                  <a:extLst>
                    <a:ext uri="{FF2B5EF4-FFF2-40B4-BE49-F238E27FC236}">
                      <a16:creationId xmlns:a16="http://schemas.microsoft.com/office/drawing/2014/main" id="{36A0494F-FFE7-459D-B006-606A29ECBA2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6" name="Group 54">
                  <a:extLst>
                    <a:ext uri="{FF2B5EF4-FFF2-40B4-BE49-F238E27FC236}">
                      <a16:creationId xmlns:a16="http://schemas.microsoft.com/office/drawing/2014/main" id="{DCA7534B-1B1C-4ECB-B653-0D34C7C3F94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08" cy="371"/>
                  <a:chOff x="2991" y="411"/>
                  <a:chExt cx="375" cy="768"/>
                </a:xfrm>
              </p:grpSpPr>
              <p:sp>
                <p:nvSpPr>
                  <p:cNvPr id="148" name="AutoShape 55">
                    <a:extLst>
                      <a:ext uri="{FF2B5EF4-FFF2-40B4-BE49-F238E27FC236}">
                        <a16:creationId xmlns:a16="http://schemas.microsoft.com/office/drawing/2014/main" id="{11AF9174-0602-459D-B9B4-2B58DD59D09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9" name="AutoShape 56">
                    <a:extLst>
                      <a:ext uri="{FF2B5EF4-FFF2-40B4-BE49-F238E27FC236}">
                        <a16:creationId xmlns:a16="http://schemas.microsoft.com/office/drawing/2014/main" id="{9152C043-8AE0-4CD6-B680-5E2A8FAF565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0" name="Freeform 57">
                    <a:extLst>
                      <a:ext uri="{FF2B5EF4-FFF2-40B4-BE49-F238E27FC236}">
                        <a16:creationId xmlns:a16="http://schemas.microsoft.com/office/drawing/2014/main" id="{3A8D96FE-E2BC-4CE6-A6D4-7B163FA896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1" name="Text Box 58">
                    <a:extLst>
                      <a:ext uri="{FF2B5EF4-FFF2-40B4-BE49-F238E27FC236}">
                        <a16:creationId xmlns:a16="http://schemas.microsoft.com/office/drawing/2014/main" id="{07A8BF94-8176-4266-970D-53E181DE41B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39" y="610"/>
                    <a:ext cx="575" cy="27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127" name="Line 59">
                  <a:extLst>
                    <a:ext uri="{FF2B5EF4-FFF2-40B4-BE49-F238E27FC236}">
                      <a16:creationId xmlns:a16="http://schemas.microsoft.com/office/drawing/2014/main" id="{98D0D362-99F5-4CCD-8F8F-5ADEF57F7B0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Line 60">
                  <a:extLst>
                    <a:ext uri="{FF2B5EF4-FFF2-40B4-BE49-F238E27FC236}">
                      <a16:creationId xmlns:a16="http://schemas.microsoft.com/office/drawing/2014/main" id="{2DE3A72D-3A3F-4321-A696-BFE8A55E5A9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9" name="Group 61">
                  <a:extLst>
                    <a:ext uri="{FF2B5EF4-FFF2-40B4-BE49-F238E27FC236}">
                      <a16:creationId xmlns:a16="http://schemas.microsoft.com/office/drawing/2014/main" id="{102E81DB-2F51-4330-B9E7-C7951FE0DF0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2" y="1305"/>
                  <a:ext cx="353" cy="232"/>
                  <a:chOff x="3773" y="576"/>
                  <a:chExt cx="763" cy="480"/>
                </a:xfrm>
              </p:grpSpPr>
              <p:sp>
                <p:nvSpPr>
                  <p:cNvPr id="146" name="Rectangle 62">
                    <a:extLst>
                      <a:ext uri="{FF2B5EF4-FFF2-40B4-BE49-F238E27FC236}">
                        <a16:creationId xmlns:a16="http://schemas.microsoft.com/office/drawing/2014/main" id="{7FF98431-8546-40DE-A7CF-4E9573BD6A4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47" name="Text Box 63">
                    <a:extLst>
                      <a:ext uri="{FF2B5EF4-FFF2-40B4-BE49-F238E27FC236}">
                        <a16:creationId xmlns:a16="http://schemas.microsoft.com/office/drawing/2014/main" id="{96927F69-AB85-4C2D-AE65-AE98EBECA0DB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3" y="628"/>
                    <a:ext cx="76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130" name="Freeform 64">
                  <a:extLst>
                    <a:ext uri="{FF2B5EF4-FFF2-40B4-BE49-F238E27FC236}">
                      <a16:creationId xmlns:a16="http://schemas.microsoft.com/office/drawing/2014/main" id="{37A754B8-228D-4A60-BBE7-562203200E6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1" name="Line 65">
                  <a:extLst>
                    <a:ext uri="{FF2B5EF4-FFF2-40B4-BE49-F238E27FC236}">
                      <a16:creationId xmlns:a16="http://schemas.microsoft.com/office/drawing/2014/main" id="{1606ADEC-4B54-4711-8837-7F2E0DC2881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" name="Line 66">
                  <a:extLst>
                    <a:ext uri="{FF2B5EF4-FFF2-40B4-BE49-F238E27FC236}">
                      <a16:creationId xmlns:a16="http://schemas.microsoft.com/office/drawing/2014/main" id="{00ECF47F-AC54-4C66-9E2E-0BDA6C35717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3" name="Group 67">
                  <a:extLst>
                    <a:ext uri="{FF2B5EF4-FFF2-40B4-BE49-F238E27FC236}">
                      <a16:creationId xmlns:a16="http://schemas.microsoft.com/office/drawing/2014/main" id="{44FF4F2A-6924-4D4E-A86E-D5DA4146918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3" y="1305"/>
                  <a:ext cx="372" cy="232"/>
                  <a:chOff x="1039" y="576"/>
                  <a:chExt cx="802" cy="480"/>
                </a:xfrm>
              </p:grpSpPr>
              <p:sp>
                <p:nvSpPr>
                  <p:cNvPr id="144" name="Rectangle 68">
                    <a:extLst>
                      <a:ext uri="{FF2B5EF4-FFF2-40B4-BE49-F238E27FC236}">
                        <a16:creationId xmlns:a16="http://schemas.microsoft.com/office/drawing/2014/main" id="{B83E70F0-2CBA-494A-AE8D-7647C63D0B9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45" name="Text Box 69">
                    <a:extLst>
                      <a:ext uri="{FF2B5EF4-FFF2-40B4-BE49-F238E27FC236}">
                        <a16:creationId xmlns:a16="http://schemas.microsoft.com/office/drawing/2014/main" id="{5F41E1AC-D37F-482A-926E-63DAEEE768F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39" y="628"/>
                    <a:ext cx="802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34" name="Group 70">
                  <a:extLst>
                    <a:ext uri="{FF2B5EF4-FFF2-40B4-BE49-F238E27FC236}">
                      <a16:creationId xmlns:a16="http://schemas.microsoft.com/office/drawing/2014/main" id="{3C0AA34A-C6EB-47A3-BC9D-1307506E1F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40" name="Rectangle 71">
                    <a:extLst>
                      <a:ext uri="{FF2B5EF4-FFF2-40B4-BE49-F238E27FC236}">
                        <a16:creationId xmlns:a16="http://schemas.microsoft.com/office/drawing/2014/main" id="{4EA89009-27E3-4EAD-8B46-F7DB45EEE0C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1" name="Rectangle 72">
                    <a:extLst>
                      <a:ext uri="{FF2B5EF4-FFF2-40B4-BE49-F238E27FC236}">
                        <a16:creationId xmlns:a16="http://schemas.microsoft.com/office/drawing/2014/main" id="{886CB724-24F1-4061-9B8B-373E77EDC6E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2" name="Rectangle 73">
                    <a:extLst>
                      <a:ext uri="{FF2B5EF4-FFF2-40B4-BE49-F238E27FC236}">
                        <a16:creationId xmlns:a16="http://schemas.microsoft.com/office/drawing/2014/main" id="{EF93534C-7FB5-4769-AE63-51641D9D24D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" name="Rectangle 74">
                    <a:extLst>
                      <a:ext uri="{FF2B5EF4-FFF2-40B4-BE49-F238E27FC236}">
                        <a16:creationId xmlns:a16="http://schemas.microsoft.com/office/drawing/2014/main" id="{88F07363-9A38-468E-98C1-BE8594039DB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5" name="Group 75">
                  <a:extLst>
                    <a:ext uri="{FF2B5EF4-FFF2-40B4-BE49-F238E27FC236}">
                      <a16:creationId xmlns:a16="http://schemas.microsoft.com/office/drawing/2014/main" id="{DD05B957-EE25-4221-8CAF-7DBAB20F284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40" y="1296"/>
                  <a:ext cx="255" cy="233"/>
                  <a:chOff x="1356" y="528"/>
                  <a:chExt cx="548" cy="432"/>
                </a:xfrm>
              </p:grpSpPr>
              <p:grpSp>
                <p:nvGrpSpPr>
                  <p:cNvPr id="136" name="Group 76">
                    <a:extLst>
                      <a:ext uri="{FF2B5EF4-FFF2-40B4-BE49-F238E27FC236}">
                        <a16:creationId xmlns:a16="http://schemas.microsoft.com/office/drawing/2014/main" id="{23C3F479-8907-430A-BD4F-96D93F0C596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38" name="Rectangle 77">
                      <a:extLst>
                        <a:ext uri="{FF2B5EF4-FFF2-40B4-BE49-F238E27FC236}">
                          <a16:creationId xmlns:a16="http://schemas.microsoft.com/office/drawing/2014/main" id="{5BC4EB1D-4898-483B-A49D-AD4DD6DFCA20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" name="Rectangle 78">
                      <a:extLst>
                        <a:ext uri="{FF2B5EF4-FFF2-40B4-BE49-F238E27FC236}">
                          <a16:creationId xmlns:a16="http://schemas.microsoft.com/office/drawing/2014/main" id="{6A1B6074-8923-47F6-A765-2702326975C6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37" name="Text Box 79">
                    <a:extLst>
                      <a:ext uri="{FF2B5EF4-FFF2-40B4-BE49-F238E27FC236}">
                        <a16:creationId xmlns:a16="http://schemas.microsoft.com/office/drawing/2014/main" id="{EF9627AA-0FF0-4CBF-8FA5-2568B4D250B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6" y="574"/>
                    <a:ext cx="548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6" name="Group 80">
                <a:extLst>
                  <a:ext uri="{FF2B5EF4-FFF2-40B4-BE49-F238E27FC236}">
                    <a16:creationId xmlns:a16="http://schemas.microsoft.com/office/drawing/2014/main" id="{F07FC5E5-0BE3-404B-8FFD-906939340C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5" y="1363"/>
                <a:ext cx="2001" cy="441"/>
                <a:chOff x="1923" y="1200"/>
                <a:chExt cx="1970" cy="441"/>
              </a:xfrm>
            </p:grpSpPr>
            <p:grpSp>
              <p:nvGrpSpPr>
                <p:cNvPr id="90" name="Group 81">
                  <a:extLst>
                    <a:ext uri="{FF2B5EF4-FFF2-40B4-BE49-F238E27FC236}">
                      <a16:creationId xmlns:a16="http://schemas.microsoft.com/office/drawing/2014/main" id="{43F2071B-2EE3-4FA1-8AAC-1DD416B790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4" y="1304"/>
                  <a:ext cx="254" cy="233"/>
                  <a:chOff x="1342" y="528"/>
                  <a:chExt cx="550" cy="432"/>
                </a:xfrm>
              </p:grpSpPr>
              <p:grpSp>
                <p:nvGrpSpPr>
                  <p:cNvPr id="119" name="Group 82">
                    <a:extLst>
                      <a:ext uri="{FF2B5EF4-FFF2-40B4-BE49-F238E27FC236}">
                        <a16:creationId xmlns:a16="http://schemas.microsoft.com/office/drawing/2014/main" id="{EB469E02-1338-4137-95B6-191CC9A7398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21" name="Rectangle 83">
                      <a:extLst>
                        <a:ext uri="{FF2B5EF4-FFF2-40B4-BE49-F238E27FC236}">
                          <a16:creationId xmlns:a16="http://schemas.microsoft.com/office/drawing/2014/main" id="{47066FBE-35BE-4995-A942-CB560B3B82A9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" name="Rectangle 84">
                      <a:extLst>
                        <a:ext uri="{FF2B5EF4-FFF2-40B4-BE49-F238E27FC236}">
                          <a16:creationId xmlns:a16="http://schemas.microsoft.com/office/drawing/2014/main" id="{2EEA3D3C-C815-43BE-B193-CE531462DAF9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20" name="Text Box 85">
                    <a:extLst>
                      <a:ext uri="{FF2B5EF4-FFF2-40B4-BE49-F238E27FC236}">
                        <a16:creationId xmlns:a16="http://schemas.microsoft.com/office/drawing/2014/main" id="{BA87C409-8C1C-491E-B624-2A5898106825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2" y="574"/>
                    <a:ext cx="550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91" name="Line 86">
                  <a:extLst>
                    <a:ext uri="{FF2B5EF4-FFF2-40B4-BE49-F238E27FC236}">
                      <a16:creationId xmlns:a16="http://schemas.microsoft.com/office/drawing/2014/main" id="{ACAB39C7-E89B-4E4C-ABC7-96FFA44F7DD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Line 87">
                  <a:extLst>
                    <a:ext uri="{FF2B5EF4-FFF2-40B4-BE49-F238E27FC236}">
                      <a16:creationId xmlns:a16="http://schemas.microsoft.com/office/drawing/2014/main" id="{52E42B83-78FF-466F-B23C-9E269E72B40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6E341496-3D9D-4436-B317-E2A335A761F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09" cy="371"/>
                  <a:chOff x="2991" y="411"/>
                  <a:chExt cx="377" cy="768"/>
                </a:xfrm>
              </p:grpSpPr>
              <p:sp>
                <p:nvSpPr>
                  <p:cNvPr id="115" name="AutoShape 89">
                    <a:extLst>
                      <a:ext uri="{FF2B5EF4-FFF2-40B4-BE49-F238E27FC236}">
                        <a16:creationId xmlns:a16="http://schemas.microsoft.com/office/drawing/2014/main" id="{9960AF8A-5212-4481-8286-DCC8BE048D2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" name="AutoShape 90">
                    <a:extLst>
                      <a:ext uri="{FF2B5EF4-FFF2-40B4-BE49-F238E27FC236}">
                        <a16:creationId xmlns:a16="http://schemas.microsoft.com/office/drawing/2014/main" id="{AEFD41AC-89F9-48C3-859A-916C786C2AA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" name="Freeform 91">
                    <a:extLst>
                      <a:ext uri="{FF2B5EF4-FFF2-40B4-BE49-F238E27FC236}">
                        <a16:creationId xmlns:a16="http://schemas.microsoft.com/office/drawing/2014/main" id="{7EF4771B-48A1-462F-9E49-1BC089DE70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" name="Text Box 92">
                    <a:extLst>
                      <a:ext uri="{FF2B5EF4-FFF2-40B4-BE49-F238E27FC236}">
                        <a16:creationId xmlns:a16="http://schemas.microsoft.com/office/drawing/2014/main" id="{157ECBE4-CD39-4C51-A7EC-1CE5B670F6FB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42" y="609"/>
                    <a:ext cx="575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94" name="Line 93">
                  <a:extLst>
                    <a:ext uri="{FF2B5EF4-FFF2-40B4-BE49-F238E27FC236}">
                      <a16:creationId xmlns:a16="http://schemas.microsoft.com/office/drawing/2014/main" id="{11721EC4-3EDF-4269-BC9F-83AE8D243B3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Line 94">
                  <a:extLst>
                    <a:ext uri="{FF2B5EF4-FFF2-40B4-BE49-F238E27FC236}">
                      <a16:creationId xmlns:a16="http://schemas.microsoft.com/office/drawing/2014/main" id="{3BBF42B5-7103-40B4-8E5D-4BA3C68675A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8741435D-B92B-4754-A98F-DC3C514751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1" y="1305"/>
                  <a:ext cx="354" cy="232"/>
                  <a:chOff x="3771" y="576"/>
                  <a:chExt cx="765" cy="480"/>
                </a:xfrm>
              </p:grpSpPr>
              <p:sp>
                <p:nvSpPr>
                  <p:cNvPr id="113" name="Rectangle 96">
                    <a:extLst>
                      <a:ext uri="{FF2B5EF4-FFF2-40B4-BE49-F238E27FC236}">
                        <a16:creationId xmlns:a16="http://schemas.microsoft.com/office/drawing/2014/main" id="{D07273CF-C826-4E49-BE31-35947BD2052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14" name="Text Box 97">
                    <a:extLst>
                      <a:ext uri="{FF2B5EF4-FFF2-40B4-BE49-F238E27FC236}">
                        <a16:creationId xmlns:a16="http://schemas.microsoft.com/office/drawing/2014/main" id="{BFA5BD24-1903-409B-A27B-C6CC37A143D9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1" y="628"/>
                    <a:ext cx="765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97" name="Freeform 98">
                  <a:extLst>
                    <a:ext uri="{FF2B5EF4-FFF2-40B4-BE49-F238E27FC236}">
                      <a16:creationId xmlns:a16="http://schemas.microsoft.com/office/drawing/2014/main" id="{EC46294F-281D-4A37-BD6C-13F240D46CB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Line 99">
                  <a:extLst>
                    <a:ext uri="{FF2B5EF4-FFF2-40B4-BE49-F238E27FC236}">
                      <a16:creationId xmlns:a16="http://schemas.microsoft.com/office/drawing/2014/main" id="{30D059A4-5754-4B84-80AE-A3EB79D2CF2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Line 100">
                  <a:extLst>
                    <a:ext uri="{FF2B5EF4-FFF2-40B4-BE49-F238E27FC236}">
                      <a16:creationId xmlns:a16="http://schemas.microsoft.com/office/drawing/2014/main" id="{22801449-B342-4796-9114-0659C10C143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0" name="Group 101">
                  <a:extLst>
                    <a:ext uri="{FF2B5EF4-FFF2-40B4-BE49-F238E27FC236}">
                      <a16:creationId xmlns:a16="http://schemas.microsoft.com/office/drawing/2014/main" id="{4DA81DA3-5DDE-494D-8035-E29799D0856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3" y="1305"/>
                  <a:ext cx="372" cy="232"/>
                  <a:chOff x="1039" y="576"/>
                  <a:chExt cx="803" cy="480"/>
                </a:xfrm>
              </p:grpSpPr>
              <p:sp>
                <p:nvSpPr>
                  <p:cNvPr id="111" name="Rectangle 102">
                    <a:extLst>
                      <a:ext uri="{FF2B5EF4-FFF2-40B4-BE49-F238E27FC236}">
                        <a16:creationId xmlns:a16="http://schemas.microsoft.com/office/drawing/2014/main" id="{CB78C9BE-5CD0-4523-B41D-FC7B17452AD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12" name="Text Box 103">
                    <a:extLst>
                      <a:ext uri="{FF2B5EF4-FFF2-40B4-BE49-F238E27FC236}">
                        <a16:creationId xmlns:a16="http://schemas.microsoft.com/office/drawing/2014/main" id="{B75E6D34-4C7E-4996-84CE-7D5A3476F289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39" y="628"/>
                    <a:ext cx="80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01" name="Group 104">
                  <a:extLst>
                    <a:ext uri="{FF2B5EF4-FFF2-40B4-BE49-F238E27FC236}">
                      <a16:creationId xmlns:a16="http://schemas.microsoft.com/office/drawing/2014/main" id="{A424CA7E-655E-44BD-9DBF-8EDA32A8BF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07" name="Rectangle 105">
                    <a:extLst>
                      <a:ext uri="{FF2B5EF4-FFF2-40B4-BE49-F238E27FC236}">
                        <a16:creationId xmlns:a16="http://schemas.microsoft.com/office/drawing/2014/main" id="{E9AE88DC-FDE2-4F13-B742-C6652A893B5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" name="Rectangle 106">
                    <a:extLst>
                      <a:ext uri="{FF2B5EF4-FFF2-40B4-BE49-F238E27FC236}">
                        <a16:creationId xmlns:a16="http://schemas.microsoft.com/office/drawing/2014/main" id="{B2D4E9D0-1282-46A7-A6CF-D59F1D5B110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" name="Rectangle 107">
                    <a:extLst>
                      <a:ext uri="{FF2B5EF4-FFF2-40B4-BE49-F238E27FC236}">
                        <a16:creationId xmlns:a16="http://schemas.microsoft.com/office/drawing/2014/main" id="{6E53274C-B8C3-45BF-97DF-95A0CB1E3BD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" name="Rectangle 108">
                    <a:extLst>
                      <a:ext uri="{FF2B5EF4-FFF2-40B4-BE49-F238E27FC236}">
                        <a16:creationId xmlns:a16="http://schemas.microsoft.com/office/drawing/2014/main" id="{9A618284-699B-45A5-A9FE-11DF6C1C186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2" name="Group 109">
                  <a:extLst>
                    <a:ext uri="{FF2B5EF4-FFF2-40B4-BE49-F238E27FC236}">
                      <a16:creationId xmlns:a16="http://schemas.microsoft.com/office/drawing/2014/main" id="{E4E02F53-9239-4D2B-BFCC-D6B91BF3EB0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39" y="1296"/>
                  <a:ext cx="254" cy="233"/>
                  <a:chOff x="1354" y="528"/>
                  <a:chExt cx="546" cy="432"/>
                </a:xfrm>
              </p:grpSpPr>
              <p:grpSp>
                <p:nvGrpSpPr>
                  <p:cNvPr id="103" name="Group 110">
                    <a:extLst>
                      <a:ext uri="{FF2B5EF4-FFF2-40B4-BE49-F238E27FC236}">
                        <a16:creationId xmlns:a16="http://schemas.microsoft.com/office/drawing/2014/main" id="{A4988FF9-74F8-4063-9017-5143853CFFB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05" name="Rectangle 111">
                      <a:extLst>
                        <a:ext uri="{FF2B5EF4-FFF2-40B4-BE49-F238E27FC236}">
                          <a16:creationId xmlns:a16="http://schemas.microsoft.com/office/drawing/2014/main" id="{A61CCB16-5CE9-4AAD-BB86-C5BF9E36B57C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" name="Rectangle 112">
                      <a:extLst>
                        <a:ext uri="{FF2B5EF4-FFF2-40B4-BE49-F238E27FC236}">
                          <a16:creationId xmlns:a16="http://schemas.microsoft.com/office/drawing/2014/main" id="{CD4E5E6E-8738-4FF6-9E30-8C47625A932F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04" name="Text Box 113">
                    <a:extLst>
                      <a:ext uri="{FF2B5EF4-FFF2-40B4-BE49-F238E27FC236}">
                        <a16:creationId xmlns:a16="http://schemas.microsoft.com/office/drawing/2014/main" id="{989D967F-1338-4F68-8C18-5CAA9DFD132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4" y="574"/>
                    <a:ext cx="54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7" name="Group 114">
                <a:extLst>
                  <a:ext uri="{FF2B5EF4-FFF2-40B4-BE49-F238E27FC236}">
                    <a16:creationId xmlns:a16="http://schemas.microsoft.com/office/drawing/2014/main" id="{AB7FDEC3-EF1B-4B64-A604-13B25382F5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4" y="3051"/>
                <a:ext cx="259" cy="233"/>
                <a:chOff x="1338" y="528"/>
                <a:chExt cx="552" cy="432"/>
              </a:xfrm>
            </p:grpSpPr>
            <p:grpSp>
              <p:nvGrpSpPr>
                <p:cNvPr id="86" name="Group 115">
                  <a:extLst>
                    <a:ext uri="{FF2B5EF4-FFF2-40B4-BE49-F238E27FC236}">
                      <a16:creationId xmlns:a16="http://schemas.microsoft.com/office/drawing/2014/main" id="{FB58E205-1D6A-4399-AC19-1AEF0045DFE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88" name="Rectangle 116">
                    <a:extLst>
                      <a:ext uri="{FF2B5EF4-FFF2-40B4-BE49-F238E27FC236}">
                        <a16:creationId xmlns:a16="http://schemas.microsoft.com/office/drawing/2014/main" id="{D0507E5F-1F8C-40B6-A732-4022B5F880B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9" name="Rectangle 117">
                    <a:extLst>
                      <a:ext uri="{FF2B5EF4-FFF2-40B4-BE49-F238E27FC236}">
                        <a16:creationId xmlns:a16="http://schemas.microsoft.com/office/drawing/2014/main" id="{3F47684B-DEA9-4CCA-AE1B-758B79EBF3C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</p:grpSp>
            <p:sp>
              <p:nvSpPr>
                <p:cNvPr id="87" name="Text Box 118">
                  <a:extLst>
                    <a:ext uri="{FF2B5EF4-FFF2-40B4-BE49-F238E27FC236}">
                      <a16:creationId xmlns:a16="http://schemas.microsoft.com/office/drawing/2014/main" id="{0C3DB095-1A32-47D6-B185-ED96997E5ACF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38" y="574"/>
                  <a:ext cx="552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Reg</a:t>
                  </a:r>
                </a:p>
              </p:txBody>
            </p:sp>
          </p:grpSp>
          <p:sp>
            <p:nvSpPr>
              <p:cNvPr id="18" name="Line 119">
                <a:extLst>
                  <a:ext uri="{FF2B5EF4-FFF2-40B4-BE49-F238E27FC236}">
                    <a16:creationId xmlns:a16="http://schemas.microsoft.com/office/drawing/2014/main" id="{66C676E0-14CF-4353-A9DD-9ED1B0A11C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67" y="3098"/>
                <a:ext cx="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20">
                <a:extLst>
                  <a:ext uri="{FF2B5EF4-FFF2-40B4-BE49-F238E27FC236}">
                    <a16:creationId xmlns:a16="http://schemas.microsoft.com/office/drawing/2014/main" id="{E9D52F58-B004-4118-8317-9A8A56DF6F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67" y="3237"/>
                <a:ext cx="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0" name="Group 121">
                <a:extLst>
                  <a:ext uri="{FF2B5EF4-FFF2-40B4-BE49-F238E27FC236}">
                    <a16:creationId xmlns:a16="http://schemas.microsoft.com/office/drawing/2014/main" id="{E06C4288-D2AA-4C29-9004-2228EFE55B9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70" y="2982"/>
                <a:ext cx="213" cy="371"/>
                <a:chOff x="2991" y="411"/>
                <a:chExt cx="379" cy="768"/>
              </a:xfrm>
            </p:grpSpPr>
            <p:sp>
              <p:nvSpPr>
                <p:cNvPr id="82" name="AutoShape 122">
                  <a:extLst>
                    <a:ext uri="{FF2B5EF4-FFF2-40B4-BE49-F238E27FC236}">
                      <a16:creationId xmlns:a16="http://schemas.microsoft.com/office/drawing/2014/main" id="{8676820B-91EE-4CE4-88CC-B3F64074878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2798" y="626"/>
                  <a:ext cx="768" cy="337"/>
                </a:xfrm>
                <a:custGeom>
                  <a:avLst/>
                  <a:gdLst>
                    <a:gd name="T0" fmla="*/ 24 w 21600"/>
                    <a:gd name="T1" fmla="*/ 3 h 21600"/>
                    <a:gd name="T2" fmla="*/ 14 w 21600"/>
                    <a:gd name="T3" fmla="*/ 5 h 21600"/>
                    <a:gd name="T4" fmla="*/ 3 w 21600"/>
                    <a:gd name="T5" fmla="*/ 3 h 21600"/>
                    <a:gd name="T6" fmla="*/ 14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0 w 21600"/>
                    <a:gd name="T13" fmla="*/ 4487 h 21600"/>
                    <a:gd name="T14" fmla="*/ 17100 w 21600"/>
                    <a:gd name="T15" fmla="*/ 17113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83" name="AutoShape 123">
                  <a:extLst>
                    <a:ext uri="{FF2B5EF4-FFF2-40B4-BE49-F238E27FC236}">
                      <a16:creationId xmlns:a16="http://schemas.microsoft.com/office/drawing/2014/main" id="{1CF993E5-A228-4878-A063-94F5D121278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957" y="705"/>
                  <a:ext cx="248" cy="18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124">
                  <a:extLst>
                    <a:ext uri="{FF2B5EF4-FFF2-40B4-BE49-F238E27FC236}">
                      <a16:creationId xmlns:a16="http://schemas.microsoft.com/office/drawing/2014/main" id="{C4E1EFBD-9C97-43E9-9AC9-DF13F519B9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2974" y="725"/>
                  <a:ext cx="218" cy="139"/>
                </a:xfrm>
                <a:custGeom>
                  <a:avLst/>
                  <a:gdLst>
                    <a:gd name="T0" fmla="*/ 0 w 384"/>
                    <a:gd name="T1" fmla="*/ 67 h 288"/>
                    <a:gd name="T2" fmla="*/ 62 w 384"/>
                    <a:gd name="T3" fmla="*/ 0 h 288"/>
                    <a:gd name="T4" fmla="*/ 124 w 384"/>
                    <a:gd name="T5" fmla="*/ 67 h 28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Text Box 125">
                  <a:extLst>
                    <a:ext uri="{FF2B5EF4-FFF2-40B4-BE49-F238E27FC236}">
                      <a16:creationId xmlns:a16="http://schemas.microsoft.com/office/drawing/2014/main" id="{AA3B064B-453B-4138-B887-31150758985E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 rot="-5400000">
                  <a:off x="2943" y="609"/>
                  <a:ext cx="575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ALU</a:t>
                  </a:r>
                </a:p>
              </p:txBody>
            </p:sp>
          </p:grpSp>
          <p:sp>
            <p:nvSpPr>
              <p:cNvPr id="21" name="Line 126">
                <a:extLst>
                  <a:ext uri="{FF2B5EF4-FFF2-40B4-BE49-F238E27FC236}">
                    <a16:creationId xmlns:a16="http://schemas.microsoft.com/office/drawing/2014/main" id="{D13D2C12-F714-4EE9-A2A4-37E30479BE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74" y="3168"/>
                <a:ext cx="2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127">
                <a:extLst>
                  <a:ext uri="{FF2B5EF4-FFF2-40B4-BE49-F238E27FC236}">
                    <a16:creationId xmlns:a16="http://schemas.microsoft.com/office/drawing/2014/main" id="{E389CFC9-F801-4851-8DEF-EFF615F552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904" y="3168"/>
                <a:ext cx="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" name="Group 128">
                <a:extLst>
                  <a:ext uri="{FF2B5EF4-FFF2-40B4-BE49-F238E27FC236}">
                    <a16:creationId xmlns:a16="http://schemas.microsoft.com/office/drawing/2014/main" id="{93CF47BC-133A-48AD-BDF6-4F657B27A2E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595" y="3052"/>
                <a:ext cx="358" cy="232"/>
                <a:chOff x="3771" y="576"/>
                <a:chExt cx="762" cy="480"/>
              </a:xfrm>
            </p:grpSpPr>
            <p:sp>
              <p:nvSpPr>
                <p:cNvPr id="80" name="Rectangle 129">
                  <a:extLst>
                    <a:ext uri="{FF2B5EF4-FFF2-40B4-BE49-F238E27FC236}">
                      <a16:creationId xmlns:a16="http://schemas.microsoft.com/office/drawing/2014/main" id="{B3EC72FC-12DF-43B5-867E-7D18C8EC1C2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15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>
                    <a:spcBef>
                      <a:spcPct val="0"/>
                    </a:spcBef>
                  </a:pPr>
                  <a:endParaRPr lang="en-US" sz="100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81" name="Text Box 130">
                  <a:extLst>
                    <a:ext uri="{FF2B5EF4-FFF2-40B4-BE49-F238E27FC236}">
                      <a16:creationId xmlns:a16="http://schemas.microsoft.com/office/drawing/2014/main" id="{426B9191-D9E6-4E2F-A029-74B50A414934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771" y="628"/>
                  <a:ext cx="762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DMem</a:t>
                  </a:r>
                </a:p>
              </p:txBody>
            </p:sp>
          </p:grpSp>
          <p:sp>
            <p:nvSpPr>
              <p:cNvPr id="24" name="Freeform 131">
                <a:extLst>
                  <a:ext uri="{FF2B5EF4-FFF2-40B4-BE49-F238E27FC236}">
                    <a16:creationId xmlns:a16="http://schemas.microsoft.com/office/drawing/2014/main" id="{8EC58961-3EE3-42CD-9EA3-AD4377B018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33" y="3168"/>
                <a:ext cx="337" cy="185"/>
              </a:xfrm>
              <a:custGeom>
                <a:avLst/>
                <a:gdLst>
                  <a:gd name="T0" fmla="*/ 0 w 816"/>
                  <a:gd name="T1" fmla="*/ 0 h 384"/>
                  <a:gd name="T2" fmla="*/ 0 w 816"/>
                  <a:gd name="T3" fmla="*/ 89 h 384"/>
                  <a:gd name="T4" fmla="*/ 123 w 816"/>
                  <a:gd name="T5" fmla="*/ 89 h 384"/>
                  <a:gd name="T6" fmla="*/ 123 w 816"/>
                  <a:gd name="T7" fmla="*/ 33 h 384"/>
                  <a:gd name="T8" fmla="*/ 139 w 816"/>
                  <a:gd name="T9" fmla="*/ 33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6" h="384">
                    <a:moveTo>
                      <a:pt x="0" y="0"/>
                    </a:moveTo>
                    <a:lnTo>
                      <a:pt x="0" y="384"/>
                    </a:lnTo>
                    <a:lnTo>
                      <a:pt x="720" y="384"/>
                    </a:lnTo>
                    <a:lnTo>
                      <a:pt x="720" y="144"/>
                    </a:lnTo>
                    <a:lnTo>
                      <a:pt x="816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132">
                <a:extLst>
                  <a:ext uri="{FF2B5EF4-FFF2-40B4-BE49-F238E27FC236}">
                    <a16:creationId xmlns:a16="http://schemas.microsoft.com/office/drawing/2014/main" id="{C6074407-9366-470C-92C8-0C47B9637ED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08" y="3238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33">
                <a:extLst>
                  <a:ext uri="{FF2B5EF4-FFF2-40B4-BE49-F238E27FC236}">
                    <a16:creationId xmlns:a16="http://schemas.microsoft.com/office/drawing/2014/main" id="{264F1AA5-ECDE-437C-B579-97187E5C71A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78" y="3098"/>
                <a:ext cx="26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" name="Group 134">
                <a:extLst>
                  <a:ext uri="{FF2B5EF4-FFF2-40B4-BE49-F238E27FC236}">
                    <a16:creationId xmlns:a16="http://schemas.microsoft.com/office/drawing/2014/main" id="{826DAE12-392C-4DC5-8B13-3E1F04D75B4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27" y="3052"/>
                <a:ext cx="378" cy="232"/>
                <a:chOff x="1038" y="576"/>
                <a:chExt cx="801" cy="480"/>
              </a:xfrm>
            </p:grpSpPr>
            <p:sp>
              <p:nvSpPr>
                <p:cNvPr id="78" name="Rectangle 135">
                  <a:extLst>
                    <a:ext uri="{FF2B5EF4-FFF2-40B4-BE49-F238E27FC236}">
                      <a16:creationId xmlns:a16="http://schemas.microsoft.com/office/drawing/2014/main" id="{0BEE536E-2FD8-40AC-976D-2C05ADBF609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>
                    <a:spcBef>
                      <a:spcPct val="0"/>
                    </a:spcBef>
                  </a:pPr>
                  <a:endParaRPr lang="en-US" sz="100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79" name="Text Box 136">
                  <a:extLst>
                    <a:ext uri="{FF2B5EF4-FFF2-40B4-BE49-F238E27FC236}">
                      <a16:creationId xmlns:a16="http://schemas.microsoft.com/office/drawing/2014/main" id="{C86F3E1B-D3B8-4E9E-95DA-4862F922D981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038" y="628"/>
                  <a:ext cx="801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Ifetch</a:t>
                  </a:r>
                </a:p>
              </p:txBody>
            </p:sp>
          </p:grpSp>
          <p:sp>
            <p:nvSpPr>
              <p:cNvPr id="28" name="Rectangle 137">
                <a:extLst>
                  <a:ext uri="{FF2B5EF4-FFF2-40B4-BE49-F238E27FC236}">
                    <a16:creationId xmlns:a16="http://schemas.microsoft.com/office/drawing/2014/main" id="{74F071E0-5C92-4260-8F51-D45EE5E01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3" y="2947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Rectangle 138">
                <a:extLst>
                  <a:ext uri="{FF2B5EF4-FFF2-40B4-BE49-F238E27FC236}">
                    <a16:creationId xmlns:a16="http://schemas.microsoft.com/office/drawing/2014/main" id="{C3C4D233-C7E2-4F79-B8CA-93B51497E7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70" y="2947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139">
                <a:extLst>
                  <a:ext uri="{FF2B5EF4-FFF2-40B4-BE49-F238E27FC236}">
                    <a16:creationId xmlns:a16="http://schemas.microsoft.com/office/drawing/2014/main" id="{23F4C8AC-3783-4220-932A-D05948EC78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99" y="2947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140">
                <a:extLst>
                  <a:ext uri="{FF2B5EF4-FFF2-40B4-BE49-F238E27FC236}">
                    <a16:creationId xmlns:a16="http://schemas.microsoft.com/office/drawing/2014/main" id="{D9CF62CB-5B9F-4C47-86D7-522AEF6B3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46" y="2950"/>
                <a:ext cx="45" cy="435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2" name="Group 141">
                <a:extLst>
                  <a:ext uri="{FF2B5EF4-FFF2-40B4-BE49-F238E27FC236}">
                    <a16:creationId xmlns:a16="http://schemas.microsoft.com/office/drawing/2014/main" id="{BB6DA074-5ADE-48EF-A5D3-4C3AA1933AA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flipH="1">
                <a:off x="5069" y="3043"/>
                <a:ext cx="259" cy="233"/>
                <a:chOff x="1352" y="528"/>
                <a:chExt cx="547" cy="432"/>
              </a:xfrm>
            </p:grpSpPr>
            <p:grpSp>
              <p:nvGrpSpPr>
                <p:cNvPr id="74" name="Group 142">
                  <a:extLst>
                    <a:ext uri="{FF2B5EF4-FFF2-40B4-BE49-F238E27FC236}">
                      <a16:creationId xmlns:a16="http://schemas.microsoft.com/office/drawing/2014/main" id="{681FEFB1-5B01-4CF0-9E72-E0650AB68CC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76" name="Rectangle 143">
                    <a:extLst>
                      <a:ext uri="{FF2B5EF4-FFF2-40B4-BE49-F238E27FC236}">
                        <a16:creationId xmlns:a16="http://schemas.microsoft.com/office/drawing/2014/main" id="{8D434A4D-543B-4496-9CCD-5138E67B8A7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" name="Rectangle 144">
                    <a:extLst>
                      <a:ext uri="{FF2B5EF4-FFF2-40B4-BE49-F238E27FC236}">
                        <a16:creationId xmlns:a16="http://schemas.microsoft.com/office/drawing/2014/main" id="{1238C3BC-9B84-4907-97EB-022C9A041B8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</p:grpSp>
            <p:sp>
              <p:nvSpPr>
                <p:cNvPr id="75" name="Text Box 145">
                  <a:extLst>
                    <a:ext uri="{FF2B5EF4-FFF2-40B4-BE49-F238E27FC236}">
                      <a16:creationId xmlns:a16="http://schemas.microsoft.com/office/drawing/2014/main" id="{F76A661E-C3F9-4D9A-AC32-7CD4B5219595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52" y="574"/>
                  <a:ext cx="547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Reg</a:t>
                  </a:r>
                </a:p>
              </p:txBody>
            </p:sp>
          </p:grpSp>
          <p:grpSp>
            <p:nvGrpSpPr>
              <p:cNvPr id="33" name="Group 146">
                <a:extLst>
                  <a:ext uri="{FF2B5EF4-FFF2-40B4-BE49-F238E27FC236}">
                    <a16:creationId xmlns:a16="http://schemas.microsoft.com/office/drawing/2014/main" id="{24C4CCBE-0AF3-4D78-BCBC-87BB4C012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5" y="3459"/>
                <a:ext cx="2000" cy="441"/>
                <a:chOff x="1924" y="1200"/>
                <a:chExt cx="1969" cy="441"/>
              </a:xfrm>
            </p:grpSpPr>
            <p:grpSp>
              <p:nvGrpSpPr>
                <p:cNvPr id="41" name="Group 147">
                  <a:extLst>
                    <a:ext uri="{FF2B5EF4-FFF2-40B4-BE49-F238E27FC236}">
                      <a16:creationId xmlns:a16="http://schemas.microsoft.com/office/drawing/2014/main" id="{01D92D6E-B5FC-4E95-B69D-53EA7B91B93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3" y="1304"/>
                  <a:ext cx="254" cy="233"/>
                  <a:chOff x="1340" y="528"/>
                  <a:chExt cx="550" cy="432"/>
                </a:xfrm>
              </p:grpSpPr>
              <p:grpSp>
                <p:nvGrpSpPr>
                  <p:cNvPr id="70" name="Group 148">
                    <a:extLst>
                      <a:ext uri="{FF2B5EF4-FFF2-40B4-BE49-F238E27FC236}">
                        <a16:creationId xmlns:a16="http://schemas.microsoft.com/office/drawing/2014/main" id="{D61F7BAF-44DE-4294-8B28-941056F491B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72" name="Rectangle 149">
                      <a:extLst>
                        <a:ext uri="{FF2B5EF4-FFF2-40B4-BE49-F238E27FC236}">
                          <a16:creationId xmlns:a16="http://schemas.microsoft.com/office/drawing/2014/main" id="{583D6D86-20D5-483B-9C00-DDA6FCCD5680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" name="Rectangle 150">
                      <a:extLst>
                        <a:ext uri="{FF2B5EF4-FFF2-40B4-BE49-F238E27FC236}">
                          <a16:creationId xmlns:a16="http://schemas.microsoft.com/office/drawing/2014/main" id="{B41B1ACC-A173-43B4-AA07-F1F1586DF9D9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71" name="Text Box 151">
                    <a:extLst>
                      <a:ext uri="{FF2B5EF4-FFF2-40B4-BE49-F238E27FC236}">
                        <a16:creationId xmlns:a16="http://schemas.microsoft.com/office/drawing/2014/main" id="{D9B838FB-7D90-4521-A1FB-D39BC6362B5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0" y="574"/>
                    <a:ext cx="550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42" name="Line 152">
                  <a:extLst>
                    <a:ext uri="{FF2B5EF4-FFF2-40B4-BE49-F238E27FC236}">
                      <a16:creationId xmlns:a16="http://schemas.microsoft.com/office/drawing/2014/main" id="{879BD4C8-5A0C-4FDA-879F-49C6E9BAD49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153">
                  <a:extLst>
                    <a:ext uri="{FF2B5EF4-FFF2-40B4-BE49-F238E27FC236}">
                      <a16:creationId xmlns:a16="http://schemas.microsoft.com/office/drawing/2014/main" id="{99986630-B86A-44A4-AE82-3F76D5B5C32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4" name="Group 154">
                  <a:extLst>
                    <a:ext uri="{FF2B5EF4-FFF2-40B4-BE49-F238E27FC236}">
                      <a16:creationId xmlns:a16="http://schemas.microsoft.com/office/drawing/2014/main" id="{9CC9D883-B436-4569-B2BE-D8543000FC7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08" cy="371"/>
                  <a:chOff x="2991" y="411"/>
                  <a:chExt cx="375" cy="768"/>
                </a:xfrm>
              </p:grpSpPr>
              <p:sp>
                <p:nvSpPr>
                  <p:cNvPr id="66" name="AutoShape 155">
                    <a:extLst>
                      <a:ext uri="{FF2B5EF4-FFF2-40B4-BE49-F238E27FC236}">
                        <a16:creationId xmlns:a16="http://schemas.microsoft.com/office/drawing/2014/main" id="{633D3DF7-6824-45E7-AAAC-145C2D57567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AutoShape 156">
                    <a:extLst>
                      <a:ext uri="{FF2B5EF4-FFF2-40B4-BE49-F238E27FC236}">
                        <a16:creationId xmlns:a16="http://schemas.microsoft.com/office/drawing/2014/main" id="{4EAE0A63-9F4C-4506-B292-90D2555AA8C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8" name="Freeform 157">
                    <a:extLst>
                      <a:ext uri="{FF2B5EF4-FFF2-40B4-BE49-F238E27FC236}">
                        <a16:creationId xmlns:a16="http://schemas.microsoft.com/office/drawing/2014/main" id="{4F312AA6-E307-4261-BDF7-A4DC3697CF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Text Box 158">
                    <a:extLst>
                      <a:ext uri="{FF2B5EF4-FFF2-40B4-BE49-F238E27FC236}">
                        <a16:creationId xmlns:a16="http://schemas.microsoft.com/office/drawing/2014/main" id="{8F745D14-B021-4D1D-A1E7-48549636232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39" y="610"/>
                    <a:ext cx="575" cy="27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45" name="Line 159">
                  <a:extLst>
                    <a:ext uri="{FF2B5EF4-FFF2-40B4-BE49-F238E27FC236}">
                      <a16:creationId xmlns:a16="http://schemas.microsoft.com/office/drawing/2014/main" id="{E51C7393-F60A-4A57-8DC4-4BC97F15223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160">
                  <a:extLst>
                    <a:ext uri="{FF2B5EF4-FFF2-40B4-BE49-F238E27FC236}">
                      <a16:creationId xmlns:a16="http://schemas.microsoft.com/office/drawing/2014/main" id="{77BFB881-89C5-4C1B-A847-DFC5F3D0EA6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7" name="Group 161">
                  <a:extLst>
                    <a:ext uri="{FF2B5EF4-FFF2-40B4-BE49-F238E27FC236}">
                      <a16:creationId xmlns:a16="http://schemas.microsoft.com/office/drawing/2014/main" id="{86A4EEC5-E41E-4359-8718-917882C3A6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1" y="1305"/>
                  <a:ext cx="353" cy="232"/>
                  <a:chOff x="3771" y="576"/>
                  <a:chExt cx="762" cy="480"/>
                </a:xfrm>
              </p:grpSpPr>
              <p:sp>
                <p:nvSpPr>
                  <p:cNvPr id="64" name="Rectangle 162">
                    <a:extLst>
                      <a:ext uri="{FF2B5EF4-FFF2-40B4-BE49-F238E27FC236}">
                        <a16:creationId xmlns:a16="http://schemas.microsoft.com/office/drawing/2014/main" id="{4FD5A620-913E-4234-AA2A-271F80FCA8D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65" name="Text Box 163">
                    <a:extLst>
                      <a:ext uri="{FF2B5EF4-FFF2-40B4-BE49-F238E27FC236}">
                        <a16:creationId xmlns:a16="http://schemas.microsoft.com/office/drawing/2014/main" id="{13044227-E9AB-4EF2-ADDA-5B11C358E00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1" y="628"/>
                    <a:ext cx="762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48" name="Freeform 164">
                  <a:extLst>
                    <a:ext uri="{FF2B5EF4-FFF2-40B4-BE49-F238E27FC236}">
                      <a16:creationId xmlns:a16="http://schemas.microsoft.com/office/drawing/2014/main" id="{ABB3F06E-08E6-4E53-B9B5-CBBFB04F79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165">
                  <a:extLst>
                    <a:ext uri="{FF2B5EF4-FFF2-40B4-BE49-F238E27FC236}">
                      <a16:creationId xmlns:a16="http://schemas.microsoft.com/office/drawing/2014/main" id="{055558A1-6713-4C0C-99B8-91EFA508636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166">
                  <a:extLst>
                    <a:ext uri="{FF2B5EF4-FFF2-40B4-BE49-F238E27FC236}">
                      <a16:creationId xmlns:a16="http://schemas.microsoft.com/office/drawing/2014/main" id="{089C61FF-87E0-47AA-9819-8AD70592CD4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1" name="Group 167">
                  <a:extLst>
                    <a:ext uri="{FF2B5EF4-FFF2-40B4-BE49-F238E27FC236}">
                      <a16:creationId xmlns:a16="http://schemas.microsoft.com/office/drawing/2014/main" id="{209103E7-0392-4957-80B9-26251CD5DD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4" y="1305"/>
                  <a:ext cx="372" cy="232"/>
                  <a:chOff x="1042" y="576"/>
                  <a:chExt cx="803" cy="480"/>
                </a:xfrm>
              </p:grpSpPr>
              <p:sp>
                <p:nvSpPr>
                  <p:cNvPr id="62" name="Rectangle 168">
                    <a:extLst>
                      <a:ext uri="{FF2B5EF4-FFF2-40B4-BE49-F238E27FC236}">
                        <a16:creationId xmlns:a16="http://schemas.microsoft.com/office/drawing/2014/main" id="{6A79468B-6105-443A-BA31-72399EB470F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63" name="Text Box 169">
                    <a:extLst>
                      <a:ext uri="{FF2B5EF4-FFF2-40B4-BE49-F238E27FC236}">
                        <a16:creationId xmlns:a16="http://schemas.microsoft.com/office/drawing/2014/main" id="{D3F352C0-61C2-4C30-9194-1B471ECFB630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42" y="628"/>
                    <a:ext cx="80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52" name="Group 170">
                  <a:extLst>
                    <a:ext uri="{FF2B5EF4-FFF2-40B4-BE49-F238E27FC236}">
                      <a16:creationId xmlns:a16="http://schemas.microsoft.com/office/drawing/2014/main" id="{3E5A0E6A-82C9-4233-93A4-7E98507A3D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58" name="Rectangle 171">
                    <a:extLst>
                      <a:ext uri="{FF2B5EF4-FFF2-40B4-BE49-F238E27FC236}">
                        <a16:creationId xmlns:a16="http://schemas.microsoft.com/office/drawing/2014/main" id="{D3E27308-F5CA-4CE5-908C-E05775A4DE1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Rectangle 172">
                    <a:extLst>
                      <a:ext uri="{FF2B5EF4-FFF2-40B4-BE49-F238E27FC236}">
                        <a16:creationId xmlns:a16="http://schemas.microsoft.com/office/drawing/2014/main" id="{5CC3E1EA-89AD-4C37-AC50-CEA73355CDC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Rectangle 173">
                    <a:extLst>
                      <a:ext uri="{FF2B5EF4-FFF2-40B4-BE49-F238E27FC236}">
                        <a16:creationId xmlns:a16="http://schemas.microsoft.com/office/drawing/2014/main" id="{5EA7B88B-C920-41B4-AEBD-B3BE298CB8B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Rectangle 174">
                    <a:extLst>
                      <a:ext uri="{FF2B5EF4-FFF2-40B4-BE49-F238E27FC236}">
                        <a16:creationId xmlns:a16="http://schemas.microsoft.com/office/drawing/2014/main" id="{208CB78C-2561-46BD-8DB7-120694E08E9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3" name="Group 175">
                  <a:extLst>
                    <a:ext uri="{FF2B5EF4-FFF2-40B4-BE49-F238E27FC236}">
                      <a16:creationId xmlns:a16="http://schemas.microsoft.com/office/drawing/2014/main" id="{57994C0F-8862-49A3-8F2C-7B43A8AFE63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39" y="1296"/>
                  <a:ext cx="254" cy="233"/>
                  <a:chOff x="1354" y="528"/>
                  <a:chExt cx="546" cy="432"/>
                </a:xfrm>
              </p:grpSpPr>
              <p:grpSp>
                <p:nvGrpSpPr>
                  <p:cNvPr id="54" name="Group 176">
                    <a:extLst>
                      <a:ext uri="{FF2B5EF4-FFF2-40B4-BE49-F238E27FC236}">
                        <a16:creationId xmlns:a16="http://schemas.microsoft.com/office/drawing/2014/main" id="{32D1506A-B4BD-4247-A4FE-E3D33B20EDB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56" name="Rectangle 177">
                      <a:extLst>
                        <a:ext uri="{FF2B5EF4-FFF2-40B4-BE49-F238E27FC236}">
                          <a16:creationId xmlns:a16="http://schemas.microsoft.com/office/drawing/2014/main" id="{AAC2A855-5E6C-4FB9-AD25-D78A2E7CF64B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" name="Rectangle 178">
                      <a:extLst>
                        <a:ext uri="{FF2B5EF4-FFF2-40B4-BE49-F238E27FC236}">
                          <a16:creationId xmlns:a16="http://schemas.microsoft.com/office/drawing/2014/main" id="{00CDA0D1-A417-40E2-A875-D66559D46926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55" name="Text Box 179">
                    <a:extLst>
                      <a:ext uri="{FF2B5EF4-FFF2-40B4-BE49-F238E27FC236}">
                        <a16:creationId xmlns:a16="http://schemas.microsoft.com/office/drawing/2014/main" id="{5028D1C8-35AF-4598-A91C-3761ACDBFF35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4" y="574"/>
                    <a:ext cx="54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sp>
            <p:nvSpPr>
              <p:cNvPr id="34" name="Rectangle 180">
                <a:extLst>
                  <a:ext uri="{FF2B5EF4-FFF2-40B4-BE49-F238E27FC236}">
                    <a16:creationId xmlns:a16="http://schemas.microsoft.com/office/drawing/2014/main" id="{DA6F548B-C727-43F3-B61B-B5F70C159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16" y="3450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181">
                <a:extLst>
                  <a:ext uri="{FF2B5EF4-FFF2-40B4-BE49-F238E27FC236}">
                    <a16:creationId xmlns:a16="http://schemas.microsoft.com/office/drawing/2014/main" id="{E711F703-F92F-4C7E-BCC0-2D0A4EFD6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584"/>
                <a:ext cx="384" cy="2064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Rectangle 182">
                <a:extLst>
                  <a:ext uri="{FF2B5EF4-FFF2-40B4-BE49-F238E27FC236}">
                    <a16:creationId xmlns:a16="http://schemas.microsoft.com/office/drawing/2014/main" id="{C82EC223-BB62-46A9-B27D-DB0DA22B2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4" y="2928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Rectangle 183">
                <a:extLst>
                  <a:ext uri="{FF2B5EF4-FFF2-40B4-BE49-F238E27FC236}">
                    <a16:creationId xmlns:a16="http://schemas.microsoft.com/office/drawing/2014/main" id="{35E2B9EC-2773-409D-B1A8-477C82205C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4" y="2928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Rectangle 184">
                <a:extLst>
                  <a:ext uri="{FF2B5EF4-FFF2-40B4-BE49-F238E27FC236}">
                    <a16:creationId xmlns:a16="http://schemas.microsoft.com/office/drawing/2014/main" id="{88C63702-0FBB-4DAA-A423-CCB2C0E131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2" y="2400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185">
                <a:extLst>
                  <a:ext uri="{FF2B5EF4-FFF2-40B4-BE49-F238E27FC236}">
                    <a16:creationId xmlns:a16="http://schemas.microsoft.com/office/drawing/2014/main" id="{46760D62-A070-4CF2-8835-B08B50CEA3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7" y="1862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Rectangle 186">
                <a:extLst>
                  <a:ext uri="{FF2B5EF4-FFF2-40B4-BE49-F238E27FC236}">
                    <a16:creationId xmlns:a16="http://schemas.microsoft.com/office/drawing/2014/main" id="{1E9F264C-329C-42D3-9AF0-D29AE8081D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47" y="1344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E89B196-2EC7-C349-2F62-7F2FAA08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5903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3A8C-15D2-42BC-B31D-6BDFAF3D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and Where? Control Hazard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03DED-BF5A-40DB-BA62-AA729473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48" name="object 3">
            <a:extLst>
              <a:ext uri="{FF2B5EF4-FFF2-40B4-BE49-F238E27FC236}">
                <a16:creationId xmlns:a16="http://schemas.microsoft.com/office/drawing/2014/main" id="{C35E42CA-D755-4003-A40F-2147CD8B0F14}"/>
              </a:ext>
            </a:extLst>
          </p:cNvPr>
          <p:cNvGraphicFramePr/>
          <p:nvPr/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83CD8C-D594-F846-B2FC-FFC29722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5916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7752-75C8-424A-831E-A4E67FC8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Branches: Taken/Not Taken and Target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F2440-9F87-4AD0-A56A-253A7C6E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EC8510-60C4-446E-B816-602675ACE9CF}"/>
              </a:ext>
            </a:extLst>
          </p:cNvPr>
          <p:cNvGrpSpPr/>
          <p:nvPr/>
        </p:nvGrpSpPr>
        <p:grpSpPr>
          <a:xfrm>
            <a:off x="223838" y="2019300"/>
            <a:ext cx="11730037" cy="3082124"/>
            <a:chOff x="1299746" y="2637334"/>
            <a:chExt cx="7918981" cy="1775300"/>
          </a:xfrm>
        </p:grpSpPr>
        <p:sp>
          <p:nvSpPr>
            <p:cNvPr id="7" name="Text Box123">
              <a:extLst>
                <a:ext uri="{FF2B5EF4-FFF2-40B4-BE49-F238E27FC236}">
                  <a16:creationId xmlns:a16="http://schemas.microsoft.com/office/drawing/2014/main" id="{B5F04428-ED2A-42AF-A9FF-7FC7F19E5AD9}"/>
                </a:ext>
              </a:extLst>
            </p:cNvPr>
            <p:cNvSpPr txBox="1"/>
            <p:nvPr/>
          </p:nvSpPr>
          <p:spPr>
            <a:xfrm>
              <a:off x="1299746" y="2637334"/>
              <a:ext cx="7788299" cy="19652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 dirty="0"/>
            </a:p>
            <a:p>
              <a:pPr algn="l" rtl="0">
                <a:lnSpc>
                  <a:spcPts val="2328"/>
                </a:lnSpc>
              </a:pPr>
              <a:r>
                <a:rPr lang="en-US" altLang="zh-CN" sz="2400" i="1" spc="-3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Instruction</a:t>
              </a:r>
              <a:r>
                <a:rPr lang="en-US" altLang="zh-CN" sz="2400" i="1" spc="7698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 </a:t>
              </a:r>
              <a:r>
                <a:rPr lang="en-US" altLang="zh-CN" sz="2400" i="1" spc="4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Taken</a:t>
              </a:r>
              <a:r>
                <a:rPr lang="en-US" altLang="zh-CN" sz="2400" i="1" spc="-9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i="1" spc="0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known?</a:t>
              </a:r>
              <a:r>
                <a:rPr lang="en-US" altLang="zh-CN" sz="2400" i="1" spc="3452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  </a:t>
              </a:r>
              <a:r>
                <a:rPr lang="en-US" altLang="zh-CN" sz="2400" i="1" spc="3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Target</a:t>
              </a:r>
              <a:r>
                <a:rPr lang="en-US" altLang="zh-CN" sz="2400" i="1" spc="-41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i="1" spc="0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known?</a:t>
              </a:r>
              <a:endParaRPr lang="en-US" altLang="zh-CN" sz="2400" dirty="0">
                <a:latin typeface="Verdana"/>
                <a:ea typeface="Verdana"/>
                <a:cs typeface="Verdana"/>
              </a:endParaRPr>
            </a:p>
          </p:txBody>
        </p:sp>
        <p:sp>
          <p:nvSpPr>
            <p:cNvPr id="8" name="Text Box124">
              <a:extLst>
                <a:ext uri="{FF2B5EF4-FFF2-40B4-BE49-F238E27FC236}">
                  <a16:creationId xmlns:a16="http://schemas.microsoft.com/office/drawing/2014/main" id="{5E42BB66-BE98-498B-953A-ACEA595B2B11}"/>
                </a:ext>
              </a:extLst>
            </p:cNvPr>
            <p:cNvSpPr txBox="1"/>
            <p:nvPr/>
          </p:nvSpPr>
          <p:spPr>
            <a:xfrm>
              <a:off x="1299746" y="3186355"/>
              <a:ext cx="176784" cy="19652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/>
            </a:p>
            <a:p>
              <a:pPr algn="l" rtl="0">
                <a:lnSpc>
                  <a:spcPts val="2328"/>
                </a:lnSpc>
              </a:pPr>
              <a:r>
                <a:rPr lang="en-US" altLang="zh-CN" sz="2400" spc="0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J</a:t>
              </a:r>
              <a:endParaRPr lang="en-US" altLang="zh-CN" sz="2400">
                <a:latin typeface="Verdana"/>
                <a:ea typeface="Verdana"/>
                <a:cs typeface="Verdana"/>
              </a:endParaRPr>
            </a:p>
          </p:txBody>
        </p:sp>
        <p:sp>
          <p:nvSpPr>
            <p:cNvPr id="9" name="Text Box126">
              <a:extLst>
                <a:ext uri="{FF2B5EF4-FFF2-40B4-BE49-F238E27FC236}">
                  <a16:creationId xmlns:a16="http://schemas.microsoft.com/office/drawing/2014/main" id="{24EC81BE-F740-4531-B761-7419F91418BD}"/>
                </a:ext>
              </a:extLst>
            </p:cNvPr>
            <p:cNvSpPr txBox="1"/>
            <p:nvPr/>
          </p:nvSpPr>
          <p:spPr>
            <a:xfrm>
              <a:off x="4017009" y="3087258"/>
              <a:ext cx="5201718" cy="168636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 dirty="0"/>
            </a:p>
            <a:p>
              <a:pPr algn="l" rtl="0">
                <a:lnSpc>
                  <a:spcPts val="1932"/>
                </a:lnSpc>
              </a:pPr>
              <a:r>
                <a:rPr lang="en-US" altLang="zh-CN" sz="2400" spc="-5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After</a:t>
              </a:r>
              <a:r>
                <a:rPr lang="en-US" altLang="zh-CN" sz="2400" spc="6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6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Inst.</a:t>
              </a:r>
              <a:r>
                <a:rPr lang="en-US" altLang="zh-CN" sz="2400" spc="12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8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Decode</a:t>
              </a:r>
              <a:r>
                <a:rPr lang="en-US" altLang="zh-CN" sz="2400" spc="3287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3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After</a:t>
              </a:r>
              <a:r>
                <a:rPr lang="en-US" altLang="zh-CN" sz="2400" spc="10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4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Inst.</a:t>
              </a:r>
              <a:r>
                <a:rPr lang="en-US" altLang="zh-CN" sz="2400" spc="12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6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Decode</a:t>
              </a:r>
              <a:endParaRPr lang="en-US" altLang="zh-CN" sz="2400" dirty="0">
                <a:latin typeface="Verdana"/>
                <a:ea typeface="Verdana"/>
                <a:cs typeface="Verdana"/>
              </a:endParaRPr>
            </a:p>
          </p:txBody>
        </p:sp>
        <p:sp>
          <p:nvSpPr>
            <p:cNvPr id="10" name="Text Box128">
              <a:extLst>
                <a:ext uri="{FF2B5EF4-FFF2-40B4-BE49-F238E27FC236}">
                  <a16:creationId xmlns:a16="http://schemas.microsoft.com/office/drawing/2014/main" id="{373B3793-4890-43BE-9131-4CAB1103F142}"/>
                </a:ext>
              </a:extLst>
            </p:cNvPr>
            <p:cNvSpPr txBox="1"/>
            <p:nvPr/>
          </p:nvSpPr>
          <p:spPr>
            <a:xfrm>
              <a:off x="1299746" y="4243998"/>
              <a:ext cx="1552514" cy="168636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/>
            </a:p>
            <a:p>
              <a:pPr algn="l" rtl="0">
                <a:lnSpc>
                  <a:spcPts val="1935"/>
                </a:lnSpc>
              </a:pPr>
              <a:r>
                <a:rPr lang="en-US" altLang="zh-CN" sz="2400" spc="-7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BEQZ/BNEZ</a:t>
              </a:r>
              <a:endParaRPr lang="en-US" altLang="zh-CN" sz="2400">
                <a:latin typeface="Verdana"/>
                <a:ea typeface="Verdana"/>
                <a:cs typeface="Verdana"/>
              </a:endParaRPr>
            </a:p>
          </p:txBody>
        </p:sp>
      </p:grpSp>
      <p:sp>
        <p:nvSpPr>
          <p:cNvPr id="11" name="Text Box126">
            <a:extLst>
              <a:ext uri="{FF2B5EF4-FFF2-40B4-BE49-F238E27FC236}">
                <a16:creationId xmlns:a16="http://schemas.microsoft.com/office/drawing/2014/main" id="{451EC788-CB10-4CC5-A9A8-049401335738}"/>
              </a:ext>
            </a:extLst>
          </p:cNvPr>
          <p:cNvSpPr txBox="1"/>
          <p:nvPr/>
        </p:nvSpPr>
        <p:spPr>
          <a:xfrm>
            <a:off x="4248799" y="4661076"/>
            <a:ext cx="7705075" cy="292771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 sz="2400" dirty="0"/>
          </a:p>
          <a:p>
            <a:pPr algn="l" rtl="0">
              <a:lnSpc>
                <a:spcPts val="1932"/>
              </a:lnSpc>
            </a:pPr>
            <a:r>
              <a:rPr lang="en-US" altLang="zh-CN" sz="2400" spc="-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After</a:t>
            </a:r>
            <a:r>
              <a:rPr lang="en-US" altLang="zh-CN" sz="2400" spc="6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6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Inst.</a:t>
            </a:r>
            <a:r>
              <a:rPr lang="en-US" altLang="zh-CN" sz="2400" spc="12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8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Execute</a:t>
            </a:r>
            <a:r>
              <a:rPr lang="en-US" altLang="zh-CN" sz="2400" spc="3287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3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After</a:t>
            </a:r>
            <a:r>
              <a:rPr lang="en-US" altLang="zh-CN" sz="2400" spc="10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4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Inst.</a:t>
            </a:r>
            <a:r>
              <a:rPr lang="en-US" altLang="zh-CN" sz="2400" spc="12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6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Execute</a:t>
            </a:r>
            <a:endParaRPr lang="en-US" altLang="zh-CN" sz="2400" dirty="0">
              <a:latin typeface="Verdana"/>
              <a:ea typeface="Verdana"/>
              <a:cs typeface="Verdana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56E1D33-4B52-66E7-1F3F-7BAC2D80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4648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F18E1-E978-4E54-842A-C9319164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Branch Prediction: 10K Feet View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3B34FF-147F-CD92-1D29-3F4DC9B6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4393" y="6356350"/>
            <a:ext cx="4398731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C7DA1-27CA-496F-AC34-A2DF1FEA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IN" sz="18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CEC44E-D44C-410A-A592-921FE4DE1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68901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611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28BF-BC95-4AA2-A7E3-CBA67F45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Predictor: A bit deeper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6654-238E-4644-BF06-CC8EDD225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tasks</a:t>
            </a:r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r>
              <a:rPr lang="en-US" dirty="0"/>
              <a:t>Is the PC a branch/jump? YES/NO </a:t>
            </a:r>
          </a:p>
          <a:p>
            <a:pPr marL="742950" indent="-742950">
              <a:buAutoNum type="arabicPeriod"/>
            </a:pPr>
            <a:r>
              <a:rPr lang="en-US" dirty="0"/>
              <a:t>If Yes, can we predict the direction? Taken or not-taken</a:t>
            </a:r>
          </a:p>
          <a:p>
            <a:pPr marL="742950" indent="-742950">
              <a:buAutoNum type="arabicPeriod"/>
            </a:pPr>
            <a:r>
              <a:rPr lang="en-US" dirty="0"/>
              <a:t>If taken, can we predict the target address?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F1101-C347-46A4-9C57-A2CEC558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EDA7683-E86D-DF57-D284-A31190D1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91885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D86-1D86-4747-8D52-43E4DA96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977C-9332-4E99-AE6F-06837E1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A1D3-B55D-434C-BA0F-EE884AF2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05435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Program 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Counter</a:t>
            </a:r>
          </a:p>
        </p:txBody>
      </p:sp>
      <p:sp>
        <p:nvSpPr>
          <p:cNvPr id="41" name="Text Box 44">
            <a:extLst>
              <a:ext uri="{FF2B5EF4-FFF2-40B4-BE49-F238E27FC236}">
                <a16:creationId xmlns:a16="http://schemas.microsoft.com/office/drawing/2014/main" id="{2E1216AA-4C42-49B7-9E58-EF3F9EC1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44950"/>
            <a:ext cx="1720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Address of the </a:t>
            </a:r>
          </a:p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current branch</a:t>
            </a: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ABFBEF04-C765-41BE-881A-DF7D061DA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663950"/>
            <a:ext cx="228600" cy="3810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011B08-0178-F88A-A1FD-93273E39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03464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D86-1D86-4747-8D52-43E4DA96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977C-9332-4E99-AE6F-06837E1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6C43E-D738-49E1-BE13-B022A8665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530350"/>
            <a:ext cx="457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7" descr="Dark upward diagonal">
            <a:extLst>
              <a:ext uri="{FF2B5EF4-FFF2-40B4-BE49-F238E27FC236}">
                <a16:creationId xmlns:a16="http://schemas.microsoft.com/office/drawing/2014/main" id="{8524F23C-1DB7-400E-9D25-9041EF3BC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835150"/>
            <a:ext cx="457200" cy="1524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7E8007B-847C-4905-B0CA-7A2790F3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1011238"/>
            <a:ext cx="2064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Direction predictor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A1D3-B55D-434C-BA0F-EE884AF2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05435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Program 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Counter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E894394-C1C5-4AA8-A3E8-B6B064287C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1025" y="2978150"/>
            <a:ext cx="9556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2DC76EEE-C3D0-4ACF-AF35-343B2A322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29781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5E42800-1B0A-4281-A10A-3438A44062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0225" y="19113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233CB81-D569-4DE1-90A9-D7AF23635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19113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803AEB44-D0EF-4DE0-B7B9-B9FFC8846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586BFBE-4458-4518-9C6D-47B8CE5D7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27D86EA8-56F2-4487-8C80-DDCE54DDF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07425" y="3359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34E4F1F1-5155-4032-8AC1-B9F2A3719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52095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ECBE9C1B-9FAE-4FD6-9BC5-F8310D513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1625" y="343535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420FEF38-F088-46CB-A640-B3AE8667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34353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401AA5F3-F8AF-4C6C-8F02-16396B14C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26685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43AEECFE-EFFE-4C26-9679-AC9EBBD03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6" y="2483922"/>
            <a:ext cx="8963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</a:rPr>
              <a:t>PC + </a:t>
            </a:r>
            <a:r>
              <a:rPr lang="en-US" altLang="en-US" dirty="0">
                <a:solidFill>
                  <a:srgbClr val="000000"/>
                </a:solidFill>
              </a:rPr>
              <a:t>4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174153BA-8F65-4982-AE53-942CFFD4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275" y="156368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taken?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0B96E871-7691-4390-9175-5F5471A88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9019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5870674B-8770-40FC-AE98-B40E25A5F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2559050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Next Fetch</a:t>
            </a: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A7ACDB8C-707B-403F-AA77-5DB2FBE0F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1758950"/>
            <a:ext cx="533400" cy="533400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78E47EC1-C086-47B0-BF17-861CCEA08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9113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0978755F-E31D-4CBE-A19D-F4BD54DEA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1925" y="19875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D87602D1-16B1-4F20-B256-44FC0BA2F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19875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1" name="Text Box 44">
            <a:extLst>
              <a:ext uri="{FF2B5EF4-FFF2-40B4-BE49-F238E27FC236}">
                <a16:creationId xmlns:a16="http://schemas.microsoft.com/office/drawing/2014/main" id="{2E1216AA-4C42-49B7-9E58-EF3F9EC1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44950"/>
            <a:ext cx="1720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Address of the </a:t>
            </a:r>
          </a:p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current branch</a:t>
            </a: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ABFBEF04-C765-41BE-881A-DF7D061DA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663950"/>
            <a:ext cx="228600" cy="3810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0C8001A-4A50-A8D7-7566-5A8C921F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1086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D86-1D86-4747-8D52-43E4DA96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977C-9332-4E99-AE6F-06837E1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FD0A51CB-6CDC-45B8-9718-8AA0C3470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425" y="4806950"/>
            <a:ext cx="164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target address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6C43E-D738-49E1-BE13-B022A8665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530350"/>
            <a:ext cx="457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7" descr="Dark upward diagonal">
            <a:extLst>
              <a:ext uri="{FF2B5EF4-FFF2-40B4-BE49-F238E27FC236}">
                <a16:creationId xmlns:a16="http://schemas.microsoft.com/office/drawing/2014/main" id="{8524F23C-1DB7-400E-9D25-9041EF3BC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835150"/>
            <a:ext cx="457200" cy="1524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7E8007B-847C-4905-B0CA-7A2790F3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1011238"/>
            <a:ext cx="2064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Direction predictor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2286CC-0E49-42C0-9B0B-13FB095A0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351155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CE4141C3-BA39-439C-A4BE-2B2043569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5492750"/>
            <a:ext cx="62412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Repository of 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Target Addresses (BTB: Branch Target Buffer)</a:t>
            </a:r>
          </a:p>
        </p:txBody>
      </p:sp>
      <p:sp>
        <p:nvSpPr>
          <p:cNvPr id="12" name="Rectangle 11" descr="Dark upward diagonal">
            <a:extLst>
              <a:ext uri="{FF2B5EF4-FFF2-40B4-BE49-F238E27FC236}">
                <a16:creationId xmlns:a16="http://schemas.microsoft.com/office/drawing/2014/main" id="{C181ED6E-735E-4830-8ED0-AB41AED9E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4730750"/>
            <a:ext cx="457200" cy="1524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A1D3-B55D-434C-BA0F-EE884AF2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05435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Program 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Counter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E894394-C1C5-4AA8-A3E8-B6B064287C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1025" y="2978150"/>
            <a:ext cx="9556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2DC76EEE-C3D0-4ACF-AF35-343B2A322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29781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5E42800-1B0A-4281-A10A-3438A44062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0225" y="19113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233CB81-D569-4DE1-90A9-D7AF23635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19113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82719180-89AD-4871-A2F4-E96D3A97B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1025" y="3359150"/>
            <a:ext cx="1219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A2CB63FB-FE39-4A0F-8623-08E17A5DF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48069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803AEB44-D0EF-4DE0-B7B9-B9FFC8846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586BFBE-4458-4518-9C6D-47B8CE5D7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27D86EA8-56F2-4487-8C80-DDCE54DDF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07425" y="3359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34E4F1F1-5155-4032-8AC1-B9F2A3719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52095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22D4DC16-C7C8-4282-B12E-74A316337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425" y="48069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ECBE9C1B-9FAE-4FD6-9BC5-F8310D513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1625" y="343535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420FEF38-F088-46CB-A640-B3AE8667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34353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401AA5F3-F8AF-4C6C-8F02-16396B14C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26685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43AEECFE-EFFE-4C26-9679-AC9EBBD03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035" y="2488684"/>
            <a:ext cx="8963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</a:rPr>
              <a:t>PC + </a:t>
            </a:r>
            <a:r>
              <a:rPr lang="en-US" altLang="en-US" dirty="0">
                <a:solidFill>
                  <a:srgbClr val="000000"/>
                </a:solidFill>
              </a:rPr>
              <a:t>4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174153BA-8F65-4982-AE53-942CFFD4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275" y="156368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taken?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0B96E871-7691-4390-9175-5F5471A88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9019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6957C961-889D-4025-9BEE-6D3C1D41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25" y="480695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5870674B-8770-40FC-AE98-B40E25A5F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2559050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Next Fetch</a:t>
            </a: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A7ACDB8C-707B-403F-AA77-5DB2FBE0F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1758950"/>
            <a:ext cx="533400" cy="533400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78E47EC1-C086-47B0-BF17-861CCEA08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9113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0978755F-E31D-4CBE-A19D-F4BD54DEA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1925" y="19875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D87602D1-16B1-4F20-B256-44FC0BA2F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19875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E7BB408E-0426-4441-8248-9D42FB62D5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6900" y="213995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E5522689-2462-48FC-A1B4-C53FD8161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6900" y="213995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BFABDD09-3BB0-4BDB-95FA-CF8C93674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3148013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hit?</a:t>
            </a:r>
          </a:p>
        </p:txBody>
      </p:sp>
      <p:sp>
        <p:nvSpPr>
          <p:cNvPr id="41" name="Text Box 44">
            <a:extLst>
              <a:ext uri="{FF2B5EF4-FFF2-40B4-BE49-F238E27FC236}">
                <a16:creationId xmlns:a16="http://schemas.microsoft.com/office/drawing/2014/main" id="{2E1216AA-4C42-49B7-9E58-EF3F9EC1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44950"/>
            <a:ext cx="1720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Address of the </a:t>
            </a:r>
          </a:p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current branch</a:t>
            </a: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ABFBEF04-C765-41BE-881A-DF7D061DA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663950"/>
            <a:ext cx="228600" cy="3810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F4EB889-A101-4D5F-4B60-A5E2B12E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97720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7265-BAA9-4B53-AC32-0D3E6CF3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Level Branch Predictors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9D987-0C00-4F0B-8B3B-135826CE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CA5AF8-37F8-4364-BFB5-3E702A507952}"/>
              </a:ext>
            </a:extLst>
          </p:cNvPr>
          <p:cNvSpPr>
            <a:spLocks noGrp="1"/>
          </p:cNvSpPr>
          <p:nvPr/>
        </p:nvSpPr>
        <p:spPr bwMode="auto">
          <a:xfrm>
            <a:off x="0" y="914400"/>
            <a:ext cx="121920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0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0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0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2500" dirty="0">
              <a:latin typeface="Marker Felt"/>
            </a:endParaRPr>
          </a:p>
          <a:p>
            <a:pPr marL="0" indent="0">
              <a:buNone/>
            </a:pPr>
            <a:r>
              <a:rPr lang="en-US" sz="2800" dirty="0">
                <a:latin typeface="Calibri body"/>
              </a:rPr>
              <a:t>First level: </a:t>
            </a:r>
            <a:r>
              <a:rPr lang="en-US" sz="2800" dirty="0">
                <a:solidFill>
                  <a:srgbClr val="C00000"/>
                </a:solidFill>
                <a:latin typeface="Calibri body"/>
              </a:rPr>
              <a:t>Global branch history register </a:t>
            </a:r>
            <a:r>
              <a:rPr lang="en-US" sz="2800" dirty="0">
                <a:latin typeface="Calibri body"/>
              </a:rPr>
              <a:t>(N bits)</a:t>
            </a:r>
          </a:p>
          <a:p>
            <a:pPr marL="344487" lvl="1" indent="0">
              <a:buNone/>
            </a:pPr>
            <a:r>
              <a:rPr lang="en-US" sz="2800" dirty="0">
                <a:latin typeface="Calibri body"/>
                <a:ea typeface="ＭＳ Ｐゴシック" charset="0"/>
              </a:rPr>
              <a:t>The direction of last N branches</a:t>
            </a:r>
          </a:p>
          <a:p>
            <a:pPr marL="0" indent="0">
              <a:buNone/>
            </a:pPr>
            <a:r>
              <a:rPr lang="en-US" sz="2800" dirty="0">
                <a:latin typeface="Calibri body"/>
              </a:rPr>
              <a:t>Second level: </a:t>
            </a:r>
            <a:r>
              <a:rPr lang="en-US" sz="2800" dirty="0">
                <a:solidFill>
                  <a:srgbClr val="C00000"/>
                </a:solidFill>
                <a:latin typeface="Calibri body"/>
              </a:rPr>
              <a:t>Table of saturating counters for each history entry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  <a:latin typeface="Calibri body"/>
                <a:ea typeface="ＭＳ Ｐゴシック" charset="0"/>
              </a:rPr>
              <a:t>    </a:t>
            </a:r>
            <a:r>
              <a:rPr lang="en-US" sz="2800" dirty="0">
                <a:latin typeface="Calibri body"/>
                <a:ea typeface="ＭＳ Ｐゴシック" charset="0"/>
              </a:rPr>
              <a:t>The direction the branch took the last time the same history was seen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B808D-B008-4E41-B89F-CDAE535D81AB}"/>
              </a:ext>
            </a:extLst>
          </p:cNvPr>
          <p:cNvSpPr/>
          <p:nvPr/>
        </p:nvSpPr>
        <p:spPr>
          <a:xfrm>
            <a:off x="2362200" y="3657600"/>
            <a:ext cx="381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EA891-2516-4D03-B023-D301FBF5580A}"/>
              </a:ext>
            </a:extLst>
          </p:cNvPr>
          <p:cNvSpPr/>
          <p:nvPr/>
        </p:nvSpPr>
        <p:spPr>
          <a:xfrm>
            <a:off x="6629400" y="3505200"/>
            <a:ext cx="2971800" cy="2590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6ADA1-0BC6-466F-ABC5-84261D687D35}"/>
              </a:ext>
            </a:extLst>
          </p:cNvPr>
          <p:cNvSpPr/>
          <p:nvPr/>
        </p:nvSpPr>
        <p:spPr>
          <a:xfrm>
            <a:off x="1143000" y="3657600"/>
            <a:ext cx="1600200" cy="457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Tahoma"/>
                <a:ea typeface="Arial" pitchFamily="-107" charset="0"/>
                <a:cs typeface="Arial" pitchFamily="-107" charset="0"/>
              </a:rPr>
              <a:t>1 1 ….. 1 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17DB92-DD93-4F6A-BD53-F158A44A02F5}"/>
              </a:ext>
            </a:extLst>
          </p:cNvPr>
          <p:cNvSpPr/>
          <p:nvPr/>
        </p:nvSpPr>
        <p:spPr>
          <a:xfrm>
            <a:off x="5105400" y="3352800"/>
            <a:ext cx="1219200" cy="312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4B6DB5-F13C-472C-96E1-7B76E35865DB}"/>
              </a:ext>
            </a:extLst>
          </p:cNvPr>
          <p:cNvSpPr/>
          <p:nvPr/>
        </p:nvSpPr>
        <p:spPr>
          <a:xfrm>
            <a:off x="5105400" y="33528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AF4C72-E2D1-4621-97FF-2FB07E11D5DA}"/>
              </a:ext>
            </a:extLst>
          </p:cNvPr>
          <p:cNvSpPr/>
          <p:nvPr/>
        </p:nvSpPr>
        <p:spPr>
          <a:xfrm>
            <a:off x="5105400" y="37338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CBF28A-BD0E-4E36-A18D-02201B058F56}"/>
              </a:ext>
            </a:extLst>
          </p:cNvPr>
          <p:cNvSpPr/>
          <p:nvPr/>
        </p:nvSpPr>
        <p:spPr>
          <a:xfrm>
            <a:off x="5105400" y="41910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9CA782-974D-42E0-99E2-FA8704786678}"/>
              </a:ext>
            </a:extLst>
          </p:cNvPr>
          <p:cNvSpPr/>
          <p:nvPr/>
        </p:nvSpPr>
        <p:spPr>
          <a:xfrm>
            <a:off x="5105400" y="60198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A4D0DD06-9D8D-4A2F-9D0B-773DFA84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99" y="4876800"/>
            <a:ext cx="25765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0000"/>
                </a:solidFill>
                <a:cs typeface="Arial" charset="0"/>
              </a:rPr>
              <a:t>GHR</a:t>
            </a:r>
          </a:p>
          <a:p>
            <a:pPr eaLnBrk="1" hangingPunct="1"/>
            <a:r>
              <a:rPr lang="en-US" sz="1800" dirty="0">
                <a:solidFill>
                  <a:srgbClr val="000000"/>
                </a:solidFill>
                <a:cs typeface="Arial" charset="0"/>
              </a:rPr>
              <a:t>(global history register)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A1A27773-CD10-477A-BF9E-DA4FA4C22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52800"/>
            <a:ext cx="1120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00 …. 00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C4D51AF-8F6E-40FE-873B-B4AD4D83F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0"/>
            <a:ext cx="1120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00 …. 01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53367C1-86AD-4307-ACAF-7600EBBC4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267200"/>
            <a:ext cx="1120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00 …. 10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6A669C72-CE0C-4E7E-A237-0209D7AD6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096000"/>
            <a:ext cx="1150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11 ….  11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B1FB12-2A95-4170-9F89-E1CBD71A227C}"/>
              </a:ext>
            </a:extLst>
          </p:cNvPr>
          <p:cNvCxnSpPr/>
          <p:nvPr/>
        </p:nvCxnSpPr>
        <p:spPr>
          <a:xfrm>
            <a:off x="2743200" y="3848100"/>
            <a:ext cx="2362200" cy="1866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11">
            <a:extLst>
              <a:ext uri="{FF2B5EF4-FFF2-40B4-BE49-F238E27FC236}">
                <a16:creationId xmlns:a16="http://schemas.microsoft.com/office/drawing/2014/main" id="{AE60C061-2B82-40BE-A4E8-CA8559BC0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257244"/>
            <a:ext cx="457200" cy="457200"/>
          </a:xfrm>
          <a:prstGeom prst="ellipse">
            <a:avLst/>
          </a:prstGeom>
          <a:solidFill>
            <a:srgbClr val="FF99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Udimat" pitchFamily="2" charset="0"/>
                <a:cs typeface="Arial" charset="0"/>
              </a:rPr>
              <a:t>0</a:t>
            </a:r>
          </a:p>
        </p:txBody>
      </p:sp>
      <p:sp>
        <p:nvSpPr>
          <p:cNvPr id="22" name="Oval 12">
            <a:extLst>
              <a:ext uri="{FF2B5EF4-FFF2-40B4-BE49-F238E27FC236}">
                <a16:creationId xmlns:a16="http://schemas.microsoft.com/office/drawing/2014/main" id="{0FF8492E-3F62-447E-907F-E5D34F91A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257244"/>
            <a:ext cx="457200" cy="457200"/>
          </a:xfrm>
          <a:prstGeom prst="ellipse">
            <a:avLst/>
          </a:prstGeom>
          <a:solidFill>
            <a:srgbClr val="FF99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latin typeface="AUdimat" pitchFamily="2" charset="0"/>
                <a:cs typeface="Arial" charset="0"/>
              </a:rPr>
              <a:t>1</a:t>
            </a:r>
          </a:p>
        </p:txBody>
      </p:sp>
      <p:sp>
        <p:nvSpPr>
          <p:cNvPr id="23" name="Oval 13">
            <a:extLst>
              <a:ext uri="{FF2B5EF4-FFF2-40B4-BE49-F238E27FC236}">
                <a16:creationId xmlns:a16="http://schemas.microsoft.com/office/drawing/2014/main" id="{B052447B-B083-4292-879D-D7C1D63B8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961844"/>
            <a:ext cx="457200" cy="457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Udimat" pitchFamily="2" charset="0"/>
                <a:cs typeface="Arial" charset="0"/>
              </a:rPr>
              <a:t>2</a:t>
            </a:r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BE81DE2D-6CF7-4E14-80B0-FB62C34E2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961844"/>
            <a:ext cx="457200" cy="457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latin typeface="AUdimat" pitchFamily="2" charset="0"/>
                <a:cs typeface="Arial" charset="0"/>
              </a:rPr>
              <a:t>3</a:t>
            </a:r>
          </a:p>
        </p:txBody>
      </p:sp>
      <p:cxnSp>
        <p:nvCxnSpPr>
          <p:cNvPr id="25" name="AutoShape 15">
            <a:extLst>
              <a:ext uri="{FF2B5EF4-FFF2-40B4-BE49-F238E27FC236}">
                <a16:creationId xmlns:a16="http://schemas.microsoft.com/office/drawing/2014/main" id="{83D37F80-EA0E-46B9-AEE9-4A1885120F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96200" y="5486400"/>
            <a:ext cx="762000" cy="0"/>
          </a:xfrm>
          <a:prstGeom prst="straightConnector1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" name="AutoShape 16">
            <a:extLst>
              <a:ext uri="{FF2B5EF4-FFF2-40B4-BE49-F238E27FC236}">
                <a16:creationId xmlns:a16="http://schemas.microsoft.com/office/drawing/2014/main" id="{D72C0110-4EE0-452E-AB4E-3E004793D1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553325" y="4352925"/>
            <a:ext cx="1133475" cy="904875"/>
          </a:xfrm>
          <a:prstGeom prst="straightConnector1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0E382815-5558-4BC3-AB7F-F10506FC39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53325" y="4029075"/>
            <a:ext cx="895350" cy="0"/>
          </a:xfrm>
          <a:prstGeom prst="straightConnector1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" name="AutoShape 18">
            <a:extLst>
              <a:ext uri="{FF2B5EF4-FFF2-40B4-BE49-F238E27FC236}">
                <a16:creationId xmlns:a16="http://schemas.microsoft.com/office/drawing/2014/main" id="{A9B32D95-F8F9-4A05-8083-95BCFA8E936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29525" y="5648325"/>
            <a:ext cx="89535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19">
            <a:extLst>
              <a:ext uri="{FF2B5EF4-FFF2-40B4-BE49-F238E27FC236}">
                <a16:creationId xmlns:a16="http://schemas.microsoft.com/office/drawing/2014/main" id="{DE4D7200-8E99-494B-8AF7-99F6887FF7E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20000" y="4191000"/>
            <a:ext cx="762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0">
            <a:extLst>
              <a:ext uri="{FF2B5EF4-FFF2-40B4-BE49-F238E27FC236}">
                <a16:creationId xmlns:a16="http://schemas.microsoft.com/office/drawing/2014/main" id="{FAB93B6E-AE31-412D-BB22-8871DCD377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91400" y="4419600"/>
            <a:ext cx="1133475" cy="904875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1">
            <a:extLst>
              <a:ext uri="{FF2B5EF4-FFF2-40B4-BE49-F238E27FC236}">
                <a16:creationId xmlns:a16="http://schemas.microsoft.com/office/drawing/2014/main" id="{FA2318F2-7F76-42AE-8E04-1E85CBD1993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8611394" y="4188618"/>
            <a:ext cx="323850" cy="1588"/>
          </a:xfrm>
          <a:prstGeom prst="curvedConnector5">
            <a:avLst>
              <a:gd name="adj1" fmla="val -26963"/>
              <a:gd name="adj2" fmla="val 23900009"/>
              <a:gd name="adj3" fmla="val 117153"/>
            </a:avLst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22">
            <a:extLst>
              <a:ext uri="{FF2B5EF4-FFF2-40B4-BE49-F238E27FC236}">
                <a16:creationId xmlns:a16="http://schemas.microsoft.com/office/drawing/2014/main" id="{02B0E31D-8767-457D-930B-789C6AAD222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7144544" y="5484018"/>
            <a:ext cx="323850" cy="1588"/>
          </a:xfrm>
          <a:prstGeom prst="curvedConnector5">
            <a:avLst>
              <a:gd name="adj1" fmla="val -16667"/>
              <a:gd name="adj2" fmla="val -22500009"/>
              <a:gd name="adj3" fmla="val 117153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C580F7-FE8F-451B-8781-9B2639CD8AF7}"/>
              </a:ext>
            </a:extLst>
          </p:cNvPr>
          <p:cNvCxnSpPr/>
          <p:nvPr/>
        </p:nvCxnSpPr>
        <p:spPr>
          <a:xfrm flipV="1">
            <a:off x="6324600" y="3810000"/>
            <a:ext cx="7620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545ADD-BD19-4A8A-97CE-67DB5242BB15}"/>
              </a:ext>
            </a:extLst>
          </p:cNvPr>
          <p:cNvCxnSpPr/>
          <p:nvPr/>
        </p:nvCxnSpPr>
        <p:spPr>
          <a:xfrm rot="16200000" flipH="1">
            <a:off x="6134100" y="4838700"/>
            <a:ext cx="990600" cy="609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2">
            <a:extLst>
              <a:ext uri="{FF2B5EF4-FFF2-40B4-BE49-F238E27FC236}">
                <a16:creationId xmlns:a16="http://schemas.microsoft.com/office/drawing/2014/main" id="{D21B82D5-B764-406D-964D-9B81DAEC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5116512"/>
            <a:ext cx="735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index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4B3A2A2D-799E-41B9-8BE4-5F0753894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16" y="6087546"/>
            <a:ext cx="30659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0000"/>
                </a:solidFill>
                <a:cs typeface="Arial" charset="0"/>
              </a:rPr>
              <a:t>Pattern History Table (PHT) </a:t>
            </a:r>
          </a:p>
        </p:txBody>
      </p:sp>
      <p:sp>
        <p:nvSpPr>
          <p:cNvPr id="37" name="TextBox 34">
            <a:extLst>
              <a:ext uri="{FF2B5EF4-FFF2-40B4-BE49-F238E27FC236}">
                <a16:creationId xmlns:a16="http://schemas.microsoft.com/office/drawing/2014/main" id="{57062EF7-FA3C-45BA-BE7D-E8A38B594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267200"/>
            <a:ext cx="157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previous one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50403E-8761-4FE8-9EDD-F92D506D74B9}"/>
              </a:ext>
            </a:extLst>
          </p:cNvPr>
          <p:cNvCxnSpPr/>
          <p:nvPr/>
        </p:nvCxnSpPr>
        <p:spPr>
          <a:xfrm rot="16200000" flipV="1">
            <a:off x="2476500" y="41529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38B6511-3E36-FD29-F908-5ECA954A4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3300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8232-21E4-423E-8C37-0647514B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BTB (Target Address Predictor)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6F3B7-8A7D-4A50-8C54-96677C44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F6CD1B-753C-45A0-AEE4-63853E1651E3}"/>
              </a:ext>
            </a:extLst>
          </p:cNvPr>
          <p:cNvSpPr>
            <a:spLocks/>
          </p:cNvSpPr>
          <p:nvPr/>
        </p:nvSpPr>
        <p:spPr bwMode="auto">
          <a:xfrm>
            <a:off x="300935" y="1570830"/>
            <a:ext cx="5346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3600" b="0" i="0" dirty="0">
                <a:solidFill>
                  <a:srgbClr val="7F007F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0b0110[...]01001000</a:t>
            </a:r>
          </a:p>
        </p:txBody>
      </p:sp>
      <p:graphicFrame>
        <p:nvGraphicFramePr>
          <p:cNvPr id="7" name="Group 2">
            <a:extLst>
              <a:ext uri="{FF2B5EF4-FFF2-40B4-BE49-F238E27FC236}">
                <a16:creationId xmlns:a16="http://schemas.microsoft.com/office/drawing/2014/main" id="{5B60A0DB-BDF0-428B-A1CA-C841E725AA26}"/>
              </a:ext>
            </a:extLst>
          </p:cNvPr>
          <p:cNvGraphicFramePr>
            <a:graphicFrameLocks noGrp="1"/>
          </p:cNvGraphicFramePr>
          <p:nvPr/>
        </p:nvGraphicFramePr>
        <p:xfrm>
          <a:off x="6650935" y="3564730"/>
          <a:ext cx="1498600" cy="285591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4181148959"/>
                    </a:ext>
                  </a:extLst>
                </a:gridCol>
              </a:tblGrid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02111"/>
                  </a:ext>
                </a:extLst>
              </a:tr>
              <a:tr h="708025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432656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53DE8"/>
                          </a:solidFill>
                          <a:effectLst/>
                          <a:latin typeface="Courier" charset="0"/>
                          <a:cs typeface="Heiti SC Medium" charset="0"/>
                          <a:sym typeface="Courier" charset="0"/>
                        </a:rPr>
                        <a:t>2 state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53DE8"/>
                          </a:solidFill>
                          <a:effectLst/>
                          <a:latin typeface="Courier" charset="0"/>
                          <a:cs typeface="Heiti SC Medium" charset="0"/>
                          <a:sym typeface="Courier" charset="0"/>
                        </a:rPr>
                        <a:t>bits</a:t>
                      </a: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447407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802141"/>
                  </a:ext>
                </a:extLst>
              </a:tr>
            </a:tbl>
          </a:graphicData>
        </a:graphic>
      </p:graphicFrame>
      <p:sp>
        <p:nvSpPr>
          <p:cNvPr id="8" name="Rectangle 20">
            <a:extLst>
              <a:ext uri="{FF2B5EF4-FFF2-40B4-BE49-F238E27FC236}">
                <a16:creationId xmlns:a16="http://schemas.microsoft.com/office/drawing/2014/main" id="{57F2687E-1646-4AF1-85F3-AA285603B407}"/>
              </a:ext>
            </a:extLst>
          </p:cNvPr>
          <p:cNvSpPr>
            <a:spLocks/>
          </p:cNvSpPr>
          <p:nvPr/>
        </p:nvSpPr>
        <p:spPr bwMode="auto">
          <a:xfrm>
            <a:off x="6333435" y="2256630"/>
            <a:ext cx="217170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/>
            <a:r>
              <a:rPr lang="en-US" altLang="en-US" sz="2400" i="0">
                <a:cs typeface="Helvetica" panose="020B0604020202020204" pitchFamily="34" charset="0"/>
              </a:rPr>
              <a:t>Branch </a:t>
            </a:r>
          </a:p>
          <a:p>
            <a:pPr algn="ctr"/>
            <a:r>
              <a:rPr lang="en-US" altLang="en-US" sz="2400" i="0">
                <a:cs typeface="Helvetica" panose="020B0604020202020204" pitchFamily="34" charset="0"/>
              </a:rPr>
              <a:t>History Table </a:t>
            </a:r>
          </a:p>
          <a:p>
            <a:pPr algn="ctr"/>
            <a:r>
              <a:rPr lang="en-US" altLang="en-US" sz="2400" i="0">
                <a:cs typeface="Helvetica" panose="020B0604020202020204" pitchFamily="34" charset="0"/>
              </a:rPr>
              <a:t>(BHT)</a:t>
            </a:r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485F0F71-D13B-4736-B5B7-5EA665FD7995}"/>
              </a:ext>
            </a:extLst>
          </p:cNvPr>
          <p:cNvSpPr>
            <a:spLocks/>
          </p:cNvSpPr>
          <p:nvPr/>
        </p:nvSpPr>
        <p:spPr bwMode="auto">
          <a:xfrm>
            <a:off x="4072835" y="3082130"/>
            <a:ext cx="1689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800" i="0">
                <a:solidFill>
                  <a:srgbClr val="053DE8"/>
                </a:solidFill>
                <a:cs typeface="Helvetica" panose="020B0604020202020204" pitchFamily="34" charset="0"/>
              </a:rPr>
              <a:t>target address</a:t>
            </a:r>
          </a:p>
        </p:txBody>
      </p:sp>
      <p:graphicFrame>
        <p:nvGraphicFramePr>
          <p:cNvPr id="10" name="Group 22">
            <a:extLst>
              <a:ext uri="{FF2B5EF4-FFF2-40B4-BE49-F238E27FC236}">
                <a16:creationId xmlns:a16="http://schemas.microsoft.com/office/drawing/2014/main" id="{B8EF008B-ABD2-480E-A517-5B5C210395B8}"/>
              </a:ext>
            </a:extLst>
          </p:cNvPr>
          <p:cNvGraphicFramePr>
            <a:graphicFrameLocks noGrp="1"/>
          </p:cNvGraphicFramePr>
          <p:nvPr/>
        </p:nvGraphicFramePr>
        <p:xfrm>
          <a:off x="1367735" y="3552030"/>
          <a:ext cx="4775200" cy="2855914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146347902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770502199"/>
                    </a:ext>
                  </a:extLst>
                </a:gridCol>
              </a:tblGrid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089094"/>
                  </a:ext>
                </a:extLst>
              </a:tr>
              <a:tr h="708025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Courier" charset="0"/>
                        <a:cs typeface="Heiti SC Medium" charset="0"/>
                        <a:sym typeface="Courier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174420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Courier" charset="0"/>
                        <a:cs typeface="Heiti SC Medium" charset="0"/>
                        <a:sym typeface="Courier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Courier" charset="0"/>
                        <a:cs typeface="Heiti SC Medium" charset="0"/>
                        <a:sym typeface="Courier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929727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663214"/>
                  </a:ext>
                </a:extLst>
              </a:tr>
            </a:tbl>
          </a:graphicData>
        </a:graphic>
      </p:graphicFrame>
      <p:sp>
        <p:nvSpPr>
          <p:cNvPr id="11" name="Rectangle 53">
            <a:extLst>
              <a:ext uri="{FF2B5EF4-FFF2-40B4-BE49-F238E27FC236}">
                <a16:creationId xmlns:a16="http://schemas.microsoft.com/office/drawing/2014/main" id="{CB39BBE7-EE9F-4D5C-B1B2-C1DFB8DD0A47}"/>
              </a:ext>
            </a:extLst>
          </p:cNvPr>
          <p:cNvSpPr>
            <a:spLocks/>
          </p:cNvSpPr>
          <p:nvPr/>
        </p:nvSpPr>
        <p:spPr bwMode="auto">
          <a:xfrm>
            <a:off x="1355035" y="2599530"/>
            <a:ext cx="48133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800" i="0">
                <a:cs typeface="Helvetica" panose="020B0604020202020204" pitchFamily="34" charset="0"/>
              </a:rPr>
              <a:t>Branch Target Buffer (BTB)</a:t>
            </a:r>
          </a:p>
        </p:txBody>
      </p:sp>
      <p:sp>
        <p:nvSpPr>
          <p:cNvPr id="12" name="Rectangle 54">
            <a:extLst>
              <a:ext uri="{FF2B5EF4-FFF2-40B4-BE49-F238E27FC236}">
                <a16:creationId xmlns:a16="http://schemas.microsoft.com/office/drawing/2014/main" id="{11C98D99-7138-4163-8144-808F002842D8}"/>
              </a:ext>
            </a:extLst>
          </p:cNvPr>
          <p:cNvSpPr>
            <a:spLocks/>
          </p:cNvSpPr>
          <p:nvPr/>
        </p:nvSpPr>
        <p:spPr bwMode="auto">
          <a:xfrm>
            <a:off x="3996635" y="5126830"/>
            <a:ext cx="199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900" i="0">
                <a:solidFill>
                  <a:srgbClr val="053DE8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PC + 4 + Loop</a:t>
            </a:r>
          </a:p>
        </p:txBody>
      </p:sp>
      <p:sp>
        <p:nvSpPr>
          <p:cNvPr id="13" name="Rectangle 55">
            <a:extLst>
              <a:ext uri="{FF2B5EF4-FFF2-40B4-BE49-F238E27FC236}">
                <a16:creationId xmlns:a16="http://schemas.microsoft.com/office/drawing/2014/main" id="{BD4D7D26-7BF5-4B54-9F72-EC0436691C33}"/>
              </a:ext>
            </a:extLst>
          </p:cNvPr>
          <p:cNvSpPr>
            <a:spLocks/>
          </p:cNvSpPr>
          <p:nvPr/>
        </p:nvSpPr>
        <p:spPr bwMode="auto">
          <a:xfrm>
            <a:off x="1482035" y="3082130"/>
            <a:ext cx="2070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800" i="0">
                <a:solidFill>
                  <a:srgbClr val="053DE8"/>
                </a:solidFill>
                <a:cs typeface="Helvetica" panose="020B0604020202020204" pitchFamily="34" charset="0"/>
              </a:rPr>
              <a:t>30-bit address tag</a:t>
            </a:r>
          </a:p>
        </p:txBody>
      </p:sp>
      <p:sp>
        <p:nvSpPr>
          <p:cNvPr id="14" name="Rectangle 56">
            <a:extLst>
              <a:ext uri="{FF2B5EF4-FFF2-40B4-BE49-F238E27FC236}">
                <a16:creationId xmlns:a16="http://schemas.microsoft.com/office/drawing/2014/main" id="{5E64EADA-4C91-451D-8A7B-B8A166A3B848}"/>
              </a:ext>
            </a:extLst>
          </p:cNvPr>
          <p:cNvSpPr>
            <a:spLocks/>
          </p:cNvSpPr>
          <p:nvPr/>
        </p:nvSpPr>
        <p:spPr bwMode="auto">
          <a:xfrm>
            <a:off x="1418535" y="5139530"/>
            <a:ext cx="22860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900" i="0">
                <a:solidFill>
                  <a:srgbClr val="053DE8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0b0110[...]0010</a:t>
            </a:r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C156D321-8E55-4F57-A12F-EB2D29AFE34E}"/>
              </a:ext>
            </a:extLst>
          </p:cNvPr>
          <p:cNvSpPr>
            <a:spLocks/>
          </p:cNvSpPr>
          <p:nvPr/>
        </p:nvSpPr>
        <p:spPr bwMode="auto">
          <a:xfrm>
            <a:off x="618435" y="1215230"/>
            <a:ext cx="5054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600" i="0">
                <a:solidFill>
                  <a:srgbClr val="0000FF"/>
                </a:solidFill>
                <a:cs typeface="Helvetica" panose="020B0604020202020204" pitchFamily="34" charset="0"/>
              </a:rPr>
              <a:t>Address of branch instruction</a:t>
            </a:r>
          </a:p>
        </p:txBody>
      </p:sp>
      <p:sp>
        <p:nvSpPr>
          <p:cNvPr id="16" name="Rectangle 58">
            <a:extLst>
              <a:ext uri="{FF2B5EF4-FFF2-40B4-BE49-F238E27FC236}">
                <a16:creationId xmlns:a16="http://schemas.microsoft.com/office/drawing/2014/main" id="{5D292D85-D476-475F-A34D-E669D6C41AA2}"/>
              </a:ext>
            </a:extLst>
          </p:cNvPr>
          <p:cNvSpPr>
            <a:spLocks/>
          </p:cNvSpPr>
          <p:nvPr/>
        </p:nvSpPr>
        <p:spPr bwMode="auto">
          <a:xfrm>
            <a:off x="8258175" y="2008188"/>
            <a:ext cx="3753264" cy="482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en-US" sz="3600" dirty="0">
                <a:solidFill>
                  <a:srgbClr val="C00000"/>
                </a:solidFill>
                <a:latin typeface="Calibri body"/>
                <a:cs typeface="Marker Felt" charset="0"/>
                <a:sym typeface="Marker Felt" charset="0"/>
              </a:rPr>
              <a:t>BTB is probed in the fetch stage along with the direction predictor. </a:t>
            </a:r>
          </a:p>
          <a:p>
            <a:pPr algn="r"/>
            <a:r>
              <a:rPr lang="en-US" altLang="en-US" sz="3600" dirty="0">
                <a:solidFill>
                  <a:srgbClr val="C00000"/>
                </a:solidFill>
                <a:latin typeface="Calibri body"/>
                <a:cs typeface="Marker Felt" charset="0"/>
                <a:sym typeface="Marker Felt" charset="0"/>
              </a:rPr>
              <a:t>A hit in the BTB means the PC is a branch PC. </a:t>
            </a:r>
            <a:endParaRPr lang="en-US" altLang="en-US" sz="3600" b="0" i="0" dirty="0">
              <a:solidFill>
                <a:srgbClr val="C00000"/>
              </a:solidFill>
              <a:latin typeface="Calibri body"/>
              <a:cs typeface="Marker Felt" charset="0"/>
              <a:sym typeface="Marker Felt" charset="0"/>
            </a:endParaRPr>
          </a:p>
        </p:txBody>
      </p:sp>
      <p:sp>
        <p:nvSpPr>
          <p:cNvPr id="17" name="Rectangle 60">
            <a:extLst>
              <a:ext uri="{FF2B5EF4-FFF2-40B4-BE49-F238E27FC236}">
                <a16:creationId xmlns:a16="http://schemas.microsoft.com/office/drawing/2014/main" id="{1D968A01-E51E-42AE-9234-4275B191E80A}"/>
              </a:ext>
            </a:extLst>
          </p:cNvPr>
          <p:cNvSpPr>
            <a:spLocks/>
          </p:cNvSpPr>
          <p:nvPr/>
        </p:nvSpPr>
        <p:spPr bwMode="auto">
          <a:xfrm>
            <a:off x="6117535" y="1215230"/>
            <a:ext cx="31369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600" i="0">
                <a:solidFill>
                  <a:srgbClr val="0000FF"/>
                </a:solidFill>
                <a:cs typeface="Helvetica" panose="020B0604020202020204" pitchFamily="34" charset="0"/>
              </a:rPr>
              <a:t>Branch instruction</a:t>
            </a:r>
          </a:p>
        </p:txBody>
      </p:sp>
      <p:sp>
        <p:nvSpPr>
          <p:cNvPr id="18" name="Rectangle 61">
            <a:extLst>
              <a:ext uri="{FF2B5EF4-FFF2-40B4-BE49-F238E27FC236}">
                <a16:creationId xmlns:a16="http://schemas.microsoft.com/office/drawing/2014/main" id="{94BE0EE4-C7E1-4081-8CC7-B36E8CB9AD12}"/>
              </a:ext>
            </a:extLst>
          </p:cNvPr>
          <p:cNvSpPr>
            <a:spLocks/>
          </p:cNvSpPr>
          <p:nvPr/>
        </p:nvSpPr>
        <p:spPr bwMode="auto">
          <a:xfrm>
            <a:off x="5990535" y="1532730"/>
            <a:ext cx="3416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3600" b="0" i="0">
                <a:solidFill>
                  <a:srgbClr val="7F007F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BNEZ R1 Loop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A58045C-4350-17F7-EAB6-E0E07C7D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5822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72569088" presetClass="entr" presetSubtype="7725690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8CCB-AC85-43FB-88B8-9757BA0C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 and Pipelining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2AECD-81FF-437E-BE82-6DB68FBE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9A244589-6D32-4A1F-BB49-D84852E8A0D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690688"/>
            <a:ext cx="8305800" cy="2347913"/>
            <a:chOff x="240" y="912"/>
            <a:chExt cx="5232" cy="1479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5C83F116-F2A4-42C0-8D20-79CB1D046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96"/>
              <a:ext cx="0" cy="7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33A5257D-C790-459F-B33B-CE76FF933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7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8D9BD413-B063-4D76-86BF-0B7BA683C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96"/>
              <a:ext cx="2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91D63C1A-0B7F-43BA-BA60-EE58AE13A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296"/>
              <a:ext cx="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060B506A-4312-4CF0-8BE8-2CB67C940A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12"/>
              <a:ext cx="192" cy="768"/>
              <a:chOff x="336" y="1200"/>
              <a:chExt cx="144" cy="720"/>
            </a:xfrm>
          </p:grpSpPr>
          <p:sp>
            <p:nvSpPr>
              <p:cNvPr id="41" name="Rectangle 10">
                <a:extLst>
                  <a:ext uri="{FF2B5EF4-FFF2-40B4-BE49-F238E27FC236}">
                    <a16:creationId xmlns:a16="http://schemas.microsoft.com/office/drawing/2014/main" id="{C8281162-C781-4FE2-B415-3ADB8FDCC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</p:txBody>
          </p:sp>
          <p:sp>
            <p:nvSpPr>
              <p:cNvPr id="42" name="Freeform 11">
                <a:extLst>
                  <a:ext uri="{FF2B5EF4-FFF2-40B4-BE49-F238E27FC236}">
                    <a16:creationId xmlns:a16="http://schemas.microsoft.com/office/drawing/2014/main" id="{8E715557-412E-4115-BCF7-1E0EAC816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D538E436-04C9-4078-8024-066194AA3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576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Inst. Mem</a:t>
              </a:r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C3629C9C-790B-4587-8225-B910FAD20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912"/>
              <a:ext cx="192" cy="768"/>
              <a:chOff x="336" y="1200"/>
              <a:chExt cx="144" cy="720"/>
            </a:xfrm>
          </p:grpSpPr>
          <p:sp>
            <p:nvSpPr>
              <p:cNvPr id="39" name="Rectangle 14">
                <a:extLst>
                  <a:ext uri="{FF2B5EF4-FFF2-40B4-BE49-F238E27FC236}">
                    <a16:creationId xmlns:a16="http://schemas.microsoft.com/office/drawing/2014/main" id="{3FE9FB3A-A2FE-4885-B5C5-3FD8828B5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E8FC329F-F10E-493D-A137-8760ADBD0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DDB4AEC1-654C-4100-8376-BBE76B2A9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960"/>
              <a:ext cx="768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Decode</a:t>
              </a:r>
            </a:p>
          </p:txBody>
        </p:sp>
        <p:grpSp>
          <p:nvGrpSpPr>
            <p:cNvPr id="15" name="Group 17">
              <a:extLst>
                <a:ext uri="{FF2B5EF4-FFF2-40B4-BE49-F238E27FC236}">
                  <a16:creationId xmlns:a16="http://schemas.microsoft.com/office/drawing/2014/main" id="{EA3BA684-6813-4192-A46B-CC0788ACA5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912"/>
              <a:ext cx="192" cy="768"/>
              <a:chOff x="336" y="1200"/>
              <a:chExt cx="144" cy="720"/>
            </a:xfrm>
          </p:grpSpPr>
          <p:sp>
            <p:nvSpPr>
              <p:cNvPr id="37" name="Rectangle 18">
                <a:extLst>
                  <a:ext uri="{FF2B5EF4-FFF2-40B4-BE49-F238E27FC236}">
                    <a16:creationId xmlns:a16="http://schemas.microsoft.com/office/drawing/2014/main" id="{7F8D015D-D988-4C2D-B401-3327AAF47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A216442D-4B0C-4584-BF27-0C1242791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86F4F9AE-99D2-4510-AEA0-AF37C4728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960"/>
              <a:ext cx="240" cy="6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48" y="336"/>
                </a:cxn>
                <a:cxn ang="0">
                  <a:pos x="0" y="384"/>
                </a:cxn>
                <a:cxn ang="0">
                  <a:pos x="0" y="672"/>
                </a:cxn>
                <a:cxn ang="0">
                  <a:pos x="240" y="480"/>
                </a:cxn>
                <a:cxn ang="0">
                  <a:pos x="240" y="144"/>
                </a:cxn>
                <a:cxn ang="0">
                  <a:pos x="0" y="0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17" name="Group 21">
              <a:extLst>
                <a:ext uri="{FF2B5EF4-FFF2-40B4-BE49-F238E27FC236}">
                  <a16:creationId xmlns:a16="http://schemas.microsoft.com/office/drawing/2014/main" id="{8EFE09E9-D216-4338-86DE-E738D56D64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912"/>
              <a:ext cx="192" cy="768"/>
              <a:chOff x="336" y="1200"/>
              <a:chExt cx="144" cy="720"/>
            </a:xfrm>
          </p:grpSpPr>
          <p:sp>
            <p:nvSpPr>
              <p:cNvPr id="35" name="Rectangle 22">
                <a:extLst>
                  <a:ext uri="{FF2B5EF4-FFF2-40B4-BE49-F238E27FC236}">
                    <a16:creationId xmlns:a16="http://schemas.microsoft.com/office/drawing/2014/main" id="{E226F003-09F7-4ED8-A0C0-8F95C8C4D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36" name="Freeform 23">
                <a:extLst>
                  <a:ext uri="{FF2B5EF4-FFF2-40B4-BE49-F238E27FC236}">
                    <a16:creationId xmlns:a16="http://schemas.microsoft.com/office/drawing/2014/main" id="{BD2FA22E-CFCC-44E3-930C-440AD9F42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6D498B58-F541-4418-A44E-FD1A2BC02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960"/>
              <a:ext cx="576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Data Mem</a:t>
              </a:r>
            </a:p>
          </p:txBody>
        </p:sp>
        <p:grpSp>
          <p:nvGrpSpPr>
            <p:cNvPr id="19" name="Group 25">
              <a:extLst>
                <a:ext uri="{FF2B5EF4-FFF2-40B4-BE49-F238E27FC236}">
                  <a16:creationId xmlns:a16="http://schemas.microsoft.com/office/drawing/2014/main" id="{01E4895E-96FE-4196-B421-0A03B7413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912"/>
              <a:ext cx="192" cy="768"/>
              <a:chOff x="336" y="1200"/>
              <a:chExt cx="144" cy="720"/>
            </a:xfrm>
          </p:grpSpPr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153D34B0-C6CB-4090-B62D-B37ECF7B9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W</a:t>
                </a:r>
              </a:p>
            </p:txBody>
          </p:sp>
          <p:sp>
            <p:nvSpPr>
              <p:cNvPr id="34" name="Freeform 27">
                <a:extLst>
                  <a:ext uri="{FF2B5EF4-FFF2-40B4-BE49-F238E27FC236}">
                    <a16:creationId xmlns:a16="http://schemas.microsoft.com/office/drawing/2014/main" id="{56B794B0-A450-43E5-8534-02A08C21B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1E9B33D9-6198-4B18-8D40-A12A7C6E3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10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86BFACB1-333E-4B83-AAE0-940DD9FCD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2" name="Text Box 30">
              <a:extLst>
                <a:ext uri="{FF2B5EF4-FFF2-40B4-BE49-F238E27FC236}">
                  <a16:creationId xmlns:a16="http://schemas.microsoft.com/office/drawing/2014/main" id="{54CDE45B-318E-42A9-A1E1-AA265D82B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7" y="1199"/>
              <a:ext cx="181" cy="2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Calibri"/>
                  <a:cs typeface="Calibri"/>
                </a:rPr>
                <a:t>+</a:t>
              </a:r>
            </a:p>
          </p:txBody>
        </p:sp>
        <p:sp>
          <p:nvSpPr>
            <p:cNvPr id="23" name="Text Box 31">
              <a:extLst>
                <a:ext uri="{FF2B5EF4-FFF2-40B4-BE49-F238E27FC236}">
                  <a16:creationId xmlns:a16="http://schemas.microsoft.com/office/drawing/2014/main" id="{E64CDA07-F4DF-427F-99E6-CFF88042F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632"/>
              <a:ext cx="768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Illegal Opcode</a:t>
              </a:r>
            </a:p>
          </p:txBody>
        </p:sp>
        <p:sp>
          <p:nvSpPr>
            <p:cNvPr id="24" name="Text Box 32">
              <a:extLst>
                <a:ext uri="{FF2B5EF4-FFF2-40B4-BE49-F238E27FC236}">
                  <a16:creationId xmlns:a16="http://schemas.microsoft.com/office/drawing/2014/main" id="{3D744B20-B8A4-4482-818A-E1A0A95F8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9" y="1718"/>
              <a:ext cx="659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Overflow</a:t>
              </a:r>
            </a:p>
          </p:txBody>
        </p:sp>
        <p:sp>
          <p:nvSpPr>
            <p:cNvPr id="25" name="Text Box 33">
              <a:extLst>
                <a:ext uri="{FF2B5EF4-FFF2-40B4-BE49-F238E27FC236}">
                  <a16:creationId xmlns:a16="http://schemas.microsoft.com/office/drawing/2014/main" id="{58A6A23A-E026-4EBD-93E1-3CE500C6D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32"/>
              <a:ext cx="1152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Calibri"/>
                  <a:cs typeface="Calibri"/>
                </a:rPr>
                <a:t>Data address Exceptions</a:t>
              </a:r>
            </a:p>
          </p:txBody>
        </p:sp>
        <p:sp>
          <p:nvSpPr>
            <p:cNvPr id="26" name="Oval 34">
              <a:extLst>
                <a:ext uri="{FF2B5EF4-FFF2-40B4-BE49-F238E27FC236}">
                  <a16:creationId xmlns:a16="http://schemas.microsoft.com/office/drawing/2014/main" id="{29B3E593-D2A6-4D88-A5C1-D4CFA8E43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392"/>
              <a:ext cx="384" cy="24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7" name="Oval 35">
              <a:extLst>
                <a:ext uri="{FF2B5EF4-FFF2-40B4-BE49-F238E27FC236}">
                  <a16:creationId xmlns:a16="http://schemas.microsoft.com/office/drawing/2014/main" id="{F4E0B445-E11C-4DDC-9333-DAC08888A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392"/>
              <a:ext cx="384" cy="24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8FD97102-6BD2-404B-9BAB-64AF0F983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632"/>
              <a:ext cx="1015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PC address Exception</a:t>
              </a:r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9B861F45-51F0-4E33-93E3-BA0B87E6A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" y="2256"/>
              <a:ext cx="62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0" name="Text Box 38">
              <a:extLst>
                <a:ext uri="{FF2B5EF4-FFF2-40B4-BE49-F238E27FC236}">
                  <a16:creationId xmlns:a16="http://schemas.microsoft.com/office/drawing/2014/main" id="{1B241F5E-BAC6-47B0-8395-FB3F4A67F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160"/>
              <a:ext cx="2064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Calibri"/>
                  <a:cs typeface="Calibri"/>
                </a:rPr>
                <a:t>Asynchronous Interrupts</a:t>
              </a:r>
            </a:p>
          </p:txBody>
        </p:sp>
        <p:sp>
          <p:nvSpPr>
            <p:cNvPr id="31" name="Line 39">
              <a:extLst>
                <a:ext uri="{FF2B5EF4-FFF2-40B4-BE49-F238E27FC236}">
                  <a16:creationId xmlns:a16="http://schemas.microsoft.com/office/drawing/2014/main" id="{6F01B6F5-14C2-4669-B060-EF4A8B651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584"/>
              <a:ext cx="0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2" name="Line 40">
              <a:extLst>
                <a:ext uri="{FF2B5EF4-FFF2-40B4-BE49-F238E27FC236}">
                  <a16:creationId xmlns:a16="http://schemas.microsoft.com/office/drawing/2014/main" id="{47209880-D6CD-4E93-AB61-9C3C1155D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536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43" name="Rectangle 3">
            <a:extLst>
              <a:ext uri="{FF2B5EF4-FFF2-40B4-BE49-F238E27FC236}">
                <a16:creationId xmlns:a16="http://schemas.microsoft.com/office/drawing/2014/main" id="{F48A3508-E0D8-4BCE-B0CC-407246939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0999" y="4210049"/>
            <a:ext cx="11734784" cy="18288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 body"/>
              </a:rPr>
              <a:t>When do we stop the pipeline for </a:t>
            </a:r>
            <a:r>
              <a:rPr lang="en-US" sz="3200" i="1" dirty="0">
                <a:solidFill>
                  <a:srgbClr val="C00000"/>
                </a:solidFill>
                <a:latin typeface="Calibri body"/>
              </a:rPr>
              <a:t>precise</a:t>
            </a:r>
            <a:r>
              <a:rPr lang="en-US" sz="3200" dirty="0">
                <a:latin typeface="Calibri body"/>
              </a:rPr>
              <a:t> interrupts or exceptions?</a:t>
            </a:r>
          </a:p>
          <a:p>
            <a:r>
              <a:rPr lang="en-US" sz="3200" dirty="0">
                <a:latin typeface="Calibri body"/>
              </a:rPr>
              <a:t>How to handle multiple simultaneous exceptions in different pipeline stages?</a:t>
            </a:r>
          </a:p>
          <a:p>
            <a:r>
              <a:rPr lang="en-US" sz="3200" dirty="0">
                <a:latin typeface="Calibri body"/>
              </a:rPr>
              <a:t>How and where to handle external asynchronous interrupts?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D3E90-63B7-44C8-AB37-025E1ABB57F7}"/>
              </a:ext>
            </a:extLst>
          </p:cNvPr>
          <p:cNvSpPr txBox="1"/>
          <p:nvPr/>
        </p:nvSpPr>
        <p:spPr>
          <a:xfrm>
            <a:off x="9615485" y="2034957"/>
            <a:ext cx="2400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Nothing can happen </a:t>
            </a:r>
          </a:p>
          <a:p>
            <a:r>
              <a:rPr lang="en-US" i="1" dirty="0"/>
              <a:t>now?</a:t>
            </a:r>
            <a:endParaRPr lang="en-IN" i="1" dirty="0"/>
          </a:p>
        </p:txBody>
      </p:sp>
      <p:sp>
        <p:nvSpPr>
          <p:cNvPr id="44" name="Footer Placeholder 3">
            <a:extLst>
              <a:ext uri="{FF2B5EF4-FFF2-40B4-BE49-F238E27FC236}">
                <a16:creationId xmlns:a16="http://schemas.microsoft.com/office/drawing/2014/main" id="{71202101-9C3A-64FC-CCB3-B1ACE994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8046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9142-2A38-409A-8BB3-CEC3CC0D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955DB-30EF-4B0E-953C-AD533114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BC1D7E-7D45-4BC6-B235-A54CF7A1EAA9}"/>
              </a:ext>
            </a:extLst>
          </p:cNvPr>
          <p:cNvGrpSpPr/>
          <p:nvPr/>
        </p:nvGrpSpPr>
        <p:grpSpPr>
          <a:xfrm>
            <a:off x="509588" y="1491235"/>
            <a:ext cx="10896600" cy="5001640"/>
            <a:chOff x="152400" y="1054672"/>
            <a:chExt cx="8763000" cy="5001640"/>
          </a:xfrm>
        </p:grpSpPr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595D4BB7-B034-4C7B-862C-C27571AA4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800" y="2362200"/>
              <a:ext cx="685800" cy="1371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68"/>
                </a:cxn>
                <a:cxn ang="0">
                  <a:pos x="432" y="864"/>
                </a:cxn>
              </a:cxnLst>
              <a:rect l="0" t="0" r="r" b="b"/>
              <a:pathLst>
                <a:path w="432" h="864">
                  <a:moveTo>
                    <a:pt x="0" y="0"/>
                  </a:moveTo>
                  <a:lnTo>
                    <a:pt x="0" y="768"/>
                  </a:lnTo>
                  <a:lnTo>
                    <a:pt x="432" y="864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685175D-D5F0-4CBE-B757-D94ED8E4E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0" y="2362200"/>
              <a:ext cx="1447800" cy="1524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8"/>
                </a:cxn>
                <a:cxn ang="0">
                  <a:pos x="912" y="1008"/>
                </a:cxn>
              </a:cxnLst>
              <a:rect l="0" t="0" r="r" b="b"/>
              <a:pathLst>
                <a:path w="912" h="1008">
                  <a:moveTo>
                    <a:pt x="0" y="0"/>
                  </a:moveTo>
                  <a:lnTo>
                    <a:pt x="0" y="1008"/>
                  </a:lnTo>
                  <a:lnTo>
                    <a:pt x="912" y="1008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DA80BDB8-3436-4A0D-BF56-1AB9D7471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743200"/>
              <a:ext cx="0" cy="8524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8DD78C84-7611-4DCD-9374-92C4DAAAE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2376488"/>
              <a:ext cx="3505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A42A98B1-37D6-40B2-B2E7-1AD2CB261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2376488"/>
              <a:ext cx="381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D2AD5E13-3D26-431A-B823-42CBAFC37C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1766888"/>
              <a:ext cx="304800" cy="1219200"/>
              <a:chOff x="336" y="1200"/>
              <a:chExt cx="144" cy="720"/>
            </a:xfrm>
          </p:grpSpPr>
          <p:sp>
            <p:nvSpPr>
              <p:cNvPr id="90" name="Rectangle 9">
                <a:extLst>
                  <a:ext uri="{FF2B5EF4-FFF2-40B4-BE49-F238E27FC236}">
                    <a16:creationId xmlns:a16="http://schemas.microsoft.com/office/drawing/2014/main" id="{F5134344-97F3-46DE-8C3F-481B8DF0E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9408A9AF-4D68-4576-8321-5409CAD1A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DFCD025C-A3BF-49FB-847B-5DE40BBC1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1843088"/>
              <a:ext cx="9144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Calibri"/>
                  <a:cs typeface="Calibri"/>
                </a:rPr>
                <a:t>Inst. </a:t>
              </a:r>
              <a:r>
                <a:rPr lang="en-US" sz="1800" dirty="0" err="1">
                  <a:solidFill>
                    <a:schemeClr val="tx1"/>
                  </a:solidFill>
                  <a:latin typeface="Calibri"/>
                  <a:cs typeface="Calibri"/>
                </a:rPr>
                <a:t>Mem</a:t>
              </a:r>
              <a:endParaRPr lang="en-US" sz="1800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C1A35045-04F0-4EDB-96C0-2B1E3BEC5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1766888"/>
              <a:ext cx="304800" cy="1219200"/>
              <a:chOff x="336" y="1200"/>
              <a:chExt cx="144" cy="720"/>
            </a:xfrm>
          </p:grpSpPr>
          <p:sp>
            <p:nvSpPr>
              <p:cNvPr id="88" name="Rectangle 13">
                <a:extLst>
                  <a:ext uri="{FF2B5EF4-FFF2-40B4-BE49-F238E27FC236}">
                    <a16:creationId xmlns:a16="http://schemas.microsoft.com/office/drawing/2014/main" id="{7404731B-8D0A-43D5-88AE-64426494F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89" name="Freeform 14">
                <a:extLst>
                  <a:ext uri="{FF2B5EF4-FFF2-40B4-BE49-F238E27FC236}">
                    <a16:creationId xmlns:a16="http://schemas.microsoft.com/office/drawing/2014/main" id="{8869BF59-3DE6-41B9-B28E-74E3B3A11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B0F0A452-0B26-49F4-95C3-805EBD9D0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1843088"/>
              <a:ext cx="12192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Decode</a:t>
              </a:r>
            </a:p>
          </p:txBody>
        </p: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065CECBF-A3D7-4BF5-B324-3FFAC4610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1766888"/>
              <a:ext cx="304800" cy="1219200"/>
              <a:chOff x="336" y="1200"/>
              <a:chExt cx="144" cy="720"/>
            </a:xfrm>
          </p:grpSpPr>
          <p:sp>
            <p:nvSpPr>
              <p:cNvPr id="86" name="Rectangle 17">
                <a:extLst>
                  <a:ext uri="{FF2B5EF4-FFF2-40B4-BE49-F238E27FC236}">
                    <a16:creationId xmlns:a16="http://schemas.microsoft.com/office/drawing/2014/main" id="{4B4A8C5F-DCBD-4D90-864E-9D91C04EB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87" name="Freeform 18">
                <a:extLst>
                  <a:ext uri="{FF2B5EF4-FFF2-40B4-BE49-F238E27FC236}">
                    <a16:creationId xmlns:a16="http://schemas.microsoft.com/office/drawing/2014/main" id="{B71B0A94-A117-451E-9BBC-C2AFDF739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C0C1BCE-5FFF-4B55-8A7A-0883A2EB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600" y="1843088"/>
              <a:ext cx="381000" cy="1066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48" y="336"/>
                </a:cxn>
                <a:cxn ang="0">
                  <a:pos x="0" y="384"/>
                </a:cxn>
                <a:cxn ang="0">
                  <a:pos x="0" y="672"/>
                </a:cxn>
                <a:cxn ang="0">
                  <a:pos x="240" y="480"/>
                </a:cxn>
                <a:cxn ang="0">
                  <a:pos x="240" y="144"/>
                </a:cxn>
                <a:cxn ang="0">
                  <a:pos x="0" y="0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34ABCC8B-587F-41D5-AB53-9ED6B7468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1766888"/>
              <a:ext cx="304800" cy="1219200"/>
              <a:chOff x="336" y="1200"/>
              <a:chExt cx="144" cy="720"/>
            </a:xfrm>
          </p:grpSpPr>
          <p:sp>
            <p:nvSpPr>
              <p:cNvPr id="84" name="Rectangle 21">
                <a:extLst>
                  <a:ext uri="{FF2B5EF4-FFF2-40B4-BE49-F238E27FC236}">
                    <a16:creationId xmlns:a16="http://schemas.microsoft.com/office/drawing/2014/main" id="{4E875229-274C-4B44-9DF3-15905F541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85" name="Freeform 22">
                <a:extLst>
                  <a:ext uri="{FF2B5EF4-FFF2-40B4-BE49-F238E27FC236}">
                    <a16:creationId xmlns:a16="http://schemas.microsoft.com/office/drawing/2014/main" id="{B0A45C4F-F8E1-4E87-891D-44CAA77E4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42142C82-4022-4267-B45E-93FC40B1F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1843088"/>
              <a:ext cx="9144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Data Mem</a:t>
              </a:r>
            </a:p>
          </p:txBody>
        </p:sp>
        <p:grpSp>
          <p:nvGrpSpPr>
            <p:cNvPr id="20" name="Group 24">
              <a:extLst>
                <a:ext uri="{FF2B5EF4-FFF2-40B4-BE49-F238E27FC236}">
                  <a16:creationId xmlns:a16="http://schemas.microsoft.com/office/drawing/2014/main" id="{19D43429-2EA6-4829-9BF4-E05BBE0B61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3400" y="1766888"/>
              <a:ext cx="304800" cy="1219200"/>
              <a:chOff x="336" y="1200"/>
              <a:chExt cx="144" cy="720"/>
            </a:xfrm>
          </p:grpSpPr>
          <p:sp>
            <p:nvSpPr>
              <p:cNvPr id="82" name="Rectangle 25">
                <a:extLst>
                  <a:ext uri="{FF2B5EF4-FFF2-40B4-BE49-F238E27FC236}">
                    <a16:creationId xmlns:a16="http://schemas.microsoft.com/office/drawing/2014/main" id="{DAE2CD77-6F27-4753-BB6D-5A6381B1A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W</a:t>
                </a:r>
              </a:p>
            </p:txBody>
          </p:sp>
          <p:sp>
            <p:nvSpPr>
              <p:cNvPr id="83" name="Freeform 26">
                <a:extLst>
                  <a:ext uri="{FF2B5EF4-FFF2-40B4-BE49-F238E27FC236}">
                    <a16:creationId xmlns:a16="http://schemas.microsoft.com/office/drawing/2014/main" id="{FFD8371A-4512-49B6-91F8-4CC99BF75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C5466C80-DE8D-49F8-8165-EB9DD5CFB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2071688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9E09369A-3645-4BA3-9264-DD9BB75D3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2833688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 Box 29">
              <a:extLst>
                <a:ext uri="{FF2B5EF4-FFF2-40B4-BE49-F238E27FC236}">
                  <a16:creationId xmlns:a16="http://schemas.microsoft.com/office/drawing/2014/main" id="{C069B257-FD33-4E00-8B28-AFB7F0881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4777" y="2223086"/>
              <a:ext cx="287258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libri"/>
                  <a:cs typeface="Calibri"/>
                </a:rPr>
                <a:t>+</a:t>
              </a:r>
            </a:p>
          </p:txBody>
        </p:sp>
        <p:sp>
          <p:nvSpPr>
            <p:cNvPr id="24" name="Text Box 30">
              <a:extLst>
                <a:ext uri="{FF2B5EF4-FFF2-40B4-BE49-F238E27FC236}">
                  <a16:creationId xmlns:a16="http://schemas.microsoft.com/office/drawing/2014/main" id="{A062CEC0-9E18-49A9-AAAB-66AE2C664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2895600"/>
              <a:ext cx="12192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Illegal Opcode</a:t>
              </a:r>
            </a:p>
          </p:txBody>
        </p:sp>
        <p:sp>
          <p:nvSpPr>
            <p:cNvPr id="25" name="Text Box 31">
              <a:extLst>
                <a:ext uri="{FF2B5EF4-FFF2-40B4-BE49-F238E27FC236}">
                  <a16:creationId xmlns:a16="http://schemas.microsoft.com/office/drawing/2014/main" id="{63D485D7-40C6-4E03-AD02-D3B5F92AB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2129" y="2984778"/>
              <a:ext cx="1046004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Overflow</a:t>
              </a:r>
            </a:p>
          </p:txBody>
        </p:sp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B43381A0-5F19-4957-A44A-7B1494065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2971800"/>
              <a:ext cx="1828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Data address Exceptions</a:t>
              </a:r>
            </a:p>
          </p:txBody>
        </p:sp>
        <p:sp>
          <p:nvSpPr>
            <p:cNvPr id="27" name="Oval 33">
              <a:extLst>
                <a:ext uri="{FF2B5EF4-FFF2-40B4-BE49-F238E27FC236}">
                  <a16:creationId xmlns:a16="http://schemas.microsoft.com/office/drawing/2014/main" id="{740347B4-93EC-4EE7-A7AE-2681832E8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681288"/>
              <a:ext cx="6096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34">
              <a:extLst>
                <a:ext uri="{FF2B5EF4-FFF2-40B4-BE49-F238E27FC236}">
                  <a16:creationId xmlns:a16="http://schemas.microsoft.com/office/drawing/2014/main" id="{756329FB-34CB-412E-816A-4A0613E6B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2681288"/>
              <a:ext cx="6096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Text Box 35">
              <a:extLst>
                <a:ext uri="{FF2B5EF4-FFF2-40B4-BE49-F238E27FC236}">
                  <a16:creationId xmlns:a16="http://schemas.microsoft.com/office/drawing/2014/main" id="{163451B6-5977-4FAC-81FE-EF852860F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3048000"/>
              <a:ext cx="1611313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Calibri"/>
                  <a:cs typeface="Calibri"/>
                </a:rPr>
                <a:t>PC address Exception</a:t>
              </a:r>
            </a:p>
          </p:txBody>
        </p:sp>
        <p:sp>
          <p:nvSpPr>
            <p:cNvPr id="30" name="Text Box 36">
              <a:extLst>
                <a:ext uri="{FF2B5EF4-FFF2-40B4-BE49-F238E27FC236}">
                  <a16:creationId xmlns:a16="http://schemas.microsoft.com/office/drawing/2014/main" id="{7F952E85-DD64-4A18-B040-58AAE985B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4768850"/>
              <a:ext cx="1828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Asynchronous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Interrupts</a:t>
              </a: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F0E3F3E9-C9A1-4954-A87F-38DD6E4F9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200" y="2819400"/>
              <a:ext cx="152400" cy="914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144" y="336"/>
                </a:cxn>
              </a:cxnLst>
              <a:rect l="0" t="0" r="r" b="b"/>
              <a:pathLst>
                <a:path w="144" h="336">
                  <a:moveTo>
                    <a:pt x="0" y="0"/>
                  </a:moveTo>
                  <a:lnTo>
                    <a:pt x="0" y="240"/>
                  </a:lnTo>
                  <a:lnTo>
                    <a:pt x="144" y="336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3CBA7A91-2B1D-46F2-A9B3-982885690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4200" y="4191000"/>
              <a:ext cx="228600" cy="685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3" name="Group 39">
              <a:extLst>
                <a:ext uri="{FF2B5EF4-FFF2-40B4-BE49-F238E27FC236}">
                  <a16:creationId xmlns:a16="http://schemas.microsoft.com/office/drawing/2014/main" id="{86702587-62F5-4234-B310-05EBC0271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3429000"/>
              <a:ext cx="304800" cy="838200"/>
              <a:chOff x="336" y="1200"/>
              <a:chExt cx="144" cy="720"/>
            </a:xfrm>
          </p:grpSpPr>
          <p:sp>
            <p:nvSpPr>
              <p:cNvPr id="80" name="Rectangle 40">
                <a:extLst>
                  <a:ext uri="{FF2B5EF4-FFF2-40B4-BE49-F238E27FC236}">
                    <a16:creationId xmlns:a16="http://schemas.microsoft.com/office/drawing/2014/main" id="{E357631A-D31D-4048-832E-DBE8BB2D9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Exc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81" name="Freeform 41">
                <a:extLst>
                  <a:ext uri="{FF2B5EF4-FFF2-40B4-BE49-F238E27FC236}">
                    <a16:creationId xmlns:a16="http://schemas.microsoft.com/office/drawing/2014/main" id="{8286D24C-129C-4BC5-BECA-E7C60E33A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4" name="Group 42">
              <a:extLst>
                <a:ext uri="{FF2B5EF4-FFF2-40B4-BE49-F238E27FC236}">
                  <a16:creationId xmlns:a16="http://schemas.microsoft.com/office/drawing/2014/main" id="{40E1C648-C105-4078-851F-7B21D7642F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4343400"/>
              <a:ext cx="304800" cy="838200"/>
              <a:chOff x="336" y="1200"/>
              <a:chExt cx="144" cy="720"/>
            </a:xfrm>
          </p:grpSpPr>
          <p:sp>
            <p:nvSpPr>
              <p:cNvPr id="78" name="Rectangle 43">
                <a:extLst>
                  <a:ext uri="{FF2B5EF4-FFF2-40B4-BE49-F238E27FC236}">
                    <a16:creationId xmlns:a16="http://schemas.microsoft.com/office/drawing/2014/main" id="{8F56AB88-698A-45E2-BBA1-BDD906BBF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79" name="Freeform 44">
                <a:extLst>
                  <a:ext uri="{FF2B5EF4-FFF2-40B4-BE49-F238E27FC236}">
                    <a16:creationId xmlns:a16="http://schemas.microsoft.com/office/drawing/2014/main" id="{739639A7-1267-42EE-B758-CE105F184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5" name="Group 45">
              <a:extLst>
                <a:ext uri="{FF2B5EF4-FFF2-40B4-BE49-F238E27FC236}">
                  <a16:creationId xmlns:a16="http://schemas.microsoft.com/office/drawing/2014/main" id="{9F318CDC-7BC2-4282-8B29-337416E395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3429000"/>
              <a:ext cx="304800" cy="838200"/>
              <a:chOff x="336" y="1200"/>
              <a:chExt cx="144" cy="720"/>
            </a:xfrm>
          </p:grpSpPr>
          <p:sp>
            <p:nvSpPr>
              <p:cNvPr id="76" name="Rectangle 46">
                <a:extLst>
                  <a:ext uri="{FF2B5EF4-FFF2-40B4-BE49-F238E27FC236}">
                    <a16:creationId xmlns:a16="http://schemas.microsoft.com/office/drawing/2014/main" id="{0AF40409-64C4-4DDE-8090-A9425A440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Exc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77" name="Freeform 47">
                <a:extLst>
                  <a:ext uri="{FF2B5EF4-FFF2-40B4-BE49-F238E27FC236}">
                    <a16:creationId xmlns:a16="http://schemas.microsoft.com/office/drawing/2014/main" id="{61905617-274E-41ED-9330-12457B008F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6" name="Group 48">
              <a:extLst>
                <a:ext uri="{FF2B5EF4-FFF2-40B4-BE49-F238E27FC236}">
                  <a16:creationId xmlns:a16="http://schemas.microsoft.com/office/drawing/2014/main" id="{5BD6970B-F242-4802-A045-F4FB0DCE0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4343400"/>
              <a:ext cx="304800" cy="838200"/>
              <a:chOff x="336" y="1200"/>
              <a:chExt cx="144" cy="720"/>
            </a:xfrm>
          </p:grpSpPr>
          <p:sp>
            <p:nvSpPr>
              <p:cNvPr id="74" name="Rectangle 49">
                <a:extLst>
                  <a:ext uri="{FF2B5EF4-FFF2-40B4-BE49-F238E27FC236}">
                    <a16:creationId xmlns:a16="http://schemas.microsoft.com/office/drawing/2014/main" id="{A83D2060-1D2E-467E-9B57-EF6842FD7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75" name="Freeform 50">
                <a:extLst>
                  <a:ext uri="{FF2B5EF4-FFF2-40B4-BE49-F238E27FC236}">
                    <a16:creationId xmlns:a16="http://schemas.microsoft.com/office/drawing/2014/main" id="{6B30254A-2C45-420B-A086-C5BAD4B3D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7" name="Group 51">
              <a:extLst>
                <a:ext uri="{FF2B5EF4-FFF2-40B4-BE49-F238E27FC236}">
                  <a16:creationId xmlns:a16="http://schemas.microsoft.com/office/drawing/2014/main" id="{F6D57D7A-D6BC-4087-815E-FB0CE30F4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3429000"/>
              <a:ext cx="304800" cy="838200"/>
              <a:chOff x="336" y="1200"/>
              <a:chExt cx="144" cy="720"/>
            </a:xfrm>
          </p:grpSpPr>
          <p:sp>
            <p:nvSpPr>
              <p:cNvPr id="72" name="Rectangle 52">
                <a:extLst>
                  <a:ext uri="{FF2B5EF4-FFF2-40B4-BE49-F238E27FC236}">
                    <a16:creationId xmlns:a16="http://schemas.microsoft.com/office/drawing/2014/main" id="{B3D4216E-0260-4126-A1C5-4A77D5BD5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Exc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73" name="Freeform 53">
                <a:extLst>
                  <a:ext uri="{FF2B5EF4-FFF2-40B4-BE49-F238E27FC236}">
                    <a16:creationId xmlns:a16="http://schemas.microsoft.com/office/drawing/2014/main" id="{4F972673-D9EC-44CF-B7C0-AF783D244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8" name="Group 54">
              <a:extLst>
                <a:ext uri="{FF2B5EF4-FFF2-40B4-BE49-F238E27FC236}">
                  <a16:creationId xmlns:a16="http://schemas.microsoft.com/office/drawing/2014/main" id="{9041B382-51C9-42EF-9D70-B01846445E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4343400"/>
              <a:ext cx="304800" cy="838200"/>
              <a:chOff x="336" y="1200"/>
              <a:chExt cx="144" cy="720"/>
            </a:xfrm>
          </p:grpSpPr>
          <p:sp>
            <p:nvSpPr>
              <p:cNvPr id="70" name="Rectangle 55">
                <a:extLst>
                  <a:ext uri="{FF2B5EF4-FFF2-40B4-BE49-F238E27FC236}">
                    <a16:creationId xmlns:a16="http://schemas.microsoft.com/office/drawing/2014/main" id="{4AACE047-DBA5-4FCD-B965-1301D3660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71" name="Freeform 56">
                <a:extLst>
                  <a:ext uri="{FF2B5EF4-FFF2-40B4-BE49-F238E27FC236}">
                    <a16:creationId xmlns:a16="http://schemas.microsoft.com/office/drawing/2014/main" id="{94797A3C-48F3-4178-BC8B-EFF0E7414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9" name="Group 57">
              <a:extLst>
                <a:ext uri="{FF2B5EF4-FFF2-40B4-BE49-F238E27FC236}">
                  <a16:creationId xmlns:a16="http://schemas.microsoft.com/office/drawing/2014/main" id="{672F2C81-115D-4EE8-97DD-13BC2792A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3429000"/>
              <a:ext cx="304800" cy="838200"/>
              <a:chOff x="336" y="1200"/>
              <a:chExt cx="144" cy="720"/>
            </a:xfrm>
          </p:grpSpPr>
          <p:sp>
            <p:nvSpPr>
              <p:cNvPr id="68" name="Rectangle 58">
                <a:extLst>
                  <a:ext uri="{FF2B5EF4-FFF2-40B4-BE49-F238E27FC236}">
                    <a16:creationId xmlns:a16="http://schemas.microsoft.com/office/drawing/2014/main" id="{F6D4FFD9-836C-482E-AA61-91361BDE2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endParaRPr 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Freeform 59">
                <a:extLst>
                  <a:ext uri="{FF2B5EF4-FFF2-40B4-BE49-F238E27FC236}">
                    <a16:creationId xmlns:a16="http://schemas.microsoft.com/office/drawing/2014/main" id="{C48118CA-AEF5-445E-A999-38D2B7070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id="{0D64A73D-C398-499A-9CE7-33B1C1338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4343400"/>
              <a:ext cx="304800" cy="838200"/>
              <a:chOff x="336" y="1200"/>
              <a:chExt cx="144" cy="720"/>
            </a:xfrm>
          </p:grpSpPr>
          <p:sp>
            <p:nvSpPr>
              <p:cNvPr id="66" name="Rectangle 61">
                <a:extLst>
                  <a:ext uri="{FF2B5EF4-FFF2-40B4-BE49-F238E27FC236}">
                    <a16:creationId xmlns:a16="http://schemas.microsoft.com/office/drawing/2014/main" id="{999BEC94-218E-45F4-9D55-D7E723281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endParaRPr lang="en-US">
                  <a:solidFill>
                    <a:schemeClr val="tx1"/>
                  </a:solidFill>
                  <a:latin typeface="Verdana" charset="0"/>
                </a:endParaRPr>
              </a:p>
            </p:txBody>
          </p:sp>
          <p:sp>
            <p:nvSpPr>
              <p:cNvPr id="67" name="Freeform 62">
                <a:extLst>
                  <a:ext uri="{FF2B5EF4-FFF2-40B4-BE49-F238E27FC236}">
                    <a16:creationId xmlns:a16="http://schemas.microsoft.com/office/drawing/2014/main" id="{24249068-AEDF-4515-AAB2-77CCA1681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1" name="Line 63">
              <a:extLst>
                <a:ext uri="{FF2B5EF4-FFF2-40B4-BE49-F238E27FC236}">
                  <a16:creationId xmlns:a16="http://schemas.microsoft.com/office/drawing/2014/main" id="{D175824D-5E19-48C7-840E-500B6423D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3886200"/>
              <a:ext cx="1447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64">
              <a:extLst>
                <a:ext uri="{FF2B5EF4-FFF2-40B4-BE49-F238E27FC236}">
                  <a16:creationId xmlns:a16="http://schemas.microsoft.com/office/drawing/2014/main" id="{E38A0F47-DC4C-4FEF-A7DC-341A4D59C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3886200"/>
              <a:ext cx="1066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65">
              <a:extLst>
                <a:ext uri="{FF2B5EF4-FFF2-40B4-BE49-F238E27FC236}">
                  <a16:creationId xmlns:a16="http://schemas.microsoft.com/office/drawing/2014/main" id="{2EF5B6BC-9A99-411E-9A6A-05025942E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3886200"/>
              <a:ext cx="20574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66">
              <a:extLst>
                <a:ext uri="{FF2B5EF4-FFF2-40B4-BE49-F238E27FC236}">
                  <a16:creationId xmlns:a16="http://schemas.microsoft.com/office/drawing/2014/main" id="{B8FB12F1-70BA-4E0A-80AD-706DB7884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581400"/>
              <a:ext cx="609600" cy="533400"/>
            </a:xfrm>
            <a:prstGeom prst="ellipse">
              <a:avLst/>
            </a:prstGeom>
            <a:solidFill>
              <a:srgbClr val="92D05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67">
              <a:extLst>
                <a:ext uri="{FF2B5EF4-FFF2-40B4-BE49-F238E27FC236}">
                  <a16:creationId xmlns:a16="http://schemas.microsoft.com/office/drawing/2014/main" id="{07AE51C3-0BD5-4819-BFBE-A370C43ED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581400"/>
              <a:ext cx="609600" cy="533400"/>
            </a:xfrm>
            <a:prstGeom prst="ellipse">
              <a:avLst/>
            </a:prstGeom>
            <a:solidFill>
              <a:srgbClr val="92D05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Text Box 68">
              <a:extLst>
                <a:ext uri="{FF2B5EF4-FFF2-40B4-BE49-F238E27FC236}">
                  <a16:creationId xmlns:a16="http://schemas.microsoft.com/office/drawing/2014/main" id="{24EA507C-06D5-4A2F-A856-D77977823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039894" y="3663126"/>
              <a:ext cx="102076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dirty="0">
                  <a:solidFill>
                    <a:srgbClr val="56127A"/>
                  </a:solidFill>
                  <a:latin typeface="Calibri"/>
                  <a:cs typeface="Calibri"/>
                </a:rPr>
                <a:t>Cause</a:t>
              </a:r>
            </a:p>
          </p:txBody>
        </p:sp>
        <p:sp>
          <p:nvSpPr>
            <p:cNvPr id="47" name="Text Box 69">
              <a:extLst>
                <a:ext uri="{FF2B5EF4-FFF2-40B4-BE49-F238E27FC236}">
                  <a16:creationId xmlns:a16="http://schemas.microsoft.com/office/drawing/2014/main" id="{CBB5F01F-9BE4-43A4-8189-6B0CBF6FF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261700" y="4472178"/>
              <a:ext cx="579155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dirty="0">
                  <a:solidFill>
                    <a:srgbClr val="56127A"/>
                  </a:solidFill>
                  <a:latin typeface="Calibri"/>
                  <a:cs typeface="Calibri"/>
                </a:rPr>
                <a:t>EPC</a:t>
              </a:r>
            </a:p>
          </p:txBody>
        </p:sp>
        <p:sp>
          <p:nvSpPr>
            <p:cNvPr id="48" name="Line 70">
              <a:extLst>
                <a:ext uri="{FF2B5EF4-FFF2-40B4-BE49-F238E27FC236}">
                  <a16:creationId xmlns:a16="http://schemas.microsoft.com/office/drawing/2014/main" id="{AA0F6DB2-A103-42C2-9989-E88C891F1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1447800"/>
              <a:ext cx="0" cy="411480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9" name="Oval 71">
              <a:extLst>
                <a:ext uri="{FF2B5EF4-FFF2-40B4-BE49-F238E27FC236}">
                  <a16:creationId xmlns:a16="http://schemas.microsoft.com/office/drawing/2014/main" id="{A4A2F93B-5E7B-4F3E-BC46-9D798607D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657600"/>
              <a:ext cx="609600" cy="533400"/>
            </a:xfrm>
            <a:prstGeom prst="ellipse">
              <a:avLst/>
            </a:prstGeom>
            <a:solidFill>
              <a:srgbClr val="92D05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72">
              <a:extLst>
                <a:ext uri="{FF2B5EF4-FFF2-40B4-BE49-F238E27FC236}">
                  <a16:creationId xmlns:a16="http://schemas.microsoft.com/office/drawing/2014/main" id="{DD1DF987-88F3-4627-A173-1CC2DBA8A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200" y="2362200"/>
              <a:ext cx="1752600" cy="2362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8"/>
                </a:cxn>
                <a:cxn ang="0">
                  <a:pos x="912" y="1008"/>
                </a:cxn>
              </a:cxnLst>
              <a:rect l="0" t="0" r="r" b="b"/>
              <a:pathLst>
                <a:path w="912" h="1008">
                  <a:moveTo>
                    <a:pt x="0" y="0"/>
                  </a:moveTo>
                  <a:lnTo>
                    <a:pt x="0" y="1008"/>
                  </a:lnTo>
                  <a:lnTo>
                    <a:pt x="912" y="100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1" name="Line 73">
              <a:extLst>
                <a:ext uri="{FF2B5EF4-FFF2-40B4-BE49-F238E27FC236}">
                  <a16:creationId xmlns:a16="http://schemas.microsoft.com/office/drawing/2014/main" id="{FDED93E9-095D-4A88-B53A-29D3C263F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4724400"/>
              <a:ext cx="1447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74">
              <a:extLst>
                <a:ext uri="{FF2B5EF4-FFF2-40B4-BE49-F238E27FC236}">
                  <a16:creationId xmlns:a16="http://schemas.microsoft.com/office/drawing/2014/main" id="{C85CB7E0-22E8-453F-94B7-48635BDED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4724400"/>
              <a:ext cx="1066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75">
              <a:extLst>
                <a:ext uri="{FF2B5EF4-FFF2-40B4-BE49-F238E27FC236}">
                  <a16:creationId xmlns:a16="http://schemas.microsoft.com/office/drawing/2014/main" id="{663A055A-EF37-4D79-A11C-96AAAD49D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4724400"/>
              <a:ext cx="2057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4" name="Group 76">
              <a:extLst>
                <a:ext uri="{FF2B5EF4-FFF2-40B4-BE49-F238E27FC236}">
                  <a16:creationId xmlns:a16="http://schemas.microsoft.com/office/drawing/2014/main" id="{AB71644B-741C-4964-9372-250768AF6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" y="2601913"/>
              <a:ext cx="8763000" cy="3454399"/>
              <a:chOff x="96" y="1639"/>
              <a:chExt cx="5520" cy="2176"/>
            </a:xfrm>
          </p:grpSpPr>
          <p:sp>
            <p:nvSpPr>
              <p:cNvPr id="56" name="Freeform 77">
                <a:extLst>
                  <a:ext uri="{FF2B5EF4-FFF2-40B4-BE49-F238E27FC236}">
                    <a16:creationId xmlns:a16="http://schemas.microsoft.com/office/drawing/2014/main" id="{64B1DDA9-65FE-4BD5-8B0F-86F9E910C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1639"/>
                <a:ext cx="4752" cy="1776"/>
              </a:xfrm>
              <a:custGeom>
                <a:avLst/>
                <a:gdLst/>
                <a:ahLst/>
                <a:cxnLst>
                  <a:cxn ang="0">
                    <a:pos x="4608" y="960"/>
                  </a:cxn>
                  <a:cxn ang="0">
                    <a:pos x="4752" y="1104"/>
                  </a:cxn>
                  <a:cxn ang="0">
                    <a:pos x="4752" y="1968"/>
                  </a:cxn>
                  <a:cxn ang="0">
                    <a:pos x="0" y="1968"/>
                  </a:cxn>
                  <a:cxn ang="0">
                    <a:pos x="0" y="0"/>
                  </a:cxn>
                </a:cxnLst>
                <a:rect l="0" t="0" r="r" b="b"/>
                <a:pathLst>
                  <a:path w="4752" h="1968">
                    <a:moveTo>
                      <a:pt x="4608" y="960"/>
                    </a:moveTo>
                    <a:lnTo>
                      <a:pt x="4752" y="1104"/>
                    </a:lnTo>
                    <a:lnTo>
                      <a:pt x="4752" y="1968"/>
                    </a:lnTo>
                    <a:lnTo>
                      <a:pt x="0" y="1968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" name="Line 78">
                <a:extLst>
                  <a:ext uri="{FF2B5EF4-FFF2-40B4-BE49-F238E27FC236}">
                    <a16:creationId xmlns:a16="http://schemas.microsoft.com/office/drawing/2014/main" id="{D6567829-C21D-4035-B244-138A52147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40" y="3072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" name="Text Box 79">
                <a:extLst>
                  <a:ext uri="{FF2B5EF4-FFF2-40B4-BE49-F238E27FC236}">
                    <a16:creationId xmlns:a16="http://schemas.microsoft.com/office/drawing/2014/main" id="{412F5ACB-020B-4F31-9EBF-D39DB30C01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3024"/>
                <a:ext cx="604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D Stage</a:t>
                </a:r>
              </a:p>
            </p:txBody>
          </p:sp>
          <p:sp>
            <p:nvSpPr>
              <p:cNvPr id="59" name="Line 80">
                <a:extLst>
                  <a:ext uri="{FF2B5EF4-FFF2-40B4-BE49-F238E27FC236}">
                    <a16:creationId xmlns:a16="http://schemas.microsoft.com/office/drawing/2014/main" id="{44183AF9-F40F-4258-AD19-F82871F74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36" y="3072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" name="Text Box 81">
                <a:extLst>
                  <a:ext uri="{FF2B5EF4-FFF2-40B4-BE49-F238E27FC236}">
                    <a16:creationId xmlns:a16="http://schemas.microsoft.com/office/drawing/2014/main" id="{D6FE39DB-C1B2-49BF-A655-CADBDF68D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3024"/>
                <a:ext cx="604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F Stage</a:t>
                </a:r>
              </a:p>
            </p:txBody>
          </p:sp>
          <p:sp>
            <p:nvSpPr>
              <p:cNvPr id="61" name="Line 82">
                <a:extLst>
                  <a:ext uri="{FF2B5EF4-FFF2-40B4-BE49-F238E27FC236}">
                    <a16:creationId xmlns:a16="http://schemas.microsoft.com/office/drawing/2014/main" id="{358DC6B6-546D-4587-8AF5-A472D3851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56" y="3072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" name="Text Box 83">
                <a:extLst>
                  <a:ext uri="{FF2B5EF4-FFF2-40B4-BE49-F238E27FC236}">
                    <a16:creationId xmlns:a16="http://schemas.microsoft.com/office/drawing/2014/main" id="{D130CD94-D04F-41FB-87D8-613E2615C1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0" y="3024"/>
                <a:ext cx="604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E Stage</a:t>
                </a:r>
              </a:p>
            </p:txBody>
          </p:sp>
          <p:sp>
            <p:nvSpPr>
              <p:cNvPr id="63" name="Text Box 84">
                <a:extLst>
                  <a:ext uri="{FF2B5EF4-FFF2-40B4-BE49-F238E27FC236}">
                    <a16:creationId xmlns:a16="http://schemas.microsoft.com/office/drawing/2014/main" id="{51D477AF-249A-494E-A714-E0DCEF95FA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880"/>
                <a:ext cx="700" cy="58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Select Handler PC</a:t>
                </a:r>
              </a:p>
            </p:txBody>
          </p:sp>
          <p:sp>
            <p:nvSpPr>
              <p:cNvPr id="64" name="Text Box 85">
                <a:extLst>
                  <a:ext uri="{FF2B5EF4-FFF2-40B4-BE49-F238E27FC236}">
                    <a16:creationId xmlns:a16="http://schemas.microsoft.com/office/drawing/2014/main" id="{AC9405D9-9B6A-40A9-B676-285D19C30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3408"/>
                <a:ext cx="720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</a:t>
                </a:r>
                <a:r>
                  <a:rPr lang="en-US" sz="1800" i="1" dirty="0" err="1">
                    <a:solidFill>
                      <a:schemeClr val="tx1"/>
                    </a:solidFill>
                    <a:latin typeface="Calibri"/>
                    <a:cs typeface="Calibri"/>
                  </a:rPr>
                  <a:t>Writeback</a:t>
                </a:r>
                <a:endParaRPr lang="en-US" sz="1800" i="1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65" name="Freeform 86">
                <a:extLst>
                  <a:ext uri="{FF2B5EF4-FFF2-40B4-BE49-F238E27FC236}">
                    <a16:creationId xmlns:a16="http://schemas.microsoft.com/office/drawing/2014/main" id="{D4961F66-BD29-4140-893A-3461AE8CF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3072"/>
                <a:ext cx="768" cy="336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768" y="336"/>
                  </a:cxn>
                  <a:cxn ang="0">
                    <a:pos x="768" y="0"/>
                  </a:cxn>
                </a:cxnLst>
                <a:rect l="0" t="0" r="r" b="b"/>
                <a:pathLst>
                  <a:path w="768" h="336">
                    <a:moveTo>
                      <a:pt x="0" y="336"/>
                    </a:moveTo>
                    <a:lnTo>
                      <a:pt x="768" y="336"/>
                    </a:lnTo>
                    <a:lnTo>
                      <a:pt x="768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5" name="Text Box 87">
              <a:extLst>
                <a:ext uri="{FF2B5EF4-FFF2-40B4-BE49-F238E27FC236}">
                  <a16:creationId xmlns:a16="http://schemas.microsoft.com/office/drawing/2014/main" id="{558C288B-24A2-43E6-9E40-2389CED1B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0669" y="1054672"/>
              <a:ext cx="1816131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i="1" dirty="0">
                  <a:solidFill>
                    <a:schemeClr val="tx1"/>
                  </a:solidFill>
                  <a:latin typeface="Calibri"/>
                  <a:cs typeface="Calibri"/>
                </a:rPr>
                <a:t>Commit Point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53362B3-975A-9372-9863-6822A5AF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04362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D311-82D7-44F1-A7DB-5C1FB157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E4202-D7CC-4FCB-B2B4-D3499A3B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51F790F-EAE9-4BBA-9BBE-0F96DD3BE7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122045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Calibri body"/>
              </a:rPr>
              <a:t>Hold exception flags in pipeline until commit point for instructions that will be killed </a:t>
            </a:r>
          </a:p>
          <a:p>
            <a:pPr lvl="1"/>
            <a:endParaRPr lang="en-US" sz="3600" dirty="0">
              <a:latin typeface="Calibri body"/>
            </a:endParaRPr>
          </a:p>
          <a:p>
            <a:r>
              <a:rPr lang="en-US" dirty="0">
                <a:latin typeface="Calibri body"/>
              </a:rPr>
              <a:t>Exceptions in earlier pipe stages override later exceptions </a:t>
            </a:r>
            <a:r>
              <a:rPr lang="en-US" i="1" dirty="0">
                <a:latin typeface="Calibri body"/>
              </a:rPr>
              <a:t>for a given instruction</a:t>
            </a:r>
          </a:p>
          <a:p>
            <a:pPr marL="457200" lvl="1" indent="0">
              <a:buNone/>
            </a:pPr>
            <a:endParaRPr lang="en-US" sz="3600" dirty="0">
              <a:latin typeface="Calibri body"/>
            </a:endParaRPr>
          </a:p>
          <a:p>
            <a:r>
              <a:rPr lang="en-US" dirty="0">
                <a:latin typeface="Calibri body"/>
              </a:rPr>
              <a:t>If exception at commit: update cause and EPC registers, kill all stages, inject handler PC into fetch stage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11B465C-9959-53A5-D866-B2C6613D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70784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48585</TotalTime>
  <Words>1112</Words>
  <Application>Microsoft Office PowerPoint</Application>
  <PresentationFormat>Widescreen</PresentationFormat>
  <Paragraphs>355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AUdimat</vt:lpstr>
      <vt:lpstr>Calibri</vt:lpstr>
      <vt:lpstr>Calibri body</vt:lpstr>
      <vt:lpstr>Calibri Light</vt:lpstr>
      <vt:lpstr>Comic Sans MS</vt:lpstr>
      <vt:lpstr>Courier</vt:lpstr>
      <vt:lpstr>Helvetica</vt:lpstr>
      <vt:lpstr>Marker Felt</vt:lpstr>
      <vt:lpstr>Tahoma</vt:lpstr>
      <vt:lpstr>Verdana</vt:lpstr>
      <vt:lpstr>Wingdings</vt:lpstr>
      <vt:lpstr>Office Theme</vt:lpstr>
      <vt:lpstr>CS683: Advanced Computer Architecture</vt:lpstr>
      <vt:lpstr>Vanilla 5-stage pipeline</vt:lpstr>
      <vt:lpstr>Data dependences (hazards)</vt:lpstr>
      <vt:lpstr>Data Hazards</vt:lpstr>
      <vt:lpstr>Data Hazards (Examples)</vt:lpstr>
      <vt:lpstr>Control Hazards: An Example</vt:lpstr>
      <vt:lpstr>What and Where? Control Hazard</vt:lpstr>
      <vt:lpstr>Branches: Taken/Not Taken and Target</vt:lpstr>
      <vt:lpstr>Branch Prediction: 10K Feet View</vt:lpstr>
      <vt:lpstr>Branch Predictor: A bit deeper</vt:lpstr>
      <vt:lpstr>Let’s see</vt:lpstr>
      <vt:lpstr>Let’s see</vt:lpstr>
      <vt:lpstr>Let’s see</vt:lpstr>
      <vt:lpstr>Two Level Branch Predictors </vt:lpstr>
      <vt:lpstr>BTB (Target Address Predictor)</vt:lpstr>
      <vt:lpstr>Exception handling and Pipelining</vt:lpstr>
      <vt:lpstr>Contd.</vt:lpstr>
      <vt:lpstr>Contd.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956</cp:revision>
  <dcterms:created xsi:type="dcterms:W3CDTF">2021-05-31T06:57:48Z</dcterms:created>
  <dcterms:modified xsi:type="dcterms:W3CDTF">2025-10-06T15:44:23Z</dcterms:modified>
</cp:coreProperties>
</file>