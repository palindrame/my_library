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256" r:id="rId2"/>
    <p:sldId id="7713" r:id="rId3"/>
    <p:sldId id="7925" r:id="rId4"/>
    <p:sldId id="773" r:id="rId5"/>
    <p:sldId id="775" r:id="rId6"/>
    <p:sldId id="7970" r:id="rId7"/>
    <p:sldId id="7965" r:id="rId8"/>
    <p:sldId id="7928" r:id="rId9"/>
    <p:sldId id="7929" r:id="rId10"/>
    <p:sldId id="7966" r:id="rId11"/>
    <p:sldId id="1345" r:id="rId12"/>
    <p:sldId id="1347" r:id="rId13"/>
    <p:sldId id="7930" r:id="rId14"/>
    <p:sldId id="269" r:id="rId15"/>
    <p:sldId id="793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45" autoAdjust="0"/>
    <p:restoredTop sz="94660"/>
  </p:normalViewPr>
  <p:slideViewPr>
    <p:cSldViewPr snapToGrid="0">
      <p:cViewPr>
        <p:scale>
          <a:sx n="63" d="100"/>
          <a:sy n="63" d="100"/>
        </p:scale>
        <p:origin x="91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sv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sv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E7B5D5-1283-4AFD-9995-B32C9720896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6C4ED48-384A-4228-8EC1-1DB819BEB66A}">
      <dgm:prSet/>
      <dgm:spPr/>
      <dgm:t>
        <a:bodyPr/>
        <a:lstStyle/>
        <a:p>
          <a:r>
            <a:rPr lang="en-US" dirty="0">
              <a:solidFill>
                <a:srgbClr val="C00000"/>
              </a:solidFill>
            </a:rPr>
            <a:t>Case 1: </a:t>
          </a:r>
          <a:r>
            <a:rPr lang="en-US" dirty="0"/>
            <a:t>Programmer wants to run 100 things</a:t>
          </a:r>
        </a:p>
      </dgm:t>
    </dgm:pt>
    <dgm:pt modelId="{2C533EFC-F8EA-4C5E-A5C5-06F02E5EE5DD}" type="parTrans" cxnId="{3D18146D-7EF5-4D12-B291-347934470425}">
      <dgm:prSet/>
      <dgm:spPr/>
      <dgm:t>
        <a:bodyPr/>
        <a:lstStyle/>
        <a:p>
          <a:endParaRPr lang="en-US"/>
        </a:p>
      </dgm:t>
    </dgm:pt>
    <dgm:pt modelId="{4BA4F68B-4E16-4855-A9BA-054965C4AF16}" type="sibTrans" cxnId="{3D18146D-7EF5-4D12-B291-347934470425}">
      <dgm:prSet/>
      <dgm:spPr/>
      <dgm:t>
        <a:bodyPr/>
        <a:lstStyle/>
        <a:p>
          <a:endParaRPr lang="en-US"/>
        </a:p>
      </dgm:t>
    </dgm:pt>
    <dgm:pt modelId="{5586241F-A531-421A-A074-6ABF160B7A09}">
      <dgm:prSet/>
      <dgm:spPr/>
      <dgm:t>
        <a:bodyPr/>
        <a:lstStyle/>
        <a:p>
          <a:r>
            <a:rPr lang="en-US"/>
            <a:t>CPU says I am alone </a:t>
          </a:r>
          <a:r>
            <a:rPr lang="en-US">
              <a:sym typeface="Wingdings" panose="05000000000000000000" pitchFamily="2" charset="2"/>
            </a:rPr>
            <a:t></a:t>
          </a:r>
          <a:r>
            <a:rPr lang="en-US"/>
            <a:t>  </a:t>
          </a:r>
        </a:p>
      </dgm:t>
    </dgm:pt>
    <dgm:pt modelId="{3FE88558-55EA-4CD6-8CEB-90B86D09291F}" type="parTrans" cxnId="{4AFF572B-C7B5-40FE-9269-8F396E1D06B9}">
      <dgm:prSet/>
      <dgm:spPr/>
      <dgm:t>
        <a:bodyPr/>
        <a:lstStyle/>
        <a:p>
          <a:endParaRPr lang="en-US"/>
        </a:p>
      </dgm:t>
    </dgm:pt>
    <dgm:pt modelId="{7520418B-F050-4AA2-936F-3F5C14132252}" type="sibTrans" cxnId="{4AFF572B-C7B5-40FE-9269-8F396E1D06B9}">
      <dgm:prSet/>
      <dgm:spPr/>
      <dgm:t>
        <a:bodyPr/>
        <a:lstStyle/>
        <a:p>
          <a:endParaRPr lang="en-US"/>
        </a:p>
      </dgm:t>
    </dgm:pt>
    <dgm:pt modelId="{D978A1FD-1D71-4B6D-B544-F4B08E74FF62}">
      <dgm:prSet/>
      <dgm:spPr/>
      <dgm:t>
        <a:bodyPr/>
        <a:lstStyle/>
        <a:p>
          <a:r>
            <a:rPr lang="en-US"/>
            <a:t>OS says I can create an illusion of multiple CPUs </a:t>
          </a:r>
          <a:r>
            <a:rPr lang="en-US">
              <a:sym typeface="Wingdings" panose="05000000000000000000" pitchFamily="2" charset="2"/>
            </a:rPr>
            <a:t></a:t>
          </a:r>
          <a:r>
            <a:rPr lang="en-US"/>
            <a:t> </a:t>
          </a:r>
        </a:p>
      </dgm:t>
    </dgm:pt>
    <dgm:pt modelId="{29A6EEB5-1E25-4256-B4E3-B6C35153788E}" type="parTrans" cxnId="{50646D0C-E0C4-414F-9420-D1C4091774A5}">
      <dgm:prSet/>
      <dgm:spPr/>
      <dgm:t>
        <a:bodyPr/>
        <a:lstStyle/>
        <a:p>
          <a:endParaRPr lang="en-US"/>
        </a:p>
      </dgm:t>
    </dgm:pt>
    <dgm:pt modelId="{4885CA91-668C-4725-9FF0-50F37F9063EB}" type="sibTrans" cxnId="{50646D0C-E0C4-414F-9420-D1C4091774A5}">
      <dgm:prSet/>
      <dgm:spPr/>
      <dgm:t>
        <a:bodyPr/>
        <a:lstStyle/>
        <a:p>
          <a:endParaRPr lang="en-US"/>
        </a:p>
      </dgm:t>
    </dgm:pt>
    <dgm:pt modelId="{CFDA51F4-DC9A-48CF-AFBE-4BCB0F872CC4}">
      <dgm:prSet/>
      <dgm:spPr/>
      <dgm:t>
        <a:bodyPr/>
        <a:lstStyle/>
        <a:p>
          <a:r>
            <a:rPr lang="en-US" dirty="0">
              <a:solidFill>
                <a:srgbClr val="C00000"/>
              </a:solidFill>
            </a:rPr>
            <a:t>Case 2: </a:t>
          </a:r>
          <a:r>
            <a:rPr lang="en-US" dirty="0"/>
            <a:t>Programmer wants 100s of GBs of data </a:t>
          </a:r>
        </a:p>
      </dgm:t>
    </dgm:pt>
    <dgm:pt modelId="{5B47DEB8-3FA0-4C70-A99A-43FF4F995DCE}" type="parTrans" cxnId="{AB0F4AD3-C600-48E6-B7BD-8A60CD0D0B4E}">
      <dgm:prSet/>
      <dgm:spPr/>
      <dgm:t>
        <a:bodyPr/>
        <a:lstStyle/>
        <a:p>
          <a:endParaRPr lang="en-US"/>
        </a:p>
      </dgm:t>
    </dgm:pt>
    <dgm:pt modelId="{5984603E-EBE8-4984-90F4-CB6D3DC43754}" type="sibTrans" cxnId="{AB0F4AD3-C600-48E6-B7BD-8A60CD0D0B4E}">
      <dgm:prSet/>
      <dgm:spPr/>
      <dgm:t>
        <a:bodyPr/>
        <a:lstStyle/>
        <a:p>
          <a:endParaRPr lang="en-US"/>
        </a:p>
      </dgm:t>
    </dgm:pt>
    <dgm:pt modelId="{23DC1BB7-82CC-4A65-A8BB-11697FDECDF5}">
      <dgm:prSet/>
      <dgm:spPr/>
      <dgm:t>
        <a:bodyPr/>
        <a:lstStyle/>
        <a:p>
          <a:r>
            <a:rPr lang="en-US"/>
            <a:t>Memory says I am just 10 GB </a:t>
          </a:r>
          <a:r>
            <a:rPr lang="en-US">
              <a:sym typeface="Wingdings" panose="05000000000000000000" pitchFamily="2" charset="2"/>
            </a:rPr>
            <a:t></a:t>
          </a:r>
          <a:r>
            <a:rPr lang="en-US"/>
            <a:t> </a:t>
          </a:r>
        </a:p>
      </dgm:t>
    </dgm:pt>
    <dgm:pt modelId="{8AD01692-5A40-4079-A16D-E7F5B2B1ACB9}" type="parTrans" cxnId="{EC6444B0-AE59-48A4-9084-1C99900FCF06}">
      <dgm:prSet/>
      <dgm:spPr/>
      <dgm:t>
        <a:bodyPr/>
        <a:lstStyle/>
        <a:p>
          <a:endParaRPr lang="en-US"/>
        </a:p>
      </dgm:t>
    </dgm:pt>
    <dgm:pt modelId="{A749EA76-E978-467B-A1CF-04E95BA8F743}" type="sibTrans" cxnId="{EC6444B0-AE59-48A4-9084-1C99900FCF06}">
      <dgm:prSet/>
      <dgm:spPr/>
      <dgm:t>
        <a:bodyPr/>
        <a:lstStyle/>
        <a:p>
          <a:endParaRPr lang="en-US"/>
        </a:p>
      </dgm:t>
    </dgm:pt>
    <dgm:pt modelId="{3FCB3E38-9DD0-41D7-A10B-8392A1BFECF0}">
      <dgm:prSet/>
      <dgm:spPr/>
      <dgm:t>
        <a:bodyPr/>
        <a:lstStyle/>
        <a:p>
          <a:r>
            <a:rPr lang="en-US"/>
            <a:t>OS says, never mind, I can create an illusion of TBs </a:t>
          </a:r>
          <a:r>
            <a:rPr lang="en-US">
              <a:sym typeface="Wingdings" panose="05000000000000000000" pitchFamily="2" charset="2"/>
            </a:rPr>
            <a:t></a:t>
          </a:r>
          <a:r>
            <a:rPr lang="en-US"/>
            <a:t> </a:t>
          </a:r>
        </a:p>
      </dgm:t>
    </dgm:pt>
    <dgm:pt modelId="{D27138CE-4B74-4BD3-BCD7-315D852FC464}" type="parTrans" cxnId="{6804DB09-FA58-4CE0-9130-2FEC2F564C49}">
      <dgm:prSet/>
      <dgm:spPr/>
      <dgm:t>
        <a:bodyPr/>
        <a:lstStyle/>
        <a:p>
          <a:endParaRPr lang="en-US"/>
        </a:p>
      </dgm:t>
    </dgm:pt>
    <dgm:pt modelId="{43A833C0-C186-428E-81AF-69AF76B81B14}" type="sibTrans" cxnId="{6804DB09-FA58-4CE0-9130-2FEC2F564C49}">
      <dgm:prSet/>
      <dgm:spPr/>
      <dgm:t>
        <a:bodyPr/>
        <a:lstStyle/>
        <a:p>
          <a:endParaRPr lang="en-US"/>
        </a:p>
      </dgm:t>
    </dgm:pt>
    <dgm:pt modelId="{0395F0B6-88FE-43C0-9215-44DF8E7F7DD2}" type="pres">
      <dgm:prSet presAssocID="{96E7B5D5-1283-4AFD-9995-B32C97208969}" presName="vert0" presStyleCnt="0">
        <dgm:presLayoutVars>
          <dgm:dir/>
          <dgm:animOne val="branch"/>
          <dgm:animLvl val="lvl"/>
        </dgm:presLayoutVars>
      </dgm:prSet>
      <dgm:spPr/>
    </dgm:pt>
    <dgm:pt modelId="{B3D1EEB2-20D2-40AC-B67C-1437F0687F35}" type="pres">
      <dgm:prSet presAssocID="{06C4ED48-384A-4228-8EC1-1DB819BEB66A}" presName="thickLine" presStyleLbl="alignNode1" presStyleIdx="0" presStyleCnt="6"/>
      <dgm:spPr/>
    </dgm:pt>
    <dgm:pt modelId="{3144B113-6273-4F8E-85EB-9A200E90BE55}" type="pres">
      <dgm:prSet presAssocID="{06C4ED48-384A-4228-8EC1-1DB819BEB66A}" presName="horz1" presStyleCnt="0"/>
      <dgm:spPr/>
    </dgm:pt>
    <dgm:pt modelId="{C399B1D0-43FA-4CA5-BF3D-40EDB4435EB3}" type="pres">
      <dgm:prSet presAssocID="{06C4ED48-384A-4228-8EC1-1DB819BEB66A}" presName="tx1" presStyleLbl="revTx" presStyleIdx="0" presStyleCnt="6"/>
      <dgm:spPr/>
    </dgm:pt>
    <dgm:pt modelId="{0D587F43-AD70-4A54-80DD-1602D5D5E45A}" type="pres">
      <dgm:prSet presAssocID="{06C4ED48-384A-4228-8EC1-1DB819BEB66A}" presName="vert1" presStyleCnt="0"/>
      <dgm:spPr/>
    </dgm:pt>
    <dgm:pt modelId="{A5F68553-634F-47B5-9B5D-F76E915AAEFE}" type="pres">
      <dgm:prSet presAssocID="{5586241F-A531-421A-A074-6ABF160B7A09}" presName="thickLine" presStyleLbl="alignNode1" presStyleIdx="1" presStyleCnt="6"/>
      <dgm:spPr/>
    </dgm:pt>
    <dgm:pt modelId="{C3914B93-4562-4B67-B6A4-5A1D6B53818D}" type="pres">
      <dgm:prSet presAssocID="{5586241F-A531-421A-A074-6ABF160B7A09}" presName="horz1" presStyleCnt="0"/>
      <dgm:spPr/>
    </dgm:pt>
    <dgm:pt modelId="{EBB361A0-125F-440C-BC51-9464FCEFBEF4}" type="pres">
      <dgm:prSet presAssocID="{5586241F-A531-421A-A074-6ABF160B7A09}" presName="tx1" presStyleLbl="revTx" presStyleIdx="1" presStyleCnt="6"/>
      <dgm:spPr/>
    </dgm:pt>
    <dgm:pt modelId="{437CBD81-02C4-4965-99D8-670955FF927B}" type="pres">
      <dgm:prSet presAssocID="{5586241F-A531-421A-A074-6ABF160B7A09}" presName="vert1" presStyleCnt="0"/>
      <dgm:spPr/>
    </dgm:pt>
    <dgm:pt modelId="{265C2928-270F-432D-8ABB-C6D57363A4AC}" type="pres">
      <dgm:prSet presAssocID="{D978A1FD-1D71-4B6D-B544-F4B08E74FF62}" presName="thickLine" presStyleLbl="alignNode1" presStyleIdx="2" presStyleCnt="6"/>
      <dgm:spPr/>
    </dgm:pt>
    <dgm:pt modelId="{DC8166B3-8956-4929-8AD3-2B999D9449FA}" type="pres">
      <dgm:prSet presAssocID="{D978A1FD-1D71-4B6D-B544-F4B08E74FF62}" presName="horz1" presStyleCnt="0"/>
      <dgm:spPr/>
    </dgm:pt>
    <dgm:pt modelId="{A94FEDD5-2ABB-4064-ACD0-DDBACF3AA378}" type="pres">
      <dgm:prSet presAssocID="{D978A1FD-1D71-4B6D-B544-F4B08E74FF62}" presName="tx1" presStyleLbl="revTx" presStyleIdx="2" presStyleCnt="6"/>
      <dgm:spPr/>
    </dgm:pt>
    <dgm:pt modelId="{BD5E32FD-37D1-4B76-B20A-56485895F725}" type="pres">
      <dgm:prSet presAssocID="{D978A1FD-1D71-4B6D-B544-F4B08E74FF62}" presName="vert1" presStyleCnt="0"/>
      <dgm:spPr/>
    </dgm:pt>
    <dgm:pt modelId="{802B23BF-79C6-45BB-AE64-97A3B1E27F5F}" type="pres">
      <dgm:prSet presAssocID="{CFDA51F4-DC9A-48CF-AFBE-4BCB0F872CC4}" presName="thickLine" presStyleLbl="alignNode1" presStyleIdx="3" presStyleCnt="6"/>
      <dgm:spPr/>
    </dgm:pt>
    <dgm:pt modelId="{CF841878-29F6-44F5-B7AC-C3FE3885FF95}" type="pres">
      <dgm:prSet presAssocID="{CFDA51F4-DC9A-48CF-AFBE-4BCB0F872CC4}" presName="horz1" presStyleCnt="0"/>
      <dgm:spPr/>
    </dgm:pt>
    <dgm:pt modelId="{8561DB3F-14E8-48A6-ADDF-BD75FE7815AC}" type="pres">
      <dgm:prSet presAssocID="{CFDA51F4-DC9A-48CF-AFBE-4BCB0F872CC4}" presName="tx1" presStyleLbl="revTx" presStyleIdx="3" presStyleCnt="6"/>
      <dgm:spPr/>
    </dgm:pt>
    <dgm:pt modelId="{BB3E3EF2-911C-4A9B-8348-9B4D45FFCFC1}" type="pres">
      <dgm:prSet presAssocID="{CFDA51F4-DC9A-48CF-AFBE-4BCB0F872CC4}" presName="vert1" presStyleCnt="0"/>
      <dgm:spPr/>
    </dgm:pt>
    <dgm:pt modelId="{5C6FE33B-742C-4EA9-804F-4ACA2F65375F}" type="pres">
      <dgm:prSet presAssocID="{23DC1BB7-82CC-4A65-A8BB-11697FDECDF5}" presName="thickLine" presStyleLbl="alignNode1" presStyleIdx="4" presStyleCnt="6"/>
      <dgm:spPr/>
    </dgm:pt>
    <dgm:pt modelId="{2A6DC588-95DD-4F7F-984A-3EC173C745C1}" type="pres">
      <dgm:prSet presAssocID="{23DC1BB7-82CC-4A65-A8BB-11697FDECDF5}" presName="horz1" presStyleCnt="0"/>
      <dgm:spPr/>
    </dgm:pt>
    <dgm:pt modelId="{FB915B95-846C-49B8-89AA-6E77C4D25EA8}" type="pres">
      <dgm:prSet presAssocID="{23DC1BB7-82CC-4A65-A8BB-11697FDECDF5}" presName="tx1" presStyleLbl="revTx" presStyleIdx="4" presStyleCnt="6"/>
      <dgm:spPr/>
    </dgm:pt>
    <dgm:pt modelId="{49D9737F-EEAB-4369-A59A-4E68C4E58061}" type="pres">
      <dgm:prSet presAssocID="{23DC1BB7-82CC-4A65-A8BB-11697FDECDF5}" presName="vert1" presStyleCnt="0"/>
      <dgm:spPr/>
    </dgm:pt>
    <dgm:pt modelId="{7C0FFF8D-F81D-4DD2-96AF-595D8D1908E0}" type="pres">
      <dgm:prSet presAssocID="{3FCB3E38-9DD0-41D7-A10B-8392A1BFECF0}" presName="thickLine" presStyleLbl="alignNode1" presStyleIdx="5" presStyleCnt="6"/>
      <dgm:spPr/>
    </dgm:pt>
    <dgm:pt modelId="{4F3DD06C-CF26-457F-AA10-FD3D87B7415D}" type="pres">
      <dgm:prSet presAssocID="{3FCB3E38-9DD0-41D7-A10B-8392A1BFECF0}" presName="horz1" presStyleCnt="0"/>
      <dgm:spPr/>
    </dgm:pt>
    <dgm:pt modelId="{E9F60D45-CF32-4A04-9D89-D1FB59CF6316}" type="pres">
      <dgm:prSet presAssocID="{3FCB3E38-9DD0-41D7-A10B-8392A1BFECF0}" presName="tx1" presStyleLbl="revTx" presStyleIdx="5" presStyleCnt="6"/>
      <dgm:spPr/>
    </dgm:pt>
    <dgm:pt modelId="{F564A07D-65C6-4366-8C97-4A467C482518}" type="pres">
      <dgm:prSet presAssocID="{3FCB3E38-9DD0-41D7-A10B-8392A1BFECF0}" presName="vert1" presStyleCnt="0"/>
      <dgm:spPr/>
    </dgm:pt>
  </dgm:ptLst>
  <dgm:cxnLst>
    <dgm:cxn modelId="{6804DB09-FA58-4CE0-9130-2FEC2F564C49}" srcId="{96E7B5D5-1283-4AFD-9995-B32C97208969}" destId="{3FCB3E38-9DD0-41D7-A10B-8392A1BFECF0}" srcOrd="5" destOrd="0" parTransId="{D27138CE-4B74-4BD3-BCD7-315D852FC464}" sibTransId="{43A833C0-C186-428E-81AF-69AF76B81B14}"/>
    <dgm:cxn modelId="{50646D0C-E0C4-414F-9420-D1C4091774A5}" srcId="{96E7B5D5-1283-4AFD-9995-B32C97208969}" destId="{D978A1FD-1D71-4B6D-B544-F4B08E74FF62}" srcOrd="2" destOrd="0" parTransId="{29A6EEB5-1E25-4256-B4E3-B6C35153788E}" sibTransId="{4885CA91-668C-4725-9FF0-50F37F9063EB}"/>
    <dgm:cxn modelId="{4AFF572B-C7B5-40FE-9269-8F396E1D06B9}" srcId="{96E7B5D5-1283-4AFD-9995-B32C97208969}" destId="{5586241F-A531-421A-A074-6ABF160B7A09}" srcOrd="1" destOrd="0" parTransId="{3FE88558-55EA-4CD6-8CEB-90B86D09291F}" sibTransId="{7520418B-F050-4AA2-936F-3F5C14132252}"/>
    <dgm:cxn modelId="{9C33BB2F-3CE6-4D2A-8669-2DBE6413C7E4}" type="presOf" srcId="{23DC1BB7-82CC-4A65-A8BB-11697FDECDF5}" destId="{FB915B95-846C-49B8-89AA-6E77C4D25EA8}" srcOrd="0" destOrd="0" presId="urn:microsoft.com/office/officeart/2008/layout/LinedList"/>
    <dgm:cxn modelId="{3D18146D-7EF5-4D12-B291-347934470425}" srcId="{96E7B5D5-1283-4AFD-9995-B32C97208969}" destId="{06C4ED48-384A-4228-8EC1-1DB819BEB66A}" srcOrd="0" destOrd="0" parTransId="{2C533EFC-F8EA-4C5E-A5C5-06F02E5EE5DD}" sibTransId="{4BA4F68B-4E16-4855-A9BA-054965C4AF16}"/>
    <dgm:cxn modelId="{285B3E6D-840A-401A-AB54-9DEE5457742A}" type="presOf" srcId="{CFDA51F4-DC9A-48CF-AFBE-4BCB0F872CC4}" destId="{8561DB3F-14E8-48A6-ADDF-BD75FE7815AC}" srcOrd="0" destOrd="0" presId="urn:microsoft.com/office/officeart/2008/layout/LinedList"/>
    <dgm:cxn modelId="{4953B779-5A85-448A-8858-859518D61307}" type="presOf" srcId="{3FCB3E38-9DD0-41D7-A10B-8392A1BFECF0}" destId="{E9F60D45-CF32-4A04-9D89-D1FB59CF6316}" srcOrd="0" destOrd="0" presId="urn:microsoft.com/office/officeart/2008/layout/LinedList"/>
    <dgm:cxn modelId="{2B3540AC-4634-49F2-B5F4-66F63FE1E053}" type="presOf" srcId="{D978A1FD-1D71-4B6D-B544-F4B08E74FF62}" destId="{A94FEDD5-2ABB-4064-ACD0-DDBACF3AA378}" srcOrd="0" destOrd="0" presId="urn:microsoft.com/office/officeart/2008/layout/LinedList"/>
    <dgm:cxn modelId="{EC6444B0-AE59-48A4-9084-1C99900FCF06}" srcId="{96E7B5D5-1283-4AFD-9995-B32C97208969}" destId="{23DC1BB7-82CC-4A65-A8BB-11697FDECDF5}" srcOrd="4" destOrd="0" parTransId="{8AD01692-5A40-4079-A16D-E7F5B2B1ACB9}" sibTransId="{A749EA76-E978-467B-A1CF-04E95BA8F743}"/>
    <dgm:cxn modelId="{AB0F4AD3-C600-48E6-B7BD-8A60CD0D0B4E}" srcId="{96E7B5D5-1283-4AFD-9995-B32C97208969}" destId="{CFDA51F4-DC9A-48CF-AFBE-4BCB0F872CC4}" srcOrd="3" destOrd="0" parTransId="{5B47DEB8-3FA0-4C70-A99A-43FF4F995DCE}" sibTransId="{5984603E-EBE8-4984-90F4-CB6D3DC43754}"/>
    <dgm:cxn modelId="{636190D3-BAA5-4D6E-B274-052140318D5E}" type="presOf" srcId="{96E7B5D5-1283-4AFD-9995-B32C97208969}" destId="{0395F0B6-88FE-43C0-9215-44DF8E7F7DD2}" srcOrd="0" destOrd="0" presId="urn:microsoft.com/office/officeart/2008/layout/LinedList"/>
    <dgm:cxn modelId="{C2F0A9EC-38B5-4942-8FE3-9737B5B27FE4}" type="presOf" srcId="{5586241F-A531-421A-A074-6ABF160B7A09}" destId="{EBB361A0-125F-440C-BC51-9464FCEFBEF4}" srcOrd="0" destOrd="0" presId="urn:microsoft.com/office/officeart/2008/layout/LinedList"/>
    <dgm:cxn modelId="{BA3964FD-185B-459E-9B7E-6D706060188D}" type="presOf" srcId="{06C4ED48-384A-4228-8EC1-1DB819BEB66A}" destId="{C399B1D0-43FA-4CA5-BF3D-40EDB4435EB3}" srcOrd="0" destOrd="0" presId="urn:microsoft.com/office/officeart/2008/layout/LinedList"/>
    <dgm:cxn modelId="{739F0F6C-9F2A-4B0E-9390-774FFD5D112D}" type="presParOf" srcId="{0395F0B6-88FE-43C0-9215-44DF8E7F7DD2}" destId="{B3D1EEB2-20D2-40AC-B67C-1437F0687F35}" srcOrd="0" destOrd="0" presId="urn:microsoft.com/office/officeart/2008/layout/LinedList"/>
    <dgm:cxn modelId="{70F9C001-206D-49E0-A5C9-0B8EC4C1A898}" type="presParOf" srcId="{0395F0B6-88FE-43C0-9215-44DF8E7F7DD2}" destId="{3144B113-6273-4F8E-85EB-9A200E90BE55}" srcOrd="1" destOrd="0" presId="urn:microsoft.com/office/officeart/2008/layout/LinedList"/>
    <dgm:cxn modelId="{82B68362-1A3C-4BD4-8E2A-CADD3FC61E19}" type="presParOf" srcId="{3144B113-6273-4F8E-85EB-9A200E90BE55}" destId="{C399B1D0-43FA-4CA5-BF3D-40EDB4435EB3}" srcOrd="0" destOrd="0" presId="urn:microsoft.com/office/officeart/2008/layout/LinedList"/>
    <dgm:cxn modelId="{B7482396-8FFB-40C7-A4B6-D74ECB37AE9E}" type="presParOf" srcId="{3144B113-6273-4F8E-85EB-9A200E90BE55}" destId="{0D587F43-AD70-4A54-80DD-1602D5D5E45A}" srcOrd="1" destOrd="0" presId="urn:microsoft.com/office/officeart/2008/layout/LinedList"/>
    <dgm:cxn modelId="{2CB70475-578E-4A4E-AA4B-D0669F863927}" type="presParOf" srcId="{0395F0B6-88FE-43C0-9215-44DF8E7F7DD2}" destId="{A5F68553-634F-47B5-9B5D-F76E915AAEFE}" srcOrd="2" destOrd="0" presId="urn:microsoft.com/office/officeart/2008/layout/LinedList"/>
    <dgm:cxn modelId="{504C2048-8440-424F-B835-E8FEA7BF459B}" type="presParOf" srcId="{0395F0B6-88FE-43C0-9215-44DF8E7F7DD2}" destId="{C3914B93-4562-4B67-B6A4-5A1D6B53818D}" srcOrd="3" destOrd="0" presId="urn:microsoft.com/office/officeart/2008/layout/LinedList"/>
    <dgm:cxn modelId="{C9AC1983-F668-4C39-B691-185F0C4995BA}" type="presParOf" srcId="{C3914B93-4562-4B67-B6A4-5A1D6B53818D}" destId="{EBB361A0-125F-440C-BC51-9464FCEFBEF4}" srcOrd="0" destOrd="0" presId="urn:microsoft.com/office/officeart/2008/layout/LinedList"/>
    <dgm:cxn modelId="{3BF6D97F-84CD-4BBB-9D09-57362DC3722A}" type="presParOf" srcId="{C3914B93-4562-4B67-B6A4-5A1D6B53818D}" destId="{437CBD81-02C4-4965-99D8-670955FF927B}" srcOrd="1" destOrd="0" presId="urn:microsoft.com/office/officeart/2008/layout/LinedList"/>
    <dgm:cxn modelId="{24926E8A-A328-4309-BC08-7FA51C189F8E}" type="presParOf" srcId="{0395F0B6-88FE-43C0-9215-44DF8E7F7DD2}" destId="{265C2928-270F-432D-8ABB-C6D57363A4AC}" srcOrd="4" destOrd="0" presId="urn:microsoft.com/office/officeart/2008/layout/LinedList"/>
    <dgm:cxn modelId="{EF94223A-A668-4CB6-BCF0-715E091BBF65}" type="presParOf" srcId="{0395F0B6-88FE-43C0-9215-44DF8E7F7DD2}" destId="{DC8166B3-8956-4929-8AD3-2B999D9449FA}" srcOrd="5" destOrd="0" presId="urn:microsoft.com/office/officeart/2008/layout/LinedList"/>
    <dgm:cxn modelId="{7FA082AA-A893-4611-855F-7FA35E8700F7}" type="presParOf" srcId="{DC8166B3-8956-4929-8AD3-2B999D9449FA}" destId="{A94FEDD5-2ABB-4064-ACD0-DDBACF3AA378}" srcOrd="0" destOrd="0" presId="urn:microsoft.com/office/officeart/2008/layout/LinedList"/>
    <dgm:cxn modelId="{7FD873B5-DFE8-42D1-AC12-55EBFA3DC5F3}" type="presParOf" srcId="{DC8166B3-8956-4929-8AD3-2B999D9449FA}" destId="{BD5E32FD-37D1-4B76-B20A-56485895F725}" srcOrd="1" destOrd="0" presId="urn:microsoft.com/office/officeart/2008/layout/LinedList"/>
    <dgm:cxn modelId="{01DCD116-1230-4511-BED4-73A751195FBA}" type="presParOf" srcId="{0395F0B6-88FE-43C0-9215-44DF8E7F7DD2}" destId="{802B23BF-79C6-45BB-AE64-97A3B1E27F5F}" srcOrd="6" destOrd="0" presId="urn:microsoft.com/office/officeart/2008/layout/LinedList"/>
    <dgm:cxn modelId="{D93AEF1F-D699-45E5-8926-1CAE9E417E2A}" type="presParOf" srcId="{0395F0B6-88FE-43C0-9215-44DF8E7F7DD2}" destId="{CF841878-29F6-44F5-B7AC-C3FE3885FF95}" srcOrd="7" destOrd="0" presId="urn:microsoft.com/office/officeart/2008/layout/LinedList"/>
    <dgm:cxn modelId="{64F198B1-D33C-48DD-BA05-F0208ECC9595}" type="presParOf" srcId="{CF841878-29F6-44F5-B7AC-C3FE3885FF95}" destId="{8561DB3F-14E8-48A6-ADDF-BD75FE7815AC}" srcOrd="0" destOrd="0" presId="urn:microsoft.com/office/officeart/2008/layout/LinedList"/>
    <dgm:cxn modelId="{C9FE06A1-967D-472E-9165-282171C3D740}" type="presParOf" srcId="{CF841878-29F6-44F5-B7AC-C3FE3885FF95}" destId="{BB3E3EF2-911C-4A9B-8348-9B4D45FFCFC1}" srcOrd="1" destOrd="0" presId="urn:microsoft.com/office/officeart/2008/layout/LinedList"/>
    <dgm:cxn modelId="{F105727A-84AF-4822-BBB3-EFB4B156B7B5}" type="presParOf" srcId="{0395F0B6-88FE-43C0-9215-44DF8E7F7DD2}" destId="{5C6FE33B-742C-4EA9-804F-4ACA2F65375F}" srcOrd="8" destOrd="0" presId="urn:microsoft.com/office/officeart/2008/layout/LinedList"/>
    <dgm:cxn modelId="{F2AF6131-82D1-46BC-8237-14912FF6A86F}" type="presParOf" srcId="{0395F0B6-88FE-43C0-9215-44DF8E7F7DD2}" destId="{2A6DC588-95DD-4F7F-984A-3EC173C745C1}" srcOrd="9" destOrd="0" presId="urn:microsoft.com/office/officeart/2008/layout/LinedList"/>
    <dgm:cxn modelId="{DD94DAFA-1E61-4480-B4D3-588CCF475043}" type="presParOf" srcId="{2A6DC588-95DD-4F7F-984A-3EC173C745C1}" destId="{FB915B95-846C-49B8-89AA-6E77C4D25EA8}" srcOrd="0" destOrd="0" presId="urn:microsoft.com/office/officeart/2008/layout/LinedList"/>
    <dgm:cxn modelId="{14FB8E98-1ADA-4EB9-82E0-F48D7063C768}" type="presParOf" srcId="{2A6DC588-95DD-4F7F-984A-3EC173C745C1}" destId="{49D9737F-EEAB-4369-A59A-4E68C4E58061}" srcOrd="1" destOrd="0" presId="urn:microsoft.com/office/officeart/2008/layout/LinedList"/>
    <dgm:cxn modelId="{F54A2475-C2BA-427E-BDA2-69D15839414F}" type="presParOf" srcId="{0395F0B6-88FE-43C0-9215-44DF8E7F7DD2}" destId="{7C0FFF8D-F81D-4DD2-96AF-595D8D1908E0}" srcOrd="10" destOrd="0" presId="urn:microsoft.com/office/officeart/2008/layout/LinedList"/>
    <dgm:cxn modelId="{9DD321E4-12DD-4167-9053-C5078AFDEB2E}" type="presParOf" srcId="{0395F0B6-88FE-43C0-9215-44DF8E7F7DD2}" destId="{4F3DD06C-CF26-457F-AA10-FD3D87B7415D}" srcOrd="11" destOrd="0" presId="urn:microsoft.com/office/officeart/2008/layout/LinedList"/>
    <dgm:cxn modelId="{84ED1819-5C1E-4DC0-8A58-9754E6301192}" type="presParOf" srcId="{4F3DD06C-CF26-457F-AA10-FD3D87B7415D}" destId="{E9F60D45-CF32-4A04-9D89-D1FB59CF6316}" srcOrd="0" destOrd="0" presId="urn:microsoft.com/office/officeart/2008/layout/LinedList"/>
    <dgm:cxn modelId="{D01793AB-F1B2-4601-9D9D-E2F5AB5E2E1E}" type="presParOf" srcId="{4F3DD06C-CF26-457F-AA10-FD3D87B7415D}" destId="{F564A07D-65C6-4366-8C97-4A467C48251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E7B5D5-1283-4AFD-9995-B32C9720896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6C4ED48-384A-4228-8EC1-1DB819BEB66A}">
      <dgm:prSet/>
      <dgm:spPr/>
      <dgm:t>
        <a:bodyPr/>
        <a:lstStyle/>
        <a:p>
          <a:r>
            <a:rPr lang="en-US" dirty="0">
              <a:solidFill>
                <a:srgbClr val="C00000"/>
              </a:solidFill>
            </a:rPr>
            <a:t>Case 3: </a:t>
          </a:r>
          <a:r>
            <a:rPr lang="en-US" dirty="0"/>
            <a:t>Programmer wants protection/security of data</a:t>
          </a:r>
        </a:p>
      </dgm:t>
    </dgm:pt>
    <dgm:pt modelId="{2C533EFC-F8EA-4C5E-A5C5-06F02E5EE5DD}" type="parTrans" cxnId="{3D18146D-7EF5-4D12-B291-347934470425}">
      <dgm:prSet/>
      <dgm:spPr/>
      <dgm:t>
        <a:bodyPr/>
        <a:lstStyle/>
        <a:p>
          <a:endParaRPr lang="en-US"/>
        </a:p>
      </dgm:t>
    </dgm:pt>
    <dgm:pt modelId="{4BA4F68B-4E16-4855-A9BA-054965C4AF16}" type="sibTrans" cxnId="{3D18146D-7EF5-4D12-B291-347934470425}">
      <dgm:prSet/>
      <dgm:spPr/>
      <dgm:t>
        <a:bodyPr/>
        <a:lstStyle/>
        <a:p>
          <a:endParaRPr lang="en-US"/>
        </a:p>
      </dgm:t>
    </dgm:pt>
    <dgm:pt modelId="{5586241F-A531-421A-A074-6ABF160B7A09}">
      <dgm:prSet/>
      <dgm:spPr/>
      <dgm:t>
        <a:bodyPr/>
        <a:lstStyle/>
        <a:p>
          <a:r>
            <a:rPr lang="en-US" dirty="0"/>
            <a:t>OS says I can do it but need your support </a:t>
          </a:r>
          <a:r>
            <a:rPr lang="en-US" dirty="0">
              <a:sym typeface="Wingdings" panose="05000000000000000000" pitchFamily="2" charset="2"/>
            </a:rPr>
            <a:t></a:t>
          </a:r>
          <a:r>
            <a:rPr lang="en-US" dirty="0"/>
            <a:t>  </a:t>
          </a:r>
        </a:p>
      </dgm:t>
    </dgm:pt>
    <dgm:pt modelId="{3FE88558-55EA-4CD6-8CEB-90B86D09291F}" type="parTrans" cxnId="{4AFF572B-C7B5-40FE-9269-8F396E1D06B9}">
      <dgm:prSet/>
      <dgm:spPr/>
      <dgm:t>
        <a:bodyPr/>
        <a:lstStyle/>
        <a:p>
          <a:endParaRPr lang="en-US"/>
        </a:p>
      </dgm:t>
    </dgm:pt>
    <dgm:pt modelId="{7520418B-F050-4AA2-936F-3F5C14132252}" type="sibTrans" cxnId="{4AFF572B-C7B5-40FE-9269-8F396E1D06B9}">
      <dgm:prSet/>
      <dgm:spPr/>
      <dgm:t>
        <a:bodyPr/>
        <a:lstStyle/>
        <a:p>
          <a:endParaRPr lang="en-US"/>
        </a:p>
      </dgm:t>
    </dgm:pt>
    <dgm:pt modelId="{D978A1FD-1D71-4B6D-B544-F4B08E74FF62}">
      <dgm:prSet/>
      <dgm:spPr/>
      <dgm:t>
        <a:bodyPr/>
        <a:lstStyle/>
        <a:p>
          <a:r>
            <a:rPr lang="en-US" dirty="0"/>
            <a:t>CPU says sure </a:t>
          </a:r>
          <a:r>
            <a:rPr lang="en-US" dirty="0">
              <a:sym typeface="Wingdings" panose="05000000000000000000" pitchFamily="2" charset="2"/>
            </a:rPr>
            <a:t></a:t>
          </a:r>
          <a:r>
            <a:rPr lang="en-US" dirty="0"/>
            <a:t> </a:t>
          </a:r>
        </a:p>
      </dgm:t>
    </dgm:pt>
    <dgm:pt modelId="{29A6EEB5-1E25-4256-B4E3-B6C35153788E}" type="parTrans" cxnId="{50646D0C-E0C4-414F-9420-D1C4091774A5}">
      <dgm:prSet/>
      <dgm:spPr/>
      <dgm:t>
        <a:bodyPr/>
        <a:lstStyle/>
        <a:p>
          <a:endParaRPr lang="en-US"/>
        </a:p>
      </dgm:t>
    </dgm:pt>
    <dgm:pt modelId="{4885CA91-668C-4725-9FF0-50F37F9063EB}" type="sibTrans" cxnId="{50646D0C-E0C4-414F-9420-D1C4091774A5}">
      <dgm:prSet/>
      <dgm:spPr/>
      <dgm:t>
        <a:bodyPr/>
        <a:lstStyle/>
        <a:p>
          <a:endParaRPr lang="en-US"/>
        </a:p>
      </dgm:t>
    </dgm:pt>
    <dgm:pt modelId="{CFDA51F4-DC9A-48CF-AFBE-4BCB0F872CC4}">
      <dgm:prSet/>
      <dgm:spPr/>
      <dgm:t>
        <a:bodyPr/>
        <a:lstStyle/>
        <a:p>
          <a:r>
            <a:rPr lang="en-US" dirty="0">
              <a:solidFill>
                <a:srgbClr val="C00000"/>
              </a:solidFill>
            </a:rPr>
            <a:t>Case 4: </a:t>
          </a:r>
          <a:r>
            <a:rPr lang="en-US" dirty="0"/>
            <a:t>Programmer wants parallelism  </a:t>
          </a:r>
        </a:p>
      </dgm:t>
    </dgm:pt>
    <dgm:pt modelId="{5B47DEB8-3FA0-4C70-A99A-43FF4F995DCE}" type="parTrans" cxnId="{AB0F4AD3-C600-48E6-B7BD-8A60CD0D0B4E}">
      <dgm:prSet/>
      <dgm:spPr/>
      <dgm:t>
        <a:bodyPr/>
        <a:lstStyle/>
        <a:p>
          <a:endParaRPr lang="en-US"/>
        </a:p>
      </dgm:t>
    </dgm:pt>
    <dgm:pt modelId="{5984603E-EBE8-4984-90F4-CB6D3DC43754}" type="sibTrans" cxnId="{AB0F4AD3-C600-48E6-B7BD-8A60CD0D0B4E}">
      <dgm:prSet/>
      <dgm:spPr/>
      <dgm:t>
        <a:bodyPr/>
        <a:lstStyle/>
        <a:p>
          <a:endParaRPr lang="en-US"/>
        </a:p>
      </dgm:t>
    </dgm:pt>
    <dgm:pt modelId="{23DC1BB7-82CC-4A65-A8BB-11697FDECDF5}">
      <dgm:prSet/>
      <dgm:spPr/>
      <dgm:t>
        <a:bodyPr/>
        <a:lstStyle/>
        <a:p>
          <a:r>
            <a:rPr lang="en-US" dirty="0"/>
            <a:t>OS says, why not </a:t>
          </a:r>
          <a:r>
            <a:rPr lang="en-US" dirty="0">
              <a:sym typeface="Wingdings" panose="05000000000000000000" pitchFamily="2" charset="2"/>
            </a:rPr>
            <a:t> but the cost of </a:t>
          </a:r>
          <a:r>
            <a:rPr lang="en-US" dirty="0"/>
            <a:t>parallelism </a:t>
          </a:r>
          <a:r>
            <a:rPr lang="en-US" dirty="0">
              <a:sym typeface="Wingdings" panose="05000000000000000000" pitchFamily="2" charset="2"/>
            </a:rPr>
            <a:t></a:t>
          </a:r>
          <a:r>
            <a:rPr lang="en-US" dirty="0"/>
            <a:t> </a:t>
          </a:r>
        </a:p>
      </dgm:t>
    </dgm:pt>
    <dgm:pt modelId="{8AD01692-5A40-4079-A16D-E7F5B2B1ACB9}" type="parTrans" cxnId="{EC6444B0-AE59-48A4-9084-1C99900FCF06}">
      <dgm:prSet/>
      <dgm:spPr/>
      <dgm:t>
        <a:bodyPr/>
        <a:lstStyle/>
        <a:p>
          <a:endParaRPr lang="en-US"/>
        </a:p>
      </dgm:t>
    </dgm:pt>
    <dgm:pt modelId="{A749EA76-E978-467B-A1CF-04E95BA8F743}" type="sibTrans" cxnId="{EC6444B0-AE59-48A4-9084-1C99900FCF06}">
      <dgm:prSet/>
      <dgm:spPr/>
      <dgm:t>
        <a:bodyPr/>
        <a:lstStyle/>
        <a:p>
          <a:endParaRPr lang="en-US"/>
        </a:p>
      </dgm:t>
    </dgm:pt>
    <dgm:pt modelId="{3FCB3E38-9DD0-41D7-A10B-8392A1BFECF0}">
      <dgm:prSet/>
      <dgm:spPr/>
      <dgm:t>
        <a:bodyPr/>
        <a:lstStyle/>
        <a:p>
          <a:r>
            <a:rPr lang="en-US" dirty="0">
              <a:sym typeface="Wingdings" panose="05000000000000000000" pitchFamily="2" charset="2"/>
            </a:rPr>
            <a:t>CPU says I will take care </a:t>
          </a:r>
          <a:r>
            <a:rPr lang="en-US" dirty="0"/>
            <a:t> </a:t>
          </a:r>
        </a:p>
      </dgm:t>
    </dgm:pt>
    <dgm:pt modelId="{D27138CE-4B74-4BD3-BCD7-315D852FC464}" type="parTrans" cxnId="{6804DB09-FA58-4CE0-9130-2FEC2F564C49}">
      <dgm:prSet/>
      <dgm:spPr/>
      <dgm:t>
        <a:bodyPr/>
        <a:lstStyle/>
        <a:p>
          <a:endParaRPr lang="en-US"/>
        </a:p>
      </dgm:t>
    </dgm:pt>
    <dgm:pt modelId="{43A833C0-C186-428E-81AF-69AF76B81B14}" type="sibTrans" cxnId="{6804DB09-FA58-4CE0-9130-2FEC2F564C49}">
      <dgm:prSet/>
      <dgm:spPr/>
      <dgm:t>
        <a:bodyPr/>
        <a:lstStyle/>
        <a:p>
          <a:endParaRPr lang="en-US"/>
        </a:p>
      </dgm:t>
    </dgm:pt>
    <dgm:pt modelId="{0395F0B6-88FE-43C0-9215-44DF8E7F7DD2}" type="pres">
      <dgm:prSet presAssocID="{96E7B5D5-1283-4AFD-9995-B32C97208969}" presName="vert0" presStyleCnt="0">
        <dgm:presLayoutVars>
          <dgm:dir/>
          <dgm:animOne val="branch"/>
          <dgm:animLvl val="lvl"/>
        </dgm:presLayoutVars>
      </dgm:prSet>
      <dgm:spPr/>
    </dgm:pt>
    <dgm:pt modelId="{B3D1EEB2-20D2-40AC-B67C-1437F0687F35}" type="pres">
      <dgm:prSet presAssocID="{06C4ED48-384A-4228-8EC1-1DB819BEB66A}" presName="thickLine" presStyleLbl="alignNode1" presStyleIdx="0" presStyleCnt="6"/>
      <dgm:spPr/>
    </dgm:pt>
    <dgm:pt modelId="{3144B113-6273-4F8E-85EB-9A200E90BE55}" type="pres">
      <dgm:prSet presAssocID="{06C4ED48-384A-4228-8EC1-1DB819BEB66A}" presName="horz1" presStyleCnt="0"/>
      <dgm:spPr/>
    </dgm:pt>
    <dgm:pt modelId="{C399B1D0-43FA-4CA5-BF3D-40EDB4435EB3}" type="pres">
      <dgm:prSet presAssocID="{06C4ED48-384A-4228-8EC1-1DB819BEB66A}" presName="tx1" presStyleLbl="revTx" presStyleIdx="0" presStyleCnt="6"/>
      <dgm:spPr/>
    </dgm:pt>
    <dgm:pt modelId="{0D587F43-AD70-4A54-80DD-1602D5D5E45A}" type="pres">
      <dgm:prSet presAssocID="{06C4ED48-384A-4228-8EC1-1DB819BEB66A}" presName="vert1" presStyleCnt="0"/>
      <dgm:spPr/>
    </dgm:pt>
    <dgm:pt modelId="{A5F68553-634F-47B5-9B5D-F76E915AAEFE}" type="pres">
      <dgm:prSet presAssocID="{5586241F-A531-421A-A074-6ABF160B7A09}" presName="thickLine" presStyleLbl="alignNode1" presStyleIdx="1" presStyleCnt="6"/>
      <dgm:spPr/>
    </dgm:pt>
    <dgm:pt modelId="{C3914B93-4562-4B67-B6A4-5A1D6B53818D}" type="pres">
      <dgm:prSet presAssocID="{5586241F-A531-421A-A074-6ABF160B7A09}" presName="horz1" presStyleCnt="0"/>
      <dgm:spPr/>
    </dgm:pt>
    <dgm:pt modelId="{EBB361A0-125F-440C-BC51-9464FCEFBEF4}" type="pres">
      <dgm:prSet presAssocID="{5586241F-A531-421A-A074-6ABF160B7A09}" presName="tx1" presStyleLbl="revTx" presStyleIdx="1" presStyleCnt="6"/>
      <dgm:spPr/>
    </dgm:pt>
    <dgm:pt modelId="{437CBD81-02C4-4965-99D8-670955FF927B}" type="pres">
      <dgm:prSet presAssocID="{5586241F-A531-421A-A074-6ABF160B7A09}" presName="vert1" presStyleCnt="0"/>
      <dgm:spPr/>
    </dgm:pt>
    <dgm:pt modelId="{265C2928-270F-432D-8ABB-C6D57363A4AC}" type="pres">
      <dgm:prSet presAssocID="{D978A1FD-1D71-4B6D-B544-F4B08E74FF62}" presName="thickLine" presStyleLbl="alignNode1" presStyleIdx="2" presStyleCnt="6"/>
      <dgm:spPr/>
    </dgm:pt>
    <dgm:pt modelId="{DC8166B3-8956-4929-8AD3-2B999D9449FA}" type="pres">
      <dgm:prSet presAssocID="{D978A1FD-1D71-4B6D-B544-F4B08E74FF62}" presName="horz1" presStyleCnt="0"/>
      <dgm:spPr/>
    </dgm:pt>
    <dgm:pt modelId="{A94FEDD5-2ABB-4064-ACD0-DDBACF3AA378}" type="pres">
      <dgm:prSet presAssocID="{D978A1FD-1D71-4B6D-B544-F4B08E74FF62}" presName="tx1" presStyleLbl="revTx" presStyleIdx="2" presStyleCnt="6"/>
      <dgm:spPr/>
    </dgm:pt>
    <dgm:pt modelId="{BD5E32FD-37D1-4B76-B20A-56485895F725}" type="pres">
      <dgm:prSet presAssocID="{D978A1FD-1D71-4B6D-B544-F4B08E74FF62}" presName="vert1" presStyleCnt="0"/>
      <dgm:spPr/>
    </dgm:pt>
    <dgm:pt modelId="{802B23BF-79C6-45BB-AE64-97A3B1E27F5F}" type="pres">
      <dgm:prSet presAssocID="{CFDA51F4-DC9A-48CF-AFBE-4BCB0F872CC4}" presName="thickLine" presStyleLbl="alignNode1" presStyleIdx="3" presStyleCnt="6"/>
      <dgm:spPr/>
    </dgm:pt>
    <dgm:pt modelId="{CF841878-29F6-44F5-B7AC-C3FE3885FF95}" type="pres">
      <dgm:prSet presAssocID="{CFDA51F4-DC9A-48CF-AFBE-4BCB0F872CC4}" presName="horz1" presStyleCnt="0"/>
      <dgm:spPr/>
    </dgm:pt>
    <dgm:pt modelId="{8561DB3F-14E8-48A6-ADDF-BD75FE7815AC}" type="pres">
      <dgm:prSet presAssocID="{CFDA51F4-DC9A-48CF-AFBE-4BCB0F872CC4}" presName="tx1" presStyleLbl="revTx" presStyleIdx="3" presStyleCnt="6"/>
      <dgm:spPr/>
    </dgm:pt>
    <dgm:pt modelId="{BB3E3EF2-911C-4A9B-8348-9B4D45FFCFC1}" type="pres">
      <dgm:prSet presAssocID="{CFDA51F4-DC9A-48CF-AFBE-4BCB0F872CC4}" presName="vert1" presStyleCnt="0"/>
      <dgm:spPr/>
    </dgm:pt>
    <dgm:pt modelId="{5C6FE33B-742C-4EA9-804F-4ACA2F65375F}" type="pres">
      <dgm:prSet presAssocID="{23DC1BB7-82CC-4A65-A8BB-11697FDECDF5}" presName="thickLine" presStyleLbl="alignNode1" presStyleIdx="4" presStyleCnt="6"/>
      <dgm:spPr/>
    </dgm:pt>
    <dgm:pt modelId="{2A6DC588-95DD-4F7F-984A-3EC173C745C1}" type="pres">
      <dgm:prSet presAssocID="{23DC1BB7-82CC-4A65-A8BB-11697FDECDF5}" presName="horz1" presStyleCnt="0"/>
      <dgm:spPr/>
    </dgm:pt>
    <dgm:pt modelId="{FB915B95-846C-49B8-89AA-6E77C4D25EA8}" type="pres">
      <dgm:prSet presAssocID="{23DC1BB7-82CC-4A65-A8BB-11697FDECDF5}" presName="tx1" presStyleLbl="revTx" presStyleIdx="4" presStyleCnt="6"/>
      <dgm:spPr/>
    </dgm:pt>
    <dgm:pt modelId="{49D9737F-EEAB-4369-A59A-4E68C4E58061}" type="pres">
      <dgm:prSet presAssocID="{23DC1BB7-82CC-4A65-A8BB-11697FDECDF5}" presName="vert1" presStyleCnt="0"/>
      <dgm:spPr/>
    </dgm:pt>
    <dgm:pt modelId="{7C0FFF8D-F81D-4DD2-96AF-595D8D1908E0}" type="pres">
      <dgm:prSet presAssocID="{3FCB3E38-9DD0-41D7-A10B-8392A1BFECF0}" presName="thickLine" presStyleLbl="alignNode1" presStyleIdx="5" presStyleCnt="6"/>
      <dgm:spPr/>
    </dgm:pt>
    <dgm:pt modelId="{4F3DD06C-CF26-457F-AA10-FD3D87B7415D}" type="pres">
      <dgm:prSet presAssocID="{3FCB3E38-9DD0-41D7-A10B-8392A1BFECF0}" presName="horz1" presStyleCnt="0"/>
      <dgm:spPr/>
    </dgm:pt>
    <dgm:pt modelId="{E9F60D45-CF32-4A04-9D89-D1FB59CF6316}" type="pres">
      <dgm:prSet presAssocID="{3FCB3E38-9DD0-41D7-A10B-8392A1BFECF0}" presName="tx1" presStyleLbl="revTx" presStyleIdx="5" presStyleCnt="6"/>
      <dgm:spPr/>
    </dgm:pt>
    <dgm:pt modelId="{F564A07D-65C6-4366-8C97-4A467C482518}" type="pres">
      <dgm:prSet presAssocID="{3FCB3E38-9DD0-41D7-A10B-8392A1BFECF0}" presName="vert1" presStyleCnt="0"/>
      <dgm:spPr/>
    </dgm:pt>
  </dgm:ptLst>
  <dgm:cxnLst>
    <dgm:cxn modelId="{6804DB09-FA58-4CE0-9130-2FEC2F564C49}" srcId="{96E7B5D5-1283-4AFD-9995-B32C97208969}" destId="{3FCB3E38-9DD0-41D7-A10B-8392A1BFECF0}" srcOrd="5" destOrd="0" parTransId="{D27138CE-4B74-4BD3-BCD7-315D852FC464}" sibTransId="{43A833C0-C186-428E-81AF-69AF76B81B14}"/>
    <dgm:cxn modelId="{50646D0C-E0C4-414F-9420-D1C4091774A5}" srcId="{96E7B5D5-1283-4AFD-9995-B32C97208969}" destId="{D978A1FD-1D71-4B6D-B544-F4B08E74FF62}" srcOrd="2" destOrd="0" parTransId="{29A6EEB5-1E25-4256-B4E3-B6C35153788E}" sibTransId="{4885CA91-668C-4725-9FF0-50F37F9063EB}"/>
    <dgm:cxn modelId="{4AFF572B-C7B5-40FE-9269-8F396E1D06B9}" srcId="{96E7B5D5-1283-4AFD-9995-B32C97208969}" destId="{5586241F-A531-421A-A074-6ABF160B7A09}" srcOrd="1" destOrd="0" parTransId="{3FE88558-55EA-4CD6-8CEB-90B86D09291F}" sibTransId="{7520418B-F050-4AA2-936F-3F5C14132252}"/>
    <dgm:cxn modelId="{9C33BB2F-3CE6-4D2A-8669-2DBE6413C7E4}" type="presOf" srcId="{23DC1BB7-82CC-4A65-A8BB-11697FDECDF5}" destId="{FB915B95-846C-49B8-89AA-6E77C4D25EA8}" srcOrd="0" destOrd="0" presId="urn:microsoft.com/office/officeart/2008/layout/LinedList"/>
    <dgm:cxn modelId="{3D18146D-7EF5-4D12-B291-347934470425}" srcId="{96E7B5D5-1283-4AFD-9995-B32C97208969}" destId="{06C4ED48-384A-4228-8EC1-1DB819BEB66A}" srcOrd="0" destOrd="0" parTransId="{2C533EFC-F8EA-4C5E-A5C5-06F02E5EE5DD}" sibTransId="{4BA4F68B-4E16-4855-A9BA-054965C4AF16}"/>
    <dgm:cxn modelId="{285B3E6D-840A-401A-AB54-9DEE5457742A}" type="presOf" srcId="{CFDA51F4-DC9A-48CF-AFBE-4BCB0F872CC4}" destId="{8561DB3F-14E8-48A6-ADDF-BD75FE7815AC}" srcOrd="0" destOrd="0" presId="urn:microsoft.com/office/officeart/2008/layout/LinedList"/>
    <dgm:cxn modelId="{4953B779-5A85-448A-8858-859518D61307}" type="presOf" srcId="{3FCB3E38-9DD0-41D7-A10B-8392A1BFECF0}" destId="{E9F60D45-CF32-4A04-9D89-D1FB59CF6316}" srcOrd="0" destOrd="0" presId="urn:microsoft.com/office/officeart/2008/layout/LinedList"/>
    <dgm:cxn modelId="{2B3540AC-4634-49F2-B5F4-66F63FE1E053}" type="presOf" srcId="{D978A1FD-1D71-4B6D-B544-F4B08E74FF62}" destId="{A94FEDD5-2ABB-4064-ACD0-DDBACF3AA378}" srcOrd="0" destOrd="0" presId="urn:microsoft.com/office/officeart/2008/layout/LinedList"/>
    <dgm:cxn modelId="{EC6444B0-AE59-48A4-9084-1C99900FCF06}" srcId="{96E7B5D5-1283-4AFD-9995-B32C97208969}" destId="{23DC1BB7-82CC-4A65-A8BB-11697FDECDF5}" srcOrd="4" destOrd="0" parTransId="{8AD01692-5A40-4079-A16D-E7F5B2B1ACB9}" sibTransId="{A749EA76-E978-467B-A1CF-04E95BA8F743}"/>
    <dgm:cxn modelId="{AB0F4AD3-C600-48E6-B7BD-8A60CD0D0B4E}" srcId="{96E7B5D5-1283-4AFD-9995-B32C97208969}" destId="{CFDA51F4-DC9A-48CF-AFBE-4BCB0F872CC4}" srcOrd="3" destOrd="0" parTransId="{5B47DEB8-3FA0-4C70-A99A-43FF4F995DCE}" sibTransId="{5984603E-EBE8-4984-90F4-CB6D3DC43754}"/>
    <dgm:cxn modelId="{636190D3-BAA5-4D6E-B274-052140318D5E}" type="presOf" srcId="{96E7B5D5-1283-4AFD-9995-B32C97208969}" destId="{0395F0B6-88FE-43C0-9215-44DF8E7F7DD2}" srcOrd="0" destOrd="0" presId="urn:microsoft.com/office/officeart/2008/layout/LinedList"/>
    <dgm:cxn modelId="{C2F0A9EC-38B5-4942-8FE3-9737B5B27FE4}" type="presOf" srcId="{5586241F-A531-421A-A074-6ABF160B7A09}" destId="{EBB361A0-125F-440C-BC51-9464FCEFBEF4}" srcOrd="0" destOrd="0" presId="urn:microsoft.com/office/officeart/2008/layout/LinedList"/>
    <dgm:cxn modelId="{BA3964FD-185B-459E-9B7E-6D706060188D}" type="presOf" srcId="{06C4ED48-384A-4228-8EC1-1DB819BEB66A}" destId="{C399B1D0-43FA-4CA5-BF3D-40EDB4435EB3}" srcOrd="0" destOrd="0" presId="urn:microsoft.com/office/officeart/2008/layout/LinedList"/>
    <dgm:cxn modelId="{739F0F6C-9F2A-4B0E-9390-774FFD5D112D}" type="presParOf" srcId="{0395F0B6-88FE-43C0-9215-44DF8E7F7DD2}" destId="{B3D1EEB2-20D2-40AC-B67C-1437F0687F35}" srcOrd="0" destOrd="0" presId="urn:microsoft.com/office/officeart/2008/layout/LinedList"/>
    <dgm:cxn modelId="{70F9C001-206D-49E0-A5C9-0B8EC4C1A898}" type="presParOf" srcId="{0395F0B6-88FE-43C0-9215-44DF8E7F7DD2}" destId="{3144B113-6273-4F8E-85EB-9A200E90BE55}" srcOrd="1" destOrd="0" presId="urn:microsoft.com/office/officeart/2008/layout/LinedList"/>
    <dgm:cxn modelId="{82B68362-1A3C-4BD4-8E2A-CADD3FC61E19}" type="presParOf" srcId="{3144B113-6273-4F8E-85EB-9A200E90BE55}" destId="{C399B1D0-43FA-4CA5-BF3D-40EDB4435EB3}" srcOrd="0" destOrd="0" presId="urn:microsoft.com/office/officeart/2008/layout/LinedList"/>
    <dgm:cxn modelId="{B7482396-8FFB-40C7-A4B6-D74ECB37AE9E}" type="presParOf" srcId="{3144B113-6273-4F8E-85EB-9A200E90BE55}" destId="{0D587F43-AD70-4A54-80DD-1602D5D5E45A}" srcOrd="1" destOrd="0" presId="urn:microsoft.com/office/officeart/2008/layout/LinedList"/>
    <dgm:cxn modelId="{2CB70475-578E-4A4E-AA4B-D0669F863927}" type="presParOf" srcId="{0395F0B6-88FE-43C0-9215-44DF8E7F7DD2}" destId="{A5F68553-634F-47B5-9B5D-F76E915AAEFE}" srcOrd="2" destOrd="0" presId="urn:microsoft.com/office/officeart/2008/layout/LinedList"/>
    <dgm:cxn modelId="{504C2048-8440-424F-B835-E8FEA7BF459B}" type="presParOf" srcId="{0395F0B6-88FE-43C0-9215-44DF8E7F7DD2}" destId="{C3914B93-4562-4B67-B6A4-5A1D6B53818D}" srcOrd="3" destOrd="0" presId="urn:microsoft.com/office/officeart/2008/layout/LinedList"/>
    <dgm:cxn modelId="{C9AC1983-F668-4C39-B691-185F0C4995BA}" type="presParOf" srcId="{C3914B93-4562-4B67-B6A4-5A1D6B53818D}" destId="{EBB361A0-125F-440C-BC51-9464FCEFBEF4}" srcOrd="0" destOrd="0" presId="urn:microsoft.com/office/officeart/2008/layout/LinedList"/>
    <dgm:cxn modelId="{3BF6D97F-84CD-4BBB-9D09-57362DC3722A}" type="presParOf" srcId="{C3914B93-4562-4B67-B6A4-5A1D6B53818D}" destId="{437CBD81-02C4-4965-99D8-670955FF927B}" srcOrd="1" destOrd="0" presId="urn:microsoft.com/office/officeart/2008/layout/LinedList"/>
    <dgm:cxn modelId="{24926E8A-A328-4309-BC08-7FA51C189F8E}" type="presParOf" srcId="{0395F0B6-88FE-43C0-9215-44DF8E7F7DD2}" destId="{265C2928-270F-432D-8ABB-C6D57363A4AC}" srcOrd="4" destOrd="0" presId="urn:microsoft.com/office/officeart/2008/layout/LinedList"/>
    <dgm:cxn modelId="{EF94223A-A668-4CB6-BCF0-715E091BBF65}" type="presParOf" srcId="{0395F0B6-88FE-43C0-9215-44DF8E7F7DD2}" destId="{DC8166B3-8956-4929-8AD3-2B999D9449FA}" srcOrd="5" destOrd="0" presId="urn:microsoft.com/office/officeart/2008/layout/LinedList"/>
    <dgm:cxn modelId="{7FA082AA-A893-4611-855F-7FA35E8700F7}" type="presParOf" srcId="{DC8166B3-8956-4929-8AD3-2B999D9449FA}" destId="{A94FEDD5-2ABB-4064-ACD0-DDBACF3AA378}" srcOrd="0" destOrd="0" presId="urn:microsoft.com/office/officeart/2008/layout/LinedList"/>
    <dgm:cxn modelId="{7FD873B5-DFE8-42D1-AC12-55EBFA3DC5F3}" type="presParOf" srcId="{DC8166B3-8956-4929-8AD3-2B999D9449FA}" destId="{BD5E32FD-37D1-4B76-B20A-56485895F725}" srcOrd="1" destOrd="0" presId="urn:microsoft.com/office/officeart/2008/layout/LinedList"/>
    <dgm:cxn modelId="{01DCD116-1230-4511-BED4-73A751195FBA}" type="presParOf" srcId="{0395F0B6-88FE-43C0-9215-44DF8E7F7DD2}" destId="{802B23BF-79C6-45BB-AE64-97A3B1E27F5F}" srcOrd="6" destOrd="0" presId="urn:microsoft.com/office/officeart/2008/layout/LinedList"/>
    <dgm:cxn modelId="{D93AEF1F-D699-45E5-8926-1CAE9E417E2A}" type="presParOf" srcId="{0395F0B6-88FE-43C0-9215-44DF8E7F7DD2}" destId="{CF841878-29F6-44F5-B7AC-C3FE3885FF95}" srcOrd="7" destOrd="0" presId="urn:microsoft.com/office/officeart/2008/layout/LinedList"/>
    <dgm:cxn modelId="{64F198B1-D33C-48DD-BA05-F0208ECC9595}" type="presParOf" srcId="{CF841878-29F6-44F5-B7AC-C3FE3885FF95}" destId="{8561DB3F-14E8-48A6-ADDF-BD75FE7815AC}" srcOrd="0" destOrd="0" presId="urn:microsoft.com/office/officeart/2008/layout/LinedList"/>
    <dgm:cxn modelId="{C9FE06A1-967D-472E-9165-282171C3D740}" type="presParOf" srcId="{CF841878-29F6-44F5-B7AC-C3FE3885FF95}" destId="{BB3E3EF2-911C-4A9B-8348-9B4D45FFCFC1}" srcOrd="1" destOrd="0" presId="urn:microsoft.com/office/officeart/2008/layout/LinedList"/>
    <dgm:cxn modelId="{F105727A-84AF-4822-BBB3-EFB4B156B7B5}" type="presParOf" srcId="{0395F0B6-88FE-43C0-9215-44DF8E7F7DD2}" destId="{5C6FE33B-742C-4EA9-804F-4ACA2F65375F}" srcOrd="8" destOrd="0" presId="urn:microsoft.com/office/officeart/2008/layout/LinedList"/>
    <dgm:cxn modelId="{F2AF6131-82D1-46BC-8237-14912FF6A86F}" type="presParOf" srcId="{0395F0B6-88FE-43C0-9215-44DF8E7F7DD2}" destId="{2A6DC588-95DD-4F7F-984A-3EC173C745C1}" srcOrd="9" destOrd="0" presId="urn:microsoft.com/office/officeart/2008/layout/LinedList"/>
    <dgm:cxn modelId="{DD94DAFA-1E61-4480-B4D3-588CCF475043}" type="presParOf" srcId="{2A6DC588-95DD-4F7F-984A-3EC173C745C1}" destId="{FB915B95-846C-49B8-89AA-6E77C4D25EA8}" srcOrd="0" destOrd="0" presId="urn:microsoft.com/office/officeart/2008/layout/LinedList"/>
    <dgm:cxn modelId="{14FB8E98-1ADA-4EB9-82E0-F48D7063C768}" type="presParOf" srcId="{2A6DC588-95DD-4F7F-984A-3EC173C745C1}" destId="{49D9737F-EEAB-4369-A59A-4E68C4E58061}" srcOrd="1" destOrd="0" presId="urn:microsoft.com/office/officeart/2008/layout/LinedList"/>
    <dgm:cxn modelId="{F54A2475-C2BA-427E-BDA2-69D15839414F}" type="presParOf" srcId="{0395F0B6-88FE-43C0-9215-44DF8E7F7DD2}" destId="{7C0FFF8D-F81D-4DD2-96AF-595D8D1908E0}" srcOrd="10" destOrd="0" presId="urn:microsoft.com/office/officeart/2008/layout/LinedList"/>
    <dgm:cxn modelId="{9DD321E4-12DD-4167-9053-C5078AFDEB2E}" type="presParOf" srcId="{0395F0B6-88FE-43C0-9215-44DF8E7F7DD2}" destId="{4F3DD06C-CF26-457F-AA10-FD3D87B7415D}" srcOrd="11" destOrd="0" presId="urn:microsoft.com/office/officeart/2008/layout/LinedList"/>
    <dgm:cxn modelId="{84ED1819-5C1E-4DC0-8A58-9754E6301192}" type="presParOf" srcId="{4F3DD06C-CF26-457F-AA10-FD3D87B7415D}" destId="{E9F60D45-CF32-4A04-9D89-D1FB59CF6316}" srcOrd="0" destOrd="0" presId="urn:microsoft.com/office/officeart/2008/layout/LinedList"/>
    <dgm:cxn modelId="{D01793AB-F1B2-4601-9D9D-E2F5AB5E2E1E}" type="presParOf" srcId="{4F3DD06C-CF26-457F-AA10-FD3D87B7415D}" destId="{F564A07D-65C6-4366-8C97-4A467C48251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3973CD4-09D6-496C-AB5C-5F3A513E865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B5036C6-F762-404C-840D-1018D0538FD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extract </a:t>
          </a:r>
          <a:r>
            <a:rPr lang="en-US" b="1"/>
            <a:t>VPN </a:t>
          </a:r>
          <a:r>
            <a:rPr lang="en-US"/>
            <a:t>(virt page num) from </a:t>
          </a:r>
          <a:r>
            <a:rPr lang="en-US" b="1"/>
            <a:t>VA </a:t>
          </a:r>
          <a:r>
            <a:rPr lang="en-US"/>
            <a:t>(virt addr)</a:t>
          </a:r>
        </a:p>
      </dgm:t>
    </dgm:pt>
    <dgm:pt modelId="{E75D986E-17D8-46E4-AB59-556D30795292}" type="parTrans" cxnId="{5A80FB8D-64A4-4D3D-B00F-B8242B69C073}">
      <dgm:prSet/>
      <dgm:spPr/>
      <dgm:t>
        <a:bodyPr/>
        <a:lstStyle/>
        <a:p>
          <a:endParaRPr lang="en-US"/>
        </a:p>
      </dgm:t>
    </dgm:pt>
    <dgm:pt modelId="{88562C20-628A-48C8-8940-7A934E5F791E}" type="sibTrans" cxnId="{5A80FB8D-64A4-4D3D-B00F-B8242B69C073}">
      <dgm:prSet/>
      <dgm:spPr/>
      <dgm:t>
        <a:bodyPr/>
        <a:lstStyle/>
        <a:p>
          <a:endParaRPr lang="en-US"/>
        </a:p>
      </dgm:t>
    </dgm:pt>
    <dgm:pt modelId="{86178A40-1327-4815-9C08-A64CEA230B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calculate addr of </a:t>
          </a:r>
          <a:r>
            <a:rPr lang="en-US" b="1"/>
            <a:t>PTE	</a:t>
          </a:r>
          <a:r>
            <a:rPr lang="en-US"/>
            <a:t>(page table entry)</a:t>
          </a:r>
        </a:p>
      </dgm:t>
    </dgm:pt>
    <dgm:pt modelId="{2D7FBC76-4CD4-4AAB-849A-833FE45B4F66}" type="parTrans" cxnId="{D5D42D0B-F6BC-4531-A9EC-6C5176C36C6A}">
      <dgm:prSet/>
      <dgm:spPr/>
      <dgm:t>
        <a:bodyPr/>
        <a:lstStyle/>
        <a:p>
          <a:endParaRPr lang="en-US"/>
        </a:p>
      </dgm:t>
    </dgm:pt>
    <dgm:pt modelId="{ACB9518C-494B-460E-A86A-81E22C9FADF9}" type="sibTrans" cxnId="{D5D42D0B-F6BC-4531-A9EC-6C5176C36C6A}">
      <dgm:prSet/>
      <dgm:spPr/>
      <dgm:t>
        <a:bodyPr/>
        <a:lstStyle/>
        <a:p>
          <a:endParaRPr lang="en-US"/>
        </a:p>
      </dgm:t>
    </dgm:pt>
    <dgm:pt modelId="{DCC46756-F0F3-451D-9501-3A9E777F0F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read </a:t>
          </a:r>
          <a:r>
            <a:rPr lang="en-US" b="1"/>
            <a:t>PTE	</a:t>
          </a:r>
          <a:r>
            <a:rPr lang="en-US"/>
            <a:t>from memory</a:t>
          </a:r>
        </a:p>
      </dgm:t>
    </dgm:pt>
    <dgm:pt modelId="{36BCBA9C-4457-4758-8372-5D7588C0DEB9}" type="parTrans" cxnId="{9405E043-C611-411E-A561-0F5FAEA23D08}">
      <dgm:prSet/>
      <dgm:spPr/>
      <dgm:t>
        <a:bodyPr/>
        <a:lstStyle/>
        <a:p>
          <a:endParaRPr lang="en-US"/>
        </a:p>
      </dgm:t>
    </dgm:pt>
    <dgm:pt modelId="{E7FD31A8-5811-4FC9-B598-7867808D282D}" type="sibTrans" cxnId="{9405E043-C611-411E-A561-0F5FAEA23D08}">
      <dgm:prSet/>
      <dgm:spPr/>
      <dgm:t>
        <a:bodyPr/>
        <a:lstStyle/>
        <a:p>
          <a:endParaRPr lang="en-US"/>
        </a:p>
      </dgm:t>
    </dgm:pt>
    <dgm:pt modelId="{E5F36D10-24A3-4326-A5E5-1837491A95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extract </a:t>
          </a:r>
          <a:r>
            <a:rPr lang="en-US" b="1"/>
            <a:t>PFN	</a:t>
          </a:r>
          <a:r>
            <a:rPr lang="en-US"/>
            <a:t>(page frame num)</a:t>
          </a:r>
        </a:p>
      </dgm:t>
    </dgm:pt>
    <dgm:pt modelId="{67906DE2-3970-43E4-BA6A-706B95EA7DF4}" type="parTrans" cxnId="{C3622FD6-3A69-4795-A92C-3CB919C7AB5A}">
      <dgm:prSet/>
      <dgm:spPr/>
      <dgm:t>
        <a:bodyPr/>
        <a:lstStyle/>
        <a:p>
          <a:endParaRPr lang="en-US"/>
        </a:p>
      </dgm:t>
    </dgm:pt>
    <dgm:pt modelId="{6E23B678-73E7-468C-A551-A2108CD06969}" type="sibTrans" cxnId="{C3622FD6-3A69-4795-A92C-3CB919C7AB5A}">
      <dgm:prSet/>
      <dgm:spPr/>
      <dgm:t>
        <a:bodyPr/>
        <a:lstStyle/>
        <a:p>
          <a:endParaRPr lang="en-US"/>
        </a:p>
      </dgm:t>
    </dgm:pt>
    <dgm:pt modelId="{3BF1D0C5-DA3E-4A4E-A1CA-FD2064761E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build </a:t>
          </a:r>
          <a:r>
            <a:rPr lang="en-US" b="1"/>
            <a:t>PA	</a:t>
          </a:r>
          <a:r>
            <a:rPr lang="en-US"/>
            <a:t>(phys addr)</a:t>
          </a:r>
        </a:p>
      </dgm:t>
    </dgm:pt>
    <dgm:pt modelId="{8E8E0C7E-C6BC-46B7-99EF-ECA88C4BB52B}" type="parTrans" cxnId="{1599E6D9-E994-4365-A51D-E56D88DB8362}">
      <dgm:prSet/>
      <dgm:spPr/>
      <dgm:t>
        <a:bodyPr/>
        <a:lstStyle/>
        <a:p>
          <a:endParaRPr lang="en-US"/>
        </a:p>
      </dgm:t>
    </dgm:pt>
    <dgm:pt modelId="{AF293547-575D-4DC4-878F-3E3B6BD2C424}" type="sibTrans" cxnId="{1599E6D9-E994-4365-A51D-E56D88DB8362}">
      <dgm:prSet/>
      <dgm:spPr/>
      <dgm:t>
        <a:bodyPr/>
        <a:lstStyle/>
        <a:p>
          <a:endParaRPr lang="en-US"/>
        </a:p>
      </dgm:t>
    </dgm:pt>
    <dgm:pt modelId="{9B9494D1-F450-4A56-AD7B-F974880BEAD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read contents of </a:t>
          </a:r>
          <a:r>
            <a:rPr lang="en-US" b="1"/>
            <a:t>PA	</a:t>
          </a:r>
          <a:r>
            <a:rPr lang="en-US"/>
            <a:t>from memory into register</a:t>
          </a:r>
        </a:p>
      </dgm:t>
    </dgm:pt>
    <dgm:pt modelId="{B8359579-1967-4B04-8B5E-49D88250CCA9}" type="parTrans" cxnId="{A9820233-F754-40F6-8335-6EF6EA153169}">
      <dgm:prSet/>
      <dgm:spPr/>
      <dgm:t>
        <a:bodyPr/>
        <a:lstStyle/>
        <a:p>
          <a:endParaRPr lang="en-US"/>
        </a:p>
      </dgm:t>
    </dgm:pt>
    <dgm:pt modelId="{5800DAE9-66F0-4487-9983-255DA59545A9}" type="sibTrans" cxnId="{A9820233-F754-40F6-8335-6EF6EA153169}">
      <dgm:prSet/>
      <dgm:spPr/>
      <dgm:t>
        <a:bodyPr/>
        <a:lstStyle/>
        <a:p>
          <a:endParaRPr lang="en-US"/>
        </a:p>
      </dgm:t>
    </dgm:pt>
    <dgm:pt modelId="{F04F5080-C050-45C6-AF35-502FA0E3893F}" type="pres">
      <dgm:prSet presAssocID="{73973CD4-09D6-496C-AB5C-5F3A513E8651}" presName="root" presStyleCnt="0">
        <dgm:presLayoutVars>
          <dgm:dir/>
          <dgm:resizeHandles val="exact"/>
        </dgm:presLayoutVars>
      </dgm:prSet>
      <dgm:spPr/>
    </dgm:pt>
    <dgm:pt modelId="{EC56F1E7-74C7-4146-B51F-6A4454B5349C}" type="pres">
      <dgm:prSet presAssocID="{AB5036C6-F762-404C-840D-1018D0538FDF}" presName="compNode" presStyleCnt="0"/>
      <dgm:spPr/>
    </dgm:pt>
    <dgm:pt modelId="{3B800F6B-EF35-41E9-BDE5-3870930D86BA}" type="pres">
      <dgm:prSet presAssocID="{AB5036C6-F762-404C-840D-1018D0538FDF}" presName="bgRect" presStyleLbl="bgShp" presStyleIdx="0" presStyleCnt="6"/>
      <dgm:spPr/>
    </dgm:pt>
    <dgm:pt modelId="{60751C42-8A96-4C46-89F7-4DC43F5C3875}" type="pres">
      <dgm:prSet presAssocID="{AB5036C6-F762-404C-840D-1018D0538FDF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D9B74220-A7C2-4282-9AB4-C7E299F60A94}" type="pres">
      <dgm:prSet presAssocID="{AB5036C6-F762-404C-840D-1018D0538FDF}" presName="spaceRect" presStyleCnt="0"/>
      <dgm:spPr/>
    </dgm:pt>
    <dgm:pt modelId="{DD73DA4A-477F-4FAF-A5C6-DDA1A793E5B2}" type="pres">
      <dgm:prSet presAssocID="{AB5036C6-F762-404C-840D-1018D0538FDF}" presName="parTx" presStyleLbl="revTx" presStyleIdx="0" presStyleCnt="6">
        <dgm:presLayoutVars>
          <dgm:chMax val="0"/>
          <dgm:chPref val="0"/>
        </dgm:presLayoutVars>
      </dgm:prSet>
      <dgm:spPr/>
    </dgm:pt>
    <dgm:pt modelId="{3C7EDE04-D3E2-467A-A2F4-1772729D7E26}" type="pres">
      <dgm:prSet presAssocID="{88562C20-628A-48C8-8940-7A934E5F791E}" presName="sibTrans" presStyleCnt="0"/>
      <dgm:spPr/>
    </dgm:pt>
    <dgm:pt modelId="{F2D038D4-61AF-4CCF-930E-82015CF8D25A}" type="pres">
      <dgm:prSet presAssocID="{86178A40-1327-4815-9C08-A64CEA230B31}" presName="compNode" presStyleCnt="0"/>
      <dgm:spPr/>
    </dgm:pt>
    <dgm:pt modelId="{EBF20554-6CB1-4ED2-9D82-834D77DF585A}" type="pres">
      <dgm:prSet presAssocID="{86178A40-1327-4815-9C08-A64CEA230B31}" presName="bgRect" presStyleLbl="bgShp" presStyleIdx="1" presStyleCnt="6"/>
      <dgm:spPr/>
    </dgm:pt>
    <dgm:pt modelId="{E53F6214-7D29-421C-A3B8-B74553155612}" type="pres">
      <dgm:prSet presAssocID="{86178A40-1327-4815-9C08-A64CEA230B31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dd"/>
        </a:ext>
      </dgm:extLst>
    </dgm:pt>
    <dgm:pt modelId="{95DD67C1-C932-4BEB-AC98-8C5EEA0AA839}" type="pres">
      <dgm:prSet presAssocID="{86178A40-1327-4815-9C08-A64CEA230B31}" presName="spaceRect" presStyleCnt="0"/>
      <dgm:spPr/>
    </dgm:pt>
    <dgm:pt modelId="{0871AAB1-1568-45F4-ACCA-366D54DD5D16}" type="pres">
      <dgm:prSet presAssocID="{86178A40-1327-4815-9C08-A64CEA230B31}" presName="parTx" presStyleLbl="revTx" presStyleIdx="1" presStyleCnt="6">
        <dgm:presLayoutVars>
          <dgm:chMax val="0"/>
          <dgm:chPref val="0"/>
        </dgm:presLayoutVars>
      </dgm:prSet>
      <dgm:spPr/>
    </dgm:pt>
    <dgm:pt modelId="{E58DD919-8346-495A-B31D-CBE6BDBB06DB}" type="pres">
      <dgm:prSet presAssocID="{ACB9518C-494B-460E-A86A-81E22C9FADF9}" presName="sibTrans" presStyleCnt="0"/>
      <dgm:spPr/>
    </dgm:pt>
    <dgm:pt modelId="{064F59D0-76A4-41C5-ADE5-FA1BB1A7FE46}" type="pres">
      <dgm:prSet presAssocID="{DCC46756-F0F3-451D-9501-3A9E777F0F6C}" presName="compNode" presStyleCnt="0"/>
      <dgm:spPr/>
    </dgm:pt>
    <dgm:pt modelId="{AD0F0562-F659-4984-A53E-9B57FFA13A88}" type="pres">
      <dgm:prSet presAssocID="{DCC46756-F0F3-451D-9501-3A9E777F0F6C}" presName="bgRect" presStyleLbl="bgShp" presStyleIdx="2" presStyleCnt="6"/>
      <dgm:spPr/>
    </dgm:pt>
    <dgm:pt modelId="{6A5691AD-47E0-4DFC-AEFB-95D0A9F11695}" type="pres">
      <dgm:prSet presAssocID="{DCC46756-F0F3-451D-9501-3A9E777F0F6C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EC7446BE-47F0-42CB-8755-F3A157B17DFE}" type="pres">
      <dgm:prSet presAssocID="{DCC46756-F0F3-451D-9501-3A9E777F0F6C}" presName="spaceRect" presStyleCnt="0"/>
      <dgm:spPr/>
    </dgm:pt>
    <dgm:pt modelId="{BA9BFDC5-8996-4613-A2A6-DE744523940B}" type="pres">
      <dgm:prSet presAssocID="{DCC46756-F0F3-451D-9501-3A9E777F0F6C}" presName="parTx" presStyleLbl="revTx" presStyleIdx="2" presStyleCnt="6">
        <dgm:presLayoutVars>
          <dgm:chMax val="0"/>
          <dgm:chPref val="0"/>
        </dgm:presLayoutVars>
      </dgm:prSet>
      <dgm:spPr/>
    </dgm:pt>
    <dgm:pt modelId="{D7EB2EA5-3A2E-4E52-9203-4799DBB0B4F3}" type="pres">
      <dgm:prSet presAssocID="{E7FD31A8-5811-4FC9-B598-7867808D282D}" presName="sibTrans" presStyleCnt="0"/>
      <dgm:spPr/>
    </dgm:pt>
    <dgm:pt modelId="{5591BA54-A32F-42D8-8C06-6567CB1D75FC}" type="pres">
      <dgm:prSet presAssocID="{E5F36D10-24A3-4326-A5E5-1837491A95BE}" presName="compNode" presStyleCnt="0"/>
      <dgm:spPr/>
    </dgm:pt>
    <dgm:pt modelId="{51D804D6-8301-4173-9EC0-3390F0FCABCA}" type="pres">
      <dgm:prSet presAssocID="{E5F36D10-24A3-4326-A5E5-1837491A95BE}" presName="bgRect" presStyleLbl="bgShp" presStyleIdx="3" presStyleCnt="6"/>
      <dgm:spPr/>
    </dgm:pt>
    <dgm:pt modelId="{8A6C2203-7949-4DC8-86B0-66BBE5A176D5}" type="pres">
      <dgm:prSet presAssocID="{E5F36D10-24A3-4326-A5E5-1837491A95BE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AC19450C-8F44-4E79-8AA7-470D1E57A574}" type="pres">
      <dgm:prSet presAssocID="{E5F36D10-24A3-4326-A5E5-1837491A95BE}" presName="spaceRect" presStyleCnt="0"/>
      <dgm:spPr/>
    </dgm:pt>
    <dgm:pt modelId="{A3AE6B5A-A219-4A2E-95AF-195A7F4D7EEA}" type="pres">
      <dgm:prSet presAssocID="{E5F36D10-24A3-4326-A5E5-1837491A95BE}" presName="parTx" presStyleLbl="revTx" presStyleIdx="3" presStyleCnt="6">
        <dgm:presLayoutVars>
          <dgm:chMax val="0"/>
          <dgm:chPref val="0"/>
        </dgm:presLayoutVars>
      </dgm:prSet>
      <dgm:spPr/>
    </dgm:pt>
    <dgm:pt modelId="{E2CD7DC1-BB92-4C19-9A74-7B866EA8BBE4}" type="pres">
      <dgm:prSet presAssocID="{6E23B678-73E7-468C-A551-A2108CD06969}" presName="sibTrans" presStyleCnt="0"/>
      <dgm:spPr/>
    </dgm:pt>
    <dgm:pt modelId="{8B72E558-091F-47A9-8EA1-1EF084EC68E5}" type="pres">
      <dgm:prSet presAssocID="{3BF1D0C5-DA3E-4A4E-A1CA-FD2064761E19}" presName="compNode" presStyleCnt="0"/>
      <dgm:spPr/>
    </dgm:pt>
    <dgm:pt modelId="{D6C90C29-47F4-4FD5-A20C-03EC9F4D73C2}" type="pres">
      <dgm:prSet presAssocID="{3BF1D0C5-DA3E-4A4E-A1CA-FD2064761E19}" presName="bgRect" presStyleLbl="bgShp" presStyleIdx="4" presStyleCnt="6"/>
      <dgm:spPr/>
    </dgm:pt>
    <dgm:pt modelId="{C46889EB-03D0-41B0-9B5F-EA8126B4E9FA}" type="pres">
      <dgm:prSet presAssocID="{3BF1D0C5-DA3E-4A4E-A1CA-FD2064761E19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9E58E5FD-539B-4C37-9DEB-321D8245DAC7}" type="pres">
      <dgm:prSet presAssocID="{3BF1D0C5-DA3E-4A4E-A1CA-FD2064761E19}" presName="spaceRect" presStyleCnt="0"/>
      <dgm:spPr/>
    </dgm:pt>
    <dgm:pt modelId="{6D89ED1E-50C3-4009-809A-5E240540EE8A}" type="pres">
      <dgm:prSet presAssocID="{3BF1D0C5-DA3E-4A4E-A1CA-FD2064761E19}" presName="parTx" presStyleLbl="revTx" presStyleIdx="4" presStyleCnt="6">
        <dgm:presLayoutVars>
          <dgm:chMax val="0"/>
          <dgm:chPref val="0"/>
        </dgm:presLayoutVars>
      </dgm:prSet>
      <dgm:spPr/>
    </dgm:pt>
    <dgm:pt modelId="{73057F44-6F0C-4B4F-90AA-DB7D14599045}" type="pres">
      <dgm:prSet presAssocID="{AF293547-575D-4DC4-878F-3E3B6BD2C424}" presName="sibTrans" presStyleCnt="0"/>
      <dgm:spPr/>
    </dgm:pt>
    <dgm:pt modelId="{7A30DEAC-A239-47B6-AF3C-674646569769}" type="pres">
      <dgm:prSet presAssocID="{9B9494D1-F450-4A56-AD7B-F974880BEAD4}" presName="compNode" presStyleCnt="0"/>
      <dgm:spPr/>
    </dgm:pt>
    <dgm:pt modelId="{C0A416CD-FAA3-4FDA-8966-970E874696FD}" type="pres">
      <dgm:prSet presAssocID="{9B9494D1-F450-4A56-AD7B-F974880BEAD4}" presName="bgRect" presStyleLbl="bgShp" presStyleIdx="5" presStyleCnt="6"/>
      <dgm:spPr/>
    </dgm:pt>
    <dgm:pt modelId="{195929FC-AB02-4559-8025-8B11E65F2C23}" type="pres">
      <dgm:prSet presAssocID="{9B9494D1-F450-4A56-AD7B-F974880BEAD4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Book"/>
        </a:ext>
      </dgm:extLst>
    </dgm:pt>
    <dgm:pt modelId="{8FDFB4E8-B1B9-4AA0-8E51-2C5D71F69ED3}" type="pres">
      <dgm:prSet presAssocID="{9B9494D1-F450-4A56-AD7B-F974880BEAD4}" presName="spaceRect" presStyleCnt="0"/>
      <dgm:spPr/>
    </dgm:pt>
    <dgm:pt modelId="{04539DF9-1B73-4666-9793-0F6D85AFF3C2}" type="pres">
      <dgm:prSet presAssocID="{9B9494D1-F450-4A56-AD7B-F974880BEAD4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D5D42D0B-F6BC-4531-A9EC-6C5176C36C6A}" srcId="{73973CD4-09D6-496C-AB5C-5F3A513E8651}" destId="{86178A40-1327-4815-9C08-A64CEA230B31}" srcOrd="1" destOrd="0" parTransId="{2D7FBC76-4CD4-4AAB-849A-833FE45B4F66}" sibTransId="{ACB9518C-494B-460E-A86A-81E22C9FADF9}"/>
    <dgm:cxn modelId="{0E32F223-E8C8-417D-8B9F-FD9255D69339}" type="presOf" srcId="{AB5036C6-F762-404C-840D-1018D0538FDF}" destId="{DD73DA4A-477F-4FAF-A5C6-DDA1A793E5B2}" srcOrd="0" destOrd="0" presId="urn:microsoft.com/office/officeart/2018/2/layout/IconVerticalSolidList"/>
    <dgm:cxn modelId="{E425C02F-2616-4D89-A8A0-C5C7AE578747}" type="presOf" srcId="{E5F36D10-24A3-4326-A5E5-1837491A95BE}" destId="{A3AE6B5A-A219-4A2E-95AF-195A7F4D7EEA}" srcOrd="0" destOrd="0" presId="urn:microsoft.com/office/officeart/2018/2/layout/IconVerticalSolidList"/>
    <dgm:cxn modelId="{A9820233-F754-40F6-8335-6EF6EA153169}" srcId="{73973CD4-09D6-496C-AB5C-5F3A513E8651}" destId="{9B9494D1-F450-4A56-AD7B-F974880BEAD4}" srcOrd="5" destOrd="0" parTransId="{B8359579-1967-4B04-8B5E-49D88250CCA9}" sibTransId="{5800DAE9-66F0-4487-9983-255DA59545A9}"/>
    <dgm:cxn modelId="{9405E043-C611-411E-A561-0F5FAEA23D08}" srcId="{73973CD4-09D6-496C-AB5C-5F3A513E8651}" destId="{DCC46756-F0F3-451D-9501-3A9E777F0F6C}" srcOrd="2" destOrd="0" parTransId="{36BCBA9C-4457-4758-8372-5D7588C0DEB9}" sibTransId="{E7FD31A8-5811-4FC9-B598-7867808D282D}"/>
    <dgm:cxn modelId="{042CF276-3FBF-4E0A-9390-DAE154672FD7}" type="presOf" srcId="{9B9494D1-F450-4A56-AD7B-F974880BEAD4}" destId="{04539DF9-1B73-4666-9793-0F6D85AFF3C2}" srcOrd="0" destOrd="0" presId="urn:microsoft.com/office/officeart/2018/2/layout/IconVerticalSolidList"/>
    <dgm:cxn modelId="{8DA7EC57-9E65-40DA-922F-B739B96DCBE4}" type="presOf" srcId="{86178A40-1327-4815-9C08-A64CEA230B31}" destId="{0871AAB1-1568-45F4-ACCA-366D54DD5D16}" srcOrd="0" destOrd="0" presId="urn:microsoft.com/office/officeart/2018/2/layout/IconVerticalSolidList"/>
    <dgm:cxn modelId="{5A80FB8D-64A4-4D3D-B00F-B8242B69C073}" srcId="{73973CD4-09D6-496C-AB5C-5F3A513E8651}" destId="{AB5036C6-F762-404C-840D-1018D0538FDF}" srcOrd="0" destOrd="0" parTransId="{E75D986E-17D8-46E4-AB59-556D30795292}" sibTransId="{88562C20-628A-48C8-8940-7A934E5F791E}"/>
    <dgm:cxn modelId="{F4EDF1B3-C44B-4A35-9D03-DF6991792BBF}" type="presOf" srcId="{3BF1D0C5-DA3E-4A4E-A1CA-FD2064761E19}" destId="{6D89ED1E-50C3-4009-809A-5E240540EE8A}" srcOrd="0" destOrd="0" presId="urn:microsoft.com/office/officeart/2018/2/layout/IconVerticalSolidList"/>
    <dgm:cxn modelId="{93FAF1B8-B76C-4E4A-8116-4C6D02C2DE0E}" type="presOf" srcId="{DCC46756-F0F3-451D-9501-3A9E777F0F6C}" destId="{BA9BFDC5-8996-4613-A2A6-DE744523940B}" srcOrd="0" destOrd="0" presId="urn:microsoft.com/office/officeart/2018/2/layout/IconVerticalSolidList"/>
    <dgm:cxn modelId="{724F82BD-13A4-4035-8745-2D6F4E96E139}" type="presOf" srcId="{73973CD4-09D6-496C-AB5C-5F3A513E8651}" destId="{F04F5080-C050-45C6-AF35-502FA0E3893F}" srcOrd="0" destOrd="0" presId="urn:microsoft.com/office/officeart/2018/2/layout/IconVerticalSolidList"/>
    <dgm:cxn modelId="{C3622FD6-3A69-4795-A92C-3CB919C7AB5A}" srcId="{73973CD4-09D6-496C-AB5C-5F3A513E8651}" destId="{E5F36D10-24A3-4326-A5E5-1837491A95BE}" srcOrd="3" destOrd="0" parTransId="{67906DE2-3970-43E4-BA6A-706B95EA7DF4}" sibTransId="{6E23B678-73E7-468C-A551-A2108CD06969}"/>
    <dgm:cxn modelId="{1599E6D9-E994-4365-A51D-E56D88DB8362}" srcId="{73973CD4-09D6-496C-AB5C-5F3A513E8651}" destId="{3BF1D0C5-DA3E-4A4E-A1CA-FD2064761E19}" srcOrd="4" destOrd="0" parTransId="{8E8E0C7E-C6BC-46B7-99EF-ECA88C4BB52B}" sibTransId="{AF293547-575D-4DC4-878F-3E3B6BD2C424}"/>
    <dgm:cxn modelId="{3C82FD91-DB04-467F-8ED0-7D16A34B4EA1}" type="presParOf" srcId="{F04F5080-C050-45C6-AF35-502FA0E3893F}" destId="{EC56F1E7-74C7-4146-B51F-6A4454B5349C}" srcOrd="0" destOrd="0" presId="urn:microsoft.com/office/officeart/2018/2/layout/IconVerticalSolidList"/>
    <dgm:cxn modelId="{F9DC4352-79D8-4019-8EFA-41B6FF10CBFA}" type="presParOf" srcId="{EC56F1E7-74C7-4146-B51F-6A4454B5349C}" destId="{3B800F6B-EF35-41E9-BDE5-3870930D86BA}" srcOrd="0" destOrd="0" presId="urn:microsoft.com/office/officeart/2018/2/layout/IconVerticalSolidList"/>
    <dgm:cxn modelId="{07C0333D-D566-467A-BE92-E0658CD8D757}" type="presParOf" srcId="{EC56F1E7-74C7-4146-B51F-6A4454B5349C}" destId="{60751C42-8A96-4C46-89F7-4DC43F5C3875}" srcOrd="1" destOrd="0" presId="urn:microsoft.com/office/officeart/2018/2/layout/IconVerticalSolidList"/>
    <dgm:cxn modelId="{505593ED-B6F6-4AE8-AC5B-85AF8659AE24}" type="presParOf" srcId="{EC56F1E7-74C7-4146-B51F-6A4454B5349C}" destId="{D9B74220-A7C2-4282-9AB4-C7E299F60A94}" srcOrd="2" destOrd="0" presId="urn:microsoft.com/office/officeart/2018/2/layout/IconVerticalSolidList"/>
    <dgm:cxn modelId="{30EFCBBA-9B49-404D-910A-736A6BAD64CE}" type="presParOf" srcId="{EC56F1E7-74C7-4146-B51F-6A4454B5349C}" destId="{DD73DA4A-477F-4FAF-A5C6-DDA1A793E5B2}" srcOrd="3" destOrd="0" presId="urn:microsoft.com/office/officeart/2018/2/layout/IconVerticalSolidList"/>
    <dgm:cxn modelId="{0FD57C45-1FE2-4A5A-AD6D-83D1330CED80}" type="presParOf" srcId="{F04F5080-C050-45C6-AF35-502FA0E3893F}" destId="{3C7EDE04-D3E2-467A-A2F4-1772729D7E26}" srcOrd="1" destOrd="0" presId="urn:microsoft.com/office/officeart/2018/2/layout/IconVerticalSolidList"/>
    <dgm:cxn modelId="{B7E24B54-EA43-486A-AA37-510D9A0A54FD}" type="presParOf" srcId="{F04F5080-C050-45C6-AF35-502FA0E3893F}" destId="{F2D038D4-61AF-4CCF-930E-82015CF8D25A}" srcOrd="2" destOrd="0" presId="urn:microsoft.com/office/officeart/2018/2/layout/IconVerticalSolidList"/>
    <dgm:cxn modelId="{7CE17DD3-B439-4E79-9A08-612FEA93110C}" type="presParOf" srcId="{F2D038D4-61AF-4CCF-930E-82015CF8D25A}" destId="{EBF20554-6CB1-4ED2-9D82-834D77DF585A}" srcOrd="0" destOrd="0" presId="urn:microsoft.com/office/officeart/2018/2/layout/IconVerticalSolidList"/>
    <dgm:cxn modelId="{D556CD5E-6F01-4F2F-9329-6F84035E049E}" type="presParOf" srcId="{F2D038D4-61AF-4CCF-930E-82015CF8D25A}" destId="{E53F6214-7D29-421C-A3B8-B74553155612}" srcOrd="1" destOrd="0" presId="urn:microsoft.com/office/officeart/2018/2/layout/IconVerticalSolidList"/>
    <dgm:cxn modelId="{9BFCD56D-E73E-456E-91E2-38FF1B2E961A}" type="presParOf" srcId="{F2D038D4-61AF-4CCF-930E-82015CF8D25A}" destId="{95DD67C1-C932-4BEB-AC98-8C5EEA0AA839}" srcOrd="2" destOrd="0" presId="urn:microsoft.com/office/officeart/2018/2/layout/IconVerticalSolidList"/>
    <dgm:cxn modelId="{4A53C021-02C9-49C5-93D8-E7F58AEE568F}" type="presParOf" srcId="{F2D038D4-61AF-4CCF-930E-82015CF8D25A}" destId="{0871AAB1-1568-45F4-ACCA-366D54DD5D16}" srcOrd="3" destOrd="0" presId="urn:microsoft.com/office/officeart/2018/2/layout/IconVerticalSolidList"/>
    <dgm:cxn modelId="{E5C3C920-38D8-4E09-AD7E-FCEE598E71F2}" type="presParOf" srcId="{F04F5080-C050-45C6-AF35-502FA0E3893F}" destId="{E58DD919-8346-495A-B31D-CBE6BDBB06DB}" srcOrd="3" destOrd="0" presId="urn:microsoft.com/office/officeart/2018/2/layout/IconVerticalSolidList"/>
    <dgm:cxn modelId="{BCF8F321-41F0-4CC0-BDF8-186A0264774C}" type="presParOf" srcId="{F04F5080-C050-45C6-AF35-502FA0E3893F}" destId="{064F59D0-76A4-41C5-ADE5-FA1BB1A7FE46}" srcOrd="4" destOrd="0" presId="urn:microsoft.com/office/officeart/2018/2/layout/IconVerticalSolidList"/>
    <dgm:cxn modelId="{8EF82C36-7790-4EF0-85CB-C27746C29844}" type="presParOf" srcId="{064F59D0-76A4-41C5-ADE5-FA1BB1A7FE46}" destId="{AD0F0562-F659-4984-A53E-9B57FFA13A88}" srcOrd="0" destOrd="0" presId="urn:microsoft.com/office/officeart/2018/2/layout/IconVerticalSolidList"/>
    <dgm:cxn modelId="{95CF30D6-1049-4807-BE56-BDA1165D90AA}" type="presParOf" srcId="{064F59D0-76A4-41C5-ADE5-FA1BB1A7FE46}" destId="{6A5691AD-47E0-4DFC-AEFB-95D0A9F11695}" srcOrd="1" destOrd="0" presId="urn:microsoft.com/office/officeart/2018/2/layout/IconVerticalSolidList"/>
    <dgm:cxn modelId="{DA9C35E1-62C5-4C9A-8181-348E8524B436}" type="presParOf" srcId="{064F59D0-76A4-41C5-ADE5-FA1BB1A7FE46}" destId="{EC7446BE-47F0-42CB-8755-F3A157B17DFE}" srcOrd="2" destOrd="0" presId="urn:microsoft.com/office/officeart/2018/2/layout/IconVerticalSolidList"/>
    <dgm:cxn modelId="{5A055111-8D4E-4E85-9A51-36ECFBEF7542}" type="presParOf" srcId="{064F59D0-76A4-41C5-ADE5-FA1BB1A7FE46}" destId="{BA9BFDC5-8996-4613-A2A6-DE744523940B}" srcOrd="3" destOrd="0" presId="urn:microsoft.com/office/officeart/2018/2/layout/IconVerticalSolidList"/>
    <dgm:cxn modelId="{CEF1ABB8-FC8F-4977-B490-7CFD85A33926}" type="presParOf" srcId="{F04F5080-C050-45C6-AF35-502FA0E3893F}" destId="{D7EB2EA5-3A2E-4E52-9203-4799DBB0B4F3}" srcOrd="5" destOrd="0" presId="urn:microsoft.com/office/officeart/2018/2/layout/IconVerticalSolidList"/>
    <dgm:cxn modelId="{FADEB2E2-2E9A-4640-8BF8-AB36C3225C0C}" type="presParOf" srcId="{F04F5080-C050-45C6-AF35-502FA0E3893F}" destId="{5591BA54-A32F-42D8-8C06-6567CB1D75FC}" srcOrd="6" destOrd="0" presId="urn:microsoft.com/office/officeart/2018/2/layout/IconVerticalSolidList"/>
    <dgm:cxn modelId="{574B7A6A-6D3A-4373-AF50-52AE25CC1CD8}" type="presParOf" srcId="{5591BA54-A32F-42D8-8C06-6567CB1D75FC}" destId="{51D804D6-8301-4173-9EC0-3390F0FCABCA}" srcOrd="0" destOrd="0" presId="urn:microsoft.com/office/officeart/2018/2/layout/IconVerticalSolidList"/>
    <dgm:cxn modelId="{9B34A894-86F6-4F23-87C9-0AEE566E6557}" type="presParOf" srcId="{5591BA54-A32F-42D8-8C06-6567CB1D75FC}" destId="{8A6C2203-7949-4DC8-86B0-66BBE5A176D5}" srcOrd="1" destOrd="0" presId="urn:microsoft.com/office/officeart/2018/2/layout/IconVerticalSolidList"/>
    <dgm:cxn modelId="{E75EF577-1F0A-4D31-8A1E-D1D85F6060AA}" type="presParOf" srcId="{5591BA54-A32F-42D8-8C06-6567CB1D75FC}" destId="{AC19450C-8F44-4E79-8AA7-470D1E57A574}" srcOrd="2" destOrd="0" presId="urn:microsoft.com/office/officeart/2018/2/layout/IconVerticalSolidList"/>
    <dgm:cxn modelId="{9C2E78C0-42B7-4C8B-9B4D-65B9473DFCB0}" type="presParOf" srcId="{5591BA54-A32F-42D8-8C06-6567CB1D75FC}" destId="{A3AE6B5A-A219-4A2E-95AF-195A7F4D7EEA}" srcOrd="3" destOrd="0" presId="urn:microsoft.com/office/officeart/2018/2/layout/IconVerticalSolidList"/>
    <dgm:cxn modelId="{8E4828AF-7D5B-47B5-8044-71BD5422CD67}" type="presParOf" srcId="{F04F5080-C050-45C6-AF35-502FA0E3893F}" destId="{E2CD7DC1-BB92-4C19-9A74-7B866EA8BBE4}" srcOrd="7" destOrd="0" presId="urn:microsoft.com/office/officeart/2018/2/layout/IconVerticalSolidList"/>
    <dgm:cxn modelId="{14F08886-3B80-4B2E-BA22-BEF7BDE12FAA}" type="presParOf" srcId="{F04F5080-C050-45C6-AF35-502FA0E3893F}" destId="{8B72E558-091F-47A9-8EA1-1EF084EC68E5}" srcOrd="8" destOrd="0" presId="urn:microsoft.com/office/officeart/2018/2/layout/IconVerticalSolidList"/>
    <dgm:cxn modelId="{967644D7-FE92-463B-87BE-F723D1C862EC}" type="presParOf" srcId="{8B72E558-091F-47A9-8EA1-1EF084EC68E5}" destId="{D6C90C29-47F4-4FD5-A20C-03EC9F4D73C2}" srcOrd="0" destOrd="0" presId="urn:microsoft.com/office/officeart/2018/2/layout/IconVerticalSolidList"/>
    <dgm:cxn modelId="{9590F988-9881-4B50-82EA-186D04FDA40E}" type="presParOf" srcId="{8B72E558-091F-47A9-8EA1-1EF084EC68E5}" destId="{C46889EB-03D0-41B0-9B5F-EA8126B4E9FA}" srcOrd="1" destOrd="0" presId="urn:microsoft.com/office/officeart/2018/2/layout/IconVerticalSolidList"/>
    <dgm:cxn modelId="{CB261309-1196-42B8-850B-F0109E7F8C6D}" type="presParOf" srcId="{8B72E558-091F-47A9-8EA1-1EF084EC68E5}" destId="{9E58E5FD-539B-4C37-9DEB-321D8245DAC7}" srcOrd="2" destOrd="0" presId="urn:microsoft.com/office/officeart/2018/2/layout/IconVerticalSolidList"/>
    <dgm:cxn modelId="{39713FE0-1CAC-4416-B03C-192C9B0AE275}" type="presParOf" srcId="{8B72E558-091F-47A9-8EA1-1EF084EC68E5}" destId="{6D89ED1E-50C3-4009-809A-5E240540EE8A}" srcOrd="3" destOrd="0" presId="urn:microsoft.com/office/officeart/2018/2/layout/IconVerticalSolidList"/>
    <dgm:cxn modelId="{5ADE41E2-334B-47A6-97C1-E7E7B23CEC69}" type="presParOf" srcId="{F04F5080-C050-45C6-AF35-502FA0E3893F}" destId="{73057F44-6F0C-4B4F-90AA-DB7D14599045}" srcOrd="9" destOrd="0" presId="urn:microsoft.com/office/officeart/2018/2/layout/IconVerticalSolidList"/>
    <dgm:cxn modelId="{96C90153-C636-41D4-A4FC-121694FFE015}" type="presParOf" srcId="{F04F5080-C050-45C6-AF35-502FA0E3893F}" destId="{7A30DEAC-A239-47B6-AF3C-674646569769}" srcOrd="10" destOrd="0" presId="urn:microsoft.com/office/officeart/2018/2/layout/IconVerticalSolidList"/>
    <dgm:cxn modelId="{B97CA7AA-7F54-4815-BD36-B606CE6080F9}" type="presParOf" srcId="{7A30DEAC-A239-47B6-AF3C-674646569769}" destId="{C0A416CD-FAA3-4FDA-8966-970E874696FD}" srcOrd="0" destOrd="0" presId="urn:microsoft.com/office/officeart/2018/2/layout/IconVerticalSolidList"/>
    <dgm:cxn modelId="{5BBB9312-722F-45AA-8EB6-E70962ED41BD}" type="presParOf" srcId="{7A30DEAC-A239-47B6-AF3C-674646569769}" destId="{195929FC-AB02-4559-8025-8B11E65F2C23}" srcOrd="1" destOrd="0" presId="urn:microsoft.com/office/officeart/2018/2/layout/IconVerticalSolidList"/>
    <dgm:cxn modelId="{D16E58E6-DF29-4F53-A00B-9BA4FF392F68}" type="presParOf" srcId="{7A30DEAC-A239-47B6-AF3C-674646569769}" destId="{8FDFB4E8-B1B9-4AA0-8E51-2C5D71F69ED3}" srcOrd="2" destOrd="0" presId="urn:microsoft.com/office/officeart/2018/2/layout/IconVerticalSolidList"/>
    <dgm:cxn modelId="{EA7F53A8-FCB3-42DA-BE1B-450E0264E61C}" type="presParOf" srcId="{7A30DEAC-A239-47B6-AF3C-674646569769}" destId="{04539DF9-1B73-4666-9793-0F6D85AFF3C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D1EEB2-20D2-40AC-B67C-1437F0687F35}">
      <dsp:nvSpPr>
        <dsp:cNvPr id="0" name=""/>
        <dsp:cNvSpPr/>
      </dsp:nvSpPr>
      <dsp:spPr>
        <a:xfrm>
          <a:off x="0" y="212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99B1D0-43FA-4CA5-BF3D-40EDB4435EB3}">
      <dsp:nvSpPr>
        <dsp:cNvPr id="0" name=""/>
        <dsp:cNvSpPr/>
      </dsp:nvSpPr>
      <dsp:spPr>
        <a:xfrm>
          <a:off x="0" y="2124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>
              <a:solidFill>
                <a:srgbClr val="C00000"/>
              </a:solidFill>
            </a:rPr>
            <a:t>Case 1: </a:t>
          </a:r>
          <a:r>
            <a:rPr lang="en-US" sz="3300" kern="1200" dirty="0"/>
            <a:t>Programmer wants to run 100 things</a:t>
          </a:r>
        </a:p>
      </dsp:txBody>
      <dsp:txXfrm>
        <a:off x="0" y="2124"/>
        <a:ext cx="10515600" cy="724514"/>
      </dsp:txXfrm>
    </dsp:sp>
    <dsp:sp modelId="{A5F68553-634F-47B5-9B5D-F76E915AAEFE}">
      <dsp:nvSpPr>
        <dsp:cNvPr id="0" name=""/>
        <dsp:cNvSpPr/>
      </dsp:nvSpPr>
      <dsp:spPr>
        <a:xfrm>
          <a:off x="0" y="72663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B361A0-125F-440C-BC51-9464FCEFBEF4}">
      <dsp:nvSpPr>
        <dsp:cNvPr id="0" name=""/>
        <dsp:cNvSpPr/>
      </dsp:nvSpPr>
      <dsp:spPr>
        <a:xfrm>
          <a:off x="0" y="726639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CPU says I am alone </a:t>
          </a:r>
          <a:r>
            <a:rPr lang="en-US" sz="3300" kern="1200">
              <a:sym typeface="Wingdings" panose="05000000000000000000" pitchFamily="2" charset="2"/>
            </a:rPr>
            <a:t></a:t>
          </a:r>
          <a:r>
            <a:rPr lang="en-US" sz="3300" kern="1200"/>
            <a:t>  </a:t>
          </a:r>
        </a:p>
      </dsp:txBody>
      <dsp:txXfrm>
        <a:off x="0" y="726639"/>
        <a:ext cx="10515600" cy="724514"/>
      </dsp:txXfrm>
    </dsp:sp>
    <dsp:sp modelId="{265C2928-270F-432D-8ABB-C6D57363A4AC}">
      <dsp:nvSpPr>
        <dsp:cNvPr id="0" name=""/>
        <dsp:cNvSpPr/>
      </dsp:nvSpPr>
      <dsp:spPr>
        <a:xfrm>
          <a:off x="0" y="145115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4FEDD5-2ABB-4064-ACD0-DDBACF3AA378}">
      <dsp:nvSpPr>
        <dsp:cNvPr id="0" name=""/>
        <dsp:cNvSpPr/>
      </dsp:nvSpPr>
      <dsp:spPr>
        <a:xfrm>
          <a:off x="0" y="1451154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OS says I can create an illusion of multiple CPUs </a:t>
          </a:r>
          <a:r>
            <a:rPr lang="en-US" sz="3300" kern="1200">
              <a:sym typeface="Wingdings" panose="05000000000000000000" pitchFamily="2" charset="2"/>
            </a:rPr>
            <a:t></a:t>
          </a:r>
          <a:r>
            <a:rPr lang="en-US" sz="3300" kern="1200"/>
            <a:t> </a:t>
          </a:r>
        </a:p>
      </dsp:txBody>
      <dsp:txXfrm>
        <a:off x="0" y="1451154"/>
        <a:ext cx="10515600" cy="724514"/>
      </dsp:txXfrm>
    </dsp:sp>
    <dsp:sp modelId="{802B23BF-79C6-45BB-AE64-97A3B1E27F5F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61DB3F-14E8-48A6-ADDF-BD75FE7815AC}">
      <dsp:nvSpPr>
        <dsp:cNvPr id="0" name=""/>
        <dsp:cNvSpPr/>
      </dsp:nvSpPr>
      <dsp:spPr>
        <a:xfrm>
          <a:off x="0" y="2175669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>
              <a:solidFill>
                <a:srgbClr val="C00000"/>
              </a:solidFill>
            </a:rPr>
            <a:t>Case 2: </a:t>
          </a:r>
          <a:r>
            <a:rPr lang="en-US" sz="3300" kern="1200" dirty="0"/>
            <a:t>Programmer wants 100s of GBs of data </a:t>
          </a:r>
        </a:p>
      </dsp:txBody>
      <dsp:txXfrm>
        <a:off x="0" y="2175669"/>
        <a:ext cx="10515600" cy="724514"/>
      </dsp:txXfrm>
    </dsp:sp>
    <dsp:sp modelId="{5C6FE33B-742C-4EA9-804F-4ACA2F65375F}">
      <dsp:nvSpPr>
        <dsp:cNvPr id="0" name=""/>
        <dsp:cNvSpPr/>
      </dsp:nvSpPr>
      <dsp:spPr>
        <a:xfrm>
          <a:off x="0" y="290018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915B95-846C-49B8-89AA-6E77C4D25EA8}">
      <dsp:nvSpPr>
        <dsp:cNvPr id="0" name=""/>
        <dsp:cNvSpPr/>
      </dsp:nvSpPr>
      <dsp:spPr>
        <a:xfrm>
          <a:off x="0" y="2900183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Memory says I am just 10 GB </a:t>
          </a:r>
          <a:r>
            <a:rPr lang="en-US" sz="3300" kern="1200">
              <a:sym typeface="Wingdings" panose="05000000000000000000" pitchFamily="2" charset="2"/>
            </a:rPr>
            <a:t></a:t>
          </a:r>
          <a:r>
            <a:rPr lang="en-US" sz="3300" kern="1200"/>
            <a:t> </a:t>
          </a:r>
        </a:p>
      </dsp:txBody>
      <dsp:txXfrm>
        <a:off x="0" y="2900183"/>
        <a:ext cx="10515600" cy="724514"/>
      </dsp:txXfrm>
    </dsp:sp>
    <dsp:sp modelId="{7C0FFF8D-F81D-4DD2-96AF-595D8D1908E0}">
      <dsp:nvSpPr>
        <dsp:cNvPr id="0" name=""/>
        <dsp:cNvSpPr/>
      </dsp:nvSpPr>
      <dsp:spPr>
        <a:xfrm>
          <a:off x="0" y="3624698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F60D45-CF32-4A04-9D89-D1FB59CF6316}">
      <dsp:nvSpPr>
        <dsp:cNvPr id="0" name=""/>
        <dsp:cNvSpPr/>
      </dsp:nvSpPr>
      <dsp:spPr>
        <a:xfrm>
          <a:off x="0" y="3624698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OS says, never mind, I can create an illusion of TBs </a:t>
          </a:r>
          <a:r>
            <a:rPr lang="en-US" sz="3300" kern="1200">
              <a:sym typeface="Wingdings" panose="05000000000000000000" pitchFamily="2" charset="2"/>
            </a:rPr>
            <a:t></a:t>
          </a:r>
          <a:r>
            <a:rPr lang="en-US" sz="3300" kern="1200"/>
            <a:t> </a:t>
          </a:r>
        </a:p>
      </dsp:txBody>
      <dsp:txXfrm>
        <a:off x="0" y="3624698"/>
        <a:ext cx="10515600" cy="7245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D1EEB2-20D2-40AC-B67C-1437F0687F35}">
      <dsp:nvSpPr>
        <dsp:cNvPr id="0" name=""/>
        <dsp:cNvSpPr/>
      </dsp:nvSpPr>
      <dsp:spPr>
        <a:xfrm>
          <a:off x="0" y="212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99B1D0-43FA-4CA5-BF3D-40EDB4435EB3}">
      <dsp:nvSpPr>
        <dsp:cNvPr id="0" name=""/>
        <dsp:cNvSpPr/>
      </dsp:nvSpPr>
      <dsp:spPr>
        <a:xfrm>
          <a:off x="0" y="2124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>
              <a:solidFill>
                <a:srgbClr val="C00000"/>
              </a:solidFill>
            </a:rPr>
            <a:t>Case 3: </a:t>
          </a:r>
          <a:r>
            <a:rPr lang="en-US" sz="3300" kern="1200" dirty="0"/>
            <a:t>Programmer wants protection/security of data</a:t>
          </a:r>
        </a:p>
      </dsp:txBody>
      <dsp:txXfrm>
        <a:off x="0" y="2124"/>
        <a:ext cx="10515600" cy="724514"/>
      </dsp:txXfrm>
    </dsp:sp>
    <dsp:sp modelId="{A5F68553-634F-47B5-9B5D-F76E915AAEFE}">
      <dsp:nvSpPr>
        <dsp:cNvPr id="0" name=""/>
        <dsp:cNvSpPr/>
      </dsp:nvSpPr>
      <dsp:spPr>
        <a:xfrm>
          <a:off x="0" y="72663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B361A0-125F-440C-BC51-9464FCEFBEF4}">
      <dsp:nvSpPr>
        <dsp:cNvPr id="0" name=""/>
        <dsp:cNvSpPr/>
      </dsp:nvSpPr>
      <dsp:spPr>
        <a:xfrm>
          <a:off x="0" y="726639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OS says I can do it but need your support </a:t>
          </a:r>
          <a:r>
            <a:rPr lang="en-US" sz="3300" kern="1200" dirty="0">
              <a:sym typeface="Wingdings" panose="05000000000000000000" pitchFamily="2" charset="2"/>
            </a:rPr>
            <a:t></a:t>
          </a:r>
          <a:r>
            <a:rPr lang="en-US" sz="3300" kern="1200" dirty="0"/>
            <a:t>  </a:t>
          </a:r>
        </a:p>
      </dsp:txBody>
      <dsp:txXfrm>
        <a:off x="0" y="726639"/>
        <a:ext cx="10515600" cy="724514"/>
      </dsp:txXfrm>
    </dsp:sp>
    <dsp:sp modelId="{265C2928-270F-432D-8ABB-C6D57363A4AC}">
      <dsp:nvSpPr>
        <dsp:cNvPr id="0" name=""/>
        <dsp:cNvSpPr/>
      </dsp:nvSpPr>
      <dsp:spPr>
        <a:xfrm>
          <a:off x="0" y="145115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4FEDD5-2ABB-4064-ACD0-DDBACF3AA378}">
      <dsp:nvSpPr>
        <dsp:cNvPr id="0" name=""/>
        <dsp:cNvSpPr/>
      </dsp:nvSpPr>
      <dsp:spPr>
        <a:xfrm>
          <a:off x="0" y="1451154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CPU says sure </a:t>
          </a:r>
          <a:r>
            <a:rPr lang="en-US" sz="3300" kern="1200" dirty="0">
              <a:sym typeface="Wingdings" panose="05000000000000000000" pitchFamily="2" charset="2"/>
            </a:rPr>
            <a:t></a:t>
          </a:r>
          <a:r>
            <a:rPr lang="en-US" sz="3300" kern="1200" dirty="0"/>
            <a:t> </a:t>
          </a:r>
        </a:p>
      </dsp:txBody>
      <dsp:txXfrm>
        <a:off x="0" y="1451154"/>
        <a:ext cx="10515600" cy="724514"/>
      </dsp:txXfrm>
    </dsp:sp>
    <dsp:sp modelId="{802B23BF-79C6-45BB-AE64-97A3B1E27F5F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61DB3F-14E8-48A6-ADDF-BD75FE7815AC}">
      <dsp:nvSpPr>
        <dsp:cNvPr id="0" name=""/>
        <dsp:cNvSpPr/>
      </dsp:nvSpPr>
      <dsp:spPr>
        <a:xfrm>
          <a:off x="0" y="2175669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>
              <a:solidFill>
                <a:srgbClr val="C00000"/>
              </a:solidFill>
            </a:rPr>
            <a:t>Case 4: </a:t>
          </a:r>
          <a:r>
            <a:rPr lang="en-US" sz="3300" kern="1200" dirty="0"/>
            <a:t>Programmer wants parallelism  </a:t>
          </a:r>
        </a:p>
      </dsp:txBody>
      <dsp:txXfrm>
        <a:off x="0" y="2175669"/>
        <a:ext cx="10515600" cy="724514"/>
      </dsp:txXfrm>
    </dsp:sp>
    <dsp:sp modelId="{5C6FE33B-742C-4EA9-804F-4ACA2F65375F}">
      <dsp:nvSpPr>
        <dsp:cNvPr id="0" name=""/>
        <dsp:cNvSpPr/>
      </dsp:nvSpPr>
      <dsp:spPr>
        <a:xfrm>
          <a:off x="0" y="290018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915B95-846C-49B8-89AA-6E77C4D25EA8}">
      <dsp:nvSpPr>
        <dsp:cNvPr id="0" name=""/>
        <dsp:cNvSpPr/>
      </dsp:nvSpPr>
      <dsp:spPr>
        <a:xfrm>
          <a:off x="0" y="2900183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OS says, why not </a:t>
          </a:r>
          <a:r>
            <a:rPr lang="en-US" sz="3300" kern="1200" dirty="0">
              <a:sym typeface="Wingdings" panose="05000000000000000000" pitchFamily="2" charset="2"/>
            </a:rPr>
            <a:t> but the cost of </a:t>
          </a:r>
          <a:r>
            <a:rPr lang="en-US" sz="3300" kern="1200" dirty="0"/>
            <a:t>parallelism </a:t>
          </a:r>
          <a:r>
            <a:rPr lang="en-US" sz="3300" kern="1200" dirty="0">
              <a:sym typeface="Wingdings" panose="05000000000000000000" pitchFamily="2" charset="2"/>
            </a:rPr>
            <a:t></a:t>
          </a:r>
          <a:r>
            <a:rPr lang="en-US" sz="3300" kern="1200" dirty="0"/>
            <a:t> </a:t>
          </a:r>
        </a:p>
      </dsp:txBody>
      <dsp:txXfrm>
        <a:off x="0" y="2900183"/>
        <a:ext cx="10515600" cy="724514"/>
      </dsp:txXfrm>
    </dsp:sp>
    <dsp:sp modelId="{7C0FFF8D-F81D-4DD2-96AF-595D8D1908E0}">
      <dsp:nvSpPr>
        <dsp:cNvPr id="0" name=""/>
        <dsp:cNvSpPr/>
      </dsp:nvSpPr>
      <dsp:spPr>
        <a:xfrm>
          <a:off x="0" y="3624698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F60D45-CF32-4A04-9D89-D1FB59CF6316}">
      <dsp:nvSpPr>
        <dsp:cNvPr id="0" name=""/>
        <dsp:cNvSpPr/>
      </dsp:nvSpPr>
      <dsp:spPr>
        <a:xfrm>
          <a:off x="0" y="3624698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>
              <a:sym typeface="Wingdings" panose="05000000000000000000" pitchFamily="2" charset="2"/>
            </a:rPr>
            <a:t>CPU says I will take care </a:t>
          </a:r>
          <a:r>
            <a:rPr lang="en-US" sz="3300" kern="1200" dirty="0"/>
            <a:t> </a:t>
          </a:r>
        </a:p>
      </dsp:txBody>
      <dsp:txXfrm>
        <a:off x="0" y="3624698"/>
        <a:ext cx="10515600" cy="72451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800F6B-EF35-41E9-BDE5-3870930D86BA}">
      <dsp:nvSpPr>
        <dsp:cNvPr id="0" name=""/>
        <dsp:cNvSpPr/>
      </dsp:nvSpPr>
      <dsp:spPr>
        <a:xfrm>
          <a:off x="0" y="785"/>
          <a:ext cx="6897096" cy="3348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751C42-8A96-4C46-89F7-4DC43F5C3875}">
      <dsp:nvSpPr>
        <dsp:cNvPr id="0" name=""/>
        <dsp:cNvSpPr/>
      </dsp:nvSpPr>
      <dsp:spPr>
        <a:xfrm>
          <a:off x="101277" y="76115"/>
          <a:ext cx="184140" cy="18414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73DA4A-477F-4FAF-A5C6-DDA1A793E5B2}">
      <dsp:nvSpPr>
        <dsp:cNvPr id="0" name=""/>
        <dsp:cNvSpPr/>
      </dsp:nvSpPr>
      <dsp:spPr>
        <a:xfrm>
          <a:off x="386695" y="785"/>
          <a:ext cx="6510400" cy="3348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433" tIns="35433" rIns="35433" bIns="35433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extract </a:t>
          </a:r>
          <a:r>
            <a:rPr lang="en-US" sz="1700" b="1" kern="1200"/>
            <a:t>VPN </a:t>
          </a:r>
          <a:r>
            <a:rPr lang="en-US" sz="1700" kern="1200"/>
            <a:t>(virt page num) from </a:t>
          </a:r>
          <a:r>
            <a:rPr lang="en-US" sz="1700" b="1" kern="1200"/>
            <a:t>VA </a:t>
          </a:r>
          <a:r>
            <a:rPr lang="en-US" sz="1700" kern="1200"/>
            <a:t>(virt addr)</a:t>
          </a:r>
        </a:p>
      </dsp:txBody>
      <dsp:txXfrm>
        <a:off x="386695" y="785"/>
        <a:ext cx="6510400" cy="334801"/>
      </dsp:txXfrm>
    </dsp:sp>
    <dsp:sp modelId="{EBF20554-6CB1-4ED2-9D82-834D77DF585A}">
      <dsp:nvSpPr>
        <dsp:cNvPr id="0" name=""/>
        <dsp:cNvSpPr/>
      </dsp:nvSpPr>
      <dsp:spPr>
        <a:xfrm>
          <a:off x="0" y="419287"/>
          <a:ext cx="6897096" cy="3348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3F6214-7D29-421C-A3B8-B74553155612}">
      <dsp:nvSpPr>
        <dsp:cNvPr id="0" name=""/>
        <dsp:cNvSpPr/>
      </dsp:nvSpPr>
      <dsp:spPr>
        <a:xfrm>
          <a:off x="101277" y="494617"/>
          <a:ext cx="184140" cy="18414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71AAB1-1568-45F4-ACCA-366D54DD5D16}">
      <dsp:nvSpPr>
        <dsp:cNvPr id="0" name=""/>
        <dsp:cNvSpPr/>
      </dsp:nvSpPr>
      <dsp:spPr>
        <a:xfrm>
          <a:off x="386695" y="419287"/>
          <a:ext cx="6510400" cy="3348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433" tIns="35433" rIns="35433" bIns="35433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calculate addr of </a:t>
          </a:r>
          <a:r>
            <a:rPr lang="en-US" sz="1700" b="1" kern="1200"/>
            <a:t>PTE	</a:t>
          </a:r>
          <a:r>
            <a:rPr lang="en-US" sz="1700" kern="1200"/>
            <a:t>(page table entry)</a:t>
          </a:r>
        </a:p>
      </dsp:txBody>
      <dsp:txXfrm>
        <a:off x="386695" y="419287"/>
        <a:ext cx="6510400" cy="334801"/>
      </dsp:txXfrm>
    </dsp:sp>
    <dsp:sp modelId="{AD0F0562-F659-4984-A53E-9B57FFA13A88}">
      <dsp:nvSpPr>
        <dsp:cNvPr id="0" name=""/>
        <dsp:cNvSpPr/>
      </dsp:nvSpPr>
      <dsp:spPr>
        <a:xfrm>
          <a:off x="0" y="837788"/>
          <a:ext cx="6897096" cy="3348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5691AD-47E0-4DFC-AEFB-95D0A9F11695}">
      <dsp:nvSpPr>
        <dsp:cNvPr id="0" name=""/>
        <dsp:cNvSpPr/>
      </dsp:nvSpPr>
      <dsp:spPr>
        <a:xfrm>
          <a:off x="101277" y="913118"/>
          <a:ext cx="184140" cy="18414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9BFDC5-8996-4613-A2A6-DE744523940B}">
      <dsp:nvSpPr>
        <dsp:cNvPr id="0" name=""/>
        <dsp:cNvSpPr/>
      </dsp:nvSpPr>
      <dsp:spPr>
        <a:xfrm>
          <a:off x="386695" y="837788"/>
          <a:ext cx="6510400" cy="3348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433" tIns="35433" rIns="35433" bIns="35433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read </a:t>
          </a:r>
          <a:r>
            <a:rPr lang="en-US" sz="1700" b="1" kern="1200"/>
            <a:t>PTE	</a:t>
          </a:r>
          <a:r>
            <a:rPr lang="en-US" sz="1700" kern="1200"/>
            <a:t>from memory</a:t>
          </a:r>
        </a:p>
      </dsp:txBody>
      <dsp:txXfrm>
        <a:off x="386695" y="837788"/>
        <a:ext cx="6510400" cy="334801"/>
      </dsp:txXfrm>
    </dsp:sp>
    <dsp:sp modelId="{51D804D6-8301-4173-9EC0-3390F0FCABCA}">
      <dsp:nvSpPr>
        <dsp:cNvPr id="0" name=""/>
        <dsp:cNvSpPr/>
      </dsp:nvSpPr>
      <dsp:spPr>
        <a:xfrm>
          <a:off x="0" y="1256290"/>
          <a:ext cx="6897096" cy="3348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6C2203-7949-4DC8-86B0-66BBE5A176D5}">
      <dsp:nvSpPr>
        <dsp:cNvPr id="0" name=""/>
        <dsp:cNvSpPr/>
      </dsp:nvSpPr>
      <dsp:spPr>
        <a:xfrm>
          <a:off x="101277" y="1331620"/>
          <a:ext cx="184140" cy="18414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AE6B5A-A219-4A2E-95AF-195A7F4D7EEA}">
      <dsp:nvSpPr>
        <dsp:cNvPr id="0" name=""/>
        <dsp:cNvSpPr/>
      </dsp:nvSpPr>
      <dsp:spPr>
        <a:xfrm>
          <a:off x="386695" y="1256290"/>
          <a:ext cx="6510400" cy="3348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433" tIns="35433" rIns="35433" bIns="35433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extract </a:t>
          </a:r>
          <a:r>
            <a:rPr lang="en-US" sz="1700" b="1" kern="1200"/>
            <a:t>PFN	</a:t>
          </a:r>
          <a:r>
            <a:rPr lang="en-US" sz="1700" kern="1200"/>
            <a:t>(page frame num)</a:t>
          </a:r>
        </a:p>
      </dsp:txBody>
      <dsp:txXfrm>
        <a:off x="386695" y="1256290"/>
        <a:ext cx="6510400" cy="334801"/>
      </dsp:txXfrm>
    </dsp:sp>
    <dsp:sp modelId="{D6C90C29-47F4-4FD5-A20C-03EC9F4D73C2}">
      <dsp:nvSpPr>
        <dsp:cNvPr id="0" name=""/>
        <dsp:cNvSpPr/>
      </dsp:nvSpPr>
      <dsp:spPr>
        <a:xfrm>
          <a:off x="0" y="1674791"/>
          <a:ext cx="6897096" cy="3348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6889EB-03D0-41B0-9B5F-EA8126B4E9FA}">
      <dsp:nvSpPr>
        <dsp:cNvPr id="0" name=""/>
        <dsp:cNvSpPr/>
      </dsp:nvSpPr>
      <dsp:spPr>
        <a:xfrm>
          <a:off x="101277" y="1750121"/>
          <a:ext cx="184140" cy="18414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89ED1E-50C3-4009-809A-5E240540EE8A}">
      <dsp:nvSpPr>
        <dsp:cNvPr id="0" name=""/>
        <dsp:cNvSpPr/>
      </dsp:nvSpPr>
      <dsp:spPr>
        <a:xfrm>
          <a:off x="386695" y="1674791"/>
          <a:ext cx="6510400" cy="3348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433" tIns="35433" rIns="35433" bIns="35433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build </a:t>
          </a:r>
          <a:r>
            <a:rPr lang="en-US" sz="1700" b="1" kern="1200"/>
            <a:t>PA	</a:t>
          </a:r>
          <a:r>
            <a:rPr lang="en-US" sz="1700" kern="1200"/>
            <a:t>(phys addr)</a:t>
          </a:r>
        </a:p>
      </dsp:txBody>
      <dsp:txXfrm>
        <a:off x="386695" y="1674791"/>
        <a:ext cx="6510400" cy="334801"/>
      </dsp:txXfrm>
    </dsp:sp>
    <dsp:sp modelId="{C0A416CD-FAA3-4FDA-8966-970E874696FD}">
      <dsp:nvSpPr>
        <dsp:cNvPr id="0" name=""/>
        <dsp:cNvSpPr/>
      </dsp:nvSpPr>
      <dsp:spPr>
        <a:xfrm>
          <a:off x="0" y="2093293"/>
          <a:ext cx="6897096" cy="3348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5929FC-AB02-4559-8025-8B11E65F2C23}">
      <dsp:nvSpPr>
        <dsp:cNvPr id="0" name=""/>
        <dsp:cNvSpPr/>
      </dsp:nvSpPr>
      <dsp:spPr>
        <a:xfrm>
          <a:off x="101277" y="2168623"/>
          <a:ext cx="184140" cy="18414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539DF9-1B73-4666-9793-0F6D85AFF3C2}">
      <dsp:nvSpPr>
        <dsp:cNvPr id="0" name=""/>
        <dsp:cNvSpPr/>
      </dsp:nvSpPr>
      <dsp:spPr>
        <a:xfrm>
          <a:off x="386695" y="2093293"/>
          <a:ext cx="6510400" cy="3348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433" tIns="35433" rIns="35433" bIns="35433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read contents of </a:t>
          </a:r>
          <a:r>
            <a:rPr lang="en-US" sz="1700" b="1" kern="1200"/>
            <a:t>PA	</a:t>
          </a:r>
          <a:r>
            <a:rPr lang="en-US" sz="1700" kern="1200"/>
            <a:t>from memory into register</a:t>
          </a:r>
        </a:p>
      </dsp:txBody>
      <dsp:txXfrm>
        <a:off x="386695" y="2093293"/>
        <a:ext cx="6510400" cy="3348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00273-A75A-40C8-A1BF-43497AA16139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9DD372-930E-48E8-B3B2-DE0E135E26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707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cse.iitb.ac.in/~biswa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864CB-0AC2-496D-B597-B1F243F5B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3777" y="1122363"/>
            <a:ext cx="10203767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CS683: </a:t>
            </a:r>
            <a:r>
              <a:rPr lang="en-US" dirty="0" err="1"/>
              <a:t>Advancded</a:t>
            </a:r>
            <a:r>
              <a:rPr lang="en-US" dirty="0"/>
              <a:t> Computer Architecture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E45455-008C-4FEE-A9C6-8894363DC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190CD-44DD-4170-8E27-65C897B7F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fld id="{B8651ABE-1138-46C6-9A43-7FCD4EB2550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C8CE0C-3100-4BD4-A909-E56C192401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67446" y="71035"/>
            <a:ext cx="2841820" cy="865176"/>
          </a:xfrm>
          <a:prstGeom prst="rect">
            <a:avLst/>
          </a:prstGeom>
        </p:spPr>
      </p:pic>
      <p:pic>
        <p:nvPicPr>
          <p:cNvPr id="1026" name="Picture 2" descr="IIT Bombay | IIT Bombay">
            <a:extLst>
              <a:ext uri="{FF2B5EF4-FFF2-40B4-BE49-F238E27FC236}">
                <a16:creationId xmlns:a16="http://schemas.microsoft.com/office/drawing/2014/main" id="{17C6F939-4954-4EA5-BA91-2B9038A795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2" y="26560"/>
            <a:ext cx="1130218" cy="110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6242A2-99C7-43EF-9FF6-5F0AFFFDA1DF}"/>
              </a:ext>
            </a:extLst>
          </p:cNvPr>
          <p:cNvSpPr txBox="1"/>
          <p:nvPr userDrawn="1"/>
        </p:nvSpPr>
        <p:spPr>
          <a:xfrm>
            <a:off x="0" y="6354386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i="1" dirty="0">
                <a:hlinkClick r:id="rId4"/>
              </a:rPr>
              <a:t>https://www.cse.iitb.ac.in/~biswa/</a:t>
            </a:r>
            <a:endParaRPr lang="en-IN" sz="2800" i="1" dirty="0"/>
          </a:p>
          <a:p>
            <a:endParaRPr lang="en-IN" sz="2800" i="1" dirty="0"/>
          </a:p>
        </p:txBody>
      </p:sp>
    </p:spTree>
    <p:extLst>
      <p:ext uri="{BB962C8B-B14F-4D97-AF65-F5344CB8AC3E}">
        <p14:creationId xmlns:p14="http://schemas.microsoft.com/office/powerpoint/2010/main" val="167928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97915-0F56-4288-8471-3449AA530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DA509-FC2C-413C-8D9B-6E84963AD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42D7E-424B-47EC-A6D1-6B6B17845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Advanced Computer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2FB26-2A3A-4BC7-9A52-336ED922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fld id="{B8651ABE-1138-46C6-9A43-7FCD4EB2550C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5432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D39DFA-22D9-4774-B6B2-CF85A485D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A882D-3562-4909-BF1E-D5DED9766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BA480-B9BD-4D87-8604-BB9D03C403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26BC3-8D20-4FAA-A821-14CAB47B0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Computer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480A1-8C5A-4D78-A697-18D4DCC3C2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651ABE-1138-46C6-9A43-7FCD4EB25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062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FACF2B-BB7E-D2BD-5633-96A840779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48332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2B9D94-0FEA-4DBE-86DF-3FB8852D3B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CS683: Advanced Computer Architecture-2025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676AF-9222-4BBF-BBA7-BED9C767C7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949" y="4833257"/>
            <a:ext cx="10722595" cy="1655762"/>
          </a:xfrm>
        </p:spPr>
        <p:txBody>
          <a:bodyPr>
            <a:normAutofit lnSpcReduction="10000"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L9: #Teri(CPU)-Meri(OS) Kahani </a:t>
            </a:r>
          </a:p>
          <a:p>
            <a:r>
              <a:rPr lang="en-US" sz="3600" dirty="0">
                <a:solidFill>
                  <a:srgbClr val="C00000"/>
                </a:solidFill>
              </a:rPr>
              <a:t>(Hai </a:t>
            </a:r>
            <a:r>
              <a:rPr lang="en-US" sz="3600" dirty="0" err="1">
                <a:solidFill>
                  <a:srgbClr val="C00000"/>
                </a:solidFill>
              </a:rPr>
              <a:t>Barrishon</a:t>
            </a:r>
            <a:r>
              <a:rPr lang="en-US" sz="3600" dirty="0">
                <a:solidFill>
                  <a:srgbClr val="C00000"/>
                </a:solidFill>
              </a:rPr>
              <a:t> ka Paani)  </a:t>
            </a:r>
            <a:r>
              <a:rPr lang="en-US" sz="3600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endParaRPr lang="en-US" sz="3600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https://www.cse.iitb.ac.in/~biswa/courses.html</a:t>
            </a:r>
          </a:p>
          <a:p>
            <a:endParaRPr lang="en-IN" sz="3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0788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Mobile device with apps">
            <a:extLst>
              <a:ext uri="{FF2B5EF4-FFF2-40B4-BE49-F238E27FC236}">
                <a16:creationId xmlns:a16="http://schemas.microsoft.com/office/drawing/2014/main" id="{499258FC-0B4F-B55F-8BE7-27FDBBECB2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866" t="9091" r="7497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91FD530-68E2-E9B7-6F08-048EC5C58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0" y="1122363"/>
            <a:ext cx="6654339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Phones (smart/non-smart) on silence plz, Thanks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EC138F-E156-6AB7-33C7-AD41381E8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92321" y="6356350"/>
            <a:ext cx="280901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  <a:defRPr/>
            </a:pPr>
            <a:r>
              <a:rPr lang="en-US"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CAD9A-A941-12C0-CA7F-8C702A971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0819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8651ABE-1138-46C6-9A43-7FCD4EB2550C}" type="slidenum">
              <a:rPr lang="en-US" sz="1200">
                <a:solidFill>
                  <a:schemeClr val="bg1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2</a:t>
            </a:fld>
            <a:endParaRPr lang="en-US" sz="1200">
              <a:solidFill>
                <a:schemeClr val="bg1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19857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1722D-E7CF-2A32-D33C-2C45FC656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OS</a:t>
            </a:r>
            <a:endParaRPr lang="en-IN" sz="5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DF6FE-D0CA-C24A-3F8C-2BC3888AD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663" y="2628009"/>
            <a:ext cx="5184523" cy="3320668"/>
          </a:xfrm>
        </p:spPr>
        <p:txBody>
          <a:bodyPr>
            <a:noAutofit/>
          </a:bodyPr>
          <a:lstStyle/>
          <a:p>
            <a:r>
              <a:rPr lang="en-US" sz="2800" dirty="0"/>
              <a:t>What is it?</a:t>
            </a:r>
          </a:p>
          <a:p>
            <a:endParaRPr lang="en-US" sz="2800" dirty="0"/>
          </a:p>
          <a:p>
            <a:r>
              <a:rPr lang="en-US" sz="2800" dirty="0"/>
              <a:t>OS: The world of Maya </a:t>
            </a:r>
          </a:p>
          <a:p>
            <a:endParaRPr lang="en-US" sz="2800" dirty="0"/>
          </a:p>
          <a:p>
            <a:pPr marL="0" indent="0">
              <a:buNone/>
            </a:pPr>
            <a:r>
              <a:rPr lang="en-US" sz="2800" dirty="0"/>
              <a:t>Virtual world: Virtual memory, Process (virtual CPUs)</a:t>
            </a:r>
            <a:endParaRPr lang="en-IN" sz="2800" dirty="0"/>
          </a:p>
        </p:txBody>
      </p:sp>
      <p:pic>
        <p:nvPicPr>
          <p:cNvPr id="7" name="Picture 6" descr="Abstract background of data">
            <a:extLst>
              <a:ext uri="{FF2B5EF4-FFF2-40B4-BE49-F238E27FC236}">
                <a16:creationId xmlns:a16="http://schemas.microsoft.com/office/drawing/2014/main" id="{6FE5B710-CD12-3439-0040-C4CD0A0B13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580" r="25999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953B59-8EFB-9875-96C0-2826343CF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48400" y="6356350"/>
            <a:ext cx="4114800" cy="365125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IN" sz="1800">
                <a:solidFill>
                  <a:srgbClr val="FFFFFF"/>
                </a:solidFill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7DDD5-29C0-F420-7786-AD054D25F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356350"/>
            <a:ext cx="9144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B8651ABE-1138-46C6-9A43-7FCD4EB2550C}" type="slidenum">
              <a:rPr lang="en-IN" sz="1800">
                <a:solidFill>
                  <a:srgbClr val="FFFFFF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en-IN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1111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F29F7-7E78-5D13-C45E-E7938BC77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Operating System and Architecture: </a:t>
            </a:r>
            <a:br>
              <a:rPr lang="en-US" dirty="0"/>
            </a:br>
            <a:r>
              <a:rPr lang="en-US" dirty="0" err="1"/>
              <a:t>Bandish</a:t>
            </a:r>
            <a:r>
              <a:rPr lang="en-US" dirty="0"/>
              <a:t> 101 </a:t>
            </a:r>
            <a:endParaRPr lang="en-IN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2B98C307-DFC2-DA61-337A-7E162584307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2BA830-2A4A-EDC7-BFE8-6731E0A7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4</a:t>
            </a:fld>
            <a:endParaRPr lang="en-IN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2218D4B-9426-3B19-3148-58EFF6CD5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2546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3810720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F29F7-7E78-5D13-C45E-E7938BC77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Operating System and Architecture: </a:t>
            </a:r>
            <a:br>
              <a:rPr lang="en-US" dirty="0"/>
            </a:br>
            <a:r>
              <a:rPr lang="en-US" dirty="0" err="1"/>
              <a:t>Bandish</a:t>
            </a:r>
            <a:r>
              <a:rPr lang="en-US" dirty="0"/>
              <a:t> 101 </a:t>
            </a:r>
            <a:endParaRPr lang="en-IN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2B98C307-DFC2-DA61-337A-7E162584307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2BA830-2A4A-EDC7-BFE8-6731E0A7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5</a:t>
            </a:fld>
            <a:endParaRPr lang="en-IN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FF13A29-5369-030A-5A9C-EB4EBF560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2546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235723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45B02-16F1-8B1B-C6B0-FE960C68B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Concurrency vs Parallelism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2C912-7A11-1413-90C9-9BB2BBF1F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What and how? 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F80CD-BD40-C3EE-A3AC-4B4FF2569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3B9B80-007D-1395-05E0-A8DA4021C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6671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A8A30-BE66-4DCD-B221-A655E8096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From a program to a process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479702-E4E4-4347-ADA1-144C3B2C9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7</a:t>
            </a:fld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643880-BDC6-02A2-6BF8-AA9292D424F0}"/>
              </a:ext>
            </a:extLst>
          </p:cNvPr>
          <p:cNvSpPr txBox="1"/>
          <p:nvPr/>
        </p:nvSpPr>
        <p:spPr>
          <a:xfrm>
            <a:off x="105962" y="1871970"/>
            <a:ext cx="121711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Process: A program that is alive and not-dead (running, waiting ..) </a:t>
            </a:r>
            <a:r>
              <a:rPr lang="en-US" sz="3200">
                <a:sym typeface="Wingdings" panose="05000000000000000000" pitchFamily="2" charset="2"/>
              </a:rPr>
              <a:t> </a:t>
            </a:r>
            <a:endParaRPr lang="en-IN" sz="3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8D44DB-69B5-1789-EEFA-3A2617D74633}"/>
              </a:ext>
            </a:extLst>
          </p:cNvPr>
          <p:cNvSpPr txBox="1"/>
          <p:nvPr/>
        </p:nvSpPr>
        <p:spPr>
          <a:xfrm>
            <a:off x="105962" y="2846870"/>
            <a:ext cx="65460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OS creates, manages, schedules them </a:t>
            </a:r>
            <a:endParaRPr lang="en-IN" sz="3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A1BB42B-6283-E186-9E14-5D54F0823090}"/>
              </a:ext>
            </a:extLst>
          </p:cNvPr>
          <p:cNvSpPr txBox="1"/>
          <p:nvPr/>
        </p:nvSpPr>
        <p:spPr>
          <a:xfrm>
            <a:off x="105962" y="3857093"/>
            <a:ext cx="98896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Allocates memory and initialize CPU state (PC) to kickstart </a:t>
            </a:r>
            <a:endParaRPr lang="en-IN" sz="32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3B3A926-82F8-A267-B92E-2B3D7CBE9C39}"/>
              </a:ext>
            </a:extLst>
          </p:cNvPr>
          <p:cNvSpPr txBox="1"/>
          <p:nvPr/>
        </p:nvSpPr>
        <p:spPr>
          <a:xfrm>
            <a:off x="105962" y="4814333"/>
            <a:ext cx="109819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OS can run multiple processes concurrently even on a single core</a:t>
            </a:r>
            <a:endParaRPr lang="en-IN" sz="3200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002D21D4-F323-003A-28C1-02C790D8C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2546" y="6356350"/>
            <a:ext cx="5532120" cy="365125"/>
          </a:xfrm>
        </p:spPr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4892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A8A30-BE66-4DCD-B221-A655E8096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World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479702-E4E4-4347-ADA1-144C3B2C9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8</a:t>
            </a:fld>
            <a:endParaRPr lang="en-IN" dirty="0"/>
          </a:p>
        </p:txBody>
      </p:sp>
      <p:sp>
        <p:nvSpPr>
          <p:cNvPr id="6" name="Rounded Rectangle 1">
            <a:extLst>
              <a:ext uri="{FF2B5EF4-FFF2-40B4-BE49-F238E27FC236}">
                <a16:creationId xmlns:a16="http://schemas.microsoft.com/office/drawing/2014/main" id="{52FADF7E-EF91-4435-A9F1-8689AD7552B9}"/>
              </a:ext>
            </a:extLst>
          </p:cNvPr>
          <p:cNvSpPr/>
          <p:nvPr/>
        </p:nvSpPr>
        <p:spPr>
          <a:xfrm>
            <a:off x="930965" y="1342319"/>
            <a:ext cx="8309022" cy="314913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E8D6E73-7758-4B16-AFEC-27224778B58E}"/>
              </a:ext>
            </a:extLst>
          </p:cNvPr>
          <p:cNvCxnSpPr/>
          <p:nvPr/>
        </p:nvCxnSpPr>
        <p:spPr>
          <a:xfrm>
            <a:off x="1921565" y="2778632"/>
            <a:ext cx="762000" cy="0"/>
          </a:xfrm>
          <a:prstGeom prst="straightConnector1">
            <a:avLst/>
          </a:prstGeom>
          <a:ln w="57150" cmpd="sng">
            <a:solidFill>
              <a:srgbClr val="80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Samsung 4GB DDR3-1600MHz ECC Registered CL11 DIMM Dual Rank Memory Module (M393B5273DH0-CK0)">
            <a:extLst>
              <a:ext uri="{FF2B5EF4-FFF2-40B4-BE49-F238E27FC236}">
                <a16:creationId xmlns:a16="http://schemas.microsoft.com/office/drawing/2014/main" id="{DC53E9A0-0250-4903-BA70-05744F379F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9537255" y="2346346"/>
            <a:ext cx="2746642" cy="862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ounded Rectangle 10">
            <a:extLst>
              <a:ext uri="{FF2B5EF4-FFF2-40B4-BE49-F238E27FC236}">
                <a16:creationId xmlns:a16="http://schemas.microsoft.com/office/drawing/2014/main" id="{23E846F6-1D89-44EF-B865-595E4C5308A4}"/>
              </a:ext>
            </a:extLst>
          </p:cNvPr>
          <p:cNvSpPr/>
          <p:nvPr/>
        </p:nvSpPr>
        <p:spPr>
          <a:xfrm rot="16200000">
            <a:off x="6184767" y="2422172"/>
            <a:ext cx="1932121" cy="609598"/>
          </a:xfrm>
          <a:prstGeom prst="roundRect">
            <a:avLst/>
          </a:prstGeom>
          <a:solidFill>
            <a:schemeClr val="tx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 L3 </a:t>
            </a:r>
          </a:p>
        </p:txBody>
      </p:sp>
      <p:sp>
        <p:nvSpPr>
          <p:cNvPr id="10" name="Rounded Rectangle 12">
            <a:extLst>
              <a:ext uri="{FF2B5EF4-FFF2-40B4-BE49-F238E27FC236}">
                <a16:creationId xmlns:a16="http://schemas.microsoft.com/office/drawing/2014/main" id="{DCBFAAF9-68D3-49C1-AC8B-DDA75CFF08DC}"/>
              </a:ext>
            </a:extLst>
          </p:cNvPr>
          <p:cNvSpPr/>
          <p:nvPr/>
        </p:nvSpPr>
        <p:spPr>
          <a:xfrm rot="16200000">
            <a:off x="4059012" y="2441447"/>
            <a:ext cx="914400" cy="674370"/>
          </a:xfrm>
          <a:prstGeom prst="roundRect">
            <a:avLst/>
          </a:prstGeom>
          <a:solidFill>
            <a:schemeClr val="tx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L1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00CE2A2-9EBA-41A9-981A-72970DE78B03}"/>
              </a:ext>
            </a:extLst>
          </p:cNvPr>
          <p:cNvCxnSpPr>
            <a:stCxn id="10" idx="2"/>
          </p:cNvCxnSpPr>
          <p:nvPr/>
        </p:nvCxnSpPr>
        <p:spPr>
          <a:xfrm flipV="1">
            <a:off x="4853397" y="2778630"/>
            <a:ext cx="684530" cy="2"/>
          </a:xfrm>
          <a:prstGeom prst="straightConnector1">
            <a:avLst/>
          </a:prstGeom>
          <a:ln w="57150" cmpd="sng">
            <a:solidFill>
              <a:srgbClr val="80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4">
            <a:extLst>
              <a:ext uri="{FF2B5EF4-FFF2-40B4-BE49-F238E27FC236}">
                <a16:creationId xmlns:a16="http://schemas.microsoft.com/office/drawing/2014/main" id="{F3E2765D-9E6F-4EBF-874A-F3ED4F764F2B}"/>
              </a:ext>
            </a:extLst>
          </p:cNvPr>
          <p:cNvSpPr/>
          <p:nvPr/>
        </p:nvSpPr>
        <p:spPr>
          <a:xfrm rot="16200000">
            <a:off x="5233763" y="2473196"/>
            <a:ext cx="1219199" cy="610869"/>
          </a:xfrm>
          <a:prstGeom prst="roundRect">
            <a:avLst/>
          </a:prstGeom>
          <a:solidFill>
            <a:schemeClr val="tx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L2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0B43AEC-6CFC-43A9-BB43-3820EF35FD8D}"/>
              </a:ext>
            </a:extLst>
          </p:cNvPr>
          <p:cNvCxnSpPr/>
          <p:nvPr/>
        </p:nvCxnSpPr>
        <p:spPr>
          <a:xfrm flipV="1">
            <a:off x="6161498" y="2778629"/>
            <a:ext cx="684529" cy="2"/>
          </a:xfrm>
          <a:prstGeom prst="straightConnector1">
            <a:avLst/>
          </a:prstGeom>
          <a:ln w="57150" cmpd="sng">
            <a:solidFill>
              <a:srgbClr val="80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F3D1611-74A3-471C-8FD4-1E62C5EACFD1}"/>
              </a:ext>
            </a:extLst>
          </p:cNvPr>
          <p:cNvCxnSpPr/>
          <p:nvPr/>
        </p:nvCxnSpPr>
        <p:spPr>
          <a:xfrm>
            <a:off x="8751028" y="2815139"/>
            <a:ext cx="1752598" cy="0"/>
          </a:xfrm>
          <a:prstGeom prst="straightConnector1">
            <a:avLst/>
          </a:prstGeom>
          <a:ln w="57150" cmpd="sng">
            <a:solidFill>
              <a:srgbClr val="80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0BBAB7E-A0AF-471F-AA19-CD137BE6E8BB}"/>
              </a:ext>
            </a:extLst>
          </p:cNvPr>
          <p:cNvSpPr txBox="1"/>
          <p:nvPr/>
        </p:nvSpPr>
        <p:spPr>
          <a:xfrm>
            <a:off x="3950427" y="3156189"/>
            <a:ext cx="1405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</a:rPr>
              <a:t>2 Cycles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74AD68-5F37-4A86-ADBE-8360B130B40F}"/>
              </a:ext>
            </a:extLst>
          </p:cNvPr>
          <p:cNvSpPr txBox="1"/>
          <p:nvPr/>
        </p:nvSpPr>
        <p:spPr>
          <a:xfrm>
            <a:off x="5146948" y="3536166"/>
            <a:ext cx="1546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</a:rPr>
              <a:t>12 Cycles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F89CCA-FBD2-4C89-83D7-E7E1090B60D0}"/>
              </a:ext>
            </a:extLst>
          </p:cNvPr>
          <p:cNvSpPr txBox="1"/>
          <p:nvPr/>
        </p:nvSpPr>
        <p:spPr>
          <a:xfrm>
            <a:off x="6465027" y="3837524"/>
            <a:ext cx="152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</a:rPr>
              <a:t>30 Cycles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893EF6-6A88-4CA4-A389-DF1B57FB4EA5}"/>
              </a:ext>
            </a:extLst>
          </p:cNvPr>
          <p:cNvSpPr txBox="1"/>
          <p:nvPr/>
        </p:nvSpPr>
        <p:spPr>
          <a:xfrm>
            <a:off x="10541973" y="4151164"/>
            <a:ext cx="160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</a:rPr>
              <a:t>200 Cycles</a:t>
            </a:r>
          </a:p>
        </p:txBody>
      </p:sp>
      <p:sp>
        <p:nvSpPr>
          <p:cNvPr id="19" name="Rounded Rectangle 26">
            <a:extLst>
              <a:ext uri="{FF2B5EF4-FFF2-40B4-BE49-F238E27FC236}">
                <a16:creationId xmlns:a16="http://schemas.microsoft.com/office/drawing/2014/main" id="{2D9371A4-573B-4375-B90A-AABA417C45E1}"/>
              </a:ext>
            </a:extLst>
          </p:cNvPr>
          <p:cNvSpPr/>
          <p:nvPr/>
        </p:nvSpPr>
        <p:spPr>
          <a:xfrm rot="16200000">
            <a:off x="7004143" y="2552304"/>
            <a:ext cx="2819399" cy="674370"/>
          </a:xfrm>
          <a:prstGeom prst="roundRect">
            <a:avLst/>
          </a:prstGeom>
          <a:solidFill>
            <a:srgbClr val="00B050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DRAM Contr.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258878D-EA01-4D9D-9D51-34B5CE0F2A20}"/>
              </a:ext>
            </a:extLst>
          </p:cNvPr>
          <p:cNvCxnSpPr/>
          <p:nvPr/>
        </p:nvCxnSpPr>
        <p:spPr>
          <a:xfrm>
            <a:off x="7455627" y="2778633"/>
            <a:ext cx="621030" cy="0"/>
          </a:xfrm>
          <a:prstGeom prst="straightConnector1">
            <a:avLst/>
          </a:prstGeom>
          <a:ln w="57150" cmpd="sng">
            <a:solidFill>
              <a:srgbClr val="80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31">
            <a:extLst>
              <a:ext uri="{FF2B5EF4-FFF2-40B4-BE49-F238E27FC236}">
                <a16:creationId xmlns:a16="http://schemas.microsoft.com/office/drawing/2014/main" id="{8A13B342-AF80-48FE-B573-9B77B020D363}"/>
              </a:ext>
            </a:extLst>
          </p:cNvPr>
          <p:cNvSpPr/>
          <p:nvPr/>
        </p:nvSpPr>
        <p:spPr>
          <a:xfrm rot="16200000">
            <a:off x="1008845" y="2435732"/>
            <a:ext cx="1292040" cy="6858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mpd="sng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Core</a:t>
            </a:r>
          </a:p>
        </p:txBody>
      </p:sp>
      <p:pic>
        <p:nvPicPr>
          <p:cNvPr id="22" name="Picture 21" descr="https://upload.wikimedia.org/wikipedia/commons/d/d1/Brick_wall_close-up_view.jpg">
            <a:extLst>
              <a:ext uri="{FF2B5EF4-FFF2-40B4-BE49-F238E27FC236}">
                <a16:creationId xmlns:a16="http://schemas.microsoft.com/office/drawing/2014/main" id="{54DCAC62-8D18-47F4-8F0C-C7D12F39C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2241" y="1461011"/>
            <a:ext cx="1341385" cy="2633664"/>
          </a:xfrm>
          <a:prstGeom prst="rect">
            <a:avLst/>
          </a:prstGeom>
          <a:noFill/>
          <a:scene3d>
            <a:camera prst="isometricOffAxis1Lef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object 6">
            <a:extLst>
              <a:ext uri="{FF2B5EF4-FFF2-40B4-BE49-F238E27FC236}">
                <a16:creationId xmlns:a16="http://schemas.microsoft.com/office/drawing/2014/main" id="{F53D26EA-C38F-4E58-9428-8A7C0FB6FBD7}"/>
              </a:ext>
            </a:extLst>
          </p:cNvPr>
          <p:cNvSpPr txBox="1"/>
          <p:nvPr/>
        </p:nvSpPr>
        <p:spPr>
          <a:xfrm rot="16200000">
            <a:off x="1270112" y="1896500"/>
            <a:ext cx="909319" cy="15876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z="3000" dirty="0">
              <a:latin typeface="Calibri"/>
              <a:cs typeface="Calibri"/>
            </a:endParaRPr>
          </a:p>
          <a:p>
            <a:pPr marL="546735">
              <a:lnSpc>
                <a:spcPct val="100000"/>
              </a:lnSpc>
              <a:spcBef>
                <a:spcPts val="1260"/>
              </a:spcBef>
            </a:pPr>
            <a:endParaRPr sz="3000" dirty="0">
              <a:latin typeface="Calibri"/>
              <a:cs typeface="Calibri"/>
            </a:endParaRPr>
          </a:p>
          <a:p>
            <a:pPr marL="546735">
              <a:lnSpc>
                <a:spcPct val="100000"/>
              </a:lnSpc>
              <a:spcBef>
                <a:spcPts val="960"/>
              </a:spcBef>
            </a:pPr>
            <a:r>
              <a:rPr lang="en-IN" sz="2400" spc="-15" dirty="0">
                <a:latin typeface="Calibri"/>
                <a:cs typeface="Calibri"/>
              </a:rPr>
              <a:t>V</a:t>
            </a:r>
            <a:r>
              <a:rPr sz="2400" spc="-15" dirty="0">
                <a:latin typeface="Calibri"/>
                <a:cs typeface="Calibri"/>
              </a:rPr>
              <a:t>A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24" name="Rounded Rectangle 12">
            <a:extLst>
              <a:ext uri="{FF2B5EF4-FFF2-40B4-BE49-F238E27FC236}">
                <a16:creationId xmlns:a16="http://schemas.microsoft.com/office/drawing/2014/main" id="{BD1B0ADE-F4C6-469F-9354-D3A2DAD162BA}"/>
              </a:ext>
            </a:extLst>
          </p:cNvPr>
          <p:cNvSpPr/>
          <p:nvPr/>
        </p:nvSpPr>
        <p:spPr>
          <a:xfrm rot="16200000">
            <a:off x="2527830" y="2442541"/>
            <a:ext cx="914400" cy="674370"/>
          </a:xfrm>
          <a:prstGeom prst="roundRect">
            <a:avLst/>
          </a:prstGeom>
          <a:solidFill>
            <a:srgbClr val="C00000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/>
          </a:p>
        </p:txBody>
      </p:sp>
      <p:sp>
        <p:nvSpPr>
          <p:cNvPr id="25" name="object 6">
            <a:extLst>
              <a:ext uri="{FF2B5EF4-FFF2-40B4-BE49-F238E27FC236}">
                <a16:creationId xmlns:a16="http://schemas.microsoft.com/office/drawing/2014/main" id="{3F1431C2-8A3E-479B-B7E5-E3CABCA2D0A0}"/>
              </a:ext>
            </a:extLst>
          </p:cNvPr>
          <p:cNvSpPr txBox="1"/>
          <p:nvPr/>
        </p:nvSpPr>
        <p:spPr>
          <a:xfrm rot="16200000">
            <a:off x="2628657" y="1933165"/>
            <a:ext cx="909319" cy="15876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z="3000" dirty="0">
              <a:latin typeface="Calibri"/>
              <a:cs typeface="Calibri"/>
            </a:endParaRPr>
          </a:p>
          <a:p>
            <a:pPr marL="546735">
              <a:lnSpc>
                <a:spcPct val="100000"/>
              </a:lnSpc>
              <a:spcBef>
                <a:spcPts val="1260"/>
              </a:spcBef>
            </a:pPr>
            <a:endParaRPr sz="3000" dirty="0">
              <a:latin typeface="Calibri"/>
              <a:cs typeface="Calibri"/>
            </a:endParaRPr>
          </a:p>
          <a:p>
            <a:pPr marL="546735">
              <a:lnSpc>
                <a:spcPct val="100000"/>
              </a:lnSpc>
              <a:spcBef>
                <a:spcPts val="960"/>
              </a:spcBef>
            </a:pPr>
            <a:r>
              <a:rPr lang="en-IN" sz="2400" spc="-15" dirty="0">
                <a:latin typeface="Calibri"/>
                <a:cs typeface="Calibri"/>
              </a:rPr>
              <a:t>P</a:t>
            </a:r>
            <a:r>
              <a:rPr sz="2400" spc="-15" dirty="0">
                <a:latin typeface="Calibri"/>
                <a:cs typeface="Calibri"/>
              </a:rPr>
              <a:t>A</a:t>
            </a:r>
            <a:endParaRPr sz="2400" dirty="0">
              <a:latin typeface="Calibri"/>
              <a:cs typeface="Calibri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8463739-B30A-48C8-9748-99CBA64122BF}"/>
              </a:ext>
            </a:extLst>
          </p:cNvPr>
          <p:cNvCxnSpPr/>
          <p:nvPr/>
        </p:nvCxnSpPr>
        <p:spPr>
          <a:xfrm>
            <a:off x="3322215" y="2777843"/>
            <a:ext cx="762000" cy="0"/>
          </a:xfrm>
          <a:prstGeom prst="straightConnector1">
            <a:avLst/>
          </a:prstGeom>
          <a:ln w="57150" cmpd="sng">
            <a:solidFill>
              <a:srgbClr val="80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FCFB31B-99AC-4846-B653-27093D21EDF4}"/>
              </a:ext>
            </a:extLst>
          </p:cNvPr>
          <p:cNvSpPr txBox="1"/>
          <p:nvPr/>
        </p:nvSpPr>
        <p:spPr>
          <a:xfrm>
            <a:off x="1012561" y="4775114"/>
            <a:ext cx="350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 err="1"/>
              <a:t>Printf</a:t>
            </a:r>
            <a:r>
              <a:rPr lang="en-IN" sz="3600" dirty="0"/>
              <a:t> (“%d”, &amp;a); </a:t>
            </a: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405366E0-A9AC-469F-8334-8B427814683A}"/>
              </a:ext>
            </a:extLst>
          </p:cNvPr>
          <p:cNvCxnSpPr>
            <a:cxnSpLocks/>
          </p:cNvCxnSpPr>
          <p:nvPr/>
        </p:nvCxnSpPr>
        <p:spPr>
          <a:xfrm>
            <a:off x="3950427" y="5170470"/>
            <a:ext cx="1061091" cy="969972"/>
          </a:xfrm>
          <a:prstGeom prst="bentConnector3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811665B-B10F-41F3-8D27-8330CAE37E0B}"/>
              </a:ext>
            </a:extLst>
          </p:cNvPr>
          <p:cNvSpPr txBox="1"/>
          <p:nvPr/>
        </p:nvSpPr>
        <p:spPr>
          <a:xfrm>
            <a:off x="5094201" y="5790296"/>
            <a:ext cx="29902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>
                <a:solidFill>
                  <a:srgbClr val="C00000"/>
                </a:solidFill>
              </a:rPr>
              <a:t>Virtual address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A7206B0-990F-C632-34C2-87CF2603C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2546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4118755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  <p:bldP spid="12" grpId="0" animBg="1"/>
      <p:bldP spid="15" grpId="0"/>
      <p:bldP spid="16" grpId="0"/>
      <p:bldP spid="17" grpId="0"/>
      <p:bldP spid="18" grpId="0"/>
      <p:bldP spid="19" grpId="0" animBg="1"/>
      <p:bldP spid="21" grpId="0" animBg="1"/>
      <p:bldP spid="23" grpId="0"/>
      <p:bldP spid="24" grpId="0" animBg="1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E4B72-1562-4219-AE53-2D210F29A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Memory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D8862F-C52D-468B-B7AD-CCBEAE5EC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9</a:t>
            </a:fld>
            <a:endParaRPr lang="en-IN" dirty="0"/>
          </a:p>
        </p:txBody>
      </p:sp>
      <p:sp>
        <p:nvSpPr>
          <p:cNvPr id="6" name="object 8">
            <a:extLst>
              <a:ext uri="{FF2B5EF4-FFF2-40B4-BE49-F238E27FC236}">
                <a16:creationId xmlns:a16="http://schemas.microsoft.com/office/drawing/2014/main" id="{3FB75AF1-013C-4920-B311-CCCB67146E1A}"/>
              </a:ext>
            </a:extLst>
          </p:cNvPr>
          <p:cNvSpPr txBox="1"/>
          <p:nvPr/>
        </p:nvSpPr>
        <p:spPr>
          <a:xfrm>
            <a:off x="1207508" y="1761808"/>
            <a:ext cx="3274695" cy="1197123"/>
          </a:xfrm>
          <a:prstGeom prst="rect">
            <a:avLst/>
          </a:prstGeom>
        </p:spPr>
        <p:txBody>
          <a:bodyPr vert="horz" wrap="square" lIns="0" tIns="167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15"/>
              </a:spcBef>
            </a:pPr>
            <a:r>
              <a:rPr lang="en-IN" sz="2800" spc="-10" dirty="0">
                <a:latin typeface="Carlito"/>
                <a:cs typeface="Carlito"/>
              </a:rPr>
              <a:t>App.</a:t>
            </a:r>
            <a:r>
              <a:rPr sz="2800" spc="-1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1</a:t>
            </a:r>
            <a:endParaRPr lang="en-IN" sz="28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315"/>
              </a:spcBef>
            </a:pPr>
            <a:r>
              <a:rPr sz="2800" b="1" dirty="0">
                <a:solidFill>
                  <a:srgbClr val="C00000"/>
                </a:solidFill>
                <a:latin typeface="Carlito"/>
                <a:cs typeface="Carlito"/>
              </a:rPr>
              <a:t>Virtual address</a:t>
            </a:r>
            <a:r>
              <a:rPr sz="2800" b="1" spc="-125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rlito"/>
                <a:cs typeface="Carlito"/>
              </a:rPr>
              <a:t>space</a:t>
            </a:r>
            <a:endParaRPr sz="2800" dirty="0">
              <a:latin typeface="Carlito"/>
              <a:cs typeface="Carlito"/>
            </a:endParaRPr>
          </a:p>
        </p:txBody>
      </p:sp>
      <p:sp>
        <p:nvSpPr>
          <p:cNvPr id="7" name="object 14">
            <a:extLst>
              <a:ext uri="{FF2B5EF4-FFF2-40B4-BE49-F238E27FC236}">
                <a16:creationId xmlns:a16="http://schemas.microsoft.com/office/drawing/2014/main" id="{26FA9E8B-A6CA-4514-87B1-89E7A71ED540}"/>
              </a:ext>
            </a:extLst>
          </p:cNvPr>
          <p:cNvSpPr txBox="1"/>
          <p:nvPr/>
        </p:nvSpPr>
        <p:spPr>
          <a:xfrm>
            <a:off x="5409663" y="1690688"/>
            <a:ext cx="3286125" cy="1259840"/>
          </a:xfrm>
          <a:prstGeom prst="rect">
            <a:avLst/>
          </a:prstGeom>
        </p:spPr>
        <p:txBody>
          <a:bodyPr vert="horz" wrap="square" lIns="0" tIns="202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95"/>
              </a:spcBef>
            </a:pPr>
            <a:r>
              <a:rPr lang="en-IN" sz="2800" spc="-5" dirty="0">
                <a:latin typeface="Carlito"/>
                <a:cs typeface="Carlito"/>
              </a:rPr>
              <a:t>App.</a:t>
            </a:r>
            <a:r>
              <a:rPr sz="2800" spc="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2</a:t>
            </a:r>
          </a:p>
          <a:p>
            <a:pPr marL="127000">
              <a:lnSpc>
                <a:spcPct val="100000"/>
              </a:lnSpc>
              <a:spcBef>
                <a:spcPts val="1500"/>
              </a:spcBef>
            </a:pPr>
            <a:r>
              <a:rPr sz="2800" b="1" dirty="0">
                <a:solidFill>
                  <a:srgbClr val="C00000"/>
                </a:solidFill>
                <a:latin typeface="Carlito"/>
                <a:cs typeface="Carlito"/>
              </a:rPr>
              <a:t>Virtual address</a:t>
            </a:r>
            <a:r>
              <a:rPr sz="2800" b="1" spc="-125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rlito"/>
                <a:cs typeface="Carlito"/>
              </a:rPr>
              <a:t>space</a:t>
            </a:r>
            <a:endParaRPr sz="2800" dirty="0">
              <a:latin typeface="Carlito"/>
              <a:cs typeface="Carlito"/>
            </a:endParaRPr>
          </a:p>
        </p:txBody>
      </p:sp>
      <p:pic>
        <p:nvPicPr>
          <p:cNvPr id="8" name="Picture 2" descr="Samsung 4GB DDR3-1600MHz ECC Registered CL11 DIMM Dual Rank Memory Module (M393B5273DH0-CK0)">
            <a:extLst>
              <a:ext uri="{FF2B5EF4-FFF2-40B4-BE49-F238E27FC236}">
                <a16:creationId xmlns:a16="http://schemas.microsoft.com/office/drawing/2014/main" id="{162B1CDA-EAAA-49D6-8C44-CE0289B25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2155631" y="4986655"/>
            <a:ext cx="7197049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435959-18F7-41C2-8335-34E1EA4B34B1}"/>
              </a:ext>
            </a:extLst>
          </p:cNvPr>
          <p:cNvSpPr txBox="1"/>
          <p:nvPr/>
        </p:nvSpPr>
        <p:spPr>
          <a:xfrm>
            <a:off x="1207508" y="3059542"/>
            <a:ext cx="350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 err="1"/>
              <a:t>Printf</a:t>
            </a:r>
            <a:r>
              <a:rPr lang="en-IN" sz="3600" dirty="0"/>
              <a:t> (“%d”, &amp;a);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B14A2B-2C66-4624-990F-4B0B542F5AAE}"/>
              </a:ext>
            </a:extLst>
          </p:cNvPr>
          <p:cNvSpPr txBox="1"/>
          <p:nvPr/>
        </p:nvSpPr>
        <p:spPr>
          <a:xfrm>
            <a:off x="5409663" y="3059541"/>
            <a:ext cx="350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 err="1"/>
              <a:t>Printf</a:t>
            </a:r>
            <a:r>
              <a:rPr lang="en-IN" sz="3600" dirty="0"/>
              <a:t> (“%d”, &amp;a); 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521BD164-2661-459F-80B5-0FCD20532FB6}"/>
              </a:ext>
            </a:extLst>
          </p:cNvPr>
          <p:cNvCxnSpPr>
            <a:cxnSpLocks/>
          </p:cNvCxnSpPr>
          <p:nvPr/>
        </p:nvCxnSpPr>
        <p:spPr>
          <a:xfrm>
            <a:off x="3951657" y="3596689"/>
            <a:ext cx="1061091" cy="969972"/>
          </a:xfrm>
          <a:prstGeom prst="bentConnector3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810644A-2030-4EFC-A9B3-997971737CFA}"/>
              </a:ext>
            </a:extLst>
          </p:cNvPr>
          <p:cNvSpPr txBox="1"/>
          <p:nvPr/>
        </p:nvSpPr>
        <p:spPr>
          <a:xfrm>
            <a:off x="5095431" y="4216515"/>
            <a:ext cx="886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>
                <a:solidFill>
                  <a:srgbClr val="C00000"/>
                </a:solidFill>
              </a:rPr>
              <a:t>100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EB041AB5-F35E-45D9-84AD-2ADB6B00FF04}"/>
              </a:ext>
            </a:extLst>
          </p:cNvPr>
          <p:cNvCxnSpPr>
            <a:cxnSpLocks/>
          </p:cNvCxnSpPr>
          <p:nvPr/>
        </p:nvCxnSpPr>
        <p:spPr>
          <a:xfrm>
            <a:off x="8090033" y="3648050"/>
            <a:ext cx="1061091" cy="969972"/>
          </a:xfrm>
          <a:prstGeom prst="bentConnector3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733AD13-2FC1-4747-8B91-C74B69B6E89D}"/>
              </a:ext>
            </a:extLst>
          </p:cNvPr>
          <p:cNvSpPr txBox="1"/>
          <p:nvPr/>
        </p:nvSpPr>
        <p:spPr>
          <a:xfrm>
            <a:off x="9233807" y="4267876"/>
            <a:ext cx="886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>
                <a:solidFill>
                  <a:srgbClr val="C00000"/>
                </a:solidFill>
              </a:rPr>
              <a:t>100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227206A-5789-45CA-9D73-92F52500769C}"/>
              </a:ext>
            </a:extLst>
          </p:cNvPr>
          <p:cNvCxnSpPr>
            <a:cxnSpLocks/>
          </p:cNvCxnSpPr>
          <p:nvPr/>
        </p:nvCxnSpPr>
        <p:spPr>
          <a:xfrm flipH="1">
            <a:off x="3006991" y="4737288"/>
            <a:ext cx="2180388" cy="13348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520718C-A9BF-4793-9DD4-84584922ED4B}"/>
              </a:ext>
            </a:extLst>
          </p:cNvPr>
          <p:cNvCxnSpPr>
            <a:cxnSpLocks/>
          </p:cNvCxnSpPr>
          <p:nvPr/>
        </p:nvCxnSpPr>
        <p:spPr>
          <a:xfrm flipH="1">
            <a:off x="7365298" y="4780036"/>
            <a:ext cx="1924076" cy="115569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533A6C0-6B75-0877-FD63-10D06CEF0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2546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618208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11FF2-A737-EDF7-A591-BF9DA6CC2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bit of detour towards OS: Paging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D9FF8E-2203-8033-7457-885FCF1E7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10</a:t>
            </a:fld>
            <a:endParaRPr lang="en-IN" dirty="0"/>
          </a:p>
        </p:txBody>
      </p:sp>
      <p:pic>
        <p:nvPicPr>
          <p:cNvPr id="6" name="Picture 2" descr="Samsung 4GB DDR3-1600MHz ECC Registered CL11 DIMM Dual Rank Memory Module (M393B5273DH0-CK0)">
            <a:extLst>
              <a:ext uri="{FF2B5EF4-FFF2-40B4-BE49-F238E27FC236}">
                <a16:creationId xmlns:a16="http://schemas.microsoft.com/office/drawing/2014/main" id="{E63D4A63-1832-6423-9CBE-88B03A4E3A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577945" y="2819545"/>
            <a:ext cx="3361573" cy="1056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6CDF37-F247-07E1-2CF5-21A79E6DD8A5}"/>
              </a:ext>
            </a:extLst>
          </p:cNvPr>
          <p:cNvSpPr txBox="1"/>
          <p:nvPr/>
        </p:nvSpPr>
        <p:spPr>
          <a:xfrm>
            <a:off x="977191" y="2072117"/>
            <a:ext cx="76880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Memory space divided into pages. </a:t>
            </a:r>
          </a:p>
          <a:p>
            <a:r>
              <a:rPr lang="en-US" sz="3200" dirty="0"/>
              <a:t>Typical page size: 4KB </a:t>
            </a:r>
          </a:p>
          <a:p>
            <a:r>
              <a:rPr lang="en-US" sz="3200" dirty="0"/>
              <a:t>Huge page: 2MB, 1GB pages </a:t>
            </a:r>
            <a:endParaRPr lang="en-IN" sz="3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D5D431-E047-5606-C919-8A95F88FE338}"/>
              </a:ext>
            </a:extLst>
          </p:cNvPr>
          <p:cNvSpPr txBox="1"/>
          <p:nvPr/>
        </p:nvSpPr>
        <p:spPr>
          <a:xfrm>
            <a:off x="977191" y="3955206"/>
            <a:ext cx="768802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A software table that stores the paging information: Page table </a:t>
            </a:r>
            <a:endParaRPr lang="en-IN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6FF9F2-7C01-C2AE-54CD-3A88A4156062}"/>
              </a:ext>
            </a:extLst>
          </p:cNvPr>
          <p:cNvSpPr txBox="1"/>
          <p:nvPr/>
        </p:nvSpPr>
        <p:spPr>
          <a:xfrm>
            <a:off x="977191" y="5153783"/>
            <a:ext cx="768802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An entry in the page table is known as page-table entry (PTE)</a:t>
            </a:r>
            <a:endParaRPr lang="en-IN" sz="3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08EDDF-C920-98D6-30FC-264CD8A8F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2546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2336315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11FF2-A737-EDF7-A591-BF9DA6CC2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 process page table (stored in memory)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D9FF8E-2203-8033-7457-885FCF1E7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11</a:t>
            </a:fld>
            <a:endParaRPr lang="en-IN" dirty="0"/>
          </a:p>
        </p:txBody>
      </p:sp>
      <p:pic>
        <p:nvPicPr>
          <p:cNvPr id="6" name="Picture 2" descr="Samsung 4GB DDR3-1600MHz ECC Registered CL11 DIMM Dual Rank Memory Module (M393B5273DH0-CK0)">
            <a:extLst>
              <a:ext uri="{FF2B5EF4-FFF2-40B4-BE49-F238E27FC236}">
                <a16:creationId xmlns:a16="http://schemas.microsoft.com/office/drawing/2014/main" id="{E63D4A63-1832-6423-9CBE-88B03A4E3A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577945" y="2819545"/>
            <a:ext cx="3361573" cy="1056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8286E94E-8E83-FF67-2063-173D562E6F3F}"/>
              </a:ext>
            </a:extLst>
          </p:cNvPr>
          <p:cNvGraphicFramePr>
            <a:graphicFrameLocks noGrp="1"/>
          </p:cNvGraphicFramePr>
          <p:nvPr/>
        </p:nvGraphicFramePr>
        <p:xfrm>
          <a:off x="5570122" y="1534886"/>
          <a:ext cx="3951936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5968">
                  <a:extLst>
                    <a:ext uri="{9D8B030D-6E8A-4147-A177-3AD203B41FA5}">
                      <a16:colId xmlns:a16="http://schemas.microsoft.com/office/drawing/2014/main" val="2986144030"/>
                    </a:ext>
                  </a:extLst>
                </a:gridCol>
                <a:gridCol w="1975968">
                  <a:extLst>
                    <a:ext uri="{9D8B030D-6E8A-4147-A177-3AD203B41FA5}">
                      <a16:colId xmlns:a16="http://schemas.microsoft.com/office/drawing/2014/main" val="26022835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Virtual page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Physical page 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9576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4203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8243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2036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9061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781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9780675"/>
                  </a:ext>
                </a:extLst>
              </a:tr>
            </a:tbl>
          </a:graphicData>
        </a:graphic>
      </p:graphicFrame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3940EF1-24FD-23FC-DCBC-84F50C849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2546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75687D-2EB4-22EC-C7A2-44C8A2A9CF18}"/>
              </a:ext>
            </a:extLst>
          </p:cNvPr>
          <p:cNvSpPr txBox="1"/>
          <p:nvPr/>
        </p:nvSpPr>
        <p:spPr>
          <a:xfrm>
            <a:off x="100208" y="2072117"/>
            <a:ext cx="5010411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Multiple levels to save space</a:t>
            </a:r>
          </a:p>
          <a:p>
            <a:endParaRPr lang="en-US" sz="3200" dirty="0"/>
          </a:p>
          <a:p>
            <a:r>
              <a:rPr lang="en-US" sz="3200" dirty="0"/>
              <a:t>Please note that the page table does not store both virtual and physical pages. It is indexed by virtual page and physical page is stored in the page table entry. </a:t>
            </a:r>
          </a:p>
        </p:txBody>
      </p:sp>
    </p:spTree>
    <p:extLst>
      <p:ext uri="{BB962C8B-B14F-4D97-AF65-F5344CB8AC3E}">
        <p14:creationId xmlns:p14="http://schemas.microsoft.com/office/powerpoint/2010/main" val="2566436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B07C9-6361-491D-822E-EE9A54E44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 Table Walk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558C88-99DD-4BEC-961B-6D3B4E013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12</a:t>
            </a:fld>
            <a:endParaRPr lang="en-IN" dirty="0"/>
          </a:p>
        </p:txBody>
      </p:sp>
      <p:pic>
        <p:nvPicPr>
          <p:cNvPr id="6" name="Picture 2" descr="Samsung 4GB DDR3-1600MHz ECC Registered CL11 DIMM Dual Rank Memory Module (M393B5273DH0-CK0)">
            <a:extLst>
              <a:ext uri="{FF2B5EF4-FFF2-40B4-BE49-F238E27FC236}">
                <a16:creationId xmlns:a16="http://schemas.microsoft.com/office/drawing/2014/main" id="{7F5270D7-908A-45EA-9832-898ACD3B4B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2828802" y="1851271"/>
            <a:ext cx="2525642" cy="67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object 5">
            <a:extLst>
              <a:ext uri="{FF2B5EF4-FFF2-40B4-BE49-F238E27FC236}">
                <a16:creationId xmlns:a16="http://schemas.microsoft.com/office/drawing/2014/main" id="{9CCC9E98-EC9C-4358-A6B6-C658ED53CC03}"/>
              </a:ext>
            </a:extLst>
          </p:cNvPr>
          <p:cNvGrpSpPr/>
          <p:nvPr/>
        </p:nvGrpSpPr>
        <p:grpSpPr>
          <a:xfrm>
            <a:off x="363615" y="1318432"/>
            <a:ext cx="7731759" cy="5002530"/>
            <a:chOff x="348945" y="1572704"/>
            <a:chExt cx="7731759" cy="5002530"/>
          </a:xfrm>
        </p:grpSpPr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CFACDF4E-46C2-4820-929C-40B83000930A}"/>
                </a:ext>
              </a:extLst>
            </p:cNvPr>
            <p:cNvSpPr/>
            <p:nvPr/>
          </p:nvSpPr>
          <p:spPr>
            <a:xfrm>
              <a:off x="3345179" y="2202179"/>
              <a:ext cx="1082040" cy="429895"/>
            </a:xfrm>
            <a:custGeom>
              <a:avLst/>
              <a:gdLst/>
              <a:ahLst/>
              <a:cxnLst/>
              <a:rect l="l" t="t" r="r" b="b"/>
              <a:pathLst>
                <a:path w="1082039" h="429894">
                  <a:moveTo>
                    <a:pt x="1082039" y="0"/>
                  </a:moveTo>
                  <a:lnTo>
                    <a:pt x="0" y="0"/>
                  </a:lnTo>
                  <a:lnTo>
                    <a:pt x="0" y="429768"/>
                  </a:lnTo>
                  <a:lnTo>
                    <a:pt x="1082039" y="429768"/>
                  </a:lnTo>
                  <a:lnTo>
                    <a:pt x="1082039" y="0"/>
                  </a:lnTo>
                  <a:close/>
                </a:path>
              </a:pathLst>
            </a:custGeom>
            <a:solidFill>
              <a:srgbClr val="B4DC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522CDAD2-3493-41E7-9003-281B9C283C1A}"/>
                </a:ext>
              </a:extLst>
            </p:cNvPr>
            <p:cNvSpPr/>
            <p:nvPr/>
          </p:nvSpPr>
          <p:spPr>
            <a:xfrm>
              <a:off x="3345179" y="2202179"/>
              <a:ext cx="1082040" cy="429895"/>
            </a:xfrm>
            <a:custGeom>
              <a:avLst/>
              <a:gdLst/>
              <a:ahLst/>
              <a:cxnLst/>
              <a:rect l="l" t="t" r="r" b="b"/>
              <a:pathLst>
                <a:path w="1082039" h="429894">
                  <a:moveTo>
                    <a:pt x="0" y="429768"/>
                  </a:moveTo>
                  <a:lnTo>
                    <a:pt x="1082039" y="429768"/>
                  </a:lnTo>
                  <a:lnTo>
                    <a:pt x="1082039" y="0"/>
                  </a:lnTo>
                  <a:lnTo>
                    <a:pt x="0" y="0"/>
                  </a:lnTo>
                  <a:lnTo>
                    <a:pt x="0" y="429768"/>
                  </a:lnTo>
                  <a:close/>
                </a:path>
              </a:pathLst>
            </a:custGeom>
            <a:ln w="33528">
              <a:solidFill>
                <a:srgbClr val="0D79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4BC8332F-1DA7-4605-90F6-4A7602504A98}"/>
                </a:ext>
              </a:extLst>
            </p:cNvPr>
            <p:cNvSpPr/>
            <p:nvPr/>
          </p:nvSpPr>
          <p:spPr>
            <a:xfrm>
              <a:off x="3525011" y="2202179"/>
              <a:ext cx="731520" cy="430530"/>
            </a:xfrm>
            <a:custGeom>
              <a:avLst/>
              <a:gdLst/>
              <a:ahLst/>
              <a:cxnLst/>
              <a:rect l="l" t="t" r="r" b="b"/>
              <a:pathLst>
                <a:path w="731520" h="430530">
                  <a:moveTo>
                    <a:pt x="731520" y="6096"/>
                  </a:moveTo>
                  <a:lnTo>
                    <a:pt x="731520" y="430275"/>
                  </a:lnTo>
                </a:path>
                <a:path w="731520" h="430530">
                  <a:moveTo>
                    <a:pt x="530351" y="6096"/>
                  </a:moveTo>
                  <a:lnTo>
                    <a:pt x="530351" y="430275"/>
                  </a:lnTo>
                </a:path>
                <a:path w="731520" h="430530">
                  <a:moveTo>
                    <a:pt x="0" y="6096"/>
                  </a:moveTo>
                  <a:lnTo>
                    <a:pt x="0" y="430275"/>
                  </a:lnTo>
                </a:path>
                <a:path w="731520" h="430530">
                  <a:moveTo>
                    <a:pt x="173736" y="0"/>
                  </a:moveTo>
                  <a:lnTo>
                    <a:pt x="173736" y="424180"/>
                  </a:lnTo>
                </a:path>
              </a:pathLst>
            </a:custGeom>
            <a:ln w="33528">
              <a:solidFill>
                <a:srgbClr val="0D79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9">
              <a:extLst>
                <a:ext uri="{FF2B5EF4-FFF2-40B4-BE49-F238E27FC236}">
                  <a16:creationId xmlns:a16="http://schemas.microsoft.com/office/drawing/2014/main" id="{47BE497C-AA3D-43A9-97F4-ED561DBEE5E7}"/>
                </a:ext>
              </a:extLst>
            </p:cNvPr>
            <p:cNvSpPr/>
            <p:nvPr/>
          </p:nvSpPr>
          <p:spPr>
            <a:xfrm>
              <a:off x="1577339" y="3314699"/>
              <a:ext cx="1085215" cy="429895"/>
            </a:xfrm>
            <a:custGeom>
              <a:avLst/>
              <a:gdLst/>
              <a:ahLst/>
              <a:cxnLst/>
              <a:rect l="l" t="t" r="r" b="b"/>
              <a:pathLst>
                <a:path w="1085214" h="429895">
                  <a:moveTo>
                    <a:pt x="1085087" y="0"/>
                  </a:moveTo>
                  <a:lnTo>
                    <a:pt x="0" y="0"/>
                  </a:lnTo>
                  <a:lnTo>
                    <a:pt x="0" y="429768"/>
                  </a:lnTo>
                  <a:lnTo>
                    <a:pt x="1085087" y="429768"/>
                  </a:lnTo>
                  <a:lnTo>
                    <a:pt x="1085087" y="0"/>
                  </a:lnTo>
                  <a:close/>
                </a:path>
              </a:pathLst>
            </a:custGeom>
            <a:solidFill>
              <a:srgbClr val="B4DC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0">
              <a:extLst>
                <a:ext uri="{FF2B5EF4-FFF2-40B4-BE49-F238E27FC236}">
                  <a16:creationId xmlns:a16="http://schemas.microsoft.com/office/drawing/2014/main" id="{0D4AD535-9FF2-428B-A61F-952E93A32DCE}"/>
                </a:ext>
              </a:extLst>
            </p:cNvPr>
            <p:cNvSpPr/>
            <p:nvPr/>
          </p:nvSpPr>
          <p:spPr>
            <a:xfrm>
              <a:off x="1577339" y="3314699"/>
              <a:ext cx="1085215" cy="429895"/>
            </a:xfrm>
            <a:custGeom>
              <a:avLst/>
              <a:gdLst/>
              <a:ahLst/>
              <a:cxnLst/>
              <a:rect l="l" t="t" r="r" b="b"/>
              <a:pathLst>
                <a:path w="1085214" h="429895">
                  <a:moveTo>
                    <a:pt x="0" y="429768"/>
                  </a:moveTo>
                  <a:lnTo>
                    <a:pt x="1085087" y="429768"/>
                  </a:lnTo>
                  <a:lnTo>
                    <a:pt x="1085087" y="0"/>
                  </a:lnTo>
                  <a:lnTo>
                    <a:pt x="0" y="0"/>
                  </a:lnTo>
                  <a:lnTo>
                    <a:pt x="0" y="429768"/>
                  </a:lnTo>
                  <a:close/>
                </a:path>
              </a:pathLst>
            </a:custGeom>
            <a:ln w="33528">
              <a:solidFill>
                <a:srgbClr val="0D79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1">
              <a:extLst>
                <a:ext uri="{FF2B5EF4-FFF2-40B4-BE49-F238E27FC236}">
                  <a16:creationId xmlns:a16="http://schemas.microsoft.com/office/drawing/2014/main" id="{1FB72CCC-33D7-40E6-8DA2-65D3EDB2CAA8}"/>
                </a:ext>
              </a:extLst>
            </p:cNvPr>
            <p:cNvSpPr/>
            <p:nvPr/>
          </p:nvSpPr>
          <p:spPr>
            <a:xfrm>
              <a:off x="1757172" y="3314699"/>
              <a:ext cx="731520" cy="430530"/>
            </a:xfrm>
            <a:custGeom>
              <a:avLst/>
              <a:gdLst/>
              <a:ahLst/>
              <a:cxnLst/>
              <a:rect l="l" t="t" r="r" b="b"/>
              <a:pathLst>
                <a:path w="731519" h="430529">
                  <a:moveTo>
                    <a:pt x="731519" y="6096"/>
                  </a:moveTo>
                  <a:lnTo>
                    <a:pt x="731519" y="430275"/>
                  </a:lnTo>
                </a:path>
                <a:path w="731519" h="430529">
                  <a:moveTo>
                    <a:pt x="530351" y="6096"/>
                  </a:moveTo>
                  <a:lnTo>
                    <a:pt x="530351" y="430275"/>
                  </a:lnTo>
                </a:path>
                <a:path w="731519" h="430529">
                  <a:moveTo>
                    <a:pt x="0" y="6096"/>
                  </a:moveTo>
                  <a:lnTo>
                    <a:pt x="0" y="430275"/>
                  </a:lnTo>
                </a:path>
                <a:path w="731519" h="430529">
                  <a:moveTo>
                    <a:pt x="173735" y="0"/>
                  </a:moveTo>
                  <a:lnTo>
                    <a:pt x="173735" y="424180"/>
                  </a:lnTo>
                </a:path>
              </a:pathLst>
            </a:custGeom>
            <a:ln w="33528">
              <a:solidFill>
                <a:srgbClr val="0D79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2">
              <a:extLst>
                <a:ext uri="{FF2B5EF4-FFF2-40B4-BE49-F238E27FC236}">
                  <a16:creationId xmlns:a16="http://schemas.microsoft.com/office/drawing/2014/main" id="{1BCD0D57-23CD-4FC2-A4CF-71307423A46F}"/>
                </a:ext>
              </a:extLst>
            </p:cNvPr>
            <p:cNvSpPr/>
            <p:nvPr/>
          </p:nvSpPr>
          <p:spPr>
            <a:xfrm>
              <a:off x="1534667" y="2615945"/>
              <a:ext cx="2108200" cy="737235"/>
            </a:xfrm>
            <a:custGeom>
              <a:avLst/>
              <a:gdLst/>
              <a:ahLst/>
              <a:cxnLst/>
              <a:rect l="l" t="t" r="r" b="b"/>
              <a:pathLst>
                <a:path w="2108200" h="737235">
                  <a:moveTo>
                    <a:pt x="70357" y="577088"/>
                  </a:moveTo>
                  <a:lnTo>
                    <a:pt x="0" y="687577"/>
                  </a:lnTo>
                  <a:lnTo>
                    <a:pt x="121284" y="736726"/>
                  </a:lnTo>
                  <a:lnTo>
                    <a:pt x="102567" y="678052"/>
                  </a:lnTo>
                  <a:lnTo>
                    <a:pt x="84962" y="678052"/>
                  </a:lnTo>
                  <a:lnTo>
                    <a:pt x="74803" y="646049"/>
                  </a:lnTo>
                  <a:lnTo>
                    <a:pt x="90734" y="640960"/>
                  </a:lnTo>
                  <a:lnTo>
                    <a:pt x="70357" y="577088"/>
                  </a:lnTo>
                  <a:close/>
                </a:path>
                <a:path w="2108200" h="737235">
                  <a:moveTo>
                    <a:pt x="90734" y="640960"/>
                  </a:moveTo>
                  <a:lnTo>
                    <a:pt x="74803" y="646049"/>
                  </a:lnTo>
                  <a:lnTo>
                    <a:pt x="84962" y="678052"/>
                  </a:lnTo>
                  <a:lnTo>
                    <a:pt x="100939" y="672950"/>
                  </a:lnTo>
                  <a:lnTo>
                    <a:pt x="90734" y="640960"/>
                  </a:lnTo>
                  <a:close/>
                </a:path>
                <a:path w="2108200" h="737235">
                  <a:moveTo>
                    <a:pt x="100939" y="672950"/>
                  </a:moveTo>
                  <a:lnTo>
                    <a:pt x="84962" y="678052"/>
                  </a:lnTo>
                  <a:lnTo>
                    <a:pt x="102567" y="678052"/>
                  </a:lnTo>
                  <a:lnTo>
                    <a:pt x="100939" y="672950"/>
                  </a:lnTo>
                  <a:close/>
                </a:path>
                <a:path w="2108200" h="737235">
                  <a:moveTo>
                    <a:pt x="2097659" y="0"/>
                  </a:moveTo>
                  <a:lnTo>
                    <a:pt x="90734" y="640960"/>
                  </a:lnTo>
                  <a:lnTo>
                    <a:pt x="100939" y="672950"/>
                  </a:lnTo>
                  <a:lnTo>
                    <a:pt x="2107946" y="32003"/>
                  </a:lnTo>
                  <a:lnTo>
                    <a:pt x="209765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3">
              <a:extLst>
                <a:ext uri="{FF2B5EF4-FFF2-40B4-BE49-F238E27FC236}">
                  <a16:creationId xmlns:a16="http://schemas.microsoft.com/office/drawing/2014/main" id="{C45C7507-1588-4DC0-AA44-4C7AE9C8F9B8}"/>
                </a:ext>
              </a:extLst>
            </p:cNvPr>
            <p:cNvSpPr/>
            <p:nvPr/>
          </p:nvSpPr>
          <p:spPr>
            <a:xfrm>
              <a:off x="5408675" y="3256787"/>
              <a:ext cx="1085215" cy="429895"/>
            </a:xfrm>
            <a:custGeom>
              <a:avLst/>
              <a:gdLst/>
              <a:ahLst/>
              <a:cxnLst/>
              <a:rect l="l" t="t" r="r" b="b"/>
              <a:pathLst>
                <a:path w="1085214" h="429895">
                  <a:moveTo>
                    <a:pt x="1085088" y="0"/>
                  </a:moveTo>
                  <a:lnTo>
                    <a:pt x="0" y="0"/>
                  </a:lnTo>
                  <a:lnTo>
                    <a:pt x="0" y="429768"/>
                  </a:lnTo>
                  <a:lnTo>
                    <a:pt x="1085088" y="429768"/>
                  </a:lnTo>
                  <a:lnTo>
                    <a:pt x="1085088" y="0"/>
                  </a:lnTo>
                  <a:close/>
                </a:path>
              </a:pathLst>
            </a:custGeom>
            <a:solidFill>
              <a:srgbClr val="B4DC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4">
              <a:extLst>
                <a:ext uri="{FF2B5EF4-FFF2-40B4-BE49-F238E27FC236}">
                  <a16:creationId xmlns:a16="http://schemas.microsoft.com/office/drawing/2014/main" id="{EBEB21F7-9D68-459F-83C7-E3F91EF6CC11}"/>
                </a:ext>
              </a:extLst>
            </p:cNvPr>
            <p:cNvSpPr/>
            <p:nvPr/>
          </p:nvSpPr>
          <p:spPr>
            <a:xfrm>
              <a:off x="5408675" y="3256787"/>
              <a:ext cx="1085215" cy="429895"/>
            </a:xfrm>
            <a:custGeom>
              <a:avLst/>
              <a:gdLst/>
              <a:ahLst/>
              <a:cxnLst/>
              <a:rect l="l" t="t" r="r" b="b"/>
              <a:pathLst>
                <a:path w="1085214" h="429895">
                  <a:moveTo>
                    <a:pt x="0" y="429768"/>
                  </a:moveTo>
                  <a:lnTo>
                    <a:pt x="1085088" y="429768"/>
                  </a:lnTo>
                  <a:lnTo>
                    <a:pt x="1085088" y="0"/>
                  </a:lnTo>
                  <a:lnTo>
                    <a:pt x="0" y="0"/>
                  </a:lnTo>
                  <a:lnTo>
                    <a:pt x="0" y="429768"/>
                  </a:lnTo>
                  <a:close/>
                </a:path>
              </a:pathLst>
            </a:custGeom>
            <a:ln w="33528">
              <a:solidFill>
                <a:srgbClr val="0D79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5">
              <a:extLst>
                <a:ext uri="{FF2B5EF4-FFF2-40B4-BE49-F238E27FC236}">
                  <a16:creationId xmlns:a16="http://schemas.microsoft.com/office/drawing/2014/main" id="{D9C2CFEB-46C0-424E-9113-6B84F0B8E10B}"/>
                </a:ext>
              </a:extLst>
            </p:cNvPr>
            <p:cNvSpPr/>
            <p:nvPr/>
          </p:nvSpPr>
          <p:spPr>
            <a:xfrm>
              <a:off x="6323075" y="3262884"/>
              <a:ext cx="0" cy="424180"/>
            </a:xfrm>
            <a:custGeom>
              <a:avLst/>
              <a:gdLst/>
              <a:ahLst/>
              <a:cxnLst/>
              <a:rect l="l" t="t" r="r" b="b"/>
              <a:pathLst>
                <a:path h="424179">
                  <a:moveTo>
                    <a:pt x="0" y="0"/>
                  </a:moveTo>
                  <a:lnTo>
                    <a:pt x="0" y="424179"/>
                  </a:lnTo>
                </a:path>
              </a:pathLst>
            </a:custGeom>
            <a:ln w="33528">
              <a:solidFill>
                <a:srgbClr val="0D79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6">
              <a:extLst>
                <a:ext uri="{FF2B5EF4-FFF2-40B4-BE49-F238E27FC236}">
                  <a16:creationId xmlns:a16="http://schemas.microsoft.com/office/drawing/2014/main" id="{CD362C19-EA11-4987-BFC9-7728FACEAC3A}"/>
                </a:ext>
              </a:extLst>
            </p:cNvPr>
            <p:cNvSpPr/>
            <p:nvPr/>
          </p:nvSpPr>
          <p:spPr>
            <a:xfrm>
              <a:off x="6121907" y="3262884"/>
              <a:ext cx="0" cy="424180"/>
            </a:xfrm>
            <a:custGeom>
              <a:avLst/>
              <a:gdLst/>
              <a:ahLst/>
              <a:cxnLst/>
              <a:rect l="l" t="t" r="r" b="b"/>
              <a:pathLst>
                <a:path h="424179">
                  <a:moveTo>
                    <a:pt x="0" y="0"/>
                  </a:moveTo>
                  <a:lnTo>
                    <a:pt x="0" y="424179"/>
                  </a:lnTo>
                </a:path>
              </a:pathLst>
            </a:custGeom>
            <a:ln w="33528">
              <a:solidFill>
                <a:srgbClr val="0D79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7">
              <a:extLst>
                <a:ext uri="{FF2B5EF4-FFF2-40B4-BE49-F238E27FC236}">
                  <a16:creationId xmlns:a16="http://schemas.microsoft.com/office/drawing/2014/main" id="{D63E0C63-4AE5-4638-BB60-7FD954581A52}"/>
                </a:ext>
              </a:extLst>
            </p:cNvPr>
            <p:cNvSpPr/>
            <p:nvPr/>
          </p:nvSpPr>
          <p:spPr>
            <a:xfrm>
              <a:off x="5591555" y="3256787"/>
              <a:ext cx="170815" cy="430530"/>
            </a:xfrm>
            <a:custGeom>
              <a:avLst/>
              <a:gdLst/>
              <a:ahLst/>
              <a:cxnLst/>
              <a:rect l="l" t="t" r="r" b="b"/>
              <a:pathLst>
                <a:path w="170814" h="430529">
                  <a:moveTo>
                    <a:pt x="0" y="6096"/>
                  </a:moveTo>
                  <a:lnTo>
                    <a:pt x="0" y="430275"/>
                  </a:lnTo>
                </a:path>
                <a:path w="170814" h="430529">
                  <a:moveTo>
                    <a:pt x="170688" y="0"/>
                  </a:moveTo>
                  <a:lnTo>
                    <a:pt x="170688" y="424180"/>
                  </a:lnTo>
                </a:path>
              </a:pathLst>
            </a:custGeom>
            <a:ln w="33528">
              <a:solidFill>
                <a:srgbClr val="0D79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8">
              <a:extLst>
                <a:ext uri="{FF2B5EF4-FFF2-40B4-BE49-F238E27FC236}">
                  <a16:creationId xmlns:a16="http://schemas.microsoft.com/office/drawing/2014/main" id="{C12EBA70-3CD8-41BA-9043-A1FC663232BB}"/>
                </a:ext>
              </a:extLst>
            </p:cNvPr>
            <p:cNvSpPr/>
            <p:nvPr/>
          </p:nvSpPr>
          <p:spPr>
            <a:xfrm>
              <a:off x="3842004" y="3262884"/>
              <a:ext cx="1085215" cy="433070"/>
            </a:xfrm>
            <a:custGeom>
              <a:avLst/>
              <a:gdLst/>
              <a:ahLst/>
              <a:cxnLst/>
              <a:rect l="l" t="t" r="r" b="b"/>
              <a:pathLst>
                <a:path w="1085214" h="433070">
                  <a:moveTo>
                    <a:pt x="1085088" y="0"/>
                  </a:moveTo>
                  <a:lnTo>
                    <a:pt x="0" y="0"/>
                  </a:lnTo>
                  <a:lnTo>
                    <a:pt x="0" y="432815"/>
                  </a:lnTo>
                  <a:lnTo>
                    <a:pt x="1085088" y="432815"/>
                  </a:lnTo>
                  <a:lnTo>
                    <a:pt x="1085088" y="0"/>
                  </a:lnTo>
                  <a:close/>
                </a:path>
              </a:pathLst>
            </a:custGeom>
            <a:solidFill>
              <a:srgbClr val="B4DC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9">
              <a:extLst>
                <a:ext uri="{FF2B5EF4-FFF2-40B4-BE49-F238E27FC236}">
                  <a16:creationId xmlns:a16="http://schemas.microsoft.com/office/drawing/2014/main" id="{45E5DE22-719B-4626-B251-EA795C4CEAC0}"/>
                </a:ext>
              </a:extLst>
            </p:cNvPr>
            <p:cNvSpPr/>
            <p:nvPr/>
          </p:nvSpPr>
          <p:spPr>
            <a:xfrm>
              <a:off x="3842004" y="3262884"/>
              <a:ext cx="1085215" cy="433705"/>
            </a:xfrm>
            <a:custGeom>
              <a:avLst/>
              <a:gdLst/>
              <a:ahLst/>
              <a:cxnLst/>
              <a:rect l="l" t="t" r="r" b="b"/>
              <a:pathLst>
                <a:path w="1085214" h="433704">
                  <a:moveTo>
                    <a:pt x="0" y="432815"/>
                  </a:moveTo>
                  <a:lnTo>
                    <a:pt x="1085088" y="432815"/>
                  </a:lnTo>
                  <a:lnTo>
                    <a:pt x="1085088" y="0"/>
                  </a:lnTo>
                  <a:lnTo>
                    <a:pt x="0" y="0"/>
                  </a:lnTo>
                  <a:lnTo>
                    <a:pt x="0" y="432815"/>
                  </a:lnTo>
                  <a:close/>
                </a:path>
                <a:path w="1085214" h="433704">
                  <a:moveTo>
                    <a:pt x="911351" y="9143"/>
                  </a:moveTo>
                  <a:lnTo>
                    <a:pt x="911351" y="433323"/>
                  </a:lnTo>
                </a:path>
                <a:path w="1085214" h="433704">
                  <a:moveTo>
                    <a:pt x="713232" y="9143"/>
                  </a:moveTo>
                  <a:lnTo>
                    <a:pt x="713232" y="433323"/>
                  </a:lnTo>
                </a:path>
                <a:path w="1085214" h="433704">
                  <a:moveTo>
                    <a:pt x="182880" y="9143"/>
                  </a:moveTo>
                  <a:lnTo>
                    <a:pt x="182880" y="433323"/>
                  </a:lnTo>
                </a:path>
              </a:pathLst>
            </a:custGeom>
            <a:ln w="33528">
              <a:solidFill>
                <a:srgbClr val="0D79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0">
              <a:extLst>
                <a:ext uri="{FF2B5EF4-FFF2-40B4-BE49-F238E27FC236}">
                  <a16:creationId xmlns:a16="http://schemas.microsoft.com/office/drawing/2014/main" id="{B277E7BB-9F3D-4AA6-83F4-B3AC5FEF6E1E}"/>
                </a:ext>
              </a:extLst>
            </p:cNvPr>
            <p:cNvSpPr/>
            <p:nvPr/>
          </p:nvSpPr>
          <p:spPr>
            <a:xfrm>
              <a:off x="4195572" y="3262884"/>
              <a:ext cx="0" cy="424180"/>
            </a:xfrm>
            <a:custGeom>
              <a:avLst/>
              <a:gdLst/>
              <a:ahLst/>
              <a:cxnLst/>
              <a:rect l="l" t="t" r="r" b="b"/>
              <a:pathLst>
                <a:path h="424179">
                  <a:moveTo>
                    <a:pt x="0" y="0"/>
                  </a:moveTo>
                  <a:lnTo>
                    <a:pt x="0" y="424179"/>
                  </a:lnTo>
                </a:path>
              </a:pathLst>
            </a:custGeom>
            <a:ln w="33528">
              <a:solidFill>
                <a:srgbClr val="0D79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1">
              <a:extLst>
                <a:ext uri="{FF2B5EF4-FFF2-40B4-BE49-F238E27FC236}">
                  <a16:creationId xmlns:a16="http://schemas.microsoft.com/office/drawing/2014/main" id="{8509A14B-903B-477F-A6FF-AA8482DEEFD3}"/>
                </a:ext>
              </a:extLst>
            </p:cNvPr>
            <p:cNvSpPr/>
            <p:nvPr/>
          </p:nvSpPr>
          <p:spPr>
            <a:xfrm>
              <a:off x="3827526" y="2617596"/>
              <a:ext cx="1642110" cy="651510"/>
            </a:xfrm>
            <a:custGeom>
              <a:avLst/>
              <a:gdLst/>
              <a:ahLst/>
              <a:cxnLst/>
              <a:rect l="l" t="t" r="r" b="b"/>
              <a:pathLst>
                <a:path w="1642110" h="651510">
                  <a:moveTo>
                    <a:pt x="314833" y="21717"/>
                  </a:moveTo>
                  <a:lnTo>
                    <a:pt x="284734" y="6985"/>
                  </a:lnTo>
                  <a:lnTo>
                    <a:pt x="38074" y="512660"/>
                  </a:lnTo>
                  <a:lnTo>
                    <a:pt x="34036" y="458343"/>
                  </a:lnTo>
                  <a:lnTo>
                    <a:pt x="33401" y="449072"/>
                  </a:lnTo>
                  <a:lnTo>
                    <a:pt x="25273" y="442214"/>
                  </a:lnTo>
                  <a:lnTo>
                    <a:pt x="6858" y="443484"/>
                  </a:lnTo>
                  <a:lnTo>
                    <a:pt x="0" y="451612"/>
                  </a:lnTo>
                  <a:lnTo>
                    <a:pt x="635" y="460756"/>
                  </a:lnTo>
                  <a:lnTo>
                    <a:pt x="11430" y="605536"/>
                  </a:lnTo>
                  <a:lnTo>
                    <a:pt x="45110" y="583057"/>
                  </a:lnTo>
                  <a:lnTo>
                    <a:pt x="132080" y="525018"/>
                  </a:lnTo>
                  <a:lnTo>
                    <a:pt x="136791" y="520268"/>
                  </a:lnTo>
                  <a:lnTo>
                    <a:pt x="139230" y="514286"/>
                  </a:lnTo>
                  <a:lnTo>
                    <a:pt x="139268" y="507847"/>
                  </a:lnTo>
                  <a:lnTo>
                    <a:pt x="136779" y="501650"/>
                  </a:lnTo>
                  <a:lnTo>
                    <a:pt x="132016" y="496989"/>
                  </a:lnTo>
                  <a:lnTo>
                    <a:pt x="126060" y="494563"/>
                  </a:lnTo>
                  <a:lnTo>
                    <a:pt x="119646" y="494525"/>
                  </a:lnTo>
                  <a:lnTo>
                    <a:pt x="113538" y="497078"/>
                  </a:lnTo>
                  <a:lnTo>
                    <a:pt x="68199" y="527316"/>
                  </a:lnTo>
                  <a:lnTo>
                    <a:pt x="314833" y="21717"/>
                  </a:lnTo>
                  <a:close/>
                </a:path>
                <a:path w="1642110" h="651510">
                  <a:moveTo>
                    <a:pt x="1641602" y="651510"/>
                  </a:moveTo>
                  <a:lnTo>
                    <a:pt x="1639951" y="648462"/>
                  </a:lnTo>
                  <a:lnTo>
                    <a:pt x="1572768" y="523621"/>
                  </a:lnTo>
                  <a:lnTo>
                    <a:pt x="1568551" y="518515"/>
                  </a:lnTo>
                  <a:lnTo>
                    <a:pt x="1562887" y="515531"/>
                  </a:lnTo>
                  <a:lnTo>
                    <a:pt x="1556512" y="514870"/>
                  </a:lnTo>
                  <a:lnTo>
                    <a:pt x="1550162" y="516763"/>
                  </a:lnTo>
                  <a:lnTo>
                    <a:pt x="1544980" y="521055"/>
                  </a:lnTo>
                  <a:lnTo>
                    <a:pt x="1541970" y="526757"/>
                  </a:lnTo>
                  <a:lnTo>
                    <a:pt x="1541335" y="533146"/>
                  </a:lnTo>
                  <a:lnTo>
                    <a:pt x="1543304" y="539496"/>
                  </a:lnTo>
                  <a:lnTo>
                    <a:pt x="1569123" y="587413"/>
                  </a:lnTo>
                  <a:lnTo>
                    <a:pt x="608457" y="0"/>
                  </a:lnTo>
                  <a:lnTo>
                    <a:pt x="590931" y="28702"/>
                  </a:lnTo>
                  <a:lnTo>
                    <a:pt x="1551520" y="616064"/>
                  </a:lnTo>
                  <a:lnTo>
                    <a:pt x="1487932" y="614680"/>
                  </a:lnTo>
                  <a:lnTo>
                    <a:pt x="1480312" y="622046"/>
                  </a:lnTo>
                  <a:lnTo>
                    <a:pt x="1480058" y="631317"/>
                  </a:lnTo>
                  <a:lnTo>
                    <a:pt x="1479931" y="640588"/>
                  </a:lnTo>
                  <a:lnTo>
                    <a:pt x="1487170" y="648208"/>
                  </a:lnTo>
                  <a:lnTo>
                    <a:pt x="1641602" y="651510"/>
                  </a:lnTo>
                  <a:close/>
                </a:path>
              </a:pathLst>
            </a:custGeom>
            <a:solidFill>
              <a:srgbClr val="0D7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2">
              <a:extLst>
                <a:ext uri="{FF2B5EF4-FFF2-40B4-BE49-F238E27FC236}">
                  <a16:creationId xmlns:a16="http://schemas.microsoft.com/office/drawing/2014/main" id="{F0AEA8DC-360D-413A-AE34-C657D342CAB6}"/>
                </a:ext>
              </a:extLst>
            </p:cNvPr>
            <p:cNvSpPr/>
            <p:nvPr/>
          </p:nvSpPr>
          <p:spPr>
            <a:xfrm>
              <a:off x="6030468" y="4271771"/>
              <a:ext cx="1082040" cy="433070"/>
            </a:xfrm>
            <a:custGeom>
              <a:avLst/>
              <a:gdLst/>
              <a:ahLst/>
              <a:cxnLst/>
              <a:rect l="l" t="t" r="r" b="b"/>
              <a:pathLst>
                <a:path w="1082040" h="433070">
                  <a:moveTo>
                    <a:pt x="1082039" y="0"/>
                  </a:moveTo>
                  <a:lnTo>
                    <a:pt x="0" y="0"/>
                  </a:lnTo>
                  <a:lnTo>
                    <a:pt x="0" y="432815"/>
                  </a:lnTo>
                  <a:lnTo>
                    <a:pt x="1082039" y="432815"/>
                  </a:lnTo>
                  <a:lnTo>
                    <a:pt x="1082039" y="0"/>
                  </a:lnTo>
                  <a:close/>
                </a:path>
              </a:pathLst>
            </a:custGeom>
            <a:solidFill>
              <a:srgbClr val="B4DC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3">
              <a:extLst>
                <a:ext uri="{FF2B5EF4-FFF2-40B4-BE49-F238E27FC236}">
                  <a16:creationId xmlns:a16="http://schemas.microsoft.com/office/drawing/2014/main" id="{64D65257-C388-4D51-98B6-11ABABE91681}"/>
                </a:ext>
              </a:extLst>
            </p:cNvPr>
            <p:cNvSpPr/>
            <p:nvPr/>
          </p:nvSpPr>
          <p:spPr>
            <a:xfrm>
              <a:off x="6030468" y="4271771"/>
              <a:ext cx="1082040" cy="433070"/>
            </a:xfrm>
            <a:custGeom>
              <a:avLst/>
              <a:gdLst/>
              <a:ahLst/>
              <a:cxnLst/>
              <a:rect l="l" t="t" r="r" b="b"/>
              <a:pathLst>
                <a:path w="1082040" h="433070">
                  <a:moveTo>
                    <a:pt x="0" y="432815"/>
                  </a:moveTo>
                  <a:lnTo>
                    <a:pt x="1082039" y="432815"/>
                  </a:lnTo>
                  <a:lnTo>
                    <a:pt x="1082039" y="0"/>
                  </a:lnTo>
                  <a:lnTo>
                    <a:pt x="0" y="0"/>
                  </a:lnTo>
                  <a:lnTo>
                    <a:pt x="0" y="432815"/>
                  </a:lnTo>
                  <a:close/>
                </a:path>
              </a:pathLst>
            </a:custGeom>
            <a:ln w="33527">
              <a:solidFill>
                <a:srgbClr val="0D79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4">
              <a:extLst>
                <a:ext uri="{FF2B5EF4-FFF2-40B4-BE49-F238E27FC236}">
                  <a16:creationId xmlns:a16="http://schemas.microsoft.com/office/drawing/2014/main" id="{38F867C6-97DA-4BD3-8AC7-AC90898D1A50}"/>
                </a:ext>
              </a:extLst>
            </p:cNvPr>
            <p:cNvSpPr/>
            <p:nvPr/>
          </p:nvSpPr>
          <p:spPr>
            <a:xfrm>
              <a:off x="6210299" y="4271771"/>
              <a:ext cx="731520" cy="433705"/>
            </a:xfrm>
            <a:custGeom>
              <a:avLst/>
              <a:gdLst/>
              <a:ahLst/>
              <a:cxnLst/>
              <a:rect l="l" t="t" r="r" b="b"/>
              <a:pathLst>
                <a:path w="731520" h="433704">
                  <a:moveTo>
                    <a:pt x="731520" y="6095"/>
                  </a:moveTo>
                  <a:lnTo>
                    <a:pt x="731520" y="430275"/>
                  </a:lnTo>
                </a:path>
                <a:path w="731520" h="433704">
                  <a:moveTo>
                    <a:pt x="530351" y="6095"/>
                  </a:moveTo>
                  <a:lnTo>
                    <a:pt x="530351" y="430275"/>
                  </a:lnTo>
                </a:path>
                <a:path w="731520" h="433704">
                  <a:moveTo>
                    <a:pt x="0" y="9143"/>
                  </a:moveTo>
                  <a:lnTo>
                    <a:pt x="0" y="433323"/>
                  </a:lnTo>
                </a:path>
                <a:path w="731520" h="433704">
                  <a:moveTo>
                    <a:pt x="173736" y="0"/>
                  </a:moveTo>
                  <a:lnTo>
                    <a:pt x="173736" y="424179"/>
                  </a:lnTo>
                </a:path>
              </a:pathLst>
            </a:custGeom>
            <a:ln w="33528">
              <a:solidFill>
                <a:srgbClr val="0D79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5">
              <a:extLst>
                <a:ext uri="{FF2B5EF4-FFF2-40B4-BE49-F238E27FC236}">
                  <a16:creationId xmlns:a16="http://schemas.microsoft.com/office/drawing/2014/main" id="{6E41A8A4-599F-4473-BAAD-98D3179D4AA1}"/>
                </a:ext>
              </a:extLst>
            </p:cNvPr>
            <p:cNvSpPr/>
            <p:nvPr/>
          </p:nvSpPr>
          <p:spPr>
            <a:xfrm>
              <a:off x="5934582" y="3684143"/>
              <a:ext cx="161290" cy="610870"/>
            </a:xfrm>
            <a:custGeom>
              <a:avLst/>
              <a:gdLst/>
              <a:ahLst/>
              <a:cxnLst/>
              <a:rect l="l" t="t" r="r" b="b"/>
              <a:pathLst>
                <a:path w="161289" h="610870">
                  <a:moveTo>
                    <a:pt x="30099" y="469693"/>
                  </a:moveTo>
                  <a:lnTo>
                    <a:pt x="23701" y="470243"/>
                  </a:lnTo>
                  <a:lnTo>
                    <a:pt x="17779" y="473328"/>
                  </a:lnTo>
                  <a:lnTo>
                    <a:pt x="13487" y="478393"/>
                  </a:lnTo>
                  <a:lnTo>
                    <a:pt x="11541" y="484504"/>
                  </a:lnTo>
                  <a:lnTo>
                    <a:pt x="12047" y="490902"/>
                  </a:lnTo>
                  <a:lnTo>
                    <a:pt x="15112" y="496823"/>
                  </a:lnTo>
                  <a:lnTo>
                    <a:pt x="105663" y="610361"/>
                  </a:lnTo>
                  <a:lnTo>
                    <a:pt x="117930" y="579881"/>
                  </a:lnTo>
                  <a:lnTo>
                    <a:pt x="84200" y="579881"/>
                  </a:lnTo>
                  <a:lnTo>
                    <a:pt x="75197" y="518390"/>
                  </a:lnTo>
                  <a:lnTo>
                    <a:pt x="41275" y="475868"/>
                  </a:lnTo>
                  <a:lnTo>
                    <a:pt x="36210" y="471596"/>
                  </a:lnTo>
                  <a:lnTo>
                    <a:pt x="30099" y="469693"/>
                  </a:lnTo>
                  <a:close/>
                </a:path>
                <a:path w="161289" h="610870">
                  <a:moveTo>
                    <a:pt x="75197" y="518390"/>
                  </a:moveTo>
                  <a:lnTo>
                    <a:pt x="84200" y="579881"/>
                  </a:lnTo>
                  <a:lnTo>
                    <a:pt x="117475" y="574928"/>
                  </a:lnTo>
                  <a:lnTo>
                    <a:pt x="116917" y="571118"/>
                  </a:lnTo>
                  <a:lnTo>
                    <a:pt x="85343" y="571118"/>
                  </a:lnTo>
                  <a:lnTo>
                    <a:pt x="96044" y="544522"/>
                  </a:lnTo>
                  <a:lnTo>
                    <a:pt x="75197" y="518390"/>
                  </a:lnTo>
                  <a:close/>
                </a:path>
                <a:path w="161289" h="610870">
                  <a:moveTo>
                    <a:pt x="144047" y="452578"/>
                  </a:moveTo>
                  <a:lnTo>
                    <a:pt x="137747" y="453945"/>
                  </a:lnTo>
                  <a:lnTo>
                    <a:pt x="132423" y="457575"/>
                  </a:lnTo>
                  <a:lnTo>
                    <a:pt x="128777" y="463168"/>
                  </a:lnTo>
                  <a:lnTo>
                    <a:pt x="108491" y="513588"/>
                  </a:lnTo>
                  <a:lnTo>
                    <a:pt x="117475" y="574928"/>
                  </a:lnTo>
                  <a:lnTo>
                    <a:pt x="84200" y="579881"/>
                  </a:lnTo>
                  <a:lnTo>
                    <a:pt x="117930" y="579881"/>
                  </a:lnTo>
                  <a:lnTo>
                    <a:pt x="159892" y="475614"/>
                  </a:lnTo>
                  <a:lnTo>
                    <a:pt x="161087" y="469112"/>
                  </a:lnTo>
                  <a:lnTo>
                    <a:pt x="159734" y="462835"/>
                  </a:lnTo>
                  <a:lnTo>
                    <a:pt x="156142" y="457487"/>
                  </a:lnTo>
                  <a:lnTo>
                    <a:pt x="150621" y="453770"/>
                  </a:lnTo>
                  <a:lnTo>
                    <a:pt x="144047" y="452578"/>
                  </a:lnTo>
                  <a:close/>
                </a:path>
                <a:path w="161289" h="610870">
                  <a:moveTo>
                    <a:pt x="96044" y="544522"/>
                  </a:moveTo>
                  <a:lnTo>
                    <a:pt x="85343" y="571118"/>
                  </a:lnTo>
                  <a:lnTo>
                    <a:pt x="113918" y="566927"/>
                  </a:lnTo>
                  <a:lnTo>
                    <a:pt x="96044" y="544522"/>
                  </a:lnTo>
                  <a:close/>
                </a:path>
                <a:path w="161289" h="610870">
                  <a:moveTo>
                    <a:pt x="108491" y="513588"/>
                  </a:moveTo>
                  <a:lnTo>
                    <a:pt x="96044" y="544522"/>
                  </a:lnTo>
                  <a:lnTo>
                    <a:pt x="113918" y="566927"/>
                  </a:lnTo>
                  <a:lnTo>
                    <a:pt x="85343" y="571118"/>
                  </a:lnTo>
                  <a:lnTo>
                    <a:pt x="116917" y="571118"/>
                  </a:lnTo>
                  <a:lnTo>
                    <a:pt x="108491" y="513588"/>
                  </a:lnTo>
                  <a:close/>
                </a:path>
                <a:path w="161289" h="610870">
                  <a:moveTo>
                    <a:pt x="33274" y="0"/>
                  </a:moveTo>
                  <a:lnTo>
                    <a:pt x="0" y="4825"/>
                  </a:lnTo>
                  <a:lnTo>
                    <a:pt x="75197" y="518390"/>
                  </a:lnTo>
                  <a:lnTo>
                    <a:pt x="96044" y="544522"/>
                  </a:lnTo>
                  <a:lnTo>
                    <a:pt x="108491" y="513588"/>
                  </a:lnTo>
                  <a:lnTo>
                    <a:pt x="33274" y="0"/>
                  </a:lnTo>
                  <a:close/>
                </a:path>
              </a:pathLst>
            </a:custGeom>
            <a:solidFill>
              <a:srgbClr val="0D7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6">
              <a:extLst>
                <a:ext uri="{FF2B5EF4-FFF2-40B4-BE49-F238E27FC236}">
                  <a16:creationId xmlns:a16="http://schemas.microsoft.com/office/drawing/2014/main" id="{5C1FBBBD-A11E-4912-A8BF-49E872F56ECE}"/>
                </a:ext>
              </a:extLst>
            </p:cNvPr>
            <p:cNvSpPr/>
            <p:nvPr/>
          </p:nvSpPr>
          <p:spPr>
            <a:xfrm>
              <a:off x="4664963" y="4280915"/>
              <a:ext cx="1085215" cy="429895"/>
            </a:xfrm>
            <a:custGeom>
              <a:avLst/>
              <a:gdLst/>
              <a:ahLst/>
              <a:cxnLst/>
              <a:rect l="l" t="t" r="r" b="b"/>
              <a:pathLst>
                <a:path w="1085214" h="429895">
                  <a:moveTo>
                    <a:pt x="1085088" y="0"/>
                  </a:moveTo>
                  <a:lnTo>
                    <a:pt x="0" y="0"/>
                  </a:lnTo>
                  <a:lnTo>
                    <a:pt x="0" y="429768"/>
                  </a:lnTo>
                  <a:lnTo>
                    <a:pt x="1085088" y="429768"/>
                  </a:lnTo>
                  <a:lnTo>
                    <a:pt x="1085088" y="0"/>
                  </a:lnTo>
                  <a:close/>
                </a:path>
              </a:pathLst>
            </a:custGeom>
            <a:solidFill>
              <a:srgbClr val="B4DC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7">
              <a:extLst>
                <a:ext uri="{FF2B5EF4-FFF2-40B4-BE49-F238E27FC236}">
                  <a16:creationId xmlns:a16="http://schemas.microsoft.com/office/drawing/2014/main" id="{3CBDF2F5-610C-46C6-8D9F-6B7CFF6459D4}"/>
                </a:ext>
              </a:extLst>
            </p:cNvPr>
            <p:cNvSpPr/>
            <p:nvPr/>
          </p:nvSpPr>
          <p:spPr>
            <a:xfrm>
              <a:off x="4664963" y="4280915"/>
              <a:ext cx="1085215" cy="430530"/>
            </a:xfrm>
            <a:custGeom>
              <a:avLst/>
              <a:gdLst/>
              <a:ahLst/>
              <a:cxnLst/>
              <a:rect l="l" t="t" r="r" b="b"/>
              <a:pathLst>
                <a:path w="1085214" h="430529">
                  <a:moveTo>
                    <a:pt x="0" y="429768"/>
                  </a:moveTo>
                  <a:lnTo>
                    <a:pt x="1085088" y="429768"/>
                  </a:lnTo>
                  <a:lnTo>
                    <a:pt x="1085088" y="0"/>
                  </a:lnTo>
                  <a:lnTo>
                    <a:pt x="0" y="0"/>
                  </a:lnTo>
                  <a:lnTo>
                    <a:pt x="0" y="429768"/>
                  </a:lnTo>
                  <a:close/>
                </a:path>
                <a:path w="1085214" h="430529">
                  <a:moveTo>
                    <a:pt x="914400" y="6096"/>
                  </a:moveTo>
                  <a:lnTo>
                    <a:pt x="914400" y="430276"/>
                  </a:lnTo>
                </a:path>
                <a:path w="1085214" h="430529">
                  <a:moveTo>
                    <a:pt x="713232" y="6096"/>
                  </a:moveTo>
                  <a:lnTo>
                    <a:pt x="713232" y="430276"/>
                  </a:lnTo>
                </a:path>
              </a:pathLst>
            </a:custGeom>
            <a:ln w="33528">
              <a:solidFill>
                <a:srgbClr val="0D79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28">
              <a:extLst>
                <a:ext uri="{FF2B5EF4-FFF2-40B4-BE49-F238E27FC236}">
                  <a16:creationId xmlns:a16="http://schemas.microsoft.com/office/drawing/2014/main" id="{D99390BF-C62B-4E95-94EC-834428696084}"/>
                </a:ext>
              </a:extLst>
            </p:cNvPr>
            <p:cNvSpPr/>
            <p:nvPr/>
          </p:nvSpPr>
          <p:spPr>
            <a:xfrm>
              <a:off x="4847843" y="4280915"/>
              <a:ext cx="170815" cy="430530"/>
            </a:xfrm>
            <a:custGeom>
              <a:avLst/>
              <a:gdLst/>
              <a:ahLst/>
              <a:cxnLst/>
              <a:rect l="l" t="t" r="r" b="b"/>
              <a:pathLst>
                <a:path w="170814" h="430529">
                  <a:moveTo>
                    <a:pt x="0" y="6095"/>
                  </a:moveTo>
                  <a:lnTo>
                    <a:pt x="0" y="430275"/>
                  </a:lnTo>
                </a:path>
                <a:path w="170814" h="430529">
                  <a:moveTo>
                    <a:pt x="170687" y="0"/>
                  </a:moveTo>
                  <a:lnTo>
                    <a:pt x="170687" y="424179"/>
                  </a:lnTo>
                </a:path>
              </a:pathLst>
            </a:custGeom>
            <a:ln w="33528">
              <a:solidFill>
                <a:srgbClr val="0D79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29">
              <a:extLst>
                <a:ext uri="{FF2B5EF4-FFF2-40B4-BE49-F238E27FC236}">
                  <a16:creationId xmlns:a16="http://schemas.microsoft.com/office/drawing/2014/main" id="{490173F5-4011-4EF3-BB81-CF8CECB5618B}"/>
                </a:ext>
              </a:extLst>
            </p:cNvPr>
            <p:cNvSpPr/>
            <p:nvPr/>
          </p:nvSpPr>
          <p:spPr>
            <a:xfrm>
              <a:off x="4661788" y="3635121"/>
              <a:ext cx="1204595" cy="658495"/>
            </a:xfrm>
            <a:custGeom>
              <a:avLst/>
              <a:gdLst/>
              <a:ahLst/>
              <a:cxnLst/>
              <a:rect l="l" t="t" r="r" b="b"/>
              <a:pathLst>
                <a:path w="1204595" h="658495">
                  <a:moveTo>
                    <a:pt x="93204" y="520696"/>
                  </a:moveTo>
                  <a:lnTo>
                    <a:pt x="86788" y="520953"/>
                  </a:lnTo>
                  <a:lnTo>
                    <a:pt x="80920" y="523593"/>
                  </a:lnTo>
                  <a:lnTo>
                    <a:pt x="76326" y="528446"/>
                  </a:lnTo>
                  <a:lnTo>
                    <a:pt x="0" y="652017"/>
                  </a:lnTo>
                  <a:lnTo>
                    <a:pt x="154432" y="657986"/>
                  </a:lnTo>
                  <a:lnTo>
                    <a:pt x="161771" y="651128"/>
                  </a:lnTo>
                  <a:lnTo>
                    <a:pt x="37337" y="651128"/>
                  </a:lnTo>
                  <a:lnTo>
                    <a:pt x="21589" y="621537"/>
                  </a:lnTo>
                  <a:lnTo>
                    <a:pt x="76295" y="592392"/>
                  </a:lnTo>
                  <a:lnTo>
                    <a:pt x="104901" y="546099"/>
                  </a:lnTo>
                  <a:lnTo>
                    <a:pt x="107191" y="539845"/>
                  </a:lnTo>
                  <a:lnTo>
                    <a:pt x="106934" y="533400"/>
                  </a:lnTo>
                  <a:lnTo>
                    <a:pt x="104294" y="527526"/>
                  </a:lnTo>
                  <a:lnTo>
                    <a:pt x="99440" y="522985"/>
                  </a:lnTo>
                  <a:lnTo>
                    <a:pt x="93204" y="520696"/>
                  </a:lnTo>
                  <a:close/>
                </a:path>
                <a:path w="1204595" h="658495">
                  <a:moveTo>
                    <a:pt x="76295" y="592392"/>
                  </a:moveTo>
                  <a:lnTo>
                    <a:pt x="21589" y="621537"/>
                  </a:lnTo>
                  <a:lnTo>
                    <a:pt x="37337" y="651128"/>
                  </a:lnTo>
                  <a:lnTo>
                    <a:pt x="48542" y="645159"/>
                  </a:lnTo>
                  <a:lnTo>
                    <a:pt x="43687" y="645159"/>
                  </a:lnTo>
                  <a:lnTo>
                    <a:pt x="30099" y="619505"/>
                  </a:lnTo>
                  <a:lnTo>
                    <a:pt x="59540" y="619505"/>
                  </a:lnTo>
                  <a:lnTo>
                    <a:pt x="76295" y="592392"/>
                  </a:lnTo>
                  <a:close/>
                </a:path>
                <a:path w="1204595" h="658495">
                  <a:moveTo>
                    <a:pt x="92124" y="621943"/>
                  </a:moveTo>
                  <a:lnTo>
                    <a:pt x="37337" y="651128"/>
                  </a:lnTo>
                  <a:lnTo>
                    <a:pt x="161771" y="651128"/>
                  </a:lnTo>
                  <a:lnTo>
                    <a:pt x="162178" y="650747"/>
                  </a:lnTo>
                  <a:lnTo>
                    <a:pt x="162940" y="632205"/>
                  </a:lnTo>
                  <a:lnTo>
                    <a:pt x="155701" y="624458"/>
                  </a:lnTo>
                  <a:lnTo>
                    <a:pt x="92124" y="621943"/>
                  </a:lnTo>
                  <a:close/>
                </a:path>
                <a:path w="1204595" h="658495">
                  <a:moveTo>
                    <a:pt x="30099" y="619505"/>
                  </a:moveTo>
                  <a:lnTo>
                    <a:pt x="43687" y="645159"/>
                  </a:lnTo>
                  <a:lnTo>
                    <a:pt x="58842" y="620635"/>
                  </a:lnTo>
                  <a:lnTo>
                    <a:pt x="30099" y="619505"/>
                  </a:lnTo>
                  <a:close/>
                </a:path>
                <a:path w="1204595" h="658495">
                  <a:moveTo>
                    <a:pt x="58842" y="620635"/>
                  </a:moveTo>
                  <a:lnTo>
                    <a:pt x="43687" y="645159"/>
                  </a:lnTo>
                  <a:lnTo>
                    <a:pt x="48542" y="645159"/>
                  </a:lnTo>
                  <a:lnTo>
                    <a:pt x="92124" y="621943"/>
                  </a:lnTo>
                  <a:lnTo>
                    <a:pt x="58842" y="620635"/>
                  </a:lnTo>
                  <a:close/>
                </a:path>
                <a:path w="1204595" h="658495">
                  <a:moveTo>
                    <a:pt x="1188212" y="0"/>
                  </a:moveTo>
                  <a:lnTo>
                    <a:pt x="76295" y="592392"/>
                  </a:lnTo>
                  <a:lnTo>
                    <a:pt x="58842" y="620635"/>
                  </a:lnTo>
                  <a:lnTo>
                    <a:pt x="92124" y="621943"/>
                  </a:lnTo>
                  <a:lnTo>
                    <a:pt x="1204087" y="29590"/>
                  </a:lnTo>
                  <a:lnTo>
                    <a:pt x="1188212" y="0"/>
                  </a:lnTo>
                  <a:close/>
                </a:path>
                <a:path w="1204595" h="658495">
                  <a:moveTo>
                    <a:pt x="59540" y="619505"/>
                  </a:moveTo>
                  <a:lnTo>
                    <a:pt x="30099" y="619505"/>
                  </a:lnTo>
                  <a:lnTo>
                    <a:pt x="58842" y="620635"/>
                  </a:lnTo>
                  <a:lnTo>
                    <a:pt x="59540" y="619505"/>
                  </a:lnTo>
                  <a:close/>
                </a:path>
              </a:pathLst>
            </a:custGeom>
            <a:solidFill>
              <a:srgbClr val="0D7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0">
              <a:extLst>
                <a:ext uri="{FF2B5EF4-FFF2-40B4-BE49-F238E27FC236}">
                  <a16:creationId xmlns:a16="http://schemas.microsoft.com/office/drawing/2014/main" id="{C95647F4-3D05-4E7C-80C5-59FC83061639}"/>
                </a:ext>
              </a:extLst>
            </p:cNvPr>
            <p:cNvSpPr/>
            <p:nvPr/>
          </p:nvSpPr>
          <p:spPr>
            <a:xfrm>
              <a:off x="2397760" y="3739134"/>
              <a:ext cx="227965" cy="554990"/>
            </a:xfrm>
            <a:custGeom>
              <a:avLst/>
              <a:gdLst/>
              <a:ahLst/>
              <a:cxnLst/>
              <a:rect l="l" t="t" r="r" b="b"/>
              <a:pathLst>
                <a:path w="227964" h="554989">
                  <a:moveTo>
                    <a:pt x="19585" y="392890"/>
                  </a:moveTo>
                  <a:lnTo>
                    <a:pt x="0" y="412750"/>
                  </a:lnTo>
                  <a:lnTo>
                    <a:pt x="29971" y="554863"/>
                  </a:lnTo>
                  <a:lnTo>
                    <a:pt x="59773" y="528574"/>
                  </a:lnTo>
                  <a:lnTo>
                    <a:pt x="56387" y="528574"/>
                  </a:lnTo>
                  <a:lnTo>
                    <a:pt x="24510" y="518033"/>
                  </a:lnTo>
                  <a:lnTo>
                    <a:pt x="43997" y="459197"/>
                  </a:lnTo>
                  <a:lnTo>
                    <a:pt x="32765" y="405892"/>
                  </a:lnTo>
                  <a:lnTo>
                    <a:pt x="30134" y="399796"/>
                  </a:lnTo>
                  <a:lnTo>
                    <a:pt x="25526" y="395319"/>
                  </a:lnTo>
                  <a:lnTo>
                    <a:pt x="19585" y="392890"/>
                  </a:lnTo>
                  <a:close/>
                </a:path>
                <a:path w="227964" h="554989">
                  <a:moveTo>
                    <a:pt x="43997" y="459197"/>
                  </a:moveTo>
                  <a:lnTo>
                    <a:pt x="24510" y="518033"/>
                  </a:lnTo>
                  <a:lnTo>
                    <a:pt x="56387" y="528574"/>
                  </a:lnTo>
                  <a:lnTo>
                    <a:pt x="59291" y="519811"/>
                  </a:lnTo>
                  <a:lnTo>
                    <a:pt x="56768" y="519811"/>
                  </a:lnTo>
                  <a:lnTo>
                    <a:pt x="29337" y="510667"/>
                  </a:lnTo>
                  <a:lnTo>
                    <a:pt x="50849" y="491718"/>
                  </a:lnTo>
                  <a:lnTo>
                    <a:pt x="43997" y="459197"/>
                  </a:lnTo>
                  <a:close/>
                </a:path>
                <a:path w="227964" h="554989">
                  <a:moveTo>
                    <a:pt x="128809" y="429545"/>
                  </a:moveTo>
                  <a:lnTo>
                    <a:pt x="122439" y="430387"/>
                  </a:lnTo>
                  <a:lnTo>
                    <a:pt x="116712" y="433705"/>
                  </a:lnTo>
                  <a:lnTo>
                    <a:pt x="75910" y="469644"/>
                  </a:lnTo>
                  <a:lnTo>
                    <a:pt x="56387" y="528574"/>
                  </a:lnTo>
                  <a:lnTo>
                    <a:pt x="59773" y="528574"/>
                  </a:lnTo>
                  <a:lnTo>
                    <a:pt x="138810" y="458851"/>
                  </a:lnTo>
                  <a:lnTo>
                    <a:pt x="142853" y="453550"/>
                  </a:lnTo>
                  <a:lnTo>
                    <a:pt x="144478" y="447309"/>
                  </a:lnTo>
                  <a:lnTo>
                    <a:pt x="143650" y="440902"/>
                  </a:lnTo>
                  <a:lnTo>
                    <a:pt x="140334" y="435102"/>
                  </a:lnTo>
                  <a:lnTo>
                    <a:pt x="135036" y="431133"/>
                  </a:lnTo>
                  <a:lnTo>
                    <a:pt x="128809" y="429545"/>
                  </a:lnTo>
                  <a:close/>
                </a:path>
                <a:path w="227964" h="554989">
                  <a:moveTo>
                    <a:pt x="50849" y="491718"/>
                  </a:moveTo>
                  <a:lnTo>
                    <a:pt x="29337" y="510667"/>
                  </a:lnTo>
                  <a:lnTo>
                    <a:pt x="56768" y="519811"/>
                  </a:lnTo>
                  <a:lnTo>
                    <a:pt x="50849" y="491718"/>
                  </a:lnTo>
                  <a:close/>
                </a:path>
                <a:path w="227964" h="554989">
                  <a:moveTo>
                    <a:pt x="75910" y="469644"/>
                  </a:moveTo>
                  <a:lnTo>
                    <a:pt x="50849" y="491718"/>
                  </a:lnTo>
                  <a:lnTo>
                    <a:pt x="56768" y="519811"/>
                  </a:lnTo>
                  <a:lnTo>
                    <a:pt x="59291" y="519811"/>
                  </a:lnTo>
                  <a:lnTo>
                    <a:pt x="75910" y="469644"/>
                  </a:lnTo>
                  <a:close/>
                </a:path>
                <a:path w="227964" h="554989">
                  <a:moveTo>
                    <a:pt x="196087" y="0"/>
                  </a:moveTo>
                  <a:lnTo>
                    <a:pt x="43997" y="459197"/>
                  </a:lnTo>
                  <a:lnTo>
                    <a:pt x="50849" y="491718"/>
                  </a:lnTo>
                  <a:lnTo>
                    <a:pt x="75910" y="469644"/>
                  </a:lnTo>
                  <a:lnTo>
                    <a:pt x="227964" y="10668"/>
                  </a:lnTo>
                  <a:lnTo>
                    <a:pt x="19608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1">
              <a:extLst>
                <a:ext uri="{FF2B5EF4-FFF2-40B4-BE49-F238E27FC236}">
                  <a16:creationId xmlns:a16="http://schemas.microsoft.com/office/drawing/2014/main" id="{AA17BC74-558B-481A-904E-2B52BF0D9733}"/>
                </a:ext>
              </a:extLst>
            </p:cNvPr>
            <p:cNvSpPr/>
            <p:nvPr/>
          </p:nvSpPr>
          <p:spPr>
            <a:xfrm>
              <a:off x="845820" y="4287012"/>
              <a:ext cx="1085215" cy="433070"/>
            </a:xfrm>
            <a:custGeom>
              <a:avLst/>
              <a:gdLst/>
              <a:ahLst/>
              <a:cxnLst/>
              <a:rect l="l" t="t" r="r" b="b"/>
              <a:pathLst>
                <a:path w="1085214" h="433070">
                  <a:moveTo>
                    <a:pt x="1085088" y="0"/>
                  </a:moveTo>
                  <a:lnTo>
                    <a:pt x="0" y="0"/>
                  </a:lnTo>
                  <a:lnTo>
                    <a:pt x="0" y="432815"/>
                  </a:lnTo>
                  <a:lnTo>
                    <a:pt x="1085088" y="432815"/>
                  </a:lnTo>
                  <a:lnTo>
                    <a:pt x="1085088" y="0"/>
                  </a:lnTo>
                  <a:close/>
                </a:path>
              </a:pathLst>
            </a:custGeom>
            <a:solidFill>
              <a:srgbClr val="B4DC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2">
              <a:extLst>
                <a:ext uri="{FF2B5EF4-FFF2-40B4-BE49-F238E27FC236}">
                  <a16:creationId xmlns:a16="http://schemas.microsoft.com/office/drawing/2014/main" id="{EEC63F78-1EE2-4CE8-BC8F-890879AA477C}"/>
                </a:ext>
              </a:extLst>
            </p:cNvPr>
            <p:cNvSpPr/>
            <p:nvPr/>
          </p:nvSpPr>
          <p:spPr>
            <a:xfrm>
              <a:off x="845820" y="4287012"/>
              <a:ext cx="1085215" cy="433070"/>
            </a:xfrm>
            <a:custGeom>
              <a:avLst/>
              <a:gdLst/>
              <a:ahLst/>
              <a:cxnLst/>
              <a:rect l="l" t="t" r="r" b="b"/>
              <a:pathLst>
                <a:path w="1085214" h="433070">
                  <a:moveTo>
                    <a:pt x="0" y="432815"/>
                  </a:moveTo>
                  <a:lnTo>
                    <a:pt x="1085088" y="432815"/>
                  </a:lnTo>
                  <a:lnTo>
                    <a:pt x="1085088" y="0"/>
                  </a:lnTo>
                  <a:lnTo>
                    <a:pt x="0" y="0"/>
                  </a:lnTo>
                  <a:lnTo>
                    <a:pt x="0" y="432815"/>
                  </a:lnTo>
                  <a:close/>
                </a:path>
              </a:pathLst>
            </a:custGeom>
            <a:ln w="33528">
              <a:solidFill>
                <a:srgbClr val="0D79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3">
              <a:extLst>
                <a:ext uri="{FF2B5EF4-FFF2-40B4-BE49-F238E27FC236}">
                  <a16:creationId xmlns:a16="http://schemas.microsoft.com/office/drawing/2014/main" id="{59A80AE4-F33C-46E1-8135-58F42FE3EBA3}"/>
                </a:ext>
              </a:extLst>
            </p:cNvPr>
            <p:cNvSpPr/>
            <p:nvPr/>
          </p:nvSpPr>
          <p:spPr>
            <a:xfrm>
              <a:off x="1757172" y="4296156"/>
              <a:ext cx="0" cy="424180"/>
            </a:xfrm>
            <a:custGeom>
              <a:avLst/>
              <a:gdLst/>
              <a:ahLst/>
              <a:cxnLst/>
              <a:rect l="l" t="t" r="r" b="b"/>
              <a:pathLst>
                <a:path h="424179">
                  <a:moveTo>
                    <a:pt x="0" y="0"/>
                  </a:moveTo>
                  <a:lnTo>
                    <a:pt x="0" y="424180"/>
                  </a:lnTo>
                </a:path>
              </a:pathLst>
            </a:custGeom>
            <a:ln w="33528">
              <a:solidFill>
                <a:srgbClr val="0D79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4">
              <a:extLst>
                <a:ext uri="{FF2B5EF4-FFF2-40B4-BE49-F238E27FC236}">
                  <a16:creationId xmlns:a16="http://schemas.microsoft.com/office/drawing/2014/main" id="{F8BB18FA-A9D3-48EE-998D-4EF63EC55164}"/>
                </a:ext>
              </a:extLst>
            </p:cNvPr>
            <p:cNvSpPr/>
            <p:nvPr/>
          </p:nvSpPr>
          <p:spPr>
            <a:xfrm>
              <a:off x="1559051" y="4296156"/>
              <a:ext cx="0" cy="424180"/>
            </a:xfrm>
            <a:custGeom>
              <a:avLst/>
              <a:gdLst/>
              <a:ahLst/>
              <a:cxnLst/>
              <a:rect l="l" t="t" r="r" b="b"/>
              <a:pathLst>
                <a:path h="424179">
                  <a:moveTo>
                    <a:pt x="0" y="0"/>
                  </a:moveTo>
                  <a:lnTo>
                    <a:pt x="0" y="424180"/>
                  </a:lnTo>
                </a:path>
              </a:pathLst>
            </a:custGeom>
            <a:ln w="33528">
              <a:solidFill>
                <a:srgbClr val="0D79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5">
              <a:extLst>
                <a:ext uri="{FF2B5EF4-FFF2-40B4-BE49-F238E27FC236}">
                  <a16:creationId xmlns:a16="http://schemas.microsoft.com/office/drawing/2014/main" id="{3B7FC4E9-2272-44B1-9304-FC09D6659BD8}"/>
                </a:ext>
              </a:extLst>
            </p:cNvPr>
            <p:cNvSpPr/>
            <p:nvPr/>
          </p:nvSpPr>
          <p:spPr>
            <a:xfrm>
              <a:off x="1028699" y="4296156"/>
              <a:ext cx="0" cy="424180"/>
            </a:xfrm>
            <a:custGeom>
              <a:avLst/>
              <a:gdLst/>
              <a:ahLst/>
              <a:cxnLst/>
              <a:rect l="l" t="t" r="r" b="b"/>
              <a:pathLst>
                <a:path h="424179">
                  <a:moveTo>
                    <a:pt x="0" y="0"/>
                  </a:moveTo>
                  <a:lnTo>
                    <a:pt x="0" y="424180"/>
                  </a:lnTo>
                </a:path>
              </a:pathLst>
            </a:custGeom>
            <a:ln w="33528">
              <a:solidFill>
                <a:srgbClr val="0D79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6">
              <a:extLst>
                <a:ext uri="{FF2B5EF4-FFF2-40B4-BE49-F238E27FC236}">
                  <a16:creationId xmlns:a16="http://schemas.microsoft.com/office/drawing/2014/main" id="{76915FEA-75D4-4178-A4DC-92485416DD87}"/>
                </a:ext>
              </a:extLst>
            </p:cNvPr>
            <p:cNvSpPr/>
            <p:nvPr/>
          </p:nvSpPr>
          <p:spPr>
            <a:xfrm>
              <a:off x="1199387" y="4287012"/>
              <a:ext cx="0" cy="424180"/>
            </a:xfrm>
            <a:custGeom>
              <a:avLst/>
              <a:gdLst/>
              <a:ahLst/>
              <a:cxnLst/>
              <a:rect l="l" t="t" r="r" b="b"/>
              <a:pathLst>
                <a:path h="424179">
                  <a:moveTo>
                    <a:pt x="0" y="0"/>
                  </a:moveTo>
                  <a:lnTo>
                    <a:pt x="0" y="424180"/>
                  </a:lnTo>
                </a:path>
              </a:pathLst>
            </a:custGeom>
            <a:ln w="33528">
              <a:solidFill>
                <a:srgbClr val="0D79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7">
              <a:extLst>
                <a:ext uri="{FF2B5EF4-FFF2-40B4-BE49-F238E27FC236}">
                  <a16:creationId xmlns:a16="http://schemas.microsoft.com/office/drawing/2014/main" id="{8B346CC3-99D6-48DF-BBF1-FB9C9EE0EBD3}"/>
                </a:ext>
              </a:extLst>
            </p:cNvPr>
            <p:cNvSpPr/>
            <p:nvPr/>
          </p:nvSpPr>
          <p:spPr>
            <a:xfrm>
              <a:off x="348945" y="3723766"/>
              <a:ext cx="1515745" cy="1543685"/>
            </a:xfrm>
            <a:custGeom>
              <a:avLst/>
              <a:gdLst/>
              <a:ahLst/>
              <a:cxnLst/>
              <a:rect l="l" t="t" r="r" b="b"/>
              <a:pathLst>
                <a:path w="1515745" h="1543685">
                  <a:moveTo>
                    <a:pt x="584873" y="1014349"/>
                  </a:moveTo>
                  <a:lnTo>
                    <a:pt x="561848" y="989965"/>
                  </a:lnTo>
                  <a:lnTo>
                    <a:pt x="57759" y="1465935"/>
                  </a:lnTo>
                  <a:lnTo>
                    <a:pt x="73113" y="1413764"/>
                  </a:lnTo>
                  <a:lnTo>
                    <a:pt x="55130" y="1392339"/>
                  </a:lnTo>
                  <a:lnTo>
                    <a:pt x="48996" y="1394256"/>
                  </a:lnTo>
                  <a:lnTo>
                    <a:pt x="44056" y="1398358"/>
                  </a:lnTo>
                  <a:lnTo>
                    <a:pt x="40957" y="1404239"/>
                  </a:lnTo>
                  <a:lnTo>
                    <a:pt x="0" y="1543558"/>
                  </a:lnTo>
                  <a:lnTo>
                    <a:pt x="45859" y="1532890"/>
                  </a:lnTo>
                  <a:lnTo>
                    <a:pt x="141401" y="1510665"/>
                  </a:lnTo>
                  <a:lnTo>
                    <a:pt x="147447" y="1507871"/>
                  </a:lnTo>
                  <a:lnTo>
                    <a:pt x="151828" y="1503146"/>
                  </a:lnTo>
                  <a:lnTo>
                    <a:pt x="154114" y="1497139"/>
                  </a:lnTo>
                  <a:lnTo>
                    <a:pt x="153924" y="1490472"/>
                  </a:lnTo>
                  <a:lnTo>
                    <a:pt x="151155" y="1484426"/>
                  </a:lnTo>
                  <a:lnTo>
                    <a:pt x="146443" y="1480058"/>
                  </a:lnTo>
                  <a:lnTo>
                    <a:pt x="140436" y="1477797"/>
                  </a:lnTo>
                  <a:lnTo>
                    <a:pt x="133794" y="1478026"/>
                  </a:lnTo>
                  <a:lnTo>
                    <a:pt x="80708" y="1490395"/>
                  </a:lnTo>
                  <a:lnTo>
                    <a:pt x="584873" y="1014349"/>
                  </a:lnTo>
                  <a:close/>
                </a:path>
                <a:path w="1515745" h="1543685">
                  <a:moveTo>
                    <a:pt x="1515541" y="29210"/>
                  </a:moveTo>
                  <a:lnTo>
                    <a:pt x="1499285" y="0"/>
                  </a:lnTo>
                  <a:lnTo>
                    <a:pt x="583996" y="510349"/>
                  </a:lnTo>
                  <a:lnTo>
                    <a:pt x="611759" y="463423"/>
                  </a:lnTo>
                  <a:lnTo>
                    <a:pt x="599567" y="438264"/>
                  </a:lnTo>
                  <a:lnTo>
                    <a:pt x="593153" y="438658"/>
                  </a:lnTo>
                  <a:lnTo>
                    <a:pt x="587349" y="441439"/>
                  </a:lnTo>
                  <a:lnTo>
                    <a:pt x="582904" y="446405"/>
                  </a:lnTo>
                  <a:lnTo>
                    <a:pt x="509003" y="571373"/>
                  </a:lnTo>
                  <a:lnTo>
                    <a:pt x="663409" y="574294"/>
                  </a:lnTo>
                  <a:lnTo>
                    <a:pt x="668159" y="569722"/>
                  </a:lnTo>
                  <a:lnTo>
                    <a:pt x="671068" y="566928"/>
                  </a:lnTo>
                  <a:lnTo>
                    <a:pt x="671423" y="548513"/>
                  </a:lnTo>
                  <a:lnTo>
                    <a:pt x="664057" y="540766"/>
                  </a:lnTo>
                  <a:lnTo>
                    <a:pt x="600278" y="539572"/>
                  </a:lnTo>
                  <a:lnTo>
                    <a:pt x="1515541" y="29210"/>
                  </a:lnTo>
                  <a:close/>
                </a:path>
              </a:pathLst>
            </a:custGeom>
            <a:solidFill>
              <a:srgbClr val="0D7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38">
              <a:extLst>
                <a:ext uri="{FF2B5EF4-FFF2-40B4-BE49-F238E27FC236}">
                  <a16:creationId xmlns:a16="http://schemas.microsoft.com/office/drawing/2014/main" id="{757AE263-49C6-4749-8CE2-73BBF4C27EC4}"/>
                </a:ext>
              </a:extLst>
            </p:cNvPr>
            <p:cNvSpPr/>
            <p:nvPr/>
          </p:nvSpPr>
          <p:spPr>
            <a:xfrm>
              <a:off x="2049779" y="5268468"/>
              <a:ext cx="1085215" cy="433070"/>
            </a:xfrm>
            <a:custGeom>
              <a:avLst/>
              <a:gdLst/>
              <a:ahLst/>
              <a:cxnLst/>
              <a:rect l="l" t="t" r="r" b="b"/>
              <a:pathLst>
                <a:path w="1085214" h="433070">
                  <a:moveTo>
                    <a:pt x="1085088" y="0"/>
                  </a:moveTo>
                  <a:lnTo>
                    <a:pt x="0" y="0"/>
                  </a:lnTo>
                  <a:lnTo>
                    <a:pt x="0" y="432815"/>
                  </a:lnTo>
                  <a:lnTo>
                    <a:pt x="1085088" y="432815"/>
                  </a:lnTo>
                  <a:lnTo>
                    <a:pt x="1085088" y="0"/>
                  </a:lnTo>
                  <a:close/>
                </a:path>
              </a:pathLst>
            </a:custGeom>
            <a:solidFill>
              <a:srgbClr val="B4DC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39">
              <a:extLst>
                <a:ext uri="{FF2B5EF4-FFF2-40B4-BE49-F238E27FC236}">
                  <a16:creationId xmlns:a16="http://schemas.microsoft.com/office/drawing/2014/main" id="{55D339E9-1143-4A4E-813F-C182610A719A}"/>
                </a:ext>
              </a:extLst>
            </p:cNvPr>
            <p:cNvSpPr/>
            <p:nvPr/>
          </p:nvSpPr>
          <p:spPr>
            <a:xfrm>
              <a:off x="2049779" y="5268468"/>
              <a:ext cx="1085215" cy="433705"/>
            </a:xfrm>
            <a:custGeom>
              <a:avLst/>
              <a:gdLst/>
              <a:ahLst/>
              <a:cxnLst/>
              <a:rect l="l" t="t" r="r" b="b"/>
              <a:pathLst>
                <a:path w="1085214" h="433704">
                  <a:moveTo>
                    <a:pt x="0" y="432815"/>
                  </a:moveTo>
                  <a:lnTo>
                    <a:pt x="1085088" y="432815"/>
                  </a:lnTo>
                  <a:lnTo>
                    <a:pt x="1085088" y="0"/>
                  </a:lnTo>
                  <a:lnTo>
                    <a:pt x="0" y="0"/>
                  </a:lnTo>
                  <a:lnTo>
                    <a:pt x="0" y="432815"/>
                  </a:lnTo>
                  <a:close/>
                </a:path>
                <a:path w="1085214" h="433704">
                  <a:moveTo>
                    <a:pt x="914400" y="9143"/>
                  </a:moveTo>
                  <a:lnTo>
                    <a:pt x="914400" y="433362"/>
                  </a:lnTo>
                </a:path>
                <a:path w="1085214" h="433704">
                  <a:moveTo>
                    <a:pt x="713232" y="9143"/>
                  </a:moveTo>
                  <a:lnTo>
                    <a:pt x="713232" y="433362"/>
                  </a:lnTo>
                </a:path>
                <a:path w="1085214" h="433704">
                  <a:moveTo>
                    <a:pt x="182880" y="9143"/>
                  </a:moveTo>
                  <a:lnTo>
                    <a:pt x="182880" y="433362"/>
                  </a:lnTo>
                </a:path>
                <a:path w="1085214" h="433704">
                  <a:moveTo>
                    <a:pt x="353568" y="0"/>
                  </a:moveTo>
                  <a:lnTo>
                    <a:pt x="353568" y="424218"/>
                  </a:lnTo>
                </a:path>
              </a:pathLst>
            </a:custGeom>
            <a:ln w="33528">
              <a:solidFill>
                <a:srgbClr val="0D79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0">
              <a:extLst>
                <a:ext uri="{FF2B5EF4-FFF2-40B4-BE49-F238E27FC236}">
                  <a16:creationId xmlns:a16="http://schemas.microsoft.com/office/drawing/2014/main" id="{43EC0712-9F4F-4F9D-8059-0666C6782174}"/>
                </a:ext>
              </a:extLst>
            </p:cNvPr>
            <p:cNvSpPr/>
            <p:nvPr/>
          </p:nvSpPr>
          <p:spPr>
            <a:xfrm>
              <a:off x="2070988" y="4680203"/>
              <a:ext cx="1168400" cy="563245"/>
            </a:xfrm>
            <a:custGeom>
              <a:avLst/>
              <a:gdLst/>
              <a:ahLst/>
              <a:cxnLst/>
              <a:rect l="l" t="t" r="r" b="b"/>
              <a:pathLst>
                <a:path w="1168400" h="563245">
                  <a:moveTo>
                    <a:pt x="94329" y="422481"/>
                  </a:moveTo>
                  <a:lnTo>
                    <a:pt x="88340" y="424785"/>
                  </a:lnTo>
                  <a:lnTo>
                    <a:pt x="83566" y="429387"/>
                  </a:lnTo>
                  <a:lnTo>
                    <a:pt x="0" y="548132"/>
                  </a:lnTo>
                  <a:lnTo>
                    <a:pt x="153797" y="563245"/>
                  </a:lnTo>
                  <a:lnTo>
                    <a:pt x="161925" y="556514"/>
                  </a:lnTo>
                  <a:lnTo>
                    <a:pt x="162594" y="549529"/>
                  </a:lnTo>
                  <a:lnTo>
                    <a:pt x="37337" y="549529"/>
                  </a:lnTo>
                  <a:lnTo>
                    <a:pt x="23241" y="519049"/>
                  </a:lnTo>
                  <a:lnTo>
                    <a:pt x="79735" y="493114"/>
                  </a:lnTo>
                  <a:lnTo>
                    <a:pt x="110998" y="448564"/>
                  </a:lnTo>
                  <a:lnTo>
                    <a:pt x="113611" y="442501"/>
                  </a:lnTo>
                  <a:lnTo>
                    <a:pt x="113712" y="436070"/>
                  </a:lnTo>
                  <a:lnTo>
                    <a:pt x="111408" y="430043"/>
                  </a:lnTo>
                  <a:lnTo>
                    <a:pt x="106806" y="425196"/>
                  </a:lnTo>
                  <a:lnTo>
                    <a:pt x="100746" y="422582"/>
                  </a:lnTo>
                  <a:lnTo>
                    <a:pt x="94329" y="422481"/>
                  </a:lnTo>
                  <a:close/>
                </a:path>
                <a:path w="1168400" h="563245">
                  <a:moveTo>
                    <a:pt x="79735" y="493114"/>
                  </a:moveTo>
                  <a:lnTo>
                    <a:pt x="23241" y="519049"/>
                  </a:lnTo>
                  <a:lnTo>
                    <a:pt x="37337" y="549529"/>
                  </a:lnTo>
                  <a:lnTo>
                    <a:pt x="49509" y="543941"/>
                  </a:lnTo>
                  <a:lnTo>
                    <a:pt x="44068" y="543941"/>
                  </a:lnTo>
                  <a:lnTo>
                    <a:pt x="31877" y="517525"/>
                  </a:lnTo>
                  <a:lnTo>
                    <a:pt x="62605" y="517525"/>
                  </a:lnTo>
                  <a:lnTo>
                    <a:pt x="79735" y="493114"/>
                  </a:lnTo>
                  <a:close/>
                </a:path>
                <a:path w="1168400" h="563245">
                  <a:moveTo>
                    <a:pt x="93770" y="523620"/>
                  </a:moveTo>
                  <a:lnTo>
                    <a:pt x="37337" y="549529"/>
                  </a:lnTo>
                  <a:lnTo>
                    <a:pt x="162594" y="549529"/>
                  </a:lnTo>
                  <a:lnTo>
                    <a:pt x="162813" y="547243"/>
                  </a:lnTo>
                  <a:lnTo>
                    <a:pt x="163830" y="538099"/>
                  </a:lnTo>
                  <a:lnTo>
                    <a:pt x="156972" y="529844"/>
                  </a:lnTo>
                  <a:lnTo>
                    <a:pt x="93770" y="523620"/>
                  </a:lnTo>
                  <a:close/>
                </a:path>
                <a:path w="1168400" h="563245">
                  <a:moveTo>
                    <a:pt x="31877" y="517525"/>
                  </a:moveTo>
                  <a:lnTo>
                    <a:pt x="44068" y="543941"/>
                  </a:lnTo>
                  <a:lnTo>
                    <a:pt x="60619" y="520355"/>
                  </a:lnTo>
                  <a:lnTo>
                    <a:pt x="31877" y="517525"/>
                  </a:lnTo>
                  <a:close/>
                </a:path>
                <a:path w="1168400" h="563245">
                  <a:moveTo>
                    <a:pt x="60619" y="520355"/>
                  </a:moveTo>
                  <a:lnTo>
                    <a:pt x="44068" y="543941"/>
                  </a:lnTo>
                  <a:lnTo>
                    <a:pt x="49509" y="543941"/>
                  </a:lnTo>
                  <a:lnTo>
                    <a:pt x="93770" y="523620"/>
                  </a:lnTo>
                  <a:lnTo>
                    <a:pt x="60619" y="520355"/>
                  </a:lnTo>
                  <a:close/>
                </a:path>
                <a:path w="1168400" h="563245">
                  <a:moveTo>
                    <a:pt x="1153922" y="0"/>
                  </a:moveTo>
                  <a:lnTo>
                    <a:pt x="79735" y="493114"/>
                  </a:lnTo>
                  <a:lnTo>
                    <a:pt x="60619" y="520355"/>
                  </a:lnTo>
                  <a:lnTo>
                    <a:pt x="93770" y="523620"/>
                  </a:lnTo>
                  <a:lnTo>
                    <a:pt x="1167892" y="30480"/>
                  </a:lnTo>
                  <a:lnTo>
                    <a:pt x="1153922" y="0"/>
                  </a:lnTo>
                  <a:close/>
                </a:path>
                <a:path w="1168400" h="563245">
                  <a:moveTo>
                    <a:pt x="62605" y="517525"/>
                  </a:moveTo>
                  <a:lnTo>
                    <a:pt x="31877" y="517525"/>
                  </a:lnTo>
                  <a:lnTo>
                    <a:pt x="60619" y="520355"/>
                  </a:lnTo>
                  <a:lnTo>
                    <a:pt x="62605" y="517525"/>
                  </a:lnTo>
                  <a:close/>
                </a:path>
              </a:pathLst>
            </a:custGeom>
            <a:solidFill>
              <a:srgbClr val="0D7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1">
              <a:extLst>
                <a:ext uri="{FF2B5EF4-FFF2-40B4-BE49-F238E27FC236}">
                  <a16:creationId xmlns:a16="http://schemas.microsoft.com/office/drawing/2014/main" id="{24D53C3A-25B1-432F-BD0F-EC58E6E710A6}"/>
                </a:ext>
              </a:extLst>
            </p:cNvPr>
            <p:cNvSpPr/>
            <p:nvPr/>
          </p:nvSpPr>
          <p:spPr>
            <a:xfrm>
              <a:off x="3252088" y="4699888"/>
              <a:ext cx="219710" cy="577215"/>
            </a:xfrm>
            <a:custGeom>
              <a:avLst/>
              <a:gdLst/>
              <a:ahLst/>
              <a:cxnLst/>
              <a:rect l="l" t="t" r="r" b="b"/>
              <a:pathLst>
                <a:path w="219710" h="577214">
                  <a:moveTo>
                    <a:pt x="19175" y="415417"/>
                  </a:moveTo>
                  <a:lnTo>
                    <a:pt x="12573" y="415671"/>
                  </a:lnTo>
                  <a:lnTo>
                    <a:pt x="6540" y="418560"/>
                  </a:lnTo>
                  <a:lnTo>
                    <a:pt x="2222" y="423354"/>
                  </a:lnTo>
                  <a:lnTo>
                    <a:pt x="0" y="429387"/>
                  </a:lnTo>
                  <a:lnTo>
                    <a:pt x="253" y="435991"/>
                  </a:lnTo>
                  <a:lnTo>
                    <a:pt x="35178" y="576961"/>
                  </a:lnTo>
                  <a:lnTo>
                    <a:pt x="63949" y="549783"/>
                  </a:lnTo>
                  <a:lnTo>
                    <a:pt x="60578" y="549783"/>
                  </a:lnTo>
                  <a:lnTo>
                    <a:pt x="28448" y="540258"/>
                  </a:lnTo>
                  <a:lnTo>
                    <a:pt x="45891" y="480847"/>
                  </a:lnTo>
                  <a:lnTo>
                    <a:pt x="32765" y="427990"/>
                  </a:lnTo>
                  <a:lnTo>
                    <a:pt x="29950" y="421957"/>
                  </a:lnTo>
                  <a:lnTo>
                    <a:pt x="25193" y="417639"/>
                  </a:lnTo>
                  <a:lnTo>
                    <a:pt x="19175" y="415417"/>
                  </a:lnTo>
                  <a:close/>
                </a:path>
                <a:path w="219710" h="577214">
                  <a:moveTo>
                    <a:pt x="45891" y="480847"/>
                  </a:moveTo>
                  <a:lnTo>
                    <a:pt x="28448" y="540258"/>
                  </a:lnTo>
                  <a:lnTo>
                    <a:pt x="60578" y="549783"/>
                  </a:lnTo>
                  <a:lnTo>
                    <a:pt x="63151" y="541020"/>
                  </a:lnTo>
                  <a:lnTo>
                    <a:pt x="60833" y="541020"/>
                  </a:lnTo>
                  <a:lnTo>
                    <a:pt x="33020" y="532892"/>
                  </a:lnTo>
                  <a:lnTo>
                    <a:pt x="53908" y="513132"/>
                  </a:lnTo>
                  <a:lnTo>
                    <a:pt x="45891" y="480847"/>
                  </a:lnTo>
                  <a:close/>
                </a:path>
                <a:path w="219710" h="577214">
                  <a:moveTo>
                    <a:pt x="129619" y="448294"/>
                  </a:moveTo>
                  <a:lnTo>
                    <a:pt x="123259" y="449355"/>
                  </a:lnTo>
                  <a:lnTo>
                    <a:pt x="117601" y="452881"/>
                  </a:lnTo>
                  <a:lnTo>
                    <a:pt x="78037" y="490308"/>
                  </a:lnTo>
                  <a:lnTo>
                    <a:pt x="60578" y="549783"/>
                  </a:lnTo>
                  <a:lnTo>
                    <a:pt x="63949" y="549783"/>
                  </a:lnTo>
                  <a:lnTo>
                    <a:pt x="140715" y="477266"/>
                  </a:lnTo>
                  <a:lnTo>
                    <a:pt x="144547" y="471822"/>
                  </a:lnTo>
                  <a:lnTo>
                    <a:pt x="145938" y="465534"/>
                  </a:lnTo>
                  <a:lnTo>
                    <a:pt x="144877" y="459174"/>
                  </a:lnTo>
                  <a:lnTo>
                    <a:pt x="141350" y="453517"/>
                  </a:lnTo>
                  <a:lnTo>
                    <a:pt x="135907" y="449685"/>
                  </a:lnTo>
                  <a:lnTo>
                    <a:pt x="129619" y="448294"/>
                  </a:lnTo>
                  <a:close/>
                </a:path>
                <a:path w="219710" h="577214">
                  <a:moveTo>
                    <a:pt x="53908" y="513132"/>
                  </a:moveTo>
                  <a:lnTo>
                    <a:pt x="33020" y="532892"/>
                  </a:lnTo>
                  <a:lnTo>
                    <a:pt x="60833" y="541020"/>
                  </a:lnTo>
                  <a:lnTo>
                    <a:pt x="53908" y="513132"/>
                  </a:lnTo>
                  <a:close/>
                </a:path>
                <a:path w="219710" h="577214">
                  <a:moveTo>
                    <a:pt x="78037" y="490308"/>
                  </a:moveTo>
                  <a:lnTo>
                    <a:pt x="53908" y="513132"/>
                  </a:lnTo>
                  <a:lnTo>
                    <a:pt x="60833" y="541020"/>
                  </a:lnTo>
                  <a:lnTo>
                    <a:pt x="63151" y="541020"/>
                  </a:lnTo>
                  <a:lnTo>
                    <a:pt x="78037" y="490308"/>
                  </a:lnTo>
                  <a:close/>
                </a:path>
                <a:path w="219710" h="577214">
                  <a:moveTo>
                    <a:pt x="187071" y="0"/>
                  </a:moveTo>
                  <a:lnTo>
                    <a:pt x="45891" y="480847"/>
                  </a:lnTo>
                  <a:lnTo>
                    <a:pt x="53908" y="513132"/>
                  </a:lnTo>
                  <a:lnTo>
                    <a:pt x="78037" y="490308"/>
                  </a:lnTo>
                  <a:lnTo>
                    <a:pt x="219201" y="9398"/>
                  </a:lnTo>
                  <a:lnTo>
                    <a:pt x="18707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2">
              <a:extLst>
                <a:ext uri="{FF2B5EF4-FFF2-40B4-BE49-F238E27FC236}">
                  <a16:creationId xmlns:a16="http://schemas.microsoft.com/office/drawing/2014/main" id="{F5030813-E271-4F57-B8FC-3279A1A7A211}"/>
                </a:ext>
              </a:extLst>
            </p:cNvPr>
            <p:cNvSpPr/>
            <p:nvPr/>
          </p:nvSpPr>
          <p:spPr>
            <a:xfrm>
              <a:off x="5650358" y="4725924"/>
              <a:ext cx="151130" cy="576580"/>
            </a:xfrm>
            <a:custGeom>
              <a:avLst/>
              <a:gdLst/>
              <a:ahLst/>
              <a:cxnLst/>
              <a:rect l="l" t="t" r="r" b="b"/>
              <a:pathLst>
                <a:path w="151129" h="576579">
                  <a:moveTo>
                    <a:pt x="14432" y="426088"/>
                  </a:moveTo>
                  <a:lnTo>
                    <a:pt x="8126" y="428244"/>
                  </a:lnTo>
                  <a:lnTo>
                    <a:pt x="3210" y="432692"/>
                  </a:lnTo>
                  <a:lnTo>
                    <a:pt x="426" y="438499"/>
                  </a:lnTo>
                  <a:lnTo>
                    <a:pt x="0" y="444924"/>
                  </a:lnTo>
                  <a:lnTo>
                    <a:pt x="2157" y="451231"/>
                  </a:lnTo>
                  <a:lnTo>
                    <a:pt x="75309" y="576579"/>
                  </a:lnTo>
                  <a:lnTo>
                    <a:pt x="94727" y="543306"/>
                  </a:lnTo>
                  <a:lnTo>
                    <a:pt x="58545" y="543306"/>
                  </a:lnTo>
                  <a:lnTo>
                    <a:pt x="58545" y="481366"/>
                  </a:lnTo>
                  <a:lnTo>
                    <a:pt x="31113" y="434339"/>
                  </a:lnTo>
                  <a:lnTo>
                    <a:pt x="26664" y="429351"/>
                  </a:lnTo>
                  <a:lnTo>
                    <a:pt x="20857" y="426529"/>
                  </a:lnTo>
                  <a:lnTo>
                    <a:pt x="14432" y="426088"/>
                  </a:lnTo>
                  <a:close/>
                </a:path>
                <a:path w="151129" h="576579">
                  <a:moveTo>
                    <a:pt x="58545" y="481366"/>
                  </a:moveTo>
                  <a:lnTo>
                    <a:pt x="58545" y="543306"/>
                  </a:lnTo>
                  <a:lnTo>
                    <a:pt x="92073" y="543306"/>
                  </a:lnTo>
                  <a:lnTo>
                    <a:pt x="92073" y="534923"/>
                  </a:lnTo>
                  <a:lnTo>
                    <a:pt x="60831" y="534923"/>
                  </a:lnTo>
                  <a:lnTo>
                    <a:pt x="75309" y="510104"/>
                  </a:lnTo>
                  <a:lnTo>
                    <a:pt x="58545" y="481366"/>
                  </a:lnTo>
                  <a:close/>
                </a:path>
                <a:path w="151129" h="576579">
                  <a:moveTo>
                    <a:pt x="136185" y="426088"/>
                  </a:moveTo>
                  <a:lnTo>
                    <a:pt x="129760" y="426529"/>
                  </a:lnTo>
                  <a:lnTo>
                    <a:pt x="123953" y="429351"/>
                  </a:lnTo>
                  <a:lnTo>
                    <a:pt x="119505" y="434339"/>
                  </a:lnTo>
                  <a:lnTo>
                    <a:pt x="92073" y="481366"/>
                  </a:lnTo>
                  <a:lnTo>
                    <a:pt x="92073" y="543306"/>
                  </a:lnTo>
                  <a:lnTo>
                    <a:pt x="94727" y="543306"/>
                  </a:lnTo>
                  <a:lnTo>
                    <a:pt x="148461" y="451231"/>
                  </a:lnTo>
                  <a:lnTo>
                    <a:pt x="150618" y="444924"/>
                  </a:lnTo>
                  <a:lnTo>
                    <a:pt x="150191" y="438499"/>
                  </a:lnTo>
                  <a:lnTo>
                    <a:pt x="147407" y="432692"/>
                  </a:lnTo>
                  <a:lnTo>
                    <a:pt x="142492" y="428244"/>
                  </a:lnTo>
                  <a:lnTo>
                    <a:pt x="136185" y="426088"/>
                  </a:lnTo>
                  <a:close/>
                </a:path>
                <a:path w="151129" h="576579">
                  <a:moveTo>
                    <a:pt x="75309" y="510104"/>
                  </a:moveTo>
                  <a:lnTo>
                    <a:pt x="60831" y="534923"/>
                  </a:lnTo>
                  <a:lnTo>
                    <a:pt x="89787" y="534923"/>
                  </a:lnTo>
                  <a:lnTo>
                    <a:pt x="75309" y="510104"/>
                  </a:lnTo>
                  <a:close/>
                </a:path>
                <a:path w="151129" h="576579">
                  <a:moveTo>
                    <a:pt x="92073" y="481366"/>
                  </a:moveTo>
                  <a:lnTo>
                    <a:pt x="75309" y="510104"/>
                  </a:lnTo>
                  <a:lnTo>
                    <a:pt x="89787" y="534923"/>
                  </a:lnTo>
                  <a:lnTo>
                    <a:pt x="92073" y="534923"/>
                  </a:lnTo>
                  <a:lnTo>
                    <a:pt x="92073" y="481366"/>
                  </a:lnTo>
                  <a:close/>
                </a:path>
                <a:path w="151129" h="576579">
                  <a:moveTo>
                    <a:pt x="92073" y="0"/>
                  </a:moveTo>
                  <a:lnTo>
                    <a:pt x="58545" y="0"/>
                  </a:lnTo>
                  <a:lnTo>
                    <a:pt x="58545" y="481366"/>
                  </a:lnTo>
                  <a:lnTo>
                    <a:pt x="75309" y="510104"/>
                  </a:lnTo>
                  <a:lnTo>
                    <a:pt x="92073" y="481366"/>
                  </a:lnTo>
                  <a:lnTo>
                    <a:pt x="92073" y="0"/>
                  </a:lnTo>
                  <a:close/>
                </a:path>
              </a:pathLst>
            </a:custGeom>
            <a:solidFill>
              <a:srgbClr val="0D7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3">
              <a:extLst>
                <a:ext uri="{FF2B5EF4-FFF2-40B4-BE49-F238E27FC236}">
                  <a16:creationId xmlns:a16="http://schemas.microsoft.com/office/drawing/2014/main" id="{D2552FA4-32D2-46B3-8762-94DC0A9111B6}"/>
                </a:ext>
              </a:extLst>
            </p:cNvPr>
            <p:cNvSpPr/>
            <p:nvPr/>
          </p:nvSpPr>
          <p:spPr>
            <a:xfrm>
              <a:off x="6975347" y="5253227"/>
              <a:ext cx="1085215" cy="433070"/>
            </a:xfrm>
            <a:custGeom>
              <a:avLst/>
              <a:gdLst/>
              <a:ahLst/>
              <a:cxnLst/>
              <a:rect l="l" t="t" r="r" b="b"/>
              <a:pathLst>
                <a:path w="1085215" h="433070">
                  <a:moveTo>
                    <a:pt x="1085088" y="0"/>
                  </a:moveTo>
                  <a:lnTo>
                    <a:pt x="0" y="0"/>
                  </a:lnTo>
                  <a:lnTo>
                    <a:pt x="0" y="432816"/>
                  </a:lnTo>
                  <a:lnTo>
                    <a:pt x="1085088" y="432816"/>
                  </a:lnTo>
                  <a:lnTo>
                    <a:pt x="1085088" y="0"/>
                  </a:lnTo>
                  <a:close/>
                </a:path>
              </a:pathLst>
            </a:custGeom>
            <a:solidFill>
              <a:srgbClr val="B4DC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4">
              <a:extLst>
                <a:ext uri="{FF2B5EF4-FFF2-40B4-BE49-F238E27FC236}">
                  <a16:creationId xmlns:a16="http://schemas.microsoft.com/office/drawing/2014/main" id="{10B0DD8E-624E-4F98-99FA-4B9A1EB47E5F}"/>
                </a:ext>
              </a:extLst>
            </p:cNvPr>
            <p:cNvSpPr/>
            <p:nvPr/>
          </p:nvSpPr>
          <p:spPr>
            <a:xfrm>
              <a:off x="6975347" y="5253227"/>
              <a:ext cx="1085215" cy="433705"/>
            </a:xfrm>
            <a:custGeom>
              <a:avLst/>
              <a:gdLst/>
              <a:ahLst/>
              <a:cxnLst/>
              <a:rect l="l" t="t" r="r" b="b"/>
              <a:pathLst>
                <a:path w="1085215" h="433704">
                  <a:moveTo>
                    <a:pt x="0" y="432816"/>
                  </a:moveTo>
                  <a:lnTo>
                    <a:pt x="1085088" y="432816"/>
                  </a:lnTo>
                  <a:lnTo>
                    <a:pt x="1085088" y="0"/>
                  </a:lnTo>
                  <a:lnTo>
                    <a:pt x="0" y="0"/>
                  </a:lnTo>
                  <a:lnTo>
                    <a:pt x="0" y="432816"/>
                  </a:lnTo>
                  <a:close/>
                </a:path>
                <a:path w="1085215" h="433704">
                  <a:moveTo>
                    <a:pt x="911351" y="9144"/>
                  </a:moveTo>
                  <a:lnTo>
                    <a:pt x="911351" y="433362"/>
                  </a:lnTo>
                </a:path>
                <a:path w="1085215" h="433704">
                  <a:moveTo>
                    <a:pt x="710183" y="9144"/>
                  </a:moveTo>
                  <a:lnTo>
                    <a:pt x="710183" y="433362"/>
                  </a:lnTo>
                </a:path>
                <a:path w="1085215" h="433704">
                  <a:moveTo>
                    <a:pt x="182879" y="9144"/>
                  </a:moveTo>
                  <a:lnTo>
                    <a:pt x="182879" y="433362"/>
                  </a:lnTo>
                </a:path>
                <a:path w="1085215" h="433704">
                  <a:moveTo>
                    <a:pt x="353568" y="3048"/>
                  </a:moveTo>
                  <a:lnTo>
                    <a:pt x="353568" y="427266"/>
                  </a:lnTo>
                </a:path>
              </a:pathLst>
            </a:custGeom>
            <a:ln w="33528">
              <a:solidFill>
                <a:srgbClr val="0D79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5">
              <a:extLst>
                <a:ext uri="{FF2B5EF4-FFF2-40B4-BE49-F238E27FC236}">
                  <a16:creationId xmlns:a16="http://schemas.microsoft.com/office/drawing/2014/main" id="{B5B72C59-04F0-4C63-B1CD-261645C93F9A}"/>
                </a:ext>
              </a:extLst>
            </p:cNvPr>
            <p:cNvSpPr/>
            <p:nvPr/>
          </p:nvSpPr>
          <p:spPr>
            <a:xfrm>
              <a:off x="6812661" y="4670297"/>
              <a:ext cx="206375" cy="635000"/>
            </a:xfrm>
            <a:custGeom>
              <a:avLst/>
              <a:gdLst/>
              <a:ahLst/>
              <a:cxnLst/>
              <a:rect l="l" t="t" r="r" b="b"/>
              <a:pathLst>
                <a:path w="206375" h="635000">
                  <a:moveTo>
                    <a:pt x="75771" y="500808"/>
                  </a:moveTo>
                  <a:lnTo>
                    <a:pt x="69411" y="501826"/>
                  </a:lnTo>
                  <a:lnTo>
                    <a:pt x="63754" y="505332"/>
                  </a:lnTo>
                  <a:lnTo>
                    <a:pt x="59922" y="510776"/>
                  </a:lnTo>
                  <a:lnTo>
                    <a:pt x="58531" y="517064"/>
                  </a:lnTo>
                  <a:lnTo>
                    <a:pt x="59592" y="523424"/>
                  </a:lnTo>
                  <a:lnTo>
                    <a:pt x="63119" y="529082"/>
                  </a:lnTo>
                  <a:lnTo>
                    <a:pt x="162687" y="634745"/>
                  </a:lnTo>
                  <a:lnTo>
                    <a:pt x="171570" y="606043"/>
                  </a:lnTo>
                  <a:lnTo>
                    <a:pt x="138811" y="606043"/>
                  </a:lnTo>
                  <a:lnTo>
                    <a:pt x="124801" y="545646"/>
                  </a:lnTo>
                  <a:lnTo>
                    <a:pt x="87503" y="506094"/>
                  </a:lnTo>
                  <a:lnTo>
                    <a:pt x="82059" y="502243"/>
                  </a:lnTo>
                  <a:lnTo>
                    <a:pt x="75771" y="500808"/>
                  </a:lnTo>
                  <a:close/>
                </a:path>
                <a:path w="206375" h="635000">
                  <a:moveTo>
                    <a:pt x="124801" y="545646"/>
                  </a:moveTo>
                  <a:lnTo>
                    <a:pt x="138811" y="606043"/>
                  </a:lnTo>
                  <a:lnTo>
                    <a:pt x="171577" y="598551"/>
                  </a:lnTo>
                  <a:lnTo>
                    <a:pt x="171282" y="597280"/>
                  </a:lnTo>
                  <a:lnTo>
                    <a:pt x="139192" y="597280"/>
                  </a:lnTo>
                  <a:lnTo>
                    <a:pt x="147665" y="569891"/>
                  </a:lnTo>
                  <a:lnTo>
                    <a:pt x="124801" y="545646"/>
                  </a:lnTo>
                  <a:close/>
                </a:path>
                <a:path w="206375" h="635000">
                  <a:moveTo>
                    <a:pt x="187932" y="474348"/>
                  </a:moveTo>
                  <a:lnTo>
                    <a:pt x="181800" y="476218"/>
                  </a:lnTo>
                  <a:lnTo>
                    <a:pt x="176811" y="480230"/>
                  </a:lnTo>
                  <a:lnTo>
                    <a:pt x="173609" y="486028"/>
                  </a:lnTo>
                  <a:lnTo>
                    <a:pt x="157533" y="537993"/>
                  </a:lnTo>
                  <a:lnTo>
                    <a:pt x="171577" y="598551"/>
                  </a:lnTo>
                  <a:lnTo>
                    <a:pt x="138811" y="606043"/>
                  </a:lnTo>
                  <a:lnTo>
                    <a:pt x="171570" y="606043"/>
                  </a:lnTo>
                  <a:lnTo>
                    <a:pt x="205613" y="496062"/>
                  </a:lnTo>
                  <a:lnTo>
                    <a:pt x="206315" y="489410"/>
                  </a:lnTo>
                  <a:lnTo>
                    <a:pt x="204470" y="483235"/>
                  </a:lnTo>
                  <a:lnTo>
                    <a:pt x="200433" y="478202"/>
                  </a:lnTo>
                  <a:lnTo>
                    <a:pt x="194564" y="474979"/>
                  </a:lnTo>
                  <a:lnTo>
                    <a:pt x="187932" y="474348"/>
                  </a:lnTo>
                  <a:close/>
                </a:path>
                <a:path w="206375" h="635000">
                  <a:moveTo>
                    <a:pt x="147665" y="569891"/>
                  </a:moveTo>
                  <a:lnTo>
                    <a:pt x="139192" y="597280"/>
                  </a:lnTo>
                  <a:lnTo>
                    <a:pt x="167386" y="590804"/>
                  </a:lnTo>
                  <a:lnTo>
                    <a:pt x="147665" y="569891"/>
                  </a:lnTo>
                  <a:close/>
                </a:path>
                <a:path w="206375" h="635000">
                  <a:moveTo>
                    <a:pt x="157533" y="537993"/>
                  </a:moveTo>
                  <a:lnTo>
                    <a:pt x="147665" y="569891"/>
                  </a:lnTo>
                  <a:lnTo>
                    <a:pt x="167386" y="590804"/>
                  </a:lnTo>
                  <a:lnTo>
                    <a:pt x="139192" y="597280"/>
                  </a:lnTo>
                  <a:lnTo>
                    <a:pt x="171282" y="597280"/>
                  </a:lnTo>
                  <a:lnTo>
                    <a:pt x="157533" y="537993"/>
                  </a:lnTo>
                  <a:close/>
                </a:path>
                <a:path w="206375" h="635000">
                  <a:moveTo>
                    <a:pt x="32766" y="0"/>
                  </a:moveTo>
                  <a:lnTo>
                    <a:pt x="0" y="7619"/>
                  </a:lnTo>
                  <a:lnTo>
                    <a:pt x="124801" y="545646"/>
                  </a:lnTo>
                  <a:lnTo>
                    <a:pt x="147665" y="569891"/>
                  </a:lnTo>
                  <a:lnTo>
                    <a:pt x="157533" y="537993"/>
                  </a:lnTo>
                  <a:lnTo>
                    <a:pt x="32766" y="0"/>
                  </a:lnTo>
                  <a:close/>
                </a:path>
              </a:pathLst>
            </a:custGeom>
            <a:solidFill>
              <a:srgbClr val="0D7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6">
              <a:extLst>
                <a:ext uri="{FF2B5EF4-FFF2-40B4-BE49-F238E27FC236}">
                  <a16:creationId xmlns:a16="http://schemas.microsoft.com/office/drawing/2014/main" id="{607711EA-58C5-4B34-A5F2-6A05D549F549}"/>
                </a:ext>
              </a:extLst>
            </p:cNvPr>
            <p:cNvSpPr/>
            <p:nvPr/>
          </p:nvSpPr>
          <p:spPr>
            <a:xfrm>
              <a:off x="2122932" y="3241547"/>
              <a:ext cx="3801110" cy="2445385"/>
            </a:xfrm>
            <a:custGeom>
              <a:avLst/>
              <a:gdLst/>
              <a:ahLst/>
              <a:cxnLst/>
              <a:rect l="l" t="t" r="r" b="b"/>
              <a:pathLst>
                <a:path w="3801110" h="2445385">
                  <a:moveTo>
                    <a:pt x="0" y="73151"/>
                  </a:moveTo>
                  <a:lnTo>
                    <a:pt x="0" y="497331"/>
                  </a:lnTo>
                </a:path>
                <a:path w="3801110" h="2445385">
                  <a:moveTo>
                    <a:pt x="457200" y="2020824"/>
                  </a:moveTo>
                  <a:lnTo>
                    <a:pt x="457200" y="2445042"/>
                  </a:lnTo>
                </a:path>
                <a:path w="3801110" h="2445385">
                  <a:moveTo>
                    <a:pt x="3800855" y="0"/>
                  </a:moveTo>
                  <a:lnTo>
                    <a:pt x="3800855" y="424179"/>
                  </a:lnTo>
                </a:path>
              </a:pathLst>
            </a:custGeom>
            <a:ln w="33528">
              <a:solidFill>
                <a:srgbClr val="0D79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7">
              <a:extLst>
                <a:ext uri="{FF2B5EF4-FFF2-40B4-BE49-F238E27FC236}">
                  <a16:creationId xmlns:a16="http://schemas.microsoft.com/office/drawing/2014/main" id="{96608BB1-5A46-45F5-9EBF-16EF713E5B17}"/>
                </a:ext>
              </a:extLst>
            </p:cNvPr>
            <p:cNvSpPr/>
            <p:nvPr/>
          </p:nvSpPr>
          <p:spPr>
            <a:xfrm>
              <a:off x="3718560" y="2221991"/>
              <a:ext cx="335279" cy="3810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48">
              <a:extLst>
                <a:ext uri="{FF2B5EF4-FFF2-40B4-BE49-F238E27FC236}">
                  <a16:creationId xmlns:a16="http://schemas.microsoft.com/office/drawing/2014/main" id="{6412B6AE-979C-48E0-8013-0F8284EF6194}"/>
                </a:ext>
              </a:extLst>
            </p:cNvPr>
            <p:cNvSpPr/>
            <p:nvPr/>
          </p:nvSpPr>
          <p:spPr>
            <a:xfrm>
              <a:off x="3718560" y="2221991"/>
              <a:ext cx="335280" cy="381000"/>
            </a:xfrm>
            <a:custGeom>
              <a:avLst/>
              <a:gdLst/>
              <a:ahLst/>
              <a:cxnLst/>
              <a:rect l="l" t="t" r="r" b="b"/>
              <a:pathLst>
                <a:path w="335279" h="381000">
                  <a:moveTo>
                    <a:pt x="0" y="381000"/>
                  </a:moveTo>
                  <a:lnTo>
                    <a:pt x="335279" y="381000"/>
                  </a:lnTo>
                  <a:lnTo>
                    <a:pt x="335279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2192">
              <a:solidFill>
                <a:srgbClr val="3749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49">
              <a:extLst>
                <a:ext uri="{FF2B5EF4-FFF2-40B4-BE49-F238E27FC236}">
                  <a16:creationId xmlns:a16="http://schemas.microsoft.com/office/drawing/2014/main" id="{FDA4C03F-06C2-466B-956A-BA6AE6380A3E}"/>
                </a:ext>
              </a:extLst>
            </p:cNvPr>
            <p:cNvSpPr/>
            <p:nvPr/>
          </p:nvSpPr>
          <p:spPr>
            <a:xfrm>
              <a:off x="4215384" y="3267456"/>
              <a:ext cx="335279" cy="40538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0">
              <a:extLst>
                <a:ext uri="{FF2B5EF4-FFF2-40B4-BE49-F238E27FC236}">
                  <a16:creationId xmlns:a16="http://schemas.microsoft.com/office/drawing/2014/main" id="{47CFD736-C41C-48F4-AFDA-593C18DEC366}"/>
                </a:ext>
              </a:extLst>
            </p:cNvPr>
            <p:cNvSpPr/>
            <p:nvPr/>
          </p:nvSpPr>
          <p:spPr>
            <a:xfrm>
              <a:off x="4215384" y="3267456"/>
              <a:ext cx="335280" cy="405765"/>
            </a:xfrm>
            <a:custGeom>
              <a:avLst/>
              <a:gdLst/>
              <a:ahLst/>
              <a:cxnLst/>
              <a:rect l="l" t="t" r="r" b="b"/>
              <a:pathLst>
                <a:path w="335279" h="405764">
                  <a:moveTo>
                    <a:pt x="0" y="405384"/>
                  </a:moveTo>
                  <a:lnTo>
                    <a:pt x="335279" y="405384"/>
                  </a:lnTo>
                  <a:lnTo>
                    <a:pt x="335279" y="0"/>
                  </a:lnTo>
                  <a:lnTo>
                    <a:pt x="0" y="0"/>
                  </a:lnTo>
                  <a:lnTo>
                    <a:pt x="0" y="405384"/>
                  </a:lnTo>
                  <a:close/>
                </a:path>
              </a:pathLst>
            </a:custGeom>
            <a:ln w="12192">
              <a:solidFill>
                <a:srgbClr val="3749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1">
              <a:extLst>
                <a:ext uri="{FF2B5EF4-FFF2-40B4-BE49-F238E27FC236}">
                  <a16:creationId xmlns:a16="http://schemas.microsoft.com/office/drawing/2014/main" id="{BEEB01ED-8CAA-4B75-8131-A9FE43267F45}"/>
                </a:ext>
              </a:extLst>
            </p:cNvPr>
            <p:cNvSpPr/>
            <p:nvPr/>
          </p:nvSpPr>
          <p:spPr>
            <a:xfrm>
              <a:off x="1027175" y="4294631"/>
              <a:ext cx="170687" cy="40233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2">
              <a:extLst>
                <a:ext uri="{FF2B5EF4-FFF2-40B4-BE49-F238E27FC236}">
                  <a16:creationId xmlns:a16="http://schemas.microsoft.com/office/drawing/2014/main" id="{D83DB1DB-6007-4412-B0C5-2FCF97A3BA87}"/>
                </a:ext>
              </a:extLst>
            </p:cNvPr>
            <p:cNvSpPr/>
            <p:nvPr/>
          </p:nvSpPr>
          <p:spPr>
            <a:xfrm>
              <a:off x="1027175" y="4294631"/>
              <a:ext cx="170815" cy="402590"/>
            </a:xfrm>
            <a:custGeom>
              <a:avLst/>
              <a:gdLst/>
              <a:ahLst/>
              <a:cxnLst/>
              <a:rect l="l" t="t" r="r" b="b"/>
              <a:pathLst>
                <a:path w="170815" h="402589">
                  <a:moveTo>
                    <a:pt x="0" y="402336"/>
                  </a:moveTo>
                  <a:lnTo>
                    <a:pt x="170687" y="402336"/>
                  </a:lnTo>
                  <a:lnTo>
                    <a:pt x="170687" y="0"/>
                  </a:lnTo>
                  <a:lnTo>
                    <a:pt x="0" y="0"/>
                  </a:lnTo>
                  <a:lnTo>
                    <a:pt x="0" y="402336"/>
                  </a:lnTo>
                  <a:close/>
                </a:path>
              </a:pathLst>
            </a:custGeom>
            <a:ln w="12192">
              <a:solidFill>
                <a:srgbClr val="3749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3">
              <a:extLst>
                <a:ext uri="{FF2B5EF4-FFF2-40B4-BE49-F238E27FC236}">
                  <a16:creationId xmlns:a16="http://schemas.microsoft.com/office/drawing/2014/main" id="{544B9D5D-DC06-4980-84E4-0A4D6211C27A}"/>
                </a:ext>
              </a:extLst>
            </p:cNvPr>
            <p:cNvSpPr/>
            <p:nvPr/>
          </p:nvSpPr>
          <p:spPr>
            <a:xfrm>
              <a:off x="2410967" y="5273039"/>
              <a:ext cx="170687" cy="40538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4">
              <a:extLst>
                <a:ext uri="{FF2B5EF4-FFF2-40B4-BE49-F238E27FC236}">
                  <a16:creationId xmlns:a16="http://schemas.microsoft.com/office/drawing/2014/main" id="{9D5BD665-6CE7-4ED9-9D45-DC463160E6E4}"/>
                </a:ext>
              </a:extLst>
            </p:cNvPr>
            <p:cNvSpPr/>
            <p:nvPr/>
          </p:nvSpPr>
          <p:spPr>
            <a:xfrm>
              <a:off x="2410967" y="5273039"/>
              <a:ext cx="170815" cy="405765"/>
            </a:xfrm>
            <a:custGeom>
              <a:avLst/>
              <a:gdLst/>
              <a:ahLst/>
              <a:cxnLst/>
              <a:rect l="l" t="t" r="r" b="b"/>
              <a:pathLst>
                <a:path w="170814" h="405764">
                  <a:moveTo>
                    <a:pt x="0" y="405384"/>
                  </a:moveTo>
                  <a:lnTo>
                    <a:pt x="170687" y="405384"/>
                  </a:lnTo>
                  <a:lnTo>
                    <a:pt x="170687" y="0"/>
                  </a:lnTo>
                  <a:lnTo>
                    <a:pt x="0" y="0"/>
                  </a:lnTo>
                  <a:lnTo>
                    <a:pt x="0" y="405384"/>
                  </a:lnTo>
                  <a:close/>
                </a:path>
              </a:pathLst>
            </a:custGeom>
            <a:ln w="12192">
              <a:solidFill>
                <a:srgbClr val="3749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5">
              <a:extLst>
                <a:ext uri="{FF2B5EF4-FFF2-40B4-BE49-F238E27FC236}">
                  <a16:creationId xmlns:a16="http://schemas.microsoft.com/office/drawing/2014/main" id="{58028D4C-4EDD-432D-9F85-C122E656C8C8}"/>
                </a:ext>
              </a:extLst>
            </p:cNvPr>
            <p:cNvSpPr/>
            <p:nvPr/>
          </p:nvSpPr>
          <p:spPr>
            <a:xfrm>
              <a:off x="2947416" y="5273039"/>
              <a:ext cx="173736" cy="40538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6">
              <a:extLst>
                <a:ext uri="{FF2B5EF4-FFF2-40B4-BE49-F238E27FC236}">
                  <a16:creationId xmlns:a16="http://schemas.microsoft.com/office/drawing/2014/main" id="{2F09F050-3251-4B7B-9517-A6EC0DDEEA5C}"/>
                </a:ext>
              </a:extLst>
            </p:cNvPr>
            <p:cNvSpPr/>
            <p:nvPr/>
          </p:nvSpPr>
          <p:spPr>
            <a:xfrm>
              <a:off x="2947416" y="5273039"/>
              <a:ext cx="173990" cy="405765"/>
            </a:xfrm>
            <a:custGeom>
              <a:avLst/>
              <a:gdLst/>
              <a:ahLst/>
              <a:cxnLst/>
              <a:rect l="l" t="t" r="r" b="b"/>
              <a:pathLst>
                <a:path w="173989" h="405764">
                  <a:moveTo>
                    <a:pt x="0" y="405384"/>
                  </a:moveTo>
                  <a:lnTo>
                    <a:pt x="173736" y="405384"/>
                  </a:lnTo>
                  <a:lnTo>
                    <a:pt x="173736" y="0"/>
                  </a:lnTo>
                  <a:lnTo>
                    <a:pt x="0" y="0"/>
                  </a:lnTo>
                  <a:lnTo>
                    <a:pt x="0" y="405384"/>
                  </a:lnTo>
                  <a:close/>
                </a:path>
              </a:pathLst>
            </a:custGeom>
            <a:ln w="12192">
              <a:solidFill>
                <a:srgbClr val="3749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7">
              <a:extLst>
                <a:ext uri="{FF2B5EF4-FFF2-40B4-BE49-F238E27FC236}">
                  <a16:creationId xmlns:a16="http://schemas.microsoft.com/office/drawing/2014/main" id="{A5BFE7E5-F3FC-45B2-B04F-9923577DA940}"/>
                </a:ext>
              </a:extLst>
            </p:cNvPr>
            <p:cNvSpPr/>
            <p:nvPr/>
          </p:nvSpPr>
          <p:spPr>
            <a:xfrm>
              <a:off x="1575815" y="3322319"/>
              <a:ext cx="173735" cy="40233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58">
              <a:extLst>
                <a:ext uri="{FF2B5EF4-FFF2-40B4-BE49-F238E27FC236}">
                  <a16:creationId xmlns:a16="http://schemas.microsoft.com/office/drawing/2014/main" id="{F9AC6E53-FA45-4127-A82A-45D31E1B12F2}"/>
                </a:ext>
              </a:extLst>
            </p:cNvPr>
            <p:cNvSpPr/>
            <p:nvPr/>
          </p:nvSpPr>
          <p:spPr>
            <a:xfrm>
              <a:off x="1575815" y="3322319"/>
              <a:ext cx="173990" cy="402590"/>
            </a:xfrm>
            <a:custGeom>
              <a:avLst/>
              <a:gdLst/>
              <a:ahLst/>
              <a:cxnLst/>
              <a:rect l="l" t="t" r="r" b="b"/>
              <a:pathLst>
                <a:path w="173989" h="402589">
                  <a:moveTo>
                    <a:pt x="0" y="402335"/>
                  </a:moveTo>
                  <a:lnTo>
                    <a:pt x="173735" y="402335"/>
                  </a:lnTo>
                  <a:lnTo>
                    <a:pt x="173735" y="0"/>
                  </a:lnTo>
                  <a:lnTo>
                    <a:pt x="0" y="0"/>
                  </a:lnTo>
                  <a:lnTo>
                    <a:pt x="0" y="402335"/>
                  </a:lnTo>
                  <a:close/>
                </a:path>
              </a:pathLst>
            </a:custGeom>
            <a:ln w="12192">
              <a:solidFill>
                <a:srgbClr val="3749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59">
              <a:extLst>
                <a:ext uri="{FF2B5EF4-FFF2-40B4-BE49-F238E27FC236}">
                  <a16:creationId xmlns:a16="http://schemas.microsoft.com/office/drawing/2014/main" id="{E814ED51-6F6E-43D3-B77D-56B39E252575}"/>
                </a:ext>
              </a:extLst>
            </p:cNvPr>
            <p:cNvSpPr/>
            <p:nvPr/>
          </p:nvSpPr>
          <p:spPr>
            <a:xfrm>
              <a:off x="6318504" y="3261359"/>
              <a:ext cx="170687" cy="402335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0">
              <a:extLst>
                <a:ext uri="{FF2B5EF4-FFF2-40B4-BE49-F238E27FC236}">
                  <a16:creationId xmlns:a16="http://schemas.microsoft.com/office/drawing/2014/main" id="{D50B2314-026E-4DCE-AA60-891CFD6BE27E}"/>
                </a:ext>
              </a:extLst>
            </p:cNvPr>
            <p:cNvSpPr/>
            <p:nvPr/>
          </p:nvSpPr>
          <p:spPr>
            <a:xfrm>
              <a:off x="6318504" y="3261359"/>
              <a:ext cx="170815" cy="402590"/>
            </a:xfrm>
            <a:custGeom>
              <a:avLst/>
              <a:gdLst/>
              <a:ahLst/>
              <a:cxnLst/>
              <a:rect l="l" t="t" r="r" b="b"/>
              <a:pathLst>
                <a:path w="170814" h="402589">
                  <a:moveTo>
                    <a:pt x="0" y="402335"/>
                  </a:moveTo>
                  <a:lnTo>
                    <a:pt x="170687" y="402335"/>
                  </a:lnTo>
                  <a:lnTo>
                    <a:pt x="170687" y="0"/>
                  </a:lnTo>
                  <a:lnTo>
                    <a:pt x="0" y="0"/>
                  </a:lnTo>
                  <a:lnTo>
                    <a:pt x="0" y="402335"/>
                  </a:lnTo>
                  <a:close/>
                </a:path>
              </a:pathLst>
            </a:custGeom>
            <a:ln w="12192">
              <a:solidFill>
                <a:srgbClr val="3749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1">
              <a:extLst>
                <a:ext uri="{FF2B5EF4-FFF2-40B4-BE49-F238E27FC236}">
                  <a16:creationId xmlns:a16="http://schemas.microsoft.com/office/drawing/2014/main" id="{EB179241-A2BF-46DC-ACB6-6D90D9EEE7A1}"/>
                </a:ext>
              </a:extLst>
            </p:cNvPr>
            <p:cNvSpPr/>
            <p:nvPr/>
          </p:nvSpPr>
          <p:spPr>
            <a:xfrm>
              <a:off x="6144768" y="3261359"/>
              <a:ext cx="173736" cy="402335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2">
              <a:extLst>
                <a:ext uri="{FF2B5EF4-FFF2-40B4-BE49-F238E27FC236}">
                  <a16:creationId xmlns:a16="http://schemas.microsoft.com/office/drawing/2014/main" id="{4AC5963D-D526-4E59-8F99-32371C6075E2}"/>
                </a:ext>
              </a:extLst>
            </p:cNvPr>
            <p:cNvSpPr/>
            <p:nvPr/>
          </p:nvSpPr>
          <p:spPr>
            <a:xfrm>
              <a:off x="6144768" y="3261359"/>
              <a:ext cx="173990" cy="402590"/>
            </a:xfrm>
            <a:custGeom>
              <a:avLst/>
              <a:gdLst/>
              <a:ahLst/>
              <a:cxnLst/>
              <a:rect l="l" t="t" r="r" b="b"/>
              <a:pathLst>
                <a:path w="173989" h="402589">
                  <a:moveTo>
                    <a:pt x="0" y="402335"/>
                  </a:moveTo>
                  <a:lnTo>
                    <a:pt x="173736" y="402335"/>
                  </a:lnTo>
                  <a:lnTo>
                    <a:pt x="173736" y="0"/>
                  </a:lnTo>
                  <a:lnTo>
                    <a:pt x="0" y="0"/>
                  </a:lnTo>
                  <a:lnTo>
                    <a:pt x="0" y="402335"/>
                  </a:lnTo>
                  <a:close/>
                </a:path>
              </a:pathLst>
            </a:custGeom>
            <a:ln w="12192">
              <a:solidFill>
                <a:srgbClr val="3749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3">
              <a:extLst>
                <a:ext uri="{FF2B5EF4-FFF2-40B4-BE49-F238E27FC236}">
                  <a16:creationId xmlns:a16="http://schemas.microsoft.com/office/drawing/2014/main" id="{6C11E42C-3FDE-42C7-A67A-D7EFA7AA8FD5}"/>
                </a:ext>
              </a:extLst>
            </p:cNvPr>
            <p:cNvSpPr/>
            <p:nvPr/>
          </p:nvSpPr>
          <p:spPr>
            <a:xfrm>
              <a:off x="7876032" y="5260847"/>
              <a:ext cx="170688" cy="40233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4">
              <a:extLst>
                <a:ext uri="{FF2B5EF4-FFF2-40B4-BE49-F238E27FC236}">
                  <a16:creationId xmlns:a16="http://schemas.microsoft.com/office/drawing/2014/main" id="{949B1931-685C-42B1-98EE-31AF75431427}"/>
                </a:ext>
              </a:extLst>
            </p:cNvPr>
            <p:cNvSpPr/>
            <p:nvPr/>
          </p:nvSpPr>
          <p:spPr>
            <a:xfrm>
              <a:off x="7876032" y="5260847"/>
              <a:ext cx="170815" cy="402590"/>
            </a:xfrm>
            <a:custGeom>
              <a:avLst/>
              <a:gdLst/>
              <a:ahLst/>
              <a:cxnLst/>
              <a:rect l="l" t="t" r="r" b="b"/>
              <a:pathLst>
                <a:path w="170815" h="402589">
                  <a:moveTo>
                    <a:pt x="0" y="402335"/>
                  </a:moveTo>
                  <a:lnTo>
                    <a:pt x="170688" y="402335"/>
                  </a:lnTo>
                  <a:lnTo>
                    <a:pt x="170688" y="0"/>
                  </a:lnTo>
                  <a:lnTo>
                    <a:pt x="0" y="0"/>
                  </a:lnTo>
                  <a:lnTo>
                    <a:pt x="0" y="402335"/>
                  </a:lnTo>
                  <a:close/>
                </a:path>
              </a:pathLst>
            </a:custGeom>
            <a:ln w="12192">
              <a:solidFill>
                <a:srgbClr val="3749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5">
              <a:extLst>
                <a:ext uri="{FF2B5EF4-FFF2-40B4-BE49-F238E27FC236}">
                  <a16:creationId xmlns:a16="http://schemas.microsoft.com/office/drawing/2014/main" id="{923E6043-A74D-49E4-A2CC-F8CEE210C3FA}"/>
                </a:ext>
              </a:extLst>
            </p:cNvPr>
            <p:cNvSpPr/>
            <p:nvPr/>
          </p:nvSpPr>
          <p:spPr>
            <a:xfrm>
              <a:off x="4846319" y="4294631"/>
              <a:ext cx="170687" cy="40233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6">
              <a:extLst>
                <a:ext uri="{FF2B5EF4-FFF2-40B4-BE49-F238E27FC236}">
                  <a16:creationId xmlns:a16="http://schemas.microsoft.com/office/drawing/2014/main" id="{C1918337-C44C-49BC-A529-B32BE59261D9}"/>
                </a:ext>
              </a:extLst>
            </p:cNvPr>
            <p:cNvSpPr/>
            <p:nvPr/>
          </p:nvSpPr>
          <p:spPr>
            <a:xfrm>
              <a:off x="4846319" y="4294631"/>
              <a:ext cx="170815" cy="402590"/>
            </a:xfrm>
            <a:custGeom>
              <a:avLst/>
              <a:gdLst/>
              <a:ahLst/>
              <a:cxnLst/>
              <a:rect l="l" t="t" r="r" b="b"/>
              <a:pathLst>
                <a:path w="170814" h="402589">
                  <a:moveTo>
                    <a:pt x="0" y="402336"/>
                  </a:moveTo>
                  <a:lnTo>
                    <a:pt x="170687" y="402336"/>
                  </a:lnTo>
                  <a:lnTo>
                    <a:pt x="170687" y="0"/>
                  </a:lnTo>
                  <a:lnTo>
                    <a:pt x="0" y="0"/>
                  </a:lnTo>
                  <a:lnTo>
                    <a:pt x="0" y="402336"/>
                  </a:lnTo>
                  <a:close/>
                </a:path>
              </a:pathLst>
            </a:custGeom>
            <a:ln w="12192">
              <a:solidFill>
                <a:srgbClr val="3749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7">
              <a:extLst>
                <a:ext uri="{FF2B5EF4-FFF2-40B4-BE49-F238E27FC236}">
                  <a16:creationId xmlns:a16="http://schemas.microsoft.com/office/drawing/2014/main" id="{08A02449-45CF-4078-B962-68AE14439641}"/>
                </a:ext>
              </a:extLst>
            </p:cNvPr>
            <p:cNvSpPr/>
            <p:nvPr/>
          </p:nvSpPr>
          <p:spPr>
            <a:xfrm>
              <a:off x="5388863" y="4282440"/>
              <a:ext cx="170687" cy="405384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68">
              <a:extLst>
                <a:ext uri="{FF2B5EF4-FFF2-40B4-BE49-F238E27FC236}">
                  <a16:creationId xmlns:a16="http://schemas.microsoft.com/office/drawing/2014/main" id="{E988A0DD-785D-4BD0-8231-E9EF3ACD35CD}"/>
                </a:ext>
              </a:extLst>
            </p:cNvPr>
            <p:cNvSpPr/>
            <p:nvPr/>
          </p:nvSpPr>
          <p:spPr>
            <a:xfrm>
              <a:off x="5388863" y="4282440"/>
              <a:ext cx="170815" cy="405765"/>
            </a:xfrm>
            <a:custGeom>
              <a:avLst/>
              <a:gdLst/>
              <a:ahLst/>
              <a:cxnLst/>
              <a:rect l="l" t="t" r="r" b="b"/>
              <a:pathLst>
                <a:path w="170814" h="405764">
                  <a:moveTo>
                    <a:pt x="0" y="405384"/>
                  </a:moveTo>
                  <a:lnTo>
                    <a:pt x="170687" y="405384"/>
                  </a:lnTo>
                  <a:lnTo>
                    <a:pt x="170687" y="0"/>
                  </a:lnTo>
                  <a:lnTo>
                    <a:pt x="0" y="0"/>
                  </a:lnTo>
                  <a:lnTo>
                    <a:pt x="0" y="405384"/>
                  </a:lnTo>
                  <a:close/>
                </a:path>
              </a:pathLst>
            </a:custGeom>
            <a:ln w="12192">
              <a:solidFill>
                <a:srgbClr val="3749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69">
              <a:extLst>
                <a:ext uri="{FF2B5EF4-FFF2-40B4-BE49-F238E27FC236}">
                  <a16:creationId xmlns:a16="http://schemas.microsoft.com/office/drawing/2014/main" id="{F7D81CF3-8ECE-4974-B3A8-294FDC4592D0}"/>
                </a:ext>
              </a:extLst>
            </p:cNvPr>
            <p:cNvSpPr/>
            <p:nvPr/>
          </p:nvSpPr>
          <p:spPr>
            <a:xfrm>
              <a:off x="6940296" y="4288536"/>
              <a:ext cx="170688" cy="402336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0">
              <a:extLst>
                <a:ext uri="{FF2B5EF4-FFF2-40B4-BE49-F238E27FC236}">
                  <a16:creationId xmlns:a16="http://schemas.microsoft.com/office/drawing/2014/main" id="{F5DFB714-4AD5-4FC1-9642-A3B52F997238}"/>
                </a:ext>
              </a:extLst>
            </p:cNvPr>
            <p:cNvSpPr/>
            <p:nvPr/>
          </p:nvSpPr>
          <p:spPr>
            <a:xfrm>
              <a:off x="6940296" y="4288536"/>
              <a:ext cx="170815" cy="402590"/>
            </a:xfrm>
            <a:custGeom>
              <a:avLst/>
              <a:gdLst/>
              <a:ahLst/>
              <a:cxnLst/>
              <a:rect l="l" t="t" r="r" b="b"/>
              <a:pathLst>
                <a:path w="170815" h="402589">
                  <a:moveTo>
                    <a:pt x="0" y="402336"/>
                  </a:moveTo>
                  <a:lnTo>
                    <a:pt x="170688" y="402336"/>
                  </a:lnTo>
                  <a:lnTo>
                    <a:pt x="170688" y="0"/>
                  </a:lnTo>
                  <a:lnTo>
                    <a:pt x="0" y="0"/>
                  </a:lnTo>
                  <a:lnTo>
                    <a:pt x="0" y="402336"/>
                  </a:lnTo>
                  <a:close/>
                </a:path>
              </a:pathLst>
            </a:custGeom>
            <a:ln w="12192">
              <a:solidFill>
                <a:srgbClr val="3749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1">
              <a:extLst>
                <a:ext uri="{FF2B5EF4-FFF2-40B4-BE49-F238E27FC236}">
                  <a16:creationId xmlns:a16="http://schemas.microsoft.com/office/drawing/2014/main" id="{4D6C812D-1ABA-43AC-A191-FB1AEFE27870}"/>
                </a:ext>
              </a:extLst>
            </p:cNvPr>
            <p:cNvSpPr/>
            <p:nvPr/>
          </p:nvSpPr>
          <p:spPr>
            <a:xfrm>
              <a:off x="6028943" y="4288536"/>
              <a:ext cx="170687" cy="402336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2">
              <a:extLst>
                <a:ext uri="{FF2B5EF4-FFF2-40B4-BE49-F238E27FC236}">
                  <a16:creationId xmlns:a16="http://schemas.microsoft.com/office/drawing/2014/main" id="{9F9DDA59-CC21-4249-A3DC-176DFA5B7407}"/>
                </a:ext>
              </a:extLst>
            </p:cNvPr>
            <p:cNvSpPr/>
            <p:nvPr/>
          </p:nvSpPr>
          <p:spPr>
            <a:xfrm>
              <a:off x="6028943" y="4288536"/>
              <a:ext cx="170815" cy="402590"/>
            </a:xfrm>
            <a:custGeom>
              <a:avLst/>
              <a:gdLst/>
              <a:ahLst/>
              <a:cxnLst/>
              <a:rect l="l" t="t" r="r" b="b"/>
              <a:pathLst>
                <a:path w="170814" h="402589">
                  <a:moveTo>
                    <a:pt x="0" y="402336"/>
                  </a:moveTo>
                  <a:lnTo>
                    <a:pt x="170687" y="402336"/>
                  </a:lnTo>
                  <a:lnTo>
                    <a:pt x="170687" y="0"/>
                  </a:lnTo>
                  <a:lnTo>
                    <a:pt x="0" y="0"/>
                  </a:lnTo>
                  <a:lnTo>
                    <a:pt x="0" y="402336"/>
                  </a:lnTo>
                  <a:close/>
                </a:path>
              </a:pathLst>
            </a:custGeom>
            <a:ln w="12192">
              <a:solidFill>
                <a:srgbClr val="3749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3">
              <a:extLst>
                <a:ext uri="{FF2B5EF4-FFF2-40B4-BE49-F238E27FC236}">
                  <a16:creationId xmlns:a16="http://schemas.microsoft.com/office/drawing/2014/main" id="{9502591F-09F2-487F-BAAD-AEBF22E8D501}"/>
                </a:ext>
              </a:extLst>
            </p:cNvPr>
            <p:cNvSpPr/>
            <p:nvPr/>
          </p:nvSpPr>
          <p:spPr>
            <a:xfrm>
              <a:off x="7847075" y="1589531"/>
              <a:ext cx="201295" cy="789940"/>
            </a:xfrm>
            <a:custGeom>
              <a:avLst/>
              <a:gdLst/>
              <a:ahLst/>
              <a:cxnLst/>
              <a:rect l="l" t="t" r="r" b="b"/>
              <a:pathLst>
                <a:path w="201295" h="789939">
                  <a:moveTo>
                    <a:pt x="201168" y="789431"/>
                  </a:moveTo>
                  <a:lnTo>
                    <a:pt x="162038" y="788116"/>
                  </a:lnTo>
                  <a:lnTo>
                    <a:pt x="130063" y="784526"/>
                  </a:lnTo>
                  <a:lnTo>
                    <a:pt x="108495" y="779198"/>
                  </a:lnTo>
                  <a:lnTo>
                    <a:pt x="100583" y="772667"/>
                  </a:lnTo>
                  <a:lnTo>
                    <a:pt x="100583" y="411479"/>
                  </a:lnTo>
                  <a:lnTo>
                    <a:pt x="92672" y="404949"/>
                  </a:lnTo>
                  <a:lnTo>
                    <a:pt x="71104" y="399621"/>
                  </a:lnTo>
                  <a:lnTo>
                    <a:pt x="39129" y="396031"/>
                  </a:lnTo>
                  <a:lnTo>
                    <a:pt x="0" y="394715"/>
                  </a:lnTo>
                  <a:lnTo>
                    <a:pt x="39129" y="393400"/>
                  </a:lnTo>
                  <a:lnTo>
                    <a:pt x="71104" y="389810"/>
                  </a:lnTo>
                  <a:lnTo>
                    <a:pt x="92672" y="384482"/>
                  </a:lnTo>
                  <a:lnTo>
                    <a:pt x="100583" y="377951"/>
                  </a:lnTo>
                  <a:lnTo>
                    <a:pt x="100583" y="16763"/>
                  </a:lnTo>
                  <a:lnTo>
                    <a:pt x="108495" y="10233"/>
                  </a:lnTo>
                  <a:lnTo>
                    <a:pt x="130063" y="4905"/>
                  </a:lnTo>
                  <a:lnTo>
                    <a:pt x="162038" y="1315"/>
                  </a:lnTo>
                  <a:lnTo>
                    <a:pt x="201168" y="0"/>
                  </a:lnTo>
                </a:path>
              </a:pathLst>
            </a:custGeom>
            <a:ln w="33528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4">
              <a:extLst>
                <a:ext uri="{FF2B5EF4-FFF2-40B4-BE49-F238E27FC236}">
                  <a16:creationId xmlns:a16="http://schemas.microsoft.com/office/drawing/2014/main" id="{CCD609FC-D34E-467E-9194-415B26BC3F7A}"/>
                </a:ext>
              </a:extLst>
            </p:cNvPr>
            <p:cNvSpPr/>
            <p:nvPr/>
          </p:nvSpPr>
          <p:spPr>
            <a:xfrm>
              <a:off x="3581273" y="1965959"/>
              <a:ext cx="4267835" cy="241935"/>
            </a:xfrm>
            <a:custGeom>
              <a:avLst/>
              <a:gdLst/>
              <a:ahLst/>
              <a:cxnLst/>
              <a:rect l="l" t="t" r="r" b="b"/>
              <a:pathLst>
                <a:path w="4267834" h="241935">
                  <a:moveTo>
                    <a:pt x="0" y="139445"/>
                  </a:moveTo>
                  <a:lnTo>
                    <a:pt x="47371" y="241426"/>
                  </a:lnTo>
                  <a:lnTo>
                    <a:pt x="92329" y="157734"/>
                  </a:lnTo>
                  <a:lnTo>
                    <a:pt x="66548" y="157734"/>
                  </a:lnTo>
                  <a:lnTo>
                    <a:pt x="33019" y="157606"/>
                  </a:lnTo>
                  <a:lnTo>
                    <a:pt x="33075" y="140406"/>
                  </a:lnTo>
                  <a:lnTo>
                    <a:pt x="0" y="139445"/>
                  </a:lnTo>
                  <a:close/>
                </a:path>
                <a:path w="4267834" h="241935">
                  <a:moveTo>
                    <a:pt x="33075" y="140406"/>
                  </a:moveTo>
                  <a:lnTo>
                    <a:pt x="33019" y="157606"/>
                  </a:lnTo>
                  <a:lnTo>
                    <a:pt x="66548" y="157734"/>
                  </a:lnTo>
                  <a:lnTo>
                    <a:pt x="66606" y="141380"/>
                  </a:lnTo>
                  <a:lnTo>
                    <a:pt x="33075" y="140406"/>
                  </a:lnTo>
                  <a:close/>
                </a:path>
                <a:path w="4267834" h="241935">
                  <a:moveTo>
                    <a:pt x="66606" y="141380"/>
                  </a:moveTo>
                  <a:lnTo>
                    <a:pt x="66548" y="157734"/>
                  </a:lnTo>
                  <a:lnTo>
                    <a:pt x="92329" y="157734"/>
                  </a:lnTo>
                  <a:lnTo>
                    <a:pt x="100584" y="142366"/>
                  </a:lnTo>
                  <a:lnTo>
                    <a:pt x="66606" y="141380"/>
                  </a:lnTo>
                  <a:close/>
                </a:path>
                <a:path w="4267834" h="241935">
                  <a:moveTo>
                    <a:pt x="4267708" y="0"/>
                  </a:moveTo>
                  <a:lnTo>
                    <a:pt x="33527" y="0"/>
                  </a:lnTo>
                  <a:lnTo>
                    <a:pt x="33075" y="140406"/>
                  </a:lnTo>
                  <a:lnTo>
                    <a:pt x="66606" y="141380"/>
                  </a:lnTo>
                  <a:lnTo>
                    <a:pt x="66995" y="33527"/>
                  </a:lnTo>
                  <a:lnTo>
                    <a:pt x="50291" y="33527"/>
                  </a:lnTo>
                  <a:lnTo>
                    <a:pt x="67055" y="16763"/>
                  </a:lnTo>
                  <a:lnTo>
                    <a:pt x="4267708" y="16763"/>
                  </a:lnTo>
                  <a:lnTo>
                    <a:pt x="4267708" y="0"/>
                  </a:lnTo>
                  <a:close/>
                </a:path>
                <a:path w="4267834" h="241935">
                  <a:moveTo>
                    <a:pt x="67055" y="16763"/>
                  </a:moveTo>
                  <a:lnTo>
                    <a:pt x="50291" y="33527"/>
                  </a:lnTo>
                  <a:lnTo>
                    <a:pt x="66995" y="33527"/>
                  </a:lnTo>
                  <a:lnTo>
                    <a:pt x="67055" y="16763"/>
                  </a:lnTo>
                  <a:close/>
                </a:path>
                <a:path w="4267834" h="241935">
                  <a:moveTo>
                    <a:pt x="4267708" y="16763"/>
                  </a:moveTo>
                  <a:lnTo>
                    <a:pt x="67055" y="16763"/>
                  </a:lnTo>
                  <a:lnTo>
                    <a:pt x="66995" y="33527"/>
                  </a:lnTo>
                  <a:lnTo>
                    <a:pt x="4267708" y="33527"/>
                  </a:lnTo>
                  <a:lnTo>
                    <a:pt x="4267708" y="16763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5">
              <a:extLst>
                <a:ext uri="{FF2B5EF4-FFF2-40B4-BE49-F238E27FC236}">
                  <a16:creationId xmlns:a16="http://schemas.microsoft.com/office/drawing/2014/main" id="{971E022C-E0A7-4D3B-9364-7FF92662F90C}"/>
                </a:ext>
              </a:extLst>
            </p:cNvPr>
            <p:cNvSpPr/>
            <p:nvPr/>
          </p:nvSpPr>
          <p:spPr>
            <a:xfrm>
              <a:off x="7840980" y="2452116"/>
              <a:ext cx="201295" cy="789940"/>
            </a:xfrm>
            <a:custGeom>
              <a:avLst/>
              <a:gdLst/>
              <a:ahLst/>
              <a:cxnLst/>
              <a:rect l="l" t="t" r="r" b="b"/>
              <a:pathLst>
                <a:path w="201295" h="789939">
                  <a:moveTo>
                    <a:pt x="201168" y="789432"/>
                  </a:moveTo>
                  <a:lnTo>
                    <a:pt x="162038" y="788116"/>
                  </a:lnTo>
                  <a:lnTo>
                    <a:pt x="130063" y="784526"/>
                  </a:lnTo>
                  <a:lnTo>
                    <a:pt x="108495" y="779198"/>
                  </a:lnTo>
                  <a:lnTo>
                    <a:pt x="100584" y="772668"/>
                  </a:lnTo>
                  <a:lnTo>
                    <a:pt x="100584" y="411480"/>
                  </a:lnTo>
                  <a:lnTo>
                    <a:pt x="92672" y="404949"/>
                  </a:lnTo>
                  <a:lnTo>
                    <a:pt x="71104" y="399621"/>
                  </a:lnTo>
                  <a:lnTo>
                    <a:pt x="39129" y="396031"/>
                  </a:lnTo>
                  <a:lnTo>
                    <a:pt x="0" y="394716"/>
                  </a:lnTo>
                  <a:lnTo>
                    <a:pt x="39129" y="393400"/>
                  </a:lnTo>
                  <a:lnTo>
                    <a:pt x="71104" y="389810"/>
                  </a:lnTo>
                  <a:lnTo>
                    <a:pt x="92672" y="384482"/>
                  </a:lnTo>
                  <a:lnTo>
                    <a:pt x="100584" y="377951"/>
                  </a:lnTo>
                  <a:lnTo>
                    <a:pt x="100584" y="16763"/>
                  </a:lnTo>
                  <a:lnTo>
                    <a:pt x="108495" y="10233"/>
                  </a:lnTo>
                  <a:lnTo>
                    <a:pt x="130063" y="4905"/>
                  </a:lnTo>
                  <a:lnTo>
                    <a:pt x="162038" y="1315"/>
                  </a:lnTo>
                  <a:lnTo>
                    <a:pt x="201168" y="0"/>
                  </a:lnTo>
                </a:path>
              </a:pathLst>
            </a:custGeom>
            <a:ln w="33528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6">
              <a:extLst>
                <a:ext uri="{FF2B5EF4-FFF2-40B4-BE49-F238E27FC236}">
                  <a16:creationId xmlns:a16="http://schemas.microsoft.com/office/drawing/2014/main" id="{94CB3D54-1C09-443F-97CB-DBF0129F143E}"/>
                </a:ext>
              </a:extLst>
            </p:cNvPr>
            <p:cNvSpPr/>
            <p:nvPr/>
          </p:nvSpPr>
          <p:spPr>
            <a:xfrm>
              <a:off x="2541778" y="2828544"/>
              <a:ext cx="5300980" cy="480695"/>
            </a:xfrm>
            <a:custGeom>
              <a:avLst/>
              <a:gdLst/>
              <a:ahLst/>
              <a:cxnLst/>
              <a:rect l="l" t="t" r="r" b="b"/>
              <a:pathLst>
                <a:path w="5300980" h="480695">
                  <a:moveTo>
                    <a:pt x="0" y="374776"/>
                  </a:moveTo>
                  <a:lnTo>
                    <a:pt x="38354" y="480567"/>
                  </a:lnTo>
                  <a:lnTo>
                    <a:pt x="92726" y="397382"/>
                  </a:lnTo>
                  <a:lnTo>
                    <a:pt x="64770" y="397382"/>
                  </a:lnTo>
                  <a:lnTo>
                    <a:pt x="31242" y="397128"/>
                  </a:lnTo>
                  <a:lnTo>
                    <a:pt x="31337" y="378400"/>
                  </a:lnTo>
                  <a:lnTo>
                    <a:pt x="0" y="374776"/>
                  </a:lnTo>
                  <a:close/>
                </a:path>
                <a:path w="5300980" h="480695">
                  <a:moveTo>
                    <a:pt x="31337" y="378400"/>
                  </a:moveTo>
                  <a:lnTo>
                    <a:pt x="31242" y="397128"/>
                  </a:lnTo>
                  <a:lnTo>
                    <a:pt x="64770" y="397382"/>
                  </a:lnTo>
                  <a:lnTo>
                    <a:pt x="64845" y="382275"/>
                  </a:lnTo>
                  <a:lnTo>
                    <a:pt x="31337" y="378400"/>
                  </a:lnTo>
                  <a:close/>
                </a:path>
                <a:path w="5300980" h="480695">
                  <a:moveTo>
                    <a:pt x="64845" y="382275"/>
                  </a:moveTo>
                  <a:lnTo>
                    <a:pt x="64770" y="397382"/>
                  </a:lnTo>
                  <a:lnTo>
                    <a:pt x="92726" y="397382"/>
                  </a:lnTo>
                  <a:lnTo>
                    <a:pt x="99949" y="386333"/>
                  </a:lnTo>
                  <a:lnTo>
                    <a:pt x="64845" y="382275"/>
                  </a:lnTo>
                  <a:close/>
                </a:path>
                <a:path w="5300980" h="480695">
                  <a:moveTo>
                    <a:pt x="5300472" y="0"/>
                  </a:moveTo>
                  <a:lnTo>
                    <a:pt x="33274" y="0"/>
                  </a:lnTo>
                  <a:lnTo>
                    <a:pt x="31337" y="378400"/>
                  </a:lnTo>
                  <a:lnTo>
                    <a:pt x="64845" y="382275"/>
                  </a:lnTo>
                  <a:lnTo>
                    <a:pt x="66591" y="33527"/>
                  </a:lnTo>
                  <a:lnTo>
                    <a:pt x="49911" y="33527"/>
                  </a:lnTo>
                  <a:lnTo>
                    <a:pt x="66675" y="16890"/>
                  </a:lnTo>
                  <a:lnTo>
                    <a:pt x="5300472" y="16890"/>
                  </a:lnTo>
                  <a:lnTo>
                    <a:pt x="5300472" y="0"/>
                  </a:lnTo>
                  <a:close/>
                </a:path>
                <a:path w="5300980" h="480695">
                  <a:moveTo>
                    <a:pt x="66675" y="16890"/>
                  </a:moveTo>
                  <a:lnTo>
                    <a:pt x="49911" y="33527"/>
                  </a:lnTo>
                  <a:lnTo>
                    <a:pt x="66591" y="33527"/>
                  </a:lnTo>
                  <a:lnTo>
                    <a:pt x="66675" y="16890"/>
                  </a:lnTo>
                  <a:close/>
                </a:path>
                <a:path w="5300980" h="480695">
                  <a:moveTo>
                    <a:pt x="5300472" y="16890"/>
                  </a:moveTo>
                  <a:lnTo>
                    <a:pt x="66675" y="16890"/>
                  </a:lnTo>
                  <a:lnTo>
                    <a:pt x="66591" y="33527"/>
                  </a:lnTo>
                  <a:lnTo>
                    <a:pt x="5300472" y="33527"/>
                  </a:lnTo>
                  <a:lnTo>
                    <a:pt x="5300472" y="1689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7">
              <a:extLst>
                <a:ext uri="{FF2B5EF4-FFF2-40B4-BE49-F238E27FC236}">
                  <a16:creationId xmlns:a16="http://schemas.microsoft.com/office/drawing/2014/main" id="{993A802B-CD30-4566-B340-55E50B8AE685}"/>
                </a:ext>
              </a:extLst>
            </p:cNvPr>
            <p:cNvSpPr/>
            <p:nvPr/>
          </p:nvSpPr>
          <p:spPr>
            <a:xfrm>
              <a:off x="7844028" y="3332987"/>
              <a:ext cx="201295" cy="792480"/>
            </a:xfrm>
            <a:custGeom>
              <a:avLst/>
              <a:gdLst/>
              <a:ahLst/>
              <a:cxnLst/>
              <a:rect l="l" t="t" r="r" b="b"/>
              <a:pathLst>
                <a:path w="201295" h="792479">
                  <a:moveTo>
                    <a:pt x="201168" y="792480"/>
                  </a:moveTo>
                  <a:lnTo>
                    <a:pt x="162038" y="791164"/>
                  </a:lnTo>
                  <a:lnTo>
                    <a:pt x="130063" y="787574"/>
                  </a:lnTo>
                  <a:lnTo>
                    <a:pt x="108495" y="782246"/>
                  </a:lnTo>
                  <a:lnTo>
                    <a:pt x="100583" y="775716"/>
                  </a:lnTo>
                  <a:lnTo>
                    <a:pt x="100583" y="413004"/>
                  </a:lnTo>
                  <a:lnTo>
                    <a:pt x="92672" y="406473"/>
                  </a:lnTo>
                  <a:lnTo>
                    <a:pt x="71104" y="401145"/>
                  </a:lnTo>
                  <a:lnTo>
                    <a:pt x="39129" y="397555"/>
                  </a:lnTo>
                  <a:lnTo>
                    <a:pt x="0" y="396239"/>
                  </a:lnTo>
                  <a:lnTo>
                    <a:pt x="39129" y="394924"/>
                  </a:lnTo>
                  <a:lnTo>
                    <a:pt x="71104" y="391334"/>
                  </a:lnTo>
                  <a:lnTo>
                    <a:pt x="92672" y="386006"/>
                  </a:lnTo>
                  <a:lnTo>
                    <a:pt x="100583" y="379475"/>
                  </a:lnTo>
                  <a:lnTo>
                    <a:pt x="100583" y="16763"/>
                  </a:lnTo>
                  <a:lnTo>
                    <a:pt x="108495" y="10233"/>
                  </a:lnTo>
                  <a:lnTo>
                    <a:pt x="130063" y="4905"/>
                  </a:lnTo>
                  <a:lnTo>
                    <a:pt x="162038" y="1315"/>
                  </a:lnTo>
                  <a:lnTo>
                    <a:pt x="201168" y="0"/>
                  </a:lnTo>
                </a:path>
              </a:pathLst>
            </a:custGeom>
            <a:ln w="33527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78">
              <a:extLst>
                <a:ext uri="{FF2B5EF4-FFF2-40B4-BE49-F238E27FC236}">
                  <a16:creationId xmlns:a16="http://schemas.microsoft.com/office/drawing/2014/main" id="{54A501D6-1ECC-417F-BC03-A2E49D821D7D}"/>
                </a:ext>
              </a:extLst>
            </p:cNvPr>
            <p:cNvSpPr/>
            <p:nvPr/>
          </p:nvSpPr>
          <p:spPr>
            <a:xfrm>
              <a:off x="3337813" y="3712463"/>
              <a:ext cx="4425950" cy="567055"/>
            </a:xfrm>
            <a:custGeom>
              <a:avLst/>
              <a:gdLst/>
              <a:ahLst/>
              <a:cxnLst/>
              <a:rect l="l" t="t" r="r" b="b"/>
              <a:pathLst>
                <a:path w="4425950" h="567054">
                  <a:moveTo>
                    <a:pt x="34018" y="466923"/>
                  </a:moveTo>
                  <a:lnTo>
                    <a:pt x="0" y="467868"/>
                  </a:lnTo>
                  <a:lnTo>
                    <a:pt x="53086" y="567055"/>
                  </a:lnTo>
                  <a:lnTo>
                    <a:pt x="92125" y="483235"/>
                  </a:lnTo>
                  <a:lnTo>
                    <a:pt x="34036" y="483235"/>
                  </a:lnTo>
                  <a:lnTo>
                    <a:pt x="34018" y="466923"/>
                  </a:lnTo>
                  <a:close/>
                </a:path>
                <a:path w="4425950" h="567054">
                  <a:moveTo>
                    <a:pt x="67545" y="465991"/>
                  </a:moveTo>
                  <a:lnTo>
                    <a:pt x="34018" y="466923"/>
                  </a:lnTo>
                  <a:lnTo>
                    <a:pt x="34036" y="483235"/>
                  </a:lnTo>
                  <a:lnTo>
                    <a:pt x="67563" y="483235"/>
                  </a:lnTo>
                  <a:lnTo>
                    <a:pt x="67545" y="465991"/>
                  </a:lnTo>
                  <a:close/>
                </a:path>
                <a:path w="4425950" h="567054">
                  <a:moveTo>
                    <a:pt x="100584" y="465074"/>
                  </a:moveTo>
                  <a:lnTo>
                    <a:pt x="67545" y="465991"/>
                  </a:lnTo>
                  <a:lnTo>
                    <a:pt x="67563" y="483235"/>
                  </a:lnTo>
                  <a:lnTo>
                    <a:pt x="92125" y="483235"/>
                  </a:lnTo>
                  <a:lnTo>
                    <a:pt x="100584" y="465074"/>
                  </a:lnTo>
                  <a:close/>
                </a:path>
                <a:path w="4425950" h="567054">
                  <a:moveTo>
                    <a:pt x="4425822" y="0"/>
                  </a:moveTo>
                  <a:lnTo>
                    <a:pt x="33527" y="0"/>
                  </a:lnTo>
                  <a:lnTo>
                    <a:pt x="34018" y="466923"/>
                  </a:lnTo>
                  <a:lnTo>
                    <a:pt x="67545" y="465991"/>
                  </a:lnTo>
                  <a:lnTo>
                    <a:pt x="67074" y="33528"/>
                  </a:lnTo>
                  <a:lnTo>
                    <a:pt x="50291" y="33528"/>
                  </a:lnTo>
                  <a:lnTo>
                    <a:pt x="67056" y="16763"/>
                  </a:lnTo>
                  <a:lnTo>
                    <a:pt x="4425822" y="16763"/>
                  </a:lnTo>
                  <a:lnTo>
                    <a:pt x="4425822" y="0"/>
                  </a:lnTo>
                  <a:close/>
                </a:path>
                <a:path w="4425950" h="567054">
                  <a:moveTo>
                    <a:pt x="67056" y="16763"/>
                  </a:moveTo>
                  <a:lnTo>
                    <a:pt x="50291" y="33528"/>
                  </a:lnTo>
                  <a:lnTo>
                    <a:pt x="67074" y="33528"/>
                  </a:lnTo>
                  <a:lnTo>
                    <a:pt x="67056" y="16763"/>
                  </a:lnTo>
                  <a:close/>
                </a:path>
                <a:path w="4425950" h="567054">
                  <a:moveTo>
                    <a:pt x="4425822" y="16763"/>
                  </a:moveTo>
                  <a:lnTo>
                    <a:pt x="67056" y="16763"/>
                  </a:lnTo>
                  <a:lnTo>
                    <a:pt x="67074" y="33528"/>
                  </a:lnTo>
                  <a:lnTo>
                    <a:pt x="4425822" y="33528"/>
                  </a:lnTo>
                  <a:lnTo>
                    <a:pt x="4425822" y="16763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79">
              <a:extLst>
                <a:ext uri="{FF2B5EF4-FFF2-40B4-BE49-F238E27FC236}">
                  <a16:creationId xmlns:a16="http://schemas.microsoft.com/office/drawing/2014/main" id="{763C4D26-CFE8-4962-9084-7A42DE293878}"/>
                </a:ext>
              </a:extLst>
            </p:cNvPr>
            <p:cNvSpPr/>
            <p:nvPr/>
          </p:nvSpPr>
          <p:spPr>
            <a:xfrm>
              <a:off x="7862316" y="4268724"/>
              <a:ext cx="201295" cy="789940"/>
            </a:xfrm>
            <a:custGeom>
              <a:avLst/>
              <a:gdLst/>
              <a:ahLst/>
              <a:cxnLst/>
              <a:rect l="l" t="t" r="r" b="b"/>
              <a:pathLst>
                <a:path w="201295" h="789939">
                  <a:moveTo>
                    <a:pt x="201167" y="789432"/>
                  </a:moveTo>
                  <a:lnTo>
                    <a:pt x="162038" y="788116"/>
                  </a:lnTo>
                  <a:lnTo>
                    <a:pt x="130063" y="784526"/>
                  </a:lnTo>
                  <a:lnTo>
                    <a:pt x="108495" y="779198"/>
                  </a:lnTo>
                  <a:lnTo>
                    <a:pt x="100583" y="772668"/>
                  </a:lnTo>
                  <a:lnTo>
                    <a:pt x="100583" y="411480"/>
                  </a:lnTo>
                  <a:lnTo>
                    <a:pt x="92672" y="404949"/>
                  </a:lnTo>
                  <a:lnTo>
                    <a:pt x="71104" y="399621"/>
                  </a:lnTo>
                  <a:lnTo>
                    <a:pt x="39129" y="396031"/>
                  </a:lnTo>
                  <a:lnTo>
                    <a:pt x="0" y="394715"/>
                  </a:lnTo>
                  <a:lnTo>
                    <a:pt x="39129" y="393400"/>
                  </a:lnTo>
                  <a:lnTo>
                    <a:pt x="71104" y="389810"/>
                  </a:lnTo>
                  <a:lnTo>
                    <a:pt x="92672" y="384482"/>
                  </a:lnTo>
                  <a:lnTo>
                    <a:pt x="100583" y="377951"/>
                  </a:lnTo>
                  <a:lnTo>
                    <a:pt x="100583" y="16763"/>
                  </a:lnTo>
                  <a:lnTo>
                    <a:pt x="108495" y="10233"/>
                  </a:lnTo>
                  <a:lnTo>
                    <a:pt x="130063" y="4905"/>
                  </a:lnTo>
                  <a:lnTo>
                    <a:pt x="162038" y="1315"/>
                  </a:lnTo>
                  <a:lnTo>
                    <a:pt x="201167" y="0"/>
                  </a:lnTo>
                </a:path>
              </a:pathLst>
            </a:custGeom>
            <a:ln w="33528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0">
              <a:extLst>
                <a:ext uri="{FF2B5EF4-FFF2-40B4-BE49-F238E27FC236}">
                  <a16:creationId xmlns:a16="http://schemas.microsoft.com/office/drawing/2014/main" id="{AF2FCC4D-0888-4DFC-B2AA-8ED06D27E3E7}"/>
                </a:ext>
              </a:extLst>
            </p:cNvPr>
            <p:cNvSpPr/>
            <p:nvPr/>
          </p:nvSpPr>
          <p:spPr>
            <a:xfrm>
              <a:off x="3465576" y="4645151"/>
              <a:ext cx="4375785" cy="1545590"/>
            </a:xfrm>
            <a:custGeom>
              <a:avLst/>
              <a:gdLst/>
              <a:ahLst/>
              <a:cxnLst/>
              <a:rect l="l" t="t" r="r" b="b"/>
              <a:pathLst>
                <a:path w="4375784" h="1545589">
                  <a:moveTo>
                    <a:pt x="170688" y="1459992"/>
                  </a:moveTo>
                  <a:lnTo>
                    <a:pt x="128016" y="1459992"/>
                  </a:lnTo>
                  <a:lnTo>
                    <a:pt x="128016" y="1091184"/>
                  </a:lnTo>
                  <a:lnTo>
                    <a:pt x="42672" y="1091184"/>
                  </a:lnTo>
                  <a:lnTo>
                    <a:pt x="42672" y="1459992"/>
                  </a:lnTo>
                  <a:lnTo>
                    <a:pt x="0" y="1459992"/>
                  </a:lnTo>
                  <a:lnTo>
                    <a:pt x="85344" y="1545336"/>
                  </a:lnTo>
                  <a:lnTo>
                    <a:pt x="170688" y="1459992"/>
                  </a:lnTo>
                  <a:close/>
                </a:path>
                <a:path w="4375784" h="1545589">
                  <a:moveTo>
                    <a:pt x="4375658" y="0"/>
                  </a:moveTo>
                  <a:lnTo>
                    <a:pt x="73152" y="0"/>
                  </a:lnTo>
                  <a:lnTo>
                    <a:pt x="71081" y="479437"/>
                  </a:lnTo>
                  <a:lnTo>
                    <a:pt x="33655" y="475615"/>
                  </a:lnTo>
                  <a:lnTo>
                    <a:pt x="80772" y="599821"/>
                  </a:lnTo>
                  <a:lnTo>
                    <a:pt x="143294" y="501396"/>
                  </a:lnTo>
                  <a:lnTo>
                    <a:pt x="152019" y="487680"/>
                  </a:lnTo>
                  <a:lnTo>
                    <a:pt x="110680" y="483476"/>
                  </a:lnTo>
                  <a:lnTo>
                    <a:pt x="112560" y="39624"/>
                  </a:lnTo>
                  <a:lnTo>
                    <a:pt x="4375658" y="39624"/>
                  </a:lnTo>
                  <a:lnTo>
                    <a:pt x="4375658" y="19939"/>
                  </a:lnTo>
                  <a:lnTo>
                    <a:pt x="4375658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1">
              <a:extLst>
                <a:ext uri="{FF2B5EF4-FFF2-40B4-BE49-F238E27FC236}">
                  <a16:creationId xmlns:a16="http://schemas.microsoft.com/office/drawing/2014/main" id="{F91436FB-C418-469F-A02C-EB27105D8D86}"/>
                </a:ext>
              </a:extLst>
            </p:cNvPr>
            <p:cNvSpPr/>
            <p:nvPr/>
          </p:nvSpPr>
          <p:spPr>
            <a:xfrm>
              <a:off x="3465576" y="5736336"/>
              <a:ext cx="170815" cy="454659"/>
            </a:xfrm>
            <a:custGeom>
              <a:avLst/>
              <a:gdLst/>
              <a:ahLst/>
              <a:cxnLst/>
              <a:rect l="l" t="t" r="r" b="b"/>
              <a:pathLst>
                <a:path w="170814" h="454660">
                  <a:moveTo>
                    <a:pt x="0" y="368807"/>
                  </a:moveTo>
                  <a:lnTo>
                    <a:pt x="42672" y="368807"/>
                  </a:lnTo>
                  <a:lnTo>
                    <a:pt x="42672" y="0"/>
                  </a:lnTo>
                  <a:lnTo>
                    <a:pt x="128015" y="0"/>
                  </a:lnTo>
                  <a:lnTo>
                    <a:pt x="128015" y="368807"/>
                  </a:lnTo>
                  <a:lnTo>
                    <a:pt x="170687" y="368807"/>
                  </a:lnTo>
                  <a:lnTo>
                    <a:pt x="85344" y="454151"/>
                  </a:lnTo>
                  <a:lnTo>
                    <a:pt x="0" y="368807"/>
                  </a:lnTo>
                  <a:close/>
                </a:path>
              </a:pathLst>
            </a:custGeom>
            <a:ln w="12192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2">
              <a:extLst>
                <a:ext uri="{FF2B5EF4-FFF2-40B4-BE49-F238E27FC236}">
                  <a16:creationId xmlns:a16="http://schemas.microsoft.com/office/drawing/2014/main" id="{775B2E4B-5C13-44C2-9237-5B480F1AE490}"/>
                </a:ext>
              </a:extLst>
            </p:cNvPr>
            <p:cNvSpPr/>
            <p:nvPr/>
          </p:nvSpPr>
          <p:spPr>
            <a:xfrm>
              <a:off x="2316479" y="6193536"/>
              <a:ext cx="2856230" cy="368935"/>
            </a:xfrm>
            <a:custGeom>
              <a:avLst/>
              <a:gdLst/>
              <a:ahLst/>
              <a:cxnLst/>
              <a:rect l="l" t="t" r="r" b="b"/>
              <a:pathLst>
                <a:path w="2856229" h="368934">
                  <a:moveTo>
                    <a:pt x="0" y="368807"/>
                  </a:moveTo>
                  <a:lnTo>
                    <a:pt x="2855975" y="368807"/>
                  </a:lnTo>
                  <a:lnTo>
                    <a:pt x="2855975" y="0"/>
                  </a:lnTo>
                  <a:lnTo>
                    <a:pt x="0" y="0"/>
                  </a:lnTo>
                  <a:lnTo>
                    <a:pt x="0" y="368807"/>
                  </a:lnTo>
                  <a:close/>
                </a:path>
              </a:pathLst>
            </a:custGeom>
            <a:ln w="24384">
              <a:solidFill>
                <a:srgbClr val="4E67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85" name="object 83">
            <a:extLst>
              <a:ext uri="{FF2B5EF4-FFF2-40B4-BE49-F238E27FC236}">
                <a16:creationId xmlns:a16="http://schemas.microsoft.com/office/drawing/2014/main" id="{26E3EA77-5FDC-436A-ADAA-7925F2015D75}"/>
              </a:ext>
            </a:extLst>
          </p:cNvPr>
          <p:cNvGraphicFramePr>
            <a:graphicFrameLocks noGrp="1"/>
          </p:cNvGraphicFramePr>
          <p:nvPr/>
        </p:nvGraphicFramePr>
        <p:xfrm>
          <a:off x="2425637" y="4015975"/>
          <a:ext cx="1085849" cy="432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2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08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28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D79C9"/>
                      </a:solidFill>
                      <a:prstDash val="solid"/>
                    </a:lnL>
                    <a:lnR w="38100">
                      <a:solidFill>
                        <a:srgbClr val="0D79C9"/>
                      </a:solidFill>
                      <a:prstDash val="solid"/>
                    </a:lnR>
                    <a:lnT w="38100">
                      <a:solidFill>
                        <a:srgbClr val="0D79C9"/>
                      </a:solidFill>
                      <a:prstDash val="solid"/>
                    </a:lnT>
                    <a:lnB w="38100">
                      <a:solidFill>
                        <a:srgbClr val="0D79C9"/>
                      </a:solidFill>
                      <a:prstDash val="solid"/>
                    </a:lnB>
                    <a:solidFill>
                      <a:srgbClr val="B4DC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D79C9"/>
                      </a:solidFill>
                      <a:prstDash val="solid"/>
                    </a:lnL>
                    <a:lnR w="38100">
                      <a:solidFill>
                        <a:srgbClr val="0D79C9"/>
                      </a:solidFill>
                      <a:prstDash val="solid"/>
                    </a:lnR>
                    <a:lnT w="38100">
                      <a:solidFill>
                        <a:srgbClr val="0D79C9"/>
                      </a:solidFill>
                      <a:prstDash val="solid"/>
                    </a:lnT>
                    <a:lnB w="38100">
                      <a:solidFill>
                        <a:srgbClr val="0D79C9"/>
                      </a:solidFill>
                      <a:prstDash val="solid"/>
                    </a:lnB>
                    <a:solidFill>
                      <a:srgbClr val="B4DC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D79C9"/>
                      </a:solidFill>
                      <a:prstDash val="solid"/>
                    </a:lnL>
                    <a:lnR w="38100">
                      <a:solidFill>
                        <a:srgbClr val="0D79C9"/>
                      </a:solidFill>
                      <a:prstDash val="solid"/>
                    </a:lnR>
                    <a:lnT w="38100">
                      <a:solidFill>
                        <a:srgbClr val="0D79C9"/>
                      </a:solidFill>
                      <a:prstDash val="solid"/>
                    </a:lnT>
                    <a:lnB w="38100">
                      <a:solidFill>
                        <a:srgbClr val="0D79C9"/>
                      </a:solidFill>
                      <a:prstDash val="solid"/>
                    </a:lnB>
                    <a:solidFill>
                      <a:srgbClr val="B4DC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D79C9"/>
                      </a:solidFill>
                      <a:prstDash val="solid"/>
                    </a:lnL>
                    <a:lnR w="38100">
                      <a:solidFill>
                        <a:srgbClr val="0D79C9"/>
                      </a:solidFill>
                      <a:prstDash val="solid"/>
                    </a:lnR>
                    <a:lnT w="38100">
                      <a:solidFill>
                        <a:srgbClr val="0D79C9"/>
                      </a:solidFill>
                      <a:prstDash val="solid"/>
                    </a:lnT>
                    <a:lnB w="38100">
                      <a:solidFill>
                        <a:srgbClr val="0D79C9"/>
                      </a:solidFill>
                      <a:prstDash val="solid"/>
                    </a:lnB>
                    <a:solidFill>
                      <a:srgbClr val="B4DC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D79C9"/>
                      </a:solidFill>
                      <a:prstDash val="solid"/>
                    </a:lnL>
                    <a:lnR w="38100">
                      <a:solidFill>
                        <a:srgbClr val="0D79C9"/>
                      </a:solidFill>
                      <a:prstDash val="solid"/>
                    </a:lnR>
                    <a:lnT w="38100">
                      <a:solidFill>
                        <a:srgbClr val="0D79C9"/>
                      </a:solidFill>
                      <a:prstDash val="solid"/>
                    </a:lnT>
                    <a:lnB w="38100">
                      <a:solidFill>
                        <a:srgbClr val="0D79C9"/>
                      </a:solidFill>
                      <a:prstDash val="solid"/>
                    </a:lnB>
                    <a:solidFill>
                      <a:srgbClr val="B4D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6" name="object 84">
            <a:extLst>
              <a:ext uri="{FF2B5EF4-FFF2-40B4-BE49-F238E27FC236}">
                <a16:creationId xmlns:a16="http://schemas.microsoft.com/office/drawing/2014/main" id="{8A7614C8-9168-424E-99CE-3AEF43BD6086}"/>
              </a:ext>
            </a:extLst>
          </p:cNvPr>
          <p:cNvGraphicFramePr>
            <a:graphicFrameLocks noGrp="1"/>
          </p:cNvGraphicFramePr>
          <p:nvPr/>
        </p:nvGraphicFramePr>
        <p:xfrm>
          <a:off x="377381" y="4997431"/>
          <a:ext cx="1080135" cy="4328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01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281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D79C9"/>
                      </a:solidFill>
                      <a:prstDash val="solid"/>
                    </a:lnL>
                    <a:lnR w="38100">
                      <a:solidFill>
                        <a:srgbClr val="0D79C9"/>
                      </a:solidFill>
                      <a:prstDash val="solid"/>
                    </a:lnR>
                    <a:lnT w="38100">
                      <a:solidFill>
                        <a:srgbClr val="0D79C9"/>
                      </a:solidFill>
                      <a:prstDash val="solid"/>
                    </a:lnT>
                    <a:lnB w="38100">
                      <a:solidFill>
                        <a:srgbClr val="0D79C9"/>
                      </a:solidFill>
                      <a:prstDash val="solid"/>
                    </a:lnB>
                    <a:solidFill>
                      <a:srgbClr val="B4DC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D79C9"/>
                      </a:solidFill>
                      <a:prstDash val="solid"/>
                    </a:lnL>
                    <a:lnR w="38100">
                      <a:solidFill>
                        <a:srgbClr val="0D79C9"/>
                      </a:solidFill>
                      <a:prstDash val="solid"/>
                    </a:lnR>
                    <a:lnT w="38100">
                      <a:solidFill>
                        <a:srgbClr val="0D79C9"/>
                      </a:solidFill>
                      <a:prstDash val="solid"/>
                    </a:lnT>
                    <a:lnB w="38100">
                      <a:solidFill>
                        <a:srgbClr val="0D79C9"/>
                      </a:solidFill>
                      <a:prstDash val="solid"/>
                    </a:lnB>
                    <a:solidFill>
                      <a:srgbClr val="B4DC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D79C9"/>
                      </a:solidFill>
                      <a:prstDash val="solid"/>
                    </a:lnL>
                    <a:lnR w="38100">
                      <a:solidFill>
                        <a:srgbClr val="0D79C9"/>
                      </a:solidFill>
                      <a:prstDash val="solid"/>
                    </a:lnR>
                    <a:lnT w="38100">
                      <a:solidFill>
                        <a:srgbClr val="0D79C9"/>
                      </a:solidFill>
                      <a:prstDash val="solid"/>
                    </a:lnT>
                    <a:lnB w="38100">
                      <a:solidFill>
                        <a:srgbClr val="0D79C9"/>
                      </a:solidFill>
                      <a:prstDash val="solid"/>
                    </a:lnB>
                    <a:solidFill>
                      <a:srgbClr val="B4DC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D79C9"/>
                      </a:solidFill>
                      <a:prstDash val="solid"/>
                    </a:lnL>
                    <a:lnR w="38100">
                      <a:solidFill>
                        <a:srgbClr val="0D79C9"/>
                      </a:solidFill>
                      <a:prstDash val="solid"/>
                    </a:lnR>
                    <a:lnT w="38100">
                      <a:solidFill>
                        <a:srgbClr val="0D79C9"/>
                      </a:solidFill>
                      <a:prstDash val="solid"/>
                    </a:lnT>
                    <a:lnB w="38100">
                      <a:solidFill>
                        <a:srgbClr val="0D79C9"/>
                      </a:solidFill>
                      <a:prstDash val="solid"/>
                    </a:lnB>
                    <a:solidFill>
                      <a:srgbClr val="B4DC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D79C9"/>
                      </a:solidFill>
                      <a:prstDash val="solid"/>
                    </a:lnL>
                    <a:lnR w="38100">
                      <a:solidFill>
                        <a:srgbClr val="0D79C9"/>
                      </a:solidFill>
                      <a:prstDash val="solid"/>
                    </a:lnR>
                    <a:lnT w="38100">
                      <a:solidFill>
                        <a:srgbClr val="0D79C9"/>
                      </a:solidFill>
                      <a:prstDash val="solid"/>
                    </a:lnT>
                    <a:lnB w="38100">
                      <a:solidFill>
                        <a:srgbClr val="0D79C9"/>
                      </a:solidFill>
                      <a:prstDash val="solid"/>
                    </a:lnB>
                    <a:solidFill>
                      <a:srgbClr val="B4D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7" name="object 85">
            <a:extLst>
              <a:ext uri="{FF2B5EF4-FFF2-40B4-BE49-F238E27FC236}">
                <a16:creationId xmlns:a16="http://schemas.microsoft.com/office/drawing/2014/main" id="{2DE22086-27E9-441A-980C-E7626E45BF55}"/>
              </a:ext>
            </a:extLst>
          </p:cNvPr>
          <p:cNvGraphicFramePr>
            <a:graphicFrameLocks noGrp="1"/>
          </p:cNvGraphicFramePr>
          <p:nvPr/>
        </p:nvGraphicFramePr>
        <p:xfrm>
          <a:off x="3272981" y="4991336"/>
          <a:ext cx="1080135" cy="4297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01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D79C9"/>
                      </a:solidFill>
                      <a:prstDash val="solid"/>
                    </a:lnL>
                    <a:lnR w="38100">
                      <a:solidFill>
                        <a:srgbClr val="0D79C9"/>
                      </a:solidFill>
                      <a:prstDash val="solid"/>
                    </a:lnR>
                    <a:lnT w="38100">
                      <a:solidFill>
                        <a:srgbClr val="0D79C9"/>
                      </a:solidFill>
                      <a:prstDash val="solid"/>
                    </a:lnT>
                    <a:lnB w="38100">
                      <a:solidFill>
                        <a:srgbClr val="0D79C9"/>
                      </a:solidFill>
                      <a:prstDash val="solid"/>
                    </a:lnB>
                    <a:solidFill>
                      <a:srgbClr val="B4DC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D79C9"/>
                      </a:solidFill>
                      <a:prstDash val="solid"/>
                    </a:lnL>
                    <a:lnR w="38100">
                      <a:solidFill>
                        <a:srgbClr val="0D79C9"/>
                      </a:solidFill>
                      <a:prstDash val="solid"/>
                    </a:lnR>
                    <a:lnT w="38100">
                      <a:solidFill>
                        <a:srgbClr val="0D79C9"/>
                      </a:solidFill>
                      <a:prstDash val="solid"/>
                    </a:lnT>
                    <a:lnB w="38100">
                      <a:solidFill>
                        <a:srgbClr val="0D79C9"/>
                      </a:solidFill>
                      <a:prstDash val="solid"/>
                    </a:lnB>
                    <a:solidFill>
                      <a:srgbClr val="B4DC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D79C9"/>
                      </a:solidFill>
                      <a:prstDash val="solid"/>
                    </a:lnL>
                    <a:lnR w="38100">
                      <a:solidFill>
                        <a:srgbClr val="0D79C9"/>
                      </a:solidFill>
                      <a:prstDash val="solid"/>
                    </a:lnR>
                    <a:lnT w="38100">
                      <a:solidFill>
                        <a:srgbClr val="0D79C9"/>
                      </a:solidFill>
                      <a:prstDash val="solid"/>
                    </a:lnT>
                    <a:lnB w="38100">
                      <a:solidFill>
                        <a:srgbClr val="0D79C9"/>
                      </a:solidFill>
                      <a:prstDash val="solid"/>
                    </a:lnB>
                    <a:solidFill>
                      <a:srgbClr val="B4DC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D79C9"/>
                      </a:solidFill>
                      <a:prstDash val="solid"/>
                    </a:lnL>
                    <a:lnR w="38100">
                      <a:solidFill>
                        <a:srgbClr val="0D79C9"/>
                      </a:solidFill>
                      <a:prstDash val="solid"/>
                    </a:lnR>
                    <a:lnT w="38100">
                      <a:solidFill>
                        <a:srgbClr val="0D79C9"/>
                      </a:solidFill>
                      <a:prstDash val="solid"/>
                    </a:lnT>
                    <a:lnB w="38100">
                      <a:solidFill>
                        <a:srgbClr val="0D79C9"/>
                      </a:solidFill>
                      <a:prstDash val="solid"/>
                    </a:lnB>
                    <a:solidFill>
                      <a:srgbClr val="B4DC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D79C9"/>
                      </a:solidFill>
                      <a:prstDash val="solid"/>
                    </a:lnL>
                    <a:lnR w="38100">
                      <a:solidFill>
                        <a:srgbClr val="0D79C9"/>
                      </a:solidFill>
                      <a:prstDash val="solid"/>
                    </a:lnR>
                    <a:lnT w="38100">
                      <a:solidFill>
                        <a:srgbClr val="0D79C9"/>
                      </a:solidFill>
                      <a:prstDash val="solid"/>
                    </a:lnT>
                    <a:lnB w="38100">
                      <a:solidFill>
                        <a:srgbClr val="0D79C9"/>
                      </a:solidFill>
                      <a:prstDash val="solid"/>
                    </a:lnB>
                    <a:solidFill>
                      <a:srgbClr val="B4D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8" name="object 86">
            <a:extLst>
              <a:ext uri="{FF2B5EF4-FFF2-40B4-BE49-F238E27FC236}">
                <a16:creationId xmlns:a16="http://schemas.microsoft.com/office/drawing/2014/main" id="{0AA7DF06-FF8F-4AF2-852A-1334E2294C50}"/>
              </a:ext>
            </a:extLst>
          </p:cNvPr>
          <p:cNvGraphicFramePr>
            <a:graphicFrameLocks noGrp="1"/>
          </p:cNvGraphicFramePr>
          <p:nvPr/>
        </p:nvGraphicFramePr>
        <p:xfrm>
          <a:off x="5632134" y="4997431"/>
          <a:ext cx="1087120" cy="4297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D79C9"/>
                      </a:solidFill>
                      <a:prstDash val="solid"/>
                    </a:lnL>
                    <a:lnR w="38100">
                      <a:solidFill>
                        <a:srgbClr val="0D79C9"/>
                      </a:solidFill>
                      <a:prstDash val="solid"/>
                    </a:lnR>
                    <a:lnT w="38100">
                      <a:solidFill>
                        <a:srgbClr val="0D79C9"/>
                      </a:solidFill>
                      <a:prstDash val="solid"/>
                    </a:lnT>
                    <a:lnB w="38100">
                      <a:solidFill>
                        <a:srgbClr val="0D79C9"/>
                      </a:solidFill>
                      <a:prstDash val="solid"/>
                    </a:lnB>
                    <a:solidFill>
                      <a:srgbClr val="B4DC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D79C9"/>
                      </a:solidFill>
                      <a:prstDash val="solid"/>
                    </a:lnL>
                    <a:lnR w="38100">
                      <a:solidFill>
                        <a:srgbClr val="0D79C9"/>
                      </a:solidFill>
                      <a:prstDash val="solid"/>
                    </a:lnR>
                    <a:lnT w="38100">
                      <a:solidFill>
                        <a:srgbClr val="0D79C9"/>
                      </a:solidFill>
                      <a:prstDash val="solid"/>
                    </a:lnT>
                    <a:lnB w="38100">
                      <a:solidFill>
                        <a:srgbClr val="0D79C9"/>
                      </a:solidFill>
                      <a:prstDash val="solid"/>
                    </a:lnB>
                    <a:solidFill>
                      <a:srgbClr val="B4DC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D79C9"/>
                      </a:solidFill>
                      <a:prstDash val="solid"/>
                    </a:lnL>
                    <a:lnR w="38100">
                      <a:solidFill>
                        <a:srgbClr val="0D79C9"/>
                      </a:solidFill>
                      <a:prstDash val="solid"/>
                    </a:lnR>
                    <a:lnT w="38100">
                      <a:solidFill>
                        <a:srgbClr val="0D79C9"/>
                      </a:solidFill>
                      <a:prstDash val="solid"/>
                    </a:lnT>
                    <a:lnB w="38100">
                      <a:solidFill>
                        <a:srgbClr val="0D79C9"/>
                      </a:solidFill>
                      <a:prstDash val="solid"/>
                    </a:lnB>
                    <a:solidFill>
                      <a:srgbClr val="B4DC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D79C9"/>
                      </a:solidFill>
                      <a:prstDash val="solid"/>
                    </a:lnL>
                    <a:lnR w="38100">
                      <a:solidFill>
                        <a:srgbClr val="0D79C9"/>
                      </a:solidFill>
                      <a:prstDash val="solid"/>
                    </a:lnR>
                    <a:lnT w="38100">
                      <a:solidFill>
                        <a:srgbClr val="0D79C9"/>
                      </a:solidFill>
                      <a:prstDash val="solid"/>
                    </a:lnT>
                    <a:lnB w="38100">
                      <a:solidFill>
                        <a:srgbClr val="0D79C9"/>
                      </a:solidFill>
                      <a:prstDash val="solid"/>
                    </a:lnB>
                    <a:solidFill>
                      <a:srgbClr val="B4DC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D79C9"/>
                      </a:solidFill>
                      <a:prstDash val="solid"/>
                    </a:lnL>
                    <a:lnR w="38100">
                      <a:solidFill>
                        <a:srgbClr val="0D79C9"/>
                      </a:solidFill>
                      <a:prstDash val="solid"/>
                    </a:lnR>
                    <a:lnT w="38100">
                      <a:solidFill>
                        <a:srgbClr val="0D79C9"/>
                      </a:solidFill>
                      <a:prstDash val="solid"/>
                    </a:lnT>
                    <a:lnB w="38100">
                      <a:solidFill>
                        <a:srgbClr val="0D79C9"/>
                      </a:solidFill>
                      <a:prstDash val="solid"/>
                    </a:lnB>
                    <a:solidFill>
                      <a:srgbClr val="B4D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89" name="object 87">
            <a:extLst>
              <a:ext uri="{FF2B5EF4-FFF2-40B4-BE49-F238E27FC236}">
                <a16:creationId xmlns:a16="http://schemas.microsoft.com/office/drawing/2014/main" id="{4ECB9EAD-96F0-440C-A1A6-CBF41F2D267A}"/>
              </a:ext>
            </a:extLst>
          </p:cNvPr>
          <p:cNvGrpSpPr/>
          <p:nvPr/>
        </p:nvGrpSpPr>
        <p:grpSpPr>
          <a:xfrm>
            <a:off x="8271511" y="1318305"/>
            <a:ext cx="415290" cy="4639945"/>
            <a:chOff x="8256841" y="1572577"/>
            <a:chExt cx="415290" cy="4639945"/>
          </a:xfrm>
        </p:grpSpPr>
        <p:sp>
          <p:nvSpPr>
            <p:cNvPr id="90" name="object 88">
              <a:extLst>
                <a:ext uri="{FF2B5EF4-FFF2-40B4-BE49-F238E27FC236}">
                  <a16:creationId xmlns:a16="http://schemas.microsoft.com/office/drawing/2014/main" id="{E804FE97-8B37-4F9E-A798-C9D89591FAEB}"/>
                </a:ext>
              </a:extLst>
            </p:cNvPr>
            <p:cNvSpPr/>
            <p:nvPr/>
          </p:nvSpPr>
          <p:spPr>
            <a:xfrm>
              <a:off x="8276844" y="1592579"/>
              <a:ext cx="372110" cy="3481070"/>
            </a:xfrm>
            <a:custGeom>
              <a:avLst/>
              <a:gdLst/>
              <a:ahLst/>
              <a:cxnLst/>
              <a:rect l="l" t="t" r="r" b="b"/>
              <a:pathLst>
                <a:path w="372109" h="3481070">
                  <a:moveTo>
                    <a:pt x="0" y="871727"/>
                  </a:moveTo>
                  <a:lnTo>
                    <a:pt x="371855" y="871727"/>
                  </a:lnTo>
                  <a:lnTo>
                    <a:pt x="371855" y="0"/>
                  </a:lnTo>
                  <a:lnTo>
                    <a:pt x="0" y="0"/>
                  </a:lnTo>
                  <a:lnTo>
                    <a:pt x="0" y="871727"/>
                  </a:lnTo>
                  <a:close/>
                </a:path>
                <a:path w="372109" h="3481070">
                  <a:moveTo>
                    <a:pt x="0" y="1740407"/>
                  </a:moveTo>
                  <a:lnTo>
                    <a:pt x="371855" y="1740407"/>
                  </a:lnTo>
                  <a:lnTo>
                    <a:pt x="371855" y="868679"/>
                  </a:lnTo>
                  <a:lnTo>
                    <a:pt x="0" y="868679"/>
                  </a:lnTo>
                  <a:lnTo>
                    <a:pt x="0" y="1740407"/>
                  </a:lnTo>
                  <a:close/>
                </a:path>
                <a:path w="372109" h="3481070">
                  <a:moveTo>
                    <a:pt x="0" y="2612135"/>
                  </a:moveTo>
                  <a:lnTo>
                    <a:pt x="371855" y="2612135"/>
                  </a:lnTo>
                  <a:lnTo>
                    <a:pt x="371855" y="1740407"/>
                  </a:lnTo>
                  <a:lnTo>
                    <a:pt x="0" y="1740407"/>
                  </a:lnTo>
                  <a:lnTo>
                    <a:pt x="0" y="2612135"/>
                  </a:lnTo>
                  <a:close/>
                </a:path>
                <a:path w="372109" h="3481070">
                  <a:moveTo>
                    <a:pt x="0" y="3480815"/>
                  </a:moveTo>
                  <a:lnTo>
                    <a:pt x="371855" y="3480815"/>
                  </a:lnTo>
                  <a:lnTo>
                    <a:pt x="371855" y="2609087"/>
                  </a:lnTo>
                  <a:lnTo>
                    <a:pt x="0" y="2609087"/>
                  </a:lnTo>
                  <a:lnTo>
                    <a:pt x="0" y="3480815"/>
                  </a:lnTo>
                  <a:close/>
                </a:path>
              </a:pathLst>
            </a:custGeom>
            <a:ln w="39624">
              <a:solidFill>
                <a:srgbClr val="3749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89">
              <a:extLst>
                <a:ext uri="{FF2B5EF4-FFF2-40B4-BE49-F238E27FC236}">
                  <a16:creationId xmlns:a16="http://schemas.microsoft.com/office/drawing/2014/main" id="{A56CE4BB-2573-4F0D-AAFA-D848E966ECAD}"/>
                </a:ext>
              </a:extLst>
            </p:cNvPr>
            <p:cNvSpPr/>
            <p:nvPr/>
          </p:nvSpPr>
          <p:spPr>
            <a:xfrm>
              <a:off x="8279892" y="5094731"/>
              <a:ext cx="372110" cy="1097280"/>
            </a:xfrm>
            <a:custGeom>
              <a:avLst/>
              <a:gdLst/>
              <a:ahLst/>
              <a:cxnLst/>
              <a:rect l="l" t="t" r="r" b="b"/>
              <a:pathLst>
                <a:path w="372109" h="1097279">
                  <a:moveTo>
                    <a:pt x="0" y="1097280"/>
                  </a:moveTo>
                  <a:lnTo>
                    <a:pt x="371855" y="1097280"/>
                  </a:lnTo>
                  <a:lnTo>
                    <a:pt x="371855" y="0"/>
                  </a:lnTo>
                  <a:lnTo>
                    <a:pt x="0" y="0"/>
                  </a:lnTo>
                  <a:lnTo>
                    <a:pt x="0" y="1097280"/>
                  </a:lnTo>
                  <a:close/>
                </a:path>
              </a:pathLst>
            </a:custGeom>
            <a:ln w="39624">
              <a:solidFill>
                <a:srgbClr val="3749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0">
            <a:extLst>
              <a:ext uri="{FF2B5EF4-FFF2-40B4-BE49-F238E27FC236}">
                <a16:creationId xmlns:a16="http://schemas.microsoft.com/office/drawing/2014/main" id="{0230DDC6-3A96-46EE-8C82-5DF0E76B1EC8}"/>
              </a:ext>
            </a:extLst>
          </p:cNvPr>
          <p:cNvSpPr txBox="1"/>
          <p:nvPr/>
        </p:nvSpPr>
        <p:spPr>
          <a:xfrm>
            <a:off x="1041845" y="1312400"/>
            <a:ext cx="847725" cy="521334"/>
          </a:xfrm>
          <a:prstGeom prst="rect">
            <a:avLst/>
          </a:prstGeom>
          <a:ln w="30479">
            <a:solidFill>
              <a:srgbClr val="FF0000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75"/>
              </a:spcBef>
            </a:pPr>
            <a:r>
              <a:rPr sz="2800" b="1" dirty="0">
                <a:solidFill>
                  <a:srgbClr val="C00000"/>
                </a:solidFill>
                <a:latin typeface="Carlito"/>
                <a:cs typeface="Carlito"/>
              </a:rPr>
              <a:t>cr3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93" name="object 91">
            <a:extLst>
              <a:ext uri="{FF2B5EF4-FFF2-40B4-BE49-F238E27FC236}">
                <a16:creationId xmlns:a16="http://schemas.microsoft.com/office/drawing/2014/main" id="{B8CB53BE-2DA4-4D42-86C0-2E82EEE4409A}"/>
              </a:ext>
            </a:extLst>
          </p:cNvPr>
          <p:cNvSpPr/>
          <p:nvPr/>
        </p:nvSpPr>
        <p:spPr>
          <a:xfrm>
            <a:off x="1887158" y="1562844"/>
            <a:ext cx="1414780" cy="426084"/>
          </a:xfrm>
          <a:custGeom>
            <a:avLst/>
            <a:gdLst/>
            <a:ahLst/>
            <a:cxnLst/>
            <a:rect l="l" t="t" r="r" b="b"/>
            <a:pathLst>
              <a:path w="1414779" h="426085">
                <a:moveTo>
                  <a:pt x="1335855" y="385829"/>
                </a:moveTo>
                <a:lnTo>
                  <a:pt x="1285620" y="399542"/>
                </a:lnTo>
                <a:lnTo>
                  <a:pt x="1281303" y="407035"/>
                </a:lnTo>
                <a:lnTo>
                  <a:pt x="1283335" y="414274"/>
                </a:lnTo>
                <a:lnTo>
                  <a:pt x="1285239" y="421639"/>
                </a:lnTo>
                <a:lnTo>
                  <a:pt x="1292860" y="425958"/>
                </a:lnTo>
                <a:lnTo>
                  <a:pt x="1391843" y="399034"/>
                </a:lnTo>
                <a:lnTo>
                  <a:pt x="1384935" y="399034"/>
                </a:lnTo>
                <a:lnTo>
                  <a:pt x="1335855" y="385829"/>
                </a:lnTo>
                <a:close/>
              </a:path>
              <a:path w="1414779" h="426085">
                <a:moveTo>
                  <a:pt x="1362175" y="378657"/>
                </a:moveTo>
                <a:lnTo>
                  <a:pt x="1335855" y="385829"/>
                </a:lnTo>
                <a:lnTo>
                  <a:pt x="1384935" y="399034"/>
                </a:lnTo>
                <a:lnTo>
                  <a:pt x="1385921" y="395350"/>
                </a:lnTo>
                <a:lnTo>
                  <a:pt x="1378712" y="395350"/>
                </a:lnTo>
                <a:lnTo>
                  <a:pt x="1362175" y="378657"/>
                </a:lnTo>
                <a:close/>
              </a:path>
              <a:path w="1414779" h="426085">
                <a:moveTo>
                  <a:pt x="1317244" y="302895"/>
                </a:moveTo>
                <a:lnTo>
                  <a:pt x="1311656" y="308356"/>
                </a:lnTo>
                <a:lnTo>
                  <a:pt x="1306449" y="313563"/>
                </a:lnTo>
                <a:lnTo>
                  <a:pt x="1306449" y="322325"/>
                </a:lnTo>
                <a:lnTo>
                  <a:pt x="1311656" y="327660"/>
                </a:lnTo>
                <a:lnTo>
                  <a:pt x="1342998" y="359298"/>
                </a:lnTo>
                <a:lnTo>
                  <a:pt x="1392047" y="372491"/>
                </a:lnTo>
                <a:lnTo>
                  <a:pt x="1384935" y="399034"/>
                </a:lnTo>
                <a:lnTo>
                  <a:pt x="1391843" y="399034"/>
                </a:lnTo>
                <a:lnTo>
                  <a:pt x="1414779" y="392811"/>
                </a:lnTo>
                <a:lnTo>
                  <a:pt x="1331087" y="308229"/>
                </a:lnTo>
                <a:lnTo>
                  <a:pt x="1325880" y="303022"/>
                </a:lnTo>
                <a:lnTo>
                  <a:pt x="1317244" y="302895"/>
                </a:lnTo>
                <a:close/>
              </a:path>
              <a:path w="1414779" h="426085">
                <a:moveTo>
                  <a:pt x="1384808" y="372491"/>
                </a:moveTo>
                <a:lnTo>
                  <a:pt x="1362175" y="378657"/>
                </a:lnTo>
                <a:lnTo>
                  <a:pt x="1378712" y="395350"/>
                </a:lnTo>
                <a:lnTo>
                  <a:pt x="1384808" y="372491"/>
                </a:lnTo>
                <a:close/>
              </a:path>
              <a:path w="1414779" h="426085">
                <a:moveTo>
                  <a:pt x="1392047" y="372491"/>
                </a:moveTo>
                <a:lnTo>
                  <a:pt x="1384808" y="372491"/>
                </a:lnTo>
                <a:lnTo>
                  <a:pt x="1378712" y="395350"/>
                </a:lnTo>
                <a:lnTo>
                  <a:pt x="1385921" y="395350"/>
                </a:lnTo>
                <a:lnTo>
                  <a:pt x="1392047" y="372491"/>
                </a:lnTo>
                <a:close/>
              </a:path>
              <a:path w="1414779" h="426085">
                <a:moveTo>
                  <a:pt x="7112" y="0"/>
                </a:moveTo>
                <a:lnTo>
                  <a:pt x="0" y="26416"/>
                </a:lnTo>
                <a:lnTo>
                  <a:pt x="1335855" y="385829"/>
                </a:lnTo>
                <a:lnTo>
                  <a:pt x="1362175" y="378657"/>
                </a:lnTo>
                <a:lnTo>
                  <a:pt x="1342998" y="359298"/>
                </a:lnTo>
                <a:lnTo>
                  <a:pt x="7112" y="0"/>
                </a:lnTo>
                <a:close/>
              </a:path>
              <a:path w="1414779" h="426085">
                <a:moveTo>
                  <a:pt x="1342998" y="359298"/>
                </a:moveTo>
                <a:lnTo>
                  <a:pt x="1362175" y="378657"/>
                </a:lnTo>
                <a:lnTo>
                  <a:pt x="1384808" y="372491"/>
                </a:lnTo>
                <a:lnTo>
                  <a:pt x="1392047" y="372491"/>
                </a:lnTo>
                <a:lnTo>
                  <a:pt x="1342998" y="359298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2">
            <a:extLst>
              <a:ext uri="{FF2B5EF4-FFF2-40B4-BE49-F238E27FC236}">
                <a16:creationId xmlns:a16="http://schemas.microsoft.com/office/drawing/2014/main" id="{BBBC1799-8A68-404E-9A56-1B8DA6A09DF5}"/>
              </a:ext>
            </a:extLst>
          </p:cNvPr>
          <p:cNvSpPr txBox="1"/>
          <p:nvPr/>
        </p:nvSpPr>
        <p:spPr>
          <a:xfrm>
            <a:off x="8707185" y="1354564"/>
            <a:ext cx="254000" cy="25781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solidFill>
                  <a:srgbClr val="C00000"/>
                </a:solidFill>
                <a:latin typeface="Carlito"/>
                <a:cs typeface="Carlito"/>
              </a:rPr>
              <a:t>47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95" name="object 93">
            <a:extLst>
              <a:ext uri="{FF2B5EF4-FFF2-40B4-BE49-F238E27FC236}">
                <a16:creationId xmlns:a16="http://schemas.microsoft.com/office/drawing/2014/main" id="{A9D7A810-6E8F-4858-A9A8-A83EC85D38DB}"/>
              </a:ext>
            </a:extLst>
          </p:cNvPr>
          <p:cNvSpPr txBox="1"/>
          <p:nvPr/>
        </p:nvSpPr>
        <p:spPr>
          <a:xfrm>
            <a:off x="8707185" y="1951285"/>
            <a:ext cx="254000" cy="54483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solidFill>
                  <a:srgbClr val="C00000"/>
                </a:solidFill>
                <a:latin typeface="Carlito"/>
                <a:cs typeface="Carlito"/>
              </a:rPr>
              <a:t>39</a:t>
            </a:r>
            <a:r>
              <a:rPr sz="1800" spc="-55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C00000"/>
                </a:solidFill>
                <a:latin typeface="Carlito"/>
                <a:cs typeface="Carlito"/>
              </a:rPr>
              <a:t>38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96" name="object 94">
            <a:extLst>
              <a:ext uri="{FF2B5EF4-FFF2-40B4-BE49-F238E27FC236}">
                <a16:creationId xmlns:a16="http://schemas.microsoft.com/office/drawing/2014/main" id="{4D20D3B7-D3C1-4164-959F-EFC32FFC9A0F}"/>
              </a:ext>
            </a:extLst>
          </p:cNvPr>
          <p:cNvSpPr txBox="1"/>
          <p:nvPr/>
        </p:nvSpPr>
        <p:spPr>
          <a:xfrm>
            <a:off x="8707185" y="2783539"/>
            <a:ext cx="254000" cy="54102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solidFill>
                  <a:srgbClr val="C00000"/>
                </a:solidFill>
                <a:latin typeface="Carlito"/>
                <a:cs typeface="Carlito"/>
              </a:rPr>
              <a:t>30</a:t>
            </a:r>
            <a:r>
              <a:rPr sz="1800" spc="-80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C00000"/>
                </a:solidFill>
                <a:latin typeface="Carlito"/>
                <a:cs typeface="Carlito"/>
              </a:rPr>
              <a:t>29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97" name="object 95">
            <a:extLst>
              <a:ext uri="{FF2B5EF4-FFF2-40B4-BE49-F238E27FC236}">
                <a16:creationId xmlns:a16="http://schemas.microsoft.com/office/drawing/2014/main" id="{9491019E-D269-40F6-9F33-457D0C9AEAF1}"/>
              </a:ext>
            </a:extLst>
          </p:cNvPr>
          <p:cNvSpPr txBox="1"/>
          <p:nvPr/>
        </p:nvSpPr>
        <p:spPr>
          <a:xfrm>
            <a:off x="8707185" y="3663798"/>
            <a:ext cx="254000" cy="54483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solidFill>
                  <a:srgbClr val="C00000"/>
                </a:solidFill>
                <a:latin typeface="Carlito"/>
                <a:cs typeface="Carlito"/>
              </a:rPr>
              <a:t>21</a:t>
            </a:r>
            <a:r>
              <a:rPr sz="1800" spc="-55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C00000"/>
                </a:solidFill>
                <a:latin typeface="Carlito"/>
                <a:cs typeface="Carlito"/>
              </a:rPr>
              <a:t>20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98" name="object 96">
            <a:extLst>
              <a:ext uri="{FF2B5EF4-FFF2-40B4-BE49-F238E27FC236}">
                <a16:creationId xmlns:a16="http://schemas.microsoft.com/office/drawing/2014/main" id="{983C5FBB-6CBB-4EAE-9A32-C97F18DFD294}"/>
              </a:ext>
            </a:extLst>
          </p:cNvPr>
          <p:cNvSpPr txBox="1"/>
          <p:nvPr/>
        </p:nvSpPr>
        <p:spPr>
          <a:xfrm>
            <a:off x="8707185" y="4547716"/>
            <a:ext cx="254000" cy="54102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solidFill>
                  <a:srgbClr val="C00000"/>
                </a:solidFill>
                <a:latin typeface="Carlito"/>
                <a:cs typeface="Carlito"/>
              </a:rPr>
              <a:t>12</a:t>
            </a:r>
            <a:r>
              <a:rPr sz="1800" spc="-80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C00000"/>
                </a:solidFill>
                <a:latin typeface="Carlito"/>
                <a:cs typeface="Carlito"/>
              </a:rPr>
              <a:t>11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99" name="object 97">
            <a:extLst>
              <a:ext uri="{FF2B5EF4-FFF2-40B4-BE49-F238E27FC236}">
                <a16:creationId xmlns:a16="http://schemas.microsoft.com/office/drawing/2014/main" id="{D8A0E788-2360-4F00-911C-E65C8337DCB9}"/>
              </a:ext>
            </a:extLst>
          </p:cNvPr>
          <p:cNvSpPr txBox="1"/>
          <p:nvPr/>
        </p:nvSpPr>
        <p:spPr>
          <a:xfrm>
            <a:off x="8707185" y="5796708"/>
            <a:ext cx="254000" cy="14160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solidFill>
                  <a:srgbClr val="C00000"/>
                </a:solidFill>
                <a:latin typeface="Carlito"/>
                <a:cs typeface="Carlito"/>
              </a:rPr>
              <a:t>0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00" name="object 98">
            <a:extLst>
              <a:ext uri="{FF2B5EF4-FFF2-40B4-BE49-F238E27FC236}">
                <a16:creationId xmlns:a16="http://schemas.microsoft.com/office/drawing/2014/main" id="{5BE20D03-285F-491D-BD06-A9A3CC323AFB}"/>
              </a:ext>
            </a:extLst>
          </p:cNvPr>
          <p:cNvSpPr/>
          <p:nvPr/>
        </p:nvSpPr>
        <p:spPr>
          <a:xfrm>
            <a:off x="8706041" y="2213083"/>
            <a:ext cx="377825" cy="2609215"/>
          </a:xfrm>
          <a:custGeom>
            <a:avLst/>
            <a:gdLst/>
            <a:ahLst/>
            <a:cxnLst/>
            <a:rect l="l" t="t" r="r" b="b"/>
            <a:pathLst>
              <a:path w="377825" h="2609215">
                <a:moveTo>
                  <a:pt x="0" y="0"/>
                </a:moveTo>
                <a:lnTo>
                  <a:pt x="347345" y="0"/>
                </a:lnTo>
              </a:path>
              <a:path w="377825" h="2609215">
                <a:moveTo>
                  <a:pt x="24383" y="865632"/>
                </a:moveTo>
                <a:lnTo>
                  <a:pt x="371728" y="865632"/>
                </a:lnTo>
              </a:path>
              <a:path w="377825" h="2609215">
                <a:moveTo>
                  <a:pt x="24383" y="1722120"/>
                </a:moveTo>
                <a:lnTo>
                  <a:pt x="371728" y="1722120"/>
                </a:lnTo>
              </a:path>
              <a:path w="377825" h="2609215">
                <a:moveTo>
                  <a:pt x="30479" y="2609088"/>
                </a:moveTo>
                <a:lnTo>
                  <a:pt x="377825" y="2609088"/>
                </a:lnTo>
              </a:path>
            </a:pathLst>
          </a:custGeom>
          <a:ln w="21336">
            <a:solidFill>
              <a:srgbClr val="4E67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99">
            <a:extLst>
              <a:ext uri="{FF2B5EF4-FFF2-40B4-BE49-F238E27FC236}">
                <a16:creationId xmlns:a16="http://schemas.microsoft.com/office/drawing/2014/main" id="{4897FC49-0607-4E96-AA49-DD828CC00AFE}"/>
              </a:ext>
            </a:extLst>
          </p:cNvPr>
          <p:cNvSpPr txBox="1"/>
          <p:nvPr/>
        </p:nvSpPr>
        <p:spPr>
          <a:xfrm>
            <a:off x="8402765" y="4868907"/>
            <a:ext cx="254000" cy="105219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20" dirty="0">
                <a:solidFill>
                  <a:srgbClr val="C00000"/>
                </a:solidFill>
                <a:latin typeface="Carlito"/>
                <a:cs typeface="Carlito"/>
              </a:rPr>
              <a:t>Page</a:t>
            </a:r>
            <a:r>
              <a:rPr sz="1800" spc="-45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1800" spc="-15" dirty="0">
                <a:solidFill>
                  <a:srgbClr val="C00000"/>
                </a:solidFill>
                <a:latin typeface="Carlito"/>
                <a:cs typeface="Carlito"/>
              </a:rPr>
              <a:t>offset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02" name="object 100">
            <a:extLst>
              <a:ext uri="{FF2B5EF4-FFF2-40B4-BE49-F238E27FC236}">
                <a16:creationId xmlns:a16="http://schemas.microsoft.com/office/drawing/2014/main" id="{BA14C11E-EB15-4FDF-85BE-911794A643E5}"/>
              </a:ext>
            </a:extLst>
          </p:cNvPr>
          <p:cNvSpPr txBox="1"/>
          <p:nvPr/>
        </p:nvSpPr>
        <p:spPr>
          <a:xfrm>
            <a:off x="2411159" y="6017851"/>
            <a:ext cx="2649855" cy="234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15" dirty="0">
                <a:solidFill>
                  <a:srgbClr val="C00000"/>
                </a:solidFill>
                <a:latin typeface="Carlito"/>
                <a:cs typeface="Carlito"/>
              </a:rPr>
              <a:t>Physical page </a:t>
            </a:r>
            <a:r>
              <a:rPr sz="1800" spc="-10" dirty="0">
                <a:solidFill>
                  <a:srgbClr val="C00000"/>
                </a:solidFill>
                <a:latin typeface="Carlito"/>
                <a:cs typeface="Carlito"/>
              </a:rPr>
              <a:t>number</a:t>
            </a:r>
            <a:endParaRPr sz="1800" dirty="0">
              <a:latin typeface="Carlito"/>
              <a:cs typeface="Carlito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88B8737-D439-1A84-A900-3FE337DAE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2546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2152582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008D5-393B-4FED-9C70-EDE09EF8F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 Table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E8D208-65E7-4FC7-9ACA-DF50A9E2B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13</a:t>
            </a:fld>
            <a:endParaRPr lang="en-IN" dirty="0"/>
          </a:p>
        </p:txBody>
      </p:sp>
      <p:sp>
        <p:nvSpPr>
          <p:cNvPr id="6" name="Rounded Rectangle 1">
            <a:extLst>
              <a:ext uri="{FF2B5EF4-FFF2-40B4-BE49-F238E27FC236}">
                <a16:creationId xmlns:a16="http://schemas.microsoft.com/office/drawing/2014/main" id="{30004568-CE7C-4B5E-B993-2EEF716350D7}"/>
              </a:ext>
            </a:extLst>
          </p:cNvPr>
          <p:cNvSpPr/>
          <p:nvPr/>
        </p:nvSpPr>
        <p:spPr>
          <a:xfrm>
            <a:off x="942692" y="1359802"/>
            <a:ext cx="8309022" cy="301166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BDB2DC9-99D8-492A-A4DC-1D4A2CE77B99}"/>
              </a:ext>
            </a:extLst>
          </p:cNvPr>
          <p:cNvCxnSpPr/>
          <p:nvPr/>
        </p:nvCxnSpPr>
        <p:spPr>
          <a:xfrm>
            <a:off x="1933292" y="2658645"/>
            <a:ext cx="762000" cy="0"/>
          </a:xfrm>
          <a:prstGeom prst="straightConnector1">
            <a:avLst/>
          </a:prstGeom>
          <a:ln w="57150" cmpd="sng">
            <a:solidFill>
              <a:srgbClr val="80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Samsung 4GB DDR3-1600MHz ECC Registered CL11 DIMM Dual Rank Memory Module (M393B5273DH0-CK0)">
            <a:extLst>
              <a:ext uri="{FF2B5EF4-FFF2-40B4-BE49-F238E27FC236}">
                <a16:creationId xmlns:a16="http://schemas.microsoft.com/office/drawing/2014/main" id="{F2240393-DE56-422D-828E-1F32F483CA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9548982" y="2226359"/>
            <a:ext cx="2746642" cy="862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ounded Rectangle 10">
            <a:extLst>
              <a:ext uri="{FF2B5EF4-FFF2-40B4-BE49-F238E27FC236}">
                <a16:creationId xmlns:a16="http://schemas.microsoft.com/office/drawing/2014/main" id="{544E1400-4660-469B-AD2B-748FCFAF2325}"/>
              </a:ext>
            </a:extLst>
          </p:cNvPr>
          <p:cNvSpPr/>
          <p:nvPr/>
        </p:nvSpPr>
        <p:spPr>
          <a:xfrm rot="16200000">
            <a:off x="6196494" y="2302185"/>
            <a:ext cx="1932121" cy="609598"/>
          </a:xfrm>
          <a:prstGeom prst="roundRect">
            <a:avLst/>
          </a:prstGeom>
          <a:solidFill>
            <a:schemeClr val="tx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 L3 </a:t>
            </a:r>
          </a:p>
        </p:txBody>
      </p:sp>
      <p:sp>
        <p:nvSpPr>
          <p:cNvPr id="10" name="Rounded Rectangle 12">
            <a:extLst>
              <a:ext uri="{FF2B5EF4-FFF2-40B4-BE49-F238E27FC236}">
                <a16:creationId xmlns:a16="http://schemas.microsoft.com/office/drawing/2014/main" id="{720DAE28-FAD9-4A47-A4E2-0F1AA0FA5176}"/>
              </a:ext>
            </a:extLst>
          </p:cNvPr>
          <p:cNvSpPr/>
          <p:nvPr/>
        </p:nvSpPr>
        <p:spPr>
          <a:xfrm rot="16200000">
            <a:off x="4070739" y="2321460"/>
            <a:ext cx="914400" cy="674370"/>
          </a:xfrm>
          <a:prstGeom prst="roundRect">
            <a:avLst/>
          </a:prstGeom>
          <a:solidFill>
            <a:schemeClr val="tx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L1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6492790-629A-40FC-8A87-50DEF0681071}"/>
              </a:ext>
            </a:extLst>
          </p:cNvPr>
          <p:cNvCxnSpPr>
            <a:stCxn id="10" idx="2"/>
          </p:cNvCxnSpPr>
          <p:nvPr/>
        </p:nvCxnSpPr>
        <p:spPr>
          <a:xfrm flipV="1">
            <a:off x="4865124" y="2658643"/>
            <a:ext cx="684530" cy="2"/>
          </a:xfrm>
          <a:prstGeom prst="straightConnector1">
            <a:avLst/>
          </a:prstGeom>
          <a:ln w="57150" cmpd="sng">
            <a:solidFill>
              <a:srgbClr val="80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4">
            <a:extLst>
              <a:ext uri="{FF2B5EF4-FFF2-40B4-BE49-F238E27FC236}">
                <a16:creationId xmlns:a16="http://schemas.microsoft.com/office/drawing/2014/main" id="{D3F9766C-8B17-469C-B7EA-7C9FA8ACAFF8}"/>
              </a:ext>
            </a:extLst>
          </p:cNvPr>
          <p:cNvSpPr/>
          <p:nvPr/>
        </p:nvSpPr>
        <p:spPr>
          <a:xfrm rot="16200000">
            <a:off x="5245490" y="2353209"/>
            <a:ext cx="1219199" cy="610869"/>
          </a:xfrm>
          <a:prstGeom prst="roundRect">
            <a:avLst/>
          </a:prstGeom>
          <a:solidFill>
            <a:schemeClr val="tx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L2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B84BB40-C431-45E5-9BDE-4B96C35F2BC4}"/>
              </a:ext>
            </a:extLst>
          </p:cNvPr>
          <p:cNvCxnSpPr/>
          <p:nvPr/>
        </p:nvCxnSpPr>
        <p:spPr>
          <a:xfrm flipV="1">
            <a:off x="6173225" y="2658642"/>
            <a:ext cx="684529" cy="2"/>
          </a:xfrm>
          <a:prstGeom prst="straightConnector1">
            <a:avLst/>
          </a:prstGeom>
          <a:ln w="57150" cmpd="sng">
            <a:solidFill>
              <a:srgbClr val="80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FA0E43-4F6B-492D-8FB9-8064B000C764}"/>
              </a:ext>
            </a:extLst>
          </p:cNvPr>
          <p:cNvCxnSpPr/>
          <p:nvPr/>
        </p:nvCxnSpPr>
        <p:spPr>
          <a:xfrm>
            <a:off x="8762755" y="2695152"/>
            <a:ext cx="1752598" cy="0"/>
          </a:xfrm>
          <a:prstGeom prst="straightConnector1">
            <a:avLst/>
          </a:prstGeom>
          <a:ln w="57150" cmpd="sng">
            <a:solidFill>
              <a:srgbClr val="80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E26BA5C-D676-47DA-9FEA-1B44484B8031}"/>
              </a:ext>
            </a:extLst>
          </p:cNvPr>
          <p:cNvSpPr txBox="1"/>
          <p:nvPr/>
        </p:nvSpPr>
        <p:spPr>
          <a:xfrm>
            <a:off x="3962154" y="3036202"/>
            <a:ext cx="1405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</a:rPr>
              <a:t>2 Cycles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AC0675-156C-46D2-A694-15BB4790347C}"/>
              </a:ext>
            </a:extLst>
          </p:cNvPr>
          <p:cNvSpPr txBox="1"/>
          <p:nvPr/>
        </p:nvSpPr>
        <p:spPr>
          <a:xfrm>
            <a:off x="5158675" y="3416179"/>
            <a:ext cx="1546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</a:rPr>
              <a:t>12 Cycles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6E83B6-8074-46B7-BFD2-4B2452E8035D}"/>
              </a:ext>
            </a:extLst>
          </p:cNvPr>
          <p:cNvSpPr txBox="1"/>
          <p:nvPr/>
        </p:nvSpPr>
        <p:spPr>
          <a:xfrm>
            <a:off x="6476754" y="3717537"/>
            <a:ext cx="152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</a:rPr>
              <a:t>30 Cycles</a:t>
            </a:r>
          </a:p>
        </p:txBody>
      </p:sp>
      <p:sp>
        <p:nvSpPr>
          <p:cNvPr id="18" name="Rounded Rectangle 26">
            <a:extLst>
              <a:ext uri="{FF2B5EF4-FFF2-40B4-BE49-F238E27FC236}">
                <a16:creationId xmlns:a16="http://schemas.microsoft.com/office/drawing/2014/main" id="{35B68599-2E23-46F5-9538-DCEABC3F85AC}"/>
              </a:ext>
            </a:extLst>
          </p:cNvPr>
          <p:cNvSpPr/>
          <p:nvPr/>
        </p:nvSpPr>
        <p:spPr>
          <a:xfrm rot="16200000">
            <a:off x="7015870" y="2432317"/>
            <a:ext cx="2819399" cy="674370"/>
          </a:xfrm>
          <a:prstGeom prst="roundRect">
            <a:avLst/>
          </a:prstGeom>
          <a:solidFill>
            <a:srgbClr val="00B050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DRAM Contr.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E9EF941-AEC5-4644-B10C-43C9F74DB762}"/>
              </a:ext>
            </a:extLst>
          </p:cNvPr>
          <p:cNvCxnSpPr/>
          <p:nvPr/>
        </p:nvCxnSpPr>
        <p:spPr>
          <a:xfrm>
            <a:off x="7467354" y="2658646"/>
            <a:ext cx="621030" cy="0"/>
          </a:xfrm>
          <a:prstGeom prst="straightConnector1">
            <a:avLst/>
          </a:prstGeom>
          <a:ln w="57150" cmpd="sng">
            <a:solidFill>
              <a:srgbClr val="80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31">
            <a:extLst>
              <a:ext uri="{FF2B5EF4-FFF2-40B4-BE49-F238E27FC236}">
                <a16:creationId xmlns:a16="http://schemas.microsoft.com/office/drawing/2014/main" id="{E462E3F7-6CBA-4329-9D32-EA2E6F41CBB6}"/>
              </a:ext>
            </a:extLst>
          </p:cNvPr>
          <p:cNvSpPr/>
          <p:nvPr/>
        </p:nvSpPr>
        <p:spPr>
          <a:xfrm rot="16200000">
            <a:off x="1020572" y="2315745"/>
            <a:ext cx="1292040" cy="6858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mpd="sng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Core</a:t>
            </a:r>
          </a:p>
        </p:txBody>
      </p:sp>
      <p:pic>
        <p:nvPicPr>
          <p:cNvPr id="21" name="Picture 20" descr="https://upload.wikimedia.org/wikipedia/commons/d/d1/Brick_wall_close-up_view.jpg">
            <a:extLst>
              <a:ext uri="{FF2B5EF4-FFF2-40B4-BE49-F238E27FC236}">
                <a16:creationId xmlns:a16="http://schemas.microsoft.com/office/drawing/2014/main" id="{A3C111DA-532A-4C3F-870C-C11A633D6A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3968" y="1341024"/>
            <a:ext cx="1341385" cy="2633664"/>
          </a:xfrm>
          <a:prstGeom prst="rect">
            <a:avLst/>
          </a:prstGeom>
          <a:noFill/>
          <a:scene3d>
            <a:camera prst="isometricOffAxis1Lef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object 6">
            <a:extLst>
              <a:ext uri="{FF2B5EF4-FFF2-40B4-BE49-F238E27FC236}">
                <a16:creationId xmlns:a16="http://schemas.microsoft.com/office/drawing/2014/main" id="{E89A48AE-8292-483C-A671-471C8825E680}"/>
              </a:ext>
            </a:extLst>
          </p:cNvPr>
          <p:cNvSpPr txBox="1"/>
          <p:nvPr/>
        </p:nvSpPr>
        <p:spPr>
          <a:xfrm rot="16200000">
            <a:off x="1281839" y="1776513"/>
            <a:ext cx="909319" cy="15876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z="3000" dirty="0">
              <a:latin typeface="Calibri"/>
              <a:cs typeface="Calibri"/>
            </a:endParaRPr>
          </a:p>
          <a:p>
            <a:pPr marL="546735">
              <a:lnSpc>
                <a:spcPct val="100000"/>
              </a:lnSpc>
              <a:spcBef>
                <a:spcPts val="1260"/>
              </a:spcBef>
            </a:pPr>
            <a:endParaRPr sz="3000" dirty="0">
              <a:latin typeface="Calibri"/>
              <a:cs typeface="Calibri"/>
            </a:endParaRPr>
          </a:p>
          <a:p>
            <a:pPr marL="546735">
              <a:lnSpc>
                <a:spcPct val="100000"/>
              </a:lnSpc>
              <a:spcBef>
                <a:spcPts val="960"/>
              </a:spcBef>
            </a:pPr>
            <a:r>
              <a:rPr lang="en-IN" sz="2400" spc="-15" dirty="0">
                <a:latin typeface="Calibri"/>
                <a:cs typeface="Calibri"/>
              </a:rPr>
              <a:t>V</a:t>
            </a:r>
            <a:r>
              <a:rPr sz="2400" spc="-15" dirty="0">
                <a:latin typeface="Calibri"/>
                <a:cs typeface="Calibri"/>
              </a:rPr>
              <a:t>A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23" name="Rounded Rectangle 12">
            <a:extLst>
              <a:ext uri="{FF2B5EF4-FFF2-40B4-BE49-F238E27FC236}">
                <a16:creationId xmlns:a16="http://schemas.microsoft.com/office/drawing/2014/main" id="{8DE1E163-7044-4A92-9AB8-341D5BD4A8F7}"/>
              </a:ext>
            </a:extLst>
          </p:cNvPr>
          <p:cNvSpPr/>
          <p:nvPr/>
        </p:nvSpPr>
        <p:spPr>
          <a:xfrm rot="16200000">
            <a:off x="2539557" y="2322554"/>
            <a:ext cx="914400" cy="674370"/>
          </a:xfrm>
          <a:prstGeom prst="roundRect">
            <a:avLst/>
          </a:prstGeom>
          <a:solidFill>
            <a:srgbClr val="C00000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/>
          </a:p>
        </p:txBody>
      </p:sp>
      <p:sp>
        <p:nvSpPr>
          <p:cNvPr id="24" name="object 6">
            <a:extLst>
              <a:ext uri="{FF2B5EF4-FFF2-40B4-BE49-F238E27FC236}">
                <a16:creationId xmlns:a16="http://schemas.microsoft.com/office/drawing/2014/main" id="{C1C27FBE-06A2-4339-9867-BDB80E8A7C82}"/>
              </a:ext>
            </a:extLst>
          </p:cNvPr>
          <p:cNvSpPr txBox="1"/>
          <p:nvPr/>
        </p:nvSpPr>
        <p:spPr>
          <a:xfrm rot="16200000">
            <a:off x="2640384" y="1813178"/>
            <a:ext cx="909319" cy="15876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z="3000" dirty="0">
              <a:latin typeface="Calibri"/>
              <a:cs typeface="Calibri"/>
            </a:endParaRPr>
          </a:p>
          <a:p>
            <a:pPr marL="546735">
              <a:lnSpc>
                <a:spcPct val="100000"/>
              </a:lnSpc>
              <a:spcBef>
                <a:spcPts val="1260"/>
              </a:spcBef>
            </a:pPr>
            <a:endParaRPr sz="3000" dirty="0">
              <a:latin typeface="Calibri"/>
              <a:cs typeface="Calibri"/>
            </a:endParaRPr>
          </a:p>
          <a:p>
            <a:pPr marL="546735">
              <a:lnSpc>
                <a:spcPct val="100000"/>
              </a:lnSpc>
              <a:spcBef>
                <a:spcPts val="960"/>
              </a:spcBef>
            </a:pPr>
            <a:r>
              <a:rPr lang="en-IN" sz="2400" spc="-15" dirty="0">
                <a:latin typeface="Calibri"/>
                <a:cs typeface="Calibri"/>
              </a:rPr>
              <a:t>P</a:t>
            </a:r>
            <a:r>
              <a:rPr sz="2400" spc="-15" dirty="0">
                <a:latin typeface="Calibri"/>
                <a:cs typeface="Calibri"/>
              </a:rPr>
              <a:t>A</a:t>
            </a:r>
            <a:endParaRPr sz="2400" dirty="0">
              <a:latin typeface="Calibri"/>
              <a:cs typeface="Calibri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39D2806-D1AE-45BF-8801-8517BCEF5F1C}"/>
              </a:ext>
            </a:extLst>
          </p:cNvPr>
          <p:cNvCxnSpPr/>
          <p:nvPr/>
        </p:nvCxnSpPr>
        <p:spPr>
          <a:xfrm>
            <a:off x="3333942" y="2657856"/>
            <a:ext cx="762000" cy="0"/>
          </a:xfrm>
          <a:prstGeom prst="straightConnector1">
            <a:avLst/>
          </a:prstGeom>
          <a:ln w="57150" cmpd="sng">
            <a:solidFill>
              <a:srgbClr val="80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C4AD89F-A616-4528-ABEC-177984D7DE24}"/>
              </a:ext>
            </a:extLst>
          </p:cNvPr>
          <p:cNvGrpSpPr/>
          <p:nvPr/>
        </p:nvGrpSpPr>
        <p:grpSpPr>
          <a:xfrm>
            <a:off x="365361" y="3918308"/>
            <a:ext cx="3945202" cy="2803167"/>
            <a:chOff x="203136" y="2092367"/>
            <a:chExt cx="3200400" cy="5202481"/>
          </a:xfrm>
        </p:grpSpPr>
        <p:sp>
          <p:nvSpPr>
            <p:cNvPr id="27" name="object 13">
              <a:extLst>
                <a:ext uri="{FF2B5EF4-FFF2-40B4-BE49-F238E27FC236}">
                  <a16:creationId xmlns:a16="http://schemas.microsoft.com/office/drawing/2014/main" id="{20BD6D05-ACF0-45BE-A0D9-3FE297EA5A7E}"/>
                </a:ext>
              </a:extLst>
            </p:cNvPr>
            <p:cNvSpPr/>
            <p:nvPr/>
          </p:nvSpPr>
          <p:spPr>
            <a:xfrm>
              <a:off x="1422336" y="2092367"/>
              <a:ext cx="1981200" cy="4495800"/>
            </a:xfrm>
            <a:custGeom>
              <a:avLst/>
              <a:gdLst/>
              <a:ahLst/>
              <a:cxnLst/>
              <a:rect l="l" t="t" r="r" b="b"/>
              <a:pathLst>
                <a:path w="1981200" h="4495800">
                  <a:moveTo>
                    <a:pt x="0" y="4495799"/>
                  </a:moveTo>
                  <a:lnTo>
                    <a:pt x="1981199" y="4495799"/>
                  </a:lnTo>
                  <a:lnTo>
                    <a:pt x="1981199" y="0"/>
                  </a:lnTo>
                  <a:lnTo>
                    <a:pt x="0" y="0"/>
                  </a:lnTo>
                  <a:lnTo>
                    <a:pt x="0" y="4495799"/>
                  </a:lnTo>
                  <a:close/>
                </a:path>
              </a:pathLst>
            </a:custGeom>
            <a:solidFill>
              <a:srgbClr val="C5D7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14">
              <a:extLst>
                <a:ext uri="{FF2B5EF4-FFF2-40B4-BE49-F238E27FC236}">
                  <a16:creationId xmlns:a16="http://schemas.microsoft.com/office/drawing/2014/main" id="{CD36B698-A406-48C2-9AB0-B53DA4F7C68C}"/>
                </a:ext>
              </a:extLst>
            </p:cNvPr>
            <p:cNvSpPr/>
            <p:nvPr/>
          </p:nvSpPr>
          <p:spPr>
            <a:xfrm>
              <a:off x="1422336" y="2092367"/>
              <a:ext cx="1981200" cy="4495800"/>
            </a:xfrm>
            <a:custGeom>
              <a:avLst/>
              <a:gdLst/>
              <a:ahLst/>
              <a:cxnLst/>
              <a:rect l="l" t="t" r="r" b="b"/>
              <a:pathLst>
                <a:path w="1981200" h="4495800">
                  <a:moveTo>
                    <a:pt x="0" y="4495799"/>
                  </a:moveTo>
                  <a:lnTo>
                    <a:pt x="1981199" y="4495799"/>
                  </a:lnTo>
                  <a:lnTo>
                    <a:pt x="1981199" y="0"/>
                  </a:lnTo>
                  <a:lnTo>
                    <a:pt x="0" y="0"/>
                  </a:lnTo>
                  <a:lnTo>
                    <a:pt x="0" y="4495799"/>
                  </a:lnTo>
                  <a:close/>
                </a:path>
              </a:pathLst>
            </a:custGeom>
            <a:ln w="9524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15">
              <a:extLst>
                <a:ext uri="{FF2B5EF4-FFF2-40B4-BE49-F238E27FC236}">
                  <a16:creationId xmlns:a16="http://schemas.microsoft.com/office/drawing/2014/main" id="{0584D260-4DDD-4E43-80C3-1359E75A87FA}"/>
                </a:ext>
              </a:extLst>
            </p:cNvPr>
            <p:cNvSpPr txBox="1"/>
            <p:nvPr/>
          </p:nvSpPr>
          <p:spPr>
            <a:xfrm>
              <a:off x="1533617" y="2125382"/>
              <a:ext cx="1763395" cy="51694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 indent="57785" algn="just">
                <a:lnSpc>
                  <a:spcPct val="100000"/>
                </a:lnSpc>
              </a:pPr>
              <a:r>
                <a:rPr sz="3000" spc="-15" dirty="0">
                  <a:latin typeface="Calibri"/>
                  <a:cs typeface="Calibri"/>
                </a:rPr>
                <a:t>Page</a:t>
              </a:r>
              <a:r>
                <a:rPr sz="3000" spc="-75" dirty="0">
                  <a:latin typeface="Times New Roman"/>
                  <a:cs typeface="Times New Roman"/>
                </a:rPr>
                <a:t> </a:t>
              </a:r>
              <a:r>
                <a:rPr sz="3000" dirty="0">
                  <a:latin typeface="Calibri"/>
                  <a:cs typeface="Calibri"/>
                </a:rPr>
                <a:t>tabl</a:t>
              </a:r>
              <a:r>
                <a:rPr sz="3000" spc="-15" dirty="0">
                  <a:latin typeface="Calibri"/>
                  <a:cs typeface="Calibri"/>
                </a:rPr>
                <a:t>e</a:t>
              </a:r>
              <a:endParaRPr sz="3000" dirty="0">
                <a:latin typeface="Calibri"/>
                <a:cs typeface="Calibri"/>
              </a:endParaRPr>
            </a:p>
            <a:p>
              <a:pPr>
                <a:lnSpc>
                  <a:spcPct val="100000"/>
                </a:lnSpc>
                <a:spcBef>
                  <a:spcPts val="35"/>
                </a:spcBef>
              </a:pPr>
              <a:endParaRPr sz="3100" dirty="0">
                <a:latin typeface="Times New Roman"/>
                <a:cs typeface="Times New Roman"/>
              </a:endParaRPr>
            </a:p>
            <a:p>
              <a:pPr marL="12700" marR="5080" algn="just">
                <a:lnSpc>
                  <a:spcPct val="100000"/>
                </a:lnSpc>
              </a:pPr>
              <a:r>
                <a:rPr sz="3000" spc="-20" dirty="0">
                  <a:latin typeface="Calibri"/>
                  <a:cs typeface="Calibri"/>
                </a:rPr>
                <a:t>V</a:t>
              </a:r>
              <a:r>
                <a:rPr sz="3000" spc="-25" dirty="0">
                  <a:latin typeface="Calibri"/>
                  <a:cs typeface="Calibri"/>
                </a:rPr>
                <a:t>P</a:t>
              </a:r>
              <a:r>
                <a:rPr sz="3000" spc="-20" dirty="0">
                  <a:latin typeface="Calibri"/>
                  <a:cs typeface="Calibri"/>
                </a:rPr>
                <a:t>0</a:t>
              </a:r>
              <a:r>
                <a:rPr sz="3000" spc="-75" dirty="0">
                  <a:latin typeface="Times New Roman"/>
                  <a:cs typeface="Times New Roman"/>
                </a:rPr>
                <a:t> </a:t>
              </a:r>
              <a:r>
                <a:rPr sz="3000" spc="-90" dirty="0">
                  <a:latin typeface="Wingdings"/>
                  <a:cs typeface="Wingdings"/>
                </a:rPr>
                <a:t></a:t>
              </a:r>
              <a:r>
                <a:rPr sz="3000" spc="-75" dirty="0">
                  <a:latin typeface="Times New Roman"/>
                  <a:cs typeface="Times New Roman"/>
                </a:rPr>
                <a:t> </a:t>
              </a:r>
              <a:r>
                <a:rPr sz="3000" spc="-25" dirty="0">
                  <a:latin typeface="Calibri"/>
                  <a:cs typeface="Calibri"/>
                </a:rPr>
                <a:t>PP</a:t>
              </a:r>
              <a:r>
                <a:rPr sz="3000" spc="-20" dirty="0">
                  <a:latin typeface="Calibri"/>
                  <a:cs typeface="Calibri"/>
                </a:rPr>
                <a:t>8</a:t>
              </a:r>
              <a:r>
                <a:rPr sz="3000" spc="-10" dirty="0">
                  <a:latin typeface="Times New Roman"/>
                  <a:cs typeface="Times New Roman"/>
                </a:rPr>
                <a:t> </a:t>
              </a:r>
              <a:r>
                <a:rPr sz="3000" spc="-20" dirty="0">
                  <a:latin typeface="Calibri"/>
                  <a:cs typeface="Calibri"/>
                </a:rPr>
                <a:t>V</a:t>
              </a:r>
              <a:r>
                <a:rPr sz="3000" spc="-25" dirty="0">
                  <a:latin typeface="Calibri"/>
                  <a:cs typeface="Calibri"/>
                </a:rPr>
                <a:t>P</a:t>
              </a:r>
              <a:r>
                <a:rPr sz="3000" spc="-20" dirty="0">
                  <a:latin typeface="Calibri"/>
                  <a:cs typeface="Calibri"/>
                </a:rPr>
                <a:t>1</a:t>
              </a:r>
              <a:r>
                <a:rPr sz="3000" spc="-75" dirty="0">
                  <a:latin typeface="Times New Roman"/>
                  <a:cs typeface="Times New Roman"/>
                </a:rPr>
                <a:t> </a:t>
              </a:r>
              <a:r>
                <a:rPr sz="3000" spc="-90" dirty="0">
                  <a:latin typeface="Wingdings"/>
                  <a:cs typeface="Wingdings"/>
                </a:rPr>
                <a:t></a:t>
              </a:r>
              <a:r>
                <a:rPr sz="3000" spc="-75" dirty="0">
                  <a:latin typeface="Times New Roman"/>
                  <a:cs typeface="Times New Roman"/>
                </a:rPr>
                <a:t> </a:t>
              </a:r>
              <a:r>
                <a:rPr sz="3000" spc="-25" dirty="0">
                  <a:latin typeface="Calibri"/>
                  <a:cs typeface="Calibri"/>
                </a:rPr>
                <a:t>PP</a:t>
              </a:r>
              <a:r>
                <a:rPr sz="3000" spc="-20" dirty="0">
                  <a:latin typeface="Calibri"/>
                  <a:cs typeface="Calibri"/>
                </a:rPr>
                <a:t>3</a:t>
              </a:r>
              <a:r>
                <a:rPr sz="3000" spc="-10" dirty="0">
                  <a:latin typeface="Times New Roman"/>
                  <a:cs typeface="Times New Roman"/>
                </a:rPr>
                <a:t> </a:t>
              </a:r>
              <a:r>
                <a:rPr sz="3000" spc="-20" dirty="0">
                  <a:latin typeface="Calibri"/>
                  <a:cs typeface="Calibri"/>
                </a:rPr>
                <a:t>V</a:t>
              </a:r>
              <a:r>
                <a:rPr sz="3000" spc="-25" dirty="0">
                  <a:latin typeface="Calibri"/>
                  <a:cs typeface="Calibri"/>
                </a:rPr>
                <a:t>P</a:t>
              </a:r>
              <a:r>
                <a:rPr sz="3000" spc="-20" dirty="0">
                  <a:latin typeface="Calibri"/>
                  <a:cs typeface="Calibri"/>
                </a:rPr>
                <a:t>2</a:t>
              </a:r>
              <a:r>
                <a:rPr sz="3000" spc="-75" dirty="0">
                  <a:latin typeface="Times New Roman"/>
                  <a:cs typeface="Times New Roman"/>
                </a:rPr>
                <a:t> </a:t>
              </a:r>
              <a:r>
                <a:rPr sz="3000" spc="-90" dirty="0">
                  <a:latin typeface="Wingdings"/>
                  <a:cs typeface="Wingdings"/>
                </a:rPr>
                <a:t></a:t>
              </a:r>
              <a:r>
                <a:rPr sz="3000" spc="-75" dirty="0">
                  <a:latin typeface="Times New Roman"/>
                  <a:cs typeface="Times New Roman"/>
                </a:rPr>
                <a:t> </a:t>
              </a:r>
              <a:r>
                <a:rPr sz="3000" spc="-25" dirty="0">
                  <a:latin typeface="Calibri"/>
                  <a:cs typeface="Calibri"/>
                </a:rPr>
                <a:t>PP</a:t>
              </a:r>
              <a:r>
                <a:rPr sz="3000" spc="-20" dirty="0">
                  <a:latin typeface="Calibri"/>
                  <a:cs typeface="Calibri"/>
                </a:rPr>
                <a:t>2</a:t>
              </a:r>
              <a:endParaRPr sz="3000" dirty="0">
                <a:latin typeface="Calibri"/>
                <a:cs typeface="Calibri"/>
              </a:endParaRPr>
            </a:p>
            <a:p>
              <a:pPr algn="ctr">
                <a:lnSpc>
                  <a:spcPct val="100000"/>
                </a:lnSpc>
              </a:pPr>
              <a:endParaRPr sz="3000" dirty="0">
                <a:latin typeface="Calibri"/>
                <a:cs typeface="Calibri"/>
              </a:endParaRPr>
            </a:p>
          </p:txBody>
        </p:sp>
        <p:sp>
          <p:nvSpPr>
            <p:cNvPr id="30" name="object 16">
              <a:extLst>
                <a:ext uri="{FF2B5EF4-FFF2-40B4-BE49-F238E27FC236}">
                  <a16:creationId xmlns:a16="http://schemas.microsoft.com/office/drawing/2014/main" id="{46C0E2B5-3726-46E6-85AD-42CE2224EA30}"/>
                </a:ext>
              </a:extLst>
            </p:cNvPr>
            <p:cNvSpPr/>
            <p:nvPr/>
          </p:nvSpPr>
          <p:spPr>
            <a:xfrm>
              <a:off x="203136" y="4530767"/>
              <a:ext cx="304800" cy="228600"/>
            </a:xfrm>
            <a:custGeom>
              <a:avLst/>
              <a:gdLst/>
              <a:ahLst/>
              <a:cxnLst/>
              <a:rect l="l" t="t" r="r" b="b"/>
              <a:pathLst>
                <a:path w="304800" h="228600">
                  <a:moveTo>
                    <a:pt x="0" y="228599"/>
                  </a:moveTo>
                  <a:lnTo>
                    <a:pt x="304799" y="228599"/>
                  </a:lnTo>
                  <a:lnTo>
                    <a:pt x="304799" y="0"/>
                  </a:lnTo>
                  <a:lnTo>
                    <a:pt x="0" y="0"/>
                  </a:lnTo>
                  <a:lnTo>
                    <a:pt x="0" y="228599"/>
                  </a:lnTo>
                  <a:close/>
                </a:path>
              </a:pathLst>
            </a:custGeom>
            <a:solidFill>
              <a:srgbClr val="C5D7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17">
              <a:extLst>
                <a:ext uri="{FF2B5EF4-FFF2-40B4-BE49-F238E27FC236}">
                  <a16:creationId xmlns:a16="http://schemas.microsoft.com/office/drawing/2014/main" id="{68E9D33B-973F-45B1-8F75-B6F9E98AB26F}"/>
                </a:ext>
              </a:extLst>
            </p:cNvPr>
            <p:cNvSpPr/>
            <p:nvPr/>
          </p:nvSpPr>
          <p:spPr>
            <a:xfrm>
              <a:off x="203136" y="3844967"/>
              <a:ext cx="304800" cy="914400"/>
            </a:xfrm>
            <a:custGeom>
              <a:avLst/>
              <a:gdLst/>
              <a:ahLst/>
              <a:cxnLst/>
              <a:rect l="l" t="t" r="r" b="b"/>
              <a:pathLst>
                <a:path w="304800" h="914400">
                  <a:moveTo>
                    <a:pt x="0" y="914399"/>
                  </a:moveTo>
                  <a:lnTo>
                    <a:pt x="304799" y="914399"/>
                  </a:lnTo>
                  <a:lnTo>
                    <a:pt x="304799" y="0"/>
                  </a:lnTo>
                  <a:lnTo>
                    <a:pt x="0" y="0"/>
                  </a:lnTo>
                  <a:lnTo>
                    <a:pt x="0" y="914399"/>
                  </a:lnTo>
                  <a:close/>
                </a:path>
              </a:pathLst>
            </a:custGeom>
            <a:ln w="9524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18">
              <a:extLst>
                <a:ext uri="{FF2B5EF4-FFF2-40B4-BE49-F238E27FC236}">
                  <a16:creationId xmlns:a16="http://schemas.microsoft.com/office/drawing/2014/main" id="{E7A4F045-29D0-474C-8CFA-B4C59DD55EAA}"/>
                </a:ext>
              </a:extLst>
            </p:cNvPr>
            <p:cNvSpPr/>
            <p:nvPr/>
          </p:nvSpPr>
          <p:spPr>
            <a:xfrm>
              <a:off x="660336" y="3006767"/>
              <a:ext cx="304800" cy="914400"/>
            </a:xfrm>
            <a:custGeom>
              <a:avLst/>
              <a:gdLst/>
              <a:ahLst/>
              <a:cxnLst/>
              <a:rect l="l" t="t" r="r" b="b"/>
              <a:pathLst>
                <a:path w="304800" h="914400">
                  <a:moveTo>
                    <a:pt x="0" y="914399"/>
                  </a:moveTo>
                  <a:lnTo>
                    <a:pt x="304799" y="914399"/>
                  </a:lnTo>
                  <a:lnTo>
                    <a:pt x="304799" y="0"/>
                  </a:lnTo>
                  <a:lnTo>
                    <a:pt x="0" y="0"/>
                  </a:lnTo>
                  <a:lnTo>
                    <a:pt x="0" y="914399"/>
                  </a:lnTo>
                  <a:close/>
                </a:path>
              </a:pathLst>
            </a:custGeom>
            <a:ln w="9524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19">
              <a:extLst>
                <a:ext uri="{FF2B5EF4-FFF2-40B4-BE49-F238E27FC236}">
                  <a16:creationId xmlns:a16="http://schemas.microsoft.com/office/drawing/2014/main" id="{64DDEEEA-33DF-4EB6-A3CB-EC87D057A8E8}"/>
                </a:ext>
              </a:extLst>
            </p:cNvPr>
            <p:cNvSpPr/>
            <p:nvPr/>
          </p:nvSpPr>
          <p:spPr>
            <a:xfrm>
              <a:off x="812736" y="5597567"/>
              <a:ext cx="304800" cy="914400"/>
            </a:xfrm>
            <a:custGeom>
              <a:avLst/>
              <a:gdLst/>
              <a:ahLst/>
              <a:cxnLst/>
              <a:rect l="l" t="t" r="r" b="b"/>
              <a:pathLst>
                <a:path w="304800" h="914400">
                  <a:moveTo>
                    <a:pt x="0" y="914399"/>
                  </a:moveTo>
                  <a:lnTo>
                    <a:pt x="304799" y="914399"/>
                  </a:lnTo>
                  <a:lnTo>
                    <a:pt x="304799" y="0"/>
                  </a:lnTo>
                  <a:lnTo>
                    <a:pt x="0" y="0"/>
                  </a:lnTo>
                  <a:lnTo>
                    <a:pt x="0" y="914399"/>
                  </a:lnTo>
                  <a:close/>
                </a:path>
              </a:pathLst>
            </a:custGeom>
            <a:ln w="9524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20">
              <a:extLst>
                <a:ext uri="{FF2B5EF4-FFF2-40B4-BE49-F238E27FC236}">
                  <a16:creationId xmlns:a16="http://schemas.microsoft.com/office/drawing/2014/main" id="{431C3DA2-CA0F-48CC-9024-1E895F20CA5F}"/>
                </a:ext>
              </a:extLst>
            </p:cNvPr>
            <p:cNvSpPr/>
            <p:nvPr/>
          </p:nvSpPr>
          <p:spPr>
            <a:xfrm>
              <a:off x="203136" y="3844967"/>
              <a:ext cx="304800" cy="228600"/>
            </a:xfrm>
            <a:custGeom>
              <a:avLst/>
              <a:gdLst/>
              <a:ahLst/>
              <a:cxnLst/>
              <a:rect l="l" t="t" r="r" b="b"/>
              <a:pathLst>
                <a:path w="304800" h="228600">
                  <a:moveTo>
                    <a:pt x="0" y="228599"/>
                  </a:moveTo>
                  <a:lnTo>
                    <a:pt x="304799" y="228599"/>
                  </a:lnTo>
                  <a:lnTo>
                    <a:pt x="304799" y="0"/>
                  </a:lnTo>
                  <a:lnTo>
                    <a:pt x="0" y="0"/>
                  </a:lnTo>
                  <a:lnTo>
                    <a:pt x="0" y="228599"/>
                  </a:lnTo>
                  <a:close/>
                </a:path>
              </a:pathLst>
            </a:custGeom>
            <a:solidFill>
              <a:srgbClr val="C5D7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21">
              <a:extLst>
                <a:ext uri="{FF2B5EF4-FFF2-40B4-BE49-F238E27FC236}">
                  <a16:creationId xmlns:a16="http://schemas.microsoft.com/office/drawing/2014/main" id="{FE9B0429-5172-45F4-BFC9-35ABB1842E3A}"/>
                </a:ext>
              </a:extLst>
            </p:cNvPr>
            <p:cNvSpPr/>
            <p:nvPr/>
          </p:nvSpPr>
          <p:spPr>
            <a:xfrm>
              <a:off x="203136" y="3844967"/>
              <a:ext cx="304800" cy="228600"/>
            </a:xfrm>
            <a:custGeom>
              <a:avLst/>
              <a:gdLst/>
              <a:ahLst/>
              <a:cxnLst/>
              <a:rect l="l" t="t" r="r" b="b"/>
              <a:pathLst>
                <a:path w="304800" h="228600">
                  <a:moveTo>
                    <a:pt x="0" y="228599"/>
                  </a:moveTo>
                  <a:lnTo>
                    <a:pt x="304799" y="228599"/>
                  </a:lnTo>
                  <a:lnTo>
                    <a:pt x="304799" y="0"/>
                  </a:lnTo>
                  <a:lnTo>
                    <a:pt x="0" y="0"/>
                  </a:lnTo>
                  <a:lnTo>
                    <a:pt x="0" y="228599"/>
                  </a:lnTo>
                  <a:close/>
                </a:path>
              </a:pathLst>
            </a:custGeom>
            <a:ln w="9524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22">
              <a:extLst>
                <a:ext uri="{FF2B5EF4-FFF2-40B4-BE49-F238E27FC236}">
                  <a16:creationId xmlns:a16="http://schemas.microsoft.com/office/drawing/2014/main" id="{39E2A180-F6DA-45BF-B72C-A9303EE43B42}"/>
                </a:ext>
              </a:extLst>
            </p:cNvPr>
            <p:cNvSpPr/>
            <p:nvPr/>
          </p:nvSpPr>
          <p:spPr>
            <a:xfrm>
              <a:off x="203136" y="4073567"/>
              <a:ext cx="304800" cy="228600"/>
            </a:xfrm>
            <a:custGeom>
              <a:avLst/>
              <a:gdLst/>
              <a:ahLst/>
              <a:cxnLst/>
              <a:rect l="l" t="t" r="r" b="b"/>
              <a:pathLst>
                <a:path w="304800" h="228600">
                  <a:moveTo>
                    <a:pt x="0" y="228599"/>
                  </a:moveTo>
                  <a:lnTo>
                    <a:pt x="304799" y="228599"/>
                  </a:lnTo>
                  <a:lnTo>
                    <a:pt x="304799" y="0"/>
                  </a:lnTo>
                  <a:lnTo>
                    <a:pt x="0" y="0"/>
                  </a:lnTo>
                  <a:lnTo>
                    <a:pt x="0" y="228599"/>
                  </a:lnTo>
                  <a:close/>
                </a:path>
              </a:pathLst>
            </a:custGeom>
            <a:solidFill>
              <a:srgbClr val="C5D7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23">
              <a:extLst>
                <a:ext uri="{FF2B5EF4-FFF2-40B4-BE49-F238E27FC236}">
                  <a16:creationId xmlns:a16="http://schemas.microsoft.com/office/drawing/2014/main" id="{E602C794-FFCA-4A53-84B4-B0AABB6A6D4B}"/>
                </a:ext>
              </a:extLst>
            </p:cNvPr>
            <p:cNvSpPr/>
            <p:nvPr/>
          </p:nvSpPr>
          <p:spPr>
            <a:xfrm>
              <a:off x="203136" y="4073567"/>
              <a:ext cx="304800" cy="228600"/>
            </a:xfrm>
            <a:custGeom>
              <a:avLst/>
              <a:gdLst/>
              <a:ahLst/>
              <a:cxnLst/>
              <a:rect l="l" t="t" r="r" b="b"/>
              <a:pathLst>
                <a:path w="304800" h="228600">
                  <a:moveTo>
                    <a:pt x="0" y="228599"/>
                  </a:moveTo>
                  <a:lnTo>
                    <a:pt x="304799" y="228599"/>
                  </a:lnTo>
                  <a:lnTo>
                    <a:pt x="304799" y="0"/>
                  </a:lnTo>
                  <a:lnTo>
                    <a:pt x="0" y="0"/>
                  </a:lnTo>
                  <a:lnTo>
                    <a:pt x="0" y="228599"/>
                  </a:lnTo>
                  <a:close/>
                </a:path>
              </a:pathLst>
            </a:custGeom>
            <a:ln w="9524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24">
              <a:extLst>
                <a:ext uri="{FF2B5EF4-FFF2-40B4-BE49-F238E27FC236}">
                  <a16:creationId xmlns:a16="http://schemas.microsoft.com/office/drawing/2014/main" id="{F7FAD564-3D40-4581-8934-0EE5A13A6904}"/>
                </a:ext>
              </a:extLst>
            </p:cNvPr>
            <p:cNvSpPr/>
            <p:nvPr/>
          </p:nvSpPr>
          <p:spPr>
            <a:xfrm>
              <a:off x="203136" y="4302167"/>
              <a:ext cx="304800" cy="228600"/>
            </a:xfrm>
            <a:custGeom>
              <a:avLst/>
              <a:gdLst/>
              <a:ahLst/>
              <a:cxnLst/>
              <a:rect l="l" t="t" r="r" b="b"/>
              <a:pathLst>
                <a:path w="304800" h="228600">
                  <a:moveTo>
                    <a:pt x="0" y="228599"/>
                  </a:moveTo>
                  <a:lnTo>
                    <a:pt x="304799" y="228599"/>
                  </a:lnTo>
                  <a:lnTo>
                    <a:pt x="304799" y="0"/>
                  </a:lnTo>
                  <a:lnTo>
                    <a:pt x="0" y="0"/>
                  </a:lnTo>
                  <a:lnTo>
                    <a:pt x="0" y="228599"/>
                  </a:lnTo>
                  <a:close/>
                </a:path>
              </a:pathLst>
            </a:custGeom>
            <a:solidFill>
              <a:srgbClr val="C5D7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25">
              <a:extLst>
                <a:ext uri="{FF2B5EF4-FFF2-40B4-BE49-F238E27FC236}">
                  <a16:creationId xmlns:a16="http://schemas.microsoft.com/office/drawing/2014/main" id="{33B40643-25DB-49E5-9E3D-EB5E0AAF0C15}"/>
                </a:ext>
              </a:extLst>
            </p:cNvPr>
            <p:cNvSpPr/>
            <p:nvPr/>
          </p:nvSpPr>
          <p:spPr>
            <a:xfrm>
              <a:off x="203136" y="4302167"/>
              <a:ext cx="304800" cy="228600"/>
            </a:xfrm>
            <a:custGeom>
              <a:avLst/>
              <a:gdLst/>
              <a:ahLst/>
              <a:cxnLst/>
              <a:rect l="l" t="t" r="r" b="b"/>
              <a:pathLst>
                <a:path w="304800" h="228600">
                  <a:moveTo>
                    <a:pt x="0" y="228599"/>
                  </a:moveTo>
                  <a:lnTo>
                    <a:pt x="304799" y="228599"/>
                  </a:lnTo>
                  <a:lnTo>
                    <a:pt x="304799" y="0"/>
                  </a:lnTo>
                  <a:lnTo>
                    <a:pt x="0" y="0"/>
                  </a:lnTo>
                  <a:lnTo>
                    <a:pt x="0" y="228599"/>
                  </a:lnTo>
                  <a:close/>
                </a:path>
              </a:pathLst>
            </a:custGeom>
            <a:ln w="9524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26">
              <a:extLst>
                <a:ext uri="{FF2B5EF4-FFF2-40B4-BE49-F238E27FC236}">
                  <a16:creationId xmlns:a16="http://schemas.microsoft.com/office/drawing/2014/main" id="{DBBC9B85-77EC-41D7-94B2-D5CF93DC23D6}"/>
                </a:ext>
              </a:extLst>
            </p:cNvPr>
            <p:cNvSpPr/>
            <p:nvPr/>
          </p:nvSpPr>
          <p:spPr>
            <a:xfrm>
              <a:off x="452517" y="3796482"/>
              <a:ext cx="507077" cy="46551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27">
              <a:extLst>
                <a:ext uri="{FF2B5EF4-FFF2-40B4-BE49-F238E27FC236}">
                  <a16:creationId xmlns:a16="http://schemas.microsoft.com/office/drawing/2014/main" id="{B852C4B1-DB66-4644-8BC5-FFC63CEA6C5D}"/>
                </a:ext>
              </a:extLst>
            </p:cNvPr>
            <p:cNvSpPr/>
            <p:nvPr/>
          </p:nvSpPr>
          <p:spPr>
            <a:xfrm>
              <a:off x="507936" y="3937778"/>
              <a:ext cx="286385" cy="250190"/>
            </a:xfrm>
            <a:custGeom>
              <a:avLst/>
              <a:gdLst/>
              <a:ahLst/>
              <a:cxnLst/>
              <a:rect l="l" t="t" r="r" b="b"/>
              <a:pathLst>
                <a:path w="286384" h="250189">
                  <a:moveTo>
                    <a:pt x="0" y="250088"/>
                  </a:moveTo>
                  <a:lnTo>
                    <a:pt x="285832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28">
              <a:extLst>
                <a:ext uri="{FF2B5EF4-FFF2-40B4-BE49-F238E27FC236}">
                  <a16:creationId xmlns:a16="http://schemas.microsoft.com/office/drawing/2014/main" id="{A94417C7-0D19-4876-A796-DF58E7607C8B}"/>
                </a:ext>
              </a:extLst>
            </p:cNvPr>
            <p:cNvSpPr/>
            <p:nvPr/>
          </p:nvSpPr>
          <p:spPr>
            <a:xfrm>
              <a:off x="693351" y="3921167"/>
              <a:ext cx="119380" cy="114935"/>
            </a:xfrm>
            <a:custGeom>
              <a:avLst/>
              <a:gdLst/>
              <a:ahLst/>
              <a:cxnLst/>
              <a:rect l="l" t="t" r="r" b="b"/>
              <a:pathLst>
                <a:path w="119380" h="114935">
                  <a:moveTo>
                    <a:pt x="108241" y="33192"/>
                  </a:moveTo>
                  <a:lnTo>
                    <a:pt x="81451" y="33192"/>
                  </a:lnTo>
                  <a:lnTo>
                    <a:pt x="58067" y="102839"/>
                  </a:lnTo>
                  <a:lnTo>
                    <a:pt x="61651" y="110032"/>
                  </a:lnTo>
                  <a:lnTo>
                    <a:pt x="74950" y="114513"/>
                  </a:lnTo>
                  <a:lnTo>
                    <a:pt x="82140" y="110916"/>
                  </a:lnTo>
                  <a:lnTo>
                    <a:pt x="84380" y="104272"/>
                  </a:lnTo>
                  <a:lnTo>
                    <a:pt x="108241" y="33192"/>
                  </a:lnTo>
                  <a:close/>
                </a:path>
                <a:path w="119380" h="114935">
                  <a:moveTo>
                    <a:pt x="119384" y="0"/>
                  </a:moveTo>
                  <a:lnTo>
                    <a:pt x="4501" y="22189"/>
                  </a:lnTo>
                  <a:lnTo>
                    <a:pt x="0" y="28834"/>
                  </a:lnTo>
                  <a:lnTo>
                    <a:pt x="1335" y="35722"/>
                  </a:lnTo>
                  <a:lnTo>
                    <a:pt x="2654" y="42611"/>
                  </a:lnTo>
                  <a:lnTo>
                    <a:pt x="9323" y="47122"/>
                  </a:lnTo>
                  <a:lnTo>
                    <a:pt x="81451" y="33192"/>
                  </a:lnTo>
                  <a:lnTo>
                    <a:pt x="108241" y="33192"/>
                  </a:lnTo>
                  <a:lnTo>
                    <a:pt x="1193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29">
              <a:extLst>
                <a:ext uri="{FF2B5EF4-FFF2-40B4-BE49-F238E27FC236}">
                  <a16:creationId xmlns:a16="http://schemas.microsoft.com/office/drawing/2014/main" id="{A9686E56-5F67-4F51-94D5-01FCEBF47933}"/>
                </a:ext>
              </a:extLst>
            </p:cNvPr>
            <p:cNvSpPr/>
            <p:nvPr/>
          </p:nvSpPr>
          <p:spPr>
            <a:xfrm>
              <a:off x="448362" y="4577873"/>
              <a:ext cx="511231" cy="209896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30">
              <a:extLst>
                <a:ext uri="{FF2B5EF4-FFF2-40B4-BE49-F238E27FC236}">
                  <a16:creationId xmlns:a16="http://schemas.microsoft.com/office/drawing/2014/main" id="{8E419E16-2DFC-4BC3-98E9-C21D77F645AA}"/>
                </a:ext>
              </a:extLst>
            </p:cNvPr>
            <p:cNvSpPr/>
            <p:nvPr/>
          </p:nvSpPr>
          <p:spPr>
            <a:xfrm>
              <a:off x="507936" y="4606967"/>
              <a:ext cx="300990" cy="1880235"/>
            </a:xfrm>
            <a:custGeom>
              <a:avLst/>
              <a:gdLst/>
              <a:ahLst/>
              <a:cxnLst/>
              <a:rect l="l" t="t" r="r" b="b"/>
              <a:pathLst>
                <a:path w="300990" h="1880235">
                  <a:moveTo>
                    <a:pt x="0" y="0"/>
                  </a:moveTo>
                  <a:lnTo>
                    <a:pt x="300822" y="1880116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31">
              <a:extLst>
                <a:ext uri="{FF2B5EF4-FFF2-40B4-BE49-F238E27FC236}">
                  <a16:creationId xmlns:a16="http://schemas.microsoft.com/office/drawing/2014/main" id="{F65F9DAC-2169-4672-8F7A-766CEBCD0A32}"/>
                </a:ext>
              </a:extLst>
            </p:cNvPr>
            <p:cNvSpPr/>
            <p:nvPr/>
          </p:nvSpPr>
          <p:spPr>
            <a:xfrm>
              <a:off x="738559" y="6390440"/>
              <a:ext cx="116839" cy="121920"/>
            </a:xfrm>
            <a:custGeom>
              <a:avLst/>
              <a:gdLst/>
              <a:ahLst/>
              <a:cxnLst/>
              <a:rect l="l" t="t" r="r" b="b"/>
              <a:pathLst>
                <a:path w="116840" h="121920">
                  <a:moveTo>
                    <a:pt x="11631" y="14154"/>
                  </a:moveTo>
                  <a:lnTo>
                    <a:pt x="786" y="23048"/>
                  </a:lnTo>
                  <a:lnTo>
                    <a:pt x="0" y="31049"/>
                  </a:lnTo>
                  <a:lnTo>
                    <a:pt x="74176" y="121526"/>
                  </a:lnTo>
                  <a:lnTo>
                    <a:pt x="93452" y="71746"/>
                  </a:lnTo>
                  <a:lnTo>
                    <a:pt x="66211" y="71746"/>
                  </a:lnTo>
                  <a:lnTo>
                    <a:pt x="19632" y="14941"/>
                  </a:lnTo>
                  <a:lnTo>
                    <a:pt x="11631" y="14154"/>
                  </a:lnTo>
                  <a:close/>
                </a:path>
                <a:path w="116840" h="121920">
                  <a:moveTo>
                    <a:pt x="100096" y="0"/>
                  </a:moveTo>
                  <a:lnTo>
                    <a:pt x="92738" y="3249"/>
                  </a:lnTo>
                  <a:lnTo>
                    <a:pt x="66211" y="71746"/>
                  </a:lnTo>
                  <a:lnTo>
                    <a:pt x="93452" y="71746"/>
                  </a:lnTo>
                  <a:lnTo>
                    <a:pt x="116418" y="12417"/>
                  </a:lnTo>
                  <a:lnTo>
                    <a:pt x="113169" y="5059"/>
                  </a:lnTo>
                  <a:lnTo>
                    <a:pt x="1000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32">
              <a:extLst>
                <a:ext uri="{FF2B5EF4-FFF2-40B4-BE49-F238E27FC236}">
                  <a16:creationId xmlns:a16="http://schemas.microsoft.com/office/drawing/2014/main" id="{7B3007FF-1CDD-4647-B716-6B4FB3F9C2D1}"/>
                </a:ext>
              </a:extLst>
            </p:cNvPr>
            <p:cNvSpPr/>
            <p:nvPr/>
          </p:nvSpPr>
          <p:spPr>
            <a:xfrm>
              <a:off x="660336" y="3692567"/>
              <a:ext cx="304800" cy="228600"/>
            </a:xfrm>
            <a:custGeom>
              <a:avLst/>
              <a:gdLst/>
              <a:ahLst/>
              <a:cxnLst/>
              <a:rect l="l" t="t" r="r" b="b"/>
              <a:pathLst>
                <a:path w="304800" h="228600">
                  <a:moveTo>
                    <a:pt x="0" y="228599"/>
                  </a:moveTo>
                  <a:lnTo>
                    <a:pt x="304799" y="228599"/>
                  </a:lnTo>
                  <a:lnTo>
                    <a:pt x="304799" y="0"/>
                  </a:lnTo>
                  <a:lnTo>
                    <a:pt x="0" y="0"/>
                  </a:lnTo>
                  <a:lnTo>
                    <a:pt x="0" y="228599"/>
                  </a:lnTo>
                  <a:close/>
                </a:path>
              </a:pathLst>
            </a:custGeom>
            <a:solidFill>
              <a:srgbClr val="C5D7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33">
              <a:extLst>
                <a:ext uri="{FF2B5EF4-FFF2-40B4-BE49-F238E27FC236}">
                  <a16:creationId xmlns:a16="http://schemas.microsoft.com/office/drawing/2014/main" id="{377A9619-BDCE-4747-AA19-A18A20FD3CD2}"/>
                </a:ext>
              </a:extLst>
            </p:cNvPr>
            <p:cNvSpPr/>
            <p:nvPr/>
          </p:nvSpPr>
          <p:spPr>
            <a:xfrm>
              <a:off x="660336" y="3006767"/>
              <a:ext cx="304800" cy="914400"/>
            </a:xfrm>
            <a:custGeom>
              <a:avLst/>
              <a:gdLst/>
              <a:ahLst/>
              <a:cxnLst/>
              <a:rect l="l" t="t" r="r" b="b"/>
              <a:pathLst>
                <a:path w="304800" h="914400">
                  <a:moveTo>
                    <a:pt x="0" y="914399"/>
                  </a:moveTo>
                  <a:lnTo>
                    <a:pt x="304799" y="914399"/>
                  </a:lnTo>
                  <a:lnTo>
                    <a:pt x="304799" y="0"/>
                  </a:lnTo>
                  <a:lnTo>
                    <a:pt x="0" y="0"/>
                  </a:lnTo>
                  <a:lnTo>
                    <a:pt x="0" y="914399"/>
                  </a:lnTo>
                  <a:close/>
                </a:path>
              </a:pathLst>
            </a:custGeom>
            <a:ln w="9524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34">
              <a:extLst>
                <a:ext uri="{FF2B5EF4-FFF2-40B4-BE49-F238E27FC236}">
                  <a16:creationId xmlns:a16="http://schemas.microsoft.com/office/drawing/2014/main" id="{6B371107-BC30-4AD4-8849-37E748F36EB1}"/>
                </a:ext>
              </a:extLst>
            </p:cNvPr>
            <p:cNvSpPr/>
            <p:nvPr/>
          </p:nvSpPr>
          <p:spPr>
            <a:xfrm>
              <a:off x="660336" y="3006767"/>
              <a:ext cx="304800" cy="228600"/>
            </a:xfrm>
            <a:custGeom>
              <a:avLst/>
              <a:gdLst/>
              <a:ahLst/>
              <a:cxnLst/>
              <a:rect l="l" t="t" r="r" b="b"/>
              <a:pathLst>
                <a:path w="304800" h="228600">
                  <a:moveTo>
                    <a:pt x="0" y="228599"/>
                  </a:moveTo>
                  <a:lnTo>
                    <a:pt x="304799" y="228599"/>
                  </a:lnTo>
                  <a:lnTo>
                    <a:pt x="304799" y="0"/>
                  </a:lnTo>
                  <a:lnTo>
                    <a:pt x="0" y="0"/>
                  </a:lnTo>
                  <a:lnTo>
                    <a:pt x="0" y="228599"/>
                  </a:lnTo>
                  <a:close/>
                </a:path>
              </a:pathLst>
            </a:custGeom>
            <a:solidFill>
              <a:srgbClr val="C5D7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35">
              <a:extLst>
                <a:ext uri="{FF2B5EF4-FFF2-40B4-BE49-F238E27FC236}">
                  <a16:creationId xmlns:a16="http://schemas.microsoft.com/office/drawing/2014/main" id="{721F41B2-38AA-46B0-B9B5-BECBA345EF90}"/>
                </a:ext>
              </a:extLst>
            </p:cNvPr>
            <p:cNvSpPr/>
            <p:nvPr/>
          </p:nvSpPr>
          <p:spPr>
            <a:xfrm>
              <a:off x="660336" y="3006767"/>
              <a:ext cx="304800" cy="228600"/>
            </a:xfrm>
            <a:custGeom>
              <a:avLst/>
              <a:gdLst/>
              <a:ahLst/>
              <a:cxnLst/>
              <a:rect l="l" t="t" r="r" b="b"/>
              <a:pathLst>
                <a:path w="304800" h="228600">
                  <a:moveTo>
                    <a:pt x="0" y="228599"/>
                  </a:moveTo>
                  <a:lnTo>
                    <a:pt x="304799" y="228599"/>
                  </a:lnTo>
                  <a:lnTo>
                    <a:pt x="304799" y="0"/>
                  </a:lnTo>
                  <a:lnTo>
                    <a:pt x="0" y="0"/>
                  </a:lnTo>
                  <a:lnTo>
                    <a:pt x="0" y="228599"/>
                  </a:lnTo>
                  <a:close/>
                </a:path>
              </a:pathLst>
            </a:custGeom>
            <a:ln w="9524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36">
              <a:extLst>
                <a:ext uri="{FF2B5EF4-FFF2-40B4-BE49-F238E27FC236}">
                  <a16:creationId xmlns:a16="http://schemas.microsoft.com/office/drawing/2014/main" id="{2872FC4C-43AE-403E-89D7-2182C7971400}"/>
                </a:ext>
              </a:extLst>
            </p:cNvPr>
            <p:cNvSpPr/>
            <p:nvPr/>
          </p:nvSpPr>
          <p:spPr>
            <a:xfrm>
              <a:off x="660336" y="3235367"/>
              <a:ext cx="304800" cy="228600"/>
            </a:xfrm>
            <a:custGeom>
              <a:avLst/>
              <a:gdLst/>
              <a:ahLst/>
              <a:cxnLst/>
              <a:rect l="l" t="t" r="r" b="b"/>
              <a:pathLst>
                <a:path w="304800" h="228600">
                  <a:moveTo>
                    <a:pt x="0" y="228599"/>
                  </a:moveTo>
                  <a:lnTo>
                    <a:pt x="304799" y="228599"/>
                  </a:lnTo>
                  <a:lnTo>
                    <a:pt x="304799" y="0"/>
                  </a:lnTo>
                  <a:lnTo>
                    <a:pt x="0" y="0"/>
                  </a:lnTo>
                  <a:lnTo>
                    <a:pt x="0" y="228599"/>
                  </a:lnTo>
                  <a:close/>
                </a:path>
              </a:pathLst>
            </a:custGeom>
            <a:solidFill>
              <a:srgbClr val="C5D7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37">
              <a:extLst>
                <a:ext uri="{FF2B5EF4-FFF2-40B4-BE49-F238E27FC236}">
                  <a16:creationId xmlns:a16="http://schemas.microsoft.com/office/drawing/2014/main" id="{2B845532-2AFC-4A0A-A62C-8E7A698D1709}"/>
                </a:ext>
              </a:extLst>
            </p:cNvPr>
            <p:cNvSpPr/>
            <p:nvPr/>
          </p:nvSpPr>
          <p:spPr>
            <a:xfrm>
              <a:off x="660336" y="3235367"/>
              <a:ext cx="304800" cy="228600"/>
            </a:xfrm>
            <a:custGeom>
              <a:avLst/>
              <a:gdLst/>
              <a:ahLst/>
              <a:cxnLst/>
              <a:rect l="l" t="t" r="r" b="b"/>
              <a:pathLst>
                <a:path w="304800" h="228600">
                  <a:moveTo>
                    <a:pt x="0" y="228599"/>
                  </a:moveTo>
                  <a:lnTo>
                    <a:pt x="304799" y="228599"/>
                  </a:lnTo>
                  <a:lnTo>
                    <a:pt x="304799" y="0"/>
                  </a:lnTo>
                  <a:lnTo>
                    <a:pt x="0" y="0"/>
                  </a:lnTo>
                  <a:lnTo>
                    <a:pt x="0" y="228599"/>
                  </a:lnTo>
                  <a:close/>
                </a:path>
              </a:pathLst>
            </a:custGeom>
            <a:ln w="9524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38">
              <a:extLst>
                <a:ext uri="{FF2B5EF4-FFF2-40B4-BE49-F238E27FC236}">
                  <a16:creationId xmlns:a16="http://schemas.microsoft.com/office/drawing/2014/main" id="{E40E75E9-FF0E-46F9-A6CB-4BD3EDAD4292}"/>
                </a:ext>
              </a:extLst>
            </p:cNvPr>
            <p:cNvSpPr/>
            <p:nvPr/>
          </p:nvSpPr>
          <p:spPr>
            <a:xfrm>
              <a:off x="660336" y="3463967"/>
              <a:ext cx="304800" cy="228600"/>
            </a:xfrm>
            <a:custGeom>
              <a:avLst/>
              <a:gdLst/>
              <a:ahLst/>
              <a:cxnLst/>
              <a:rect l="l" t="t" r="r" b="b"/>
              <a:pathLst>
                <a:path w="304800" h="228600">
                  <a:moveTo>
                    <a:pt x="0" y="228599"/>
                  </a:moveTo>
                  <a:lnTo>
                    <a:pt x="304799" y="228599"/>
                  </a:lnTo>
                  <a:lnTo>
                    <a:pt x="304799" y="0"/>
                  </a:lnTo>
                  <a:lnTo>
                    <a:pt x="0" y="0"/>
                  </a:lnTo>
                  <a:lnTo>
                    <a:pt x="0" y="228599"/>
                  </a:lnTo>
                  <a:close/>
                </a:path>
              </a:pathLst>
            </a:custGeom>
            <a:solidFill>
              <a:srgbClr val="C5D7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39">
              <a:extLst>
                <a:ext uri="{FF2B5EF4-FFF2-40B4-BE49-F238E27FC236}">
                  <a16:creationId xmlns:a16="http://schemas.microsoft.com/office/drawing/2014/main" id="{043BFBAE-7495-4C68-A061-2BD93A115CA9}"/>
                </a:ext>
              </a:extLst>
            </p:cNvPr>
            <p:cNvSpPr/>
            <p:nvPr/>
          </p:nvSpPr>
          <p:spPr>
            <a:xfrm>
              <a:off x="660336" y="3463967"/>
              <a:ext cx="304800" cy="228600"/>
            </a:xfrm>
            <a:custGeom>
              <a:avLst/>
              <a:gdLst/>
              <a:ahLst/>
              <a:cxnLst/>
              <a:rect l="l" t="t" r="r" b="b"/>
              <a:pathLst>
                <a:path w="304800" h="228600">
                  <a:moveTo>
                    <a:pt x="0" y="228599"/>
                  </a:moveTo>
                  <a:lnTo>
                    <a:pt x="304799" y="228599"/>
                  </a:lnTo>
                  <a:lnTo>
                    <a:pt x="304799" y="0"/>
                  </a:lnTo>
                  <a:lnTo>
                    <a:pt x="0" y="0"/>
                  </a:lnTo>
                  <a:lnTo>
                    <a:pt x="0" y="228599"/>
                  </a:lnTo>
                  <a:close/>
                </a:path>
              </a:pathLst>
            </a:custGeom>
            <a:ln w="9524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40">
              <a:extLst>
                <a:ext uri="{FF2B5EF4-FFF2-40B4-BE49-F238E27FC236}">
                  <a16:creationId xmlns:a16="http://schemas.microsoft.com/office/drawing/2014/main" id="{6A4E4B59-B1A2-4D63-AC87-331DC137C03A}"/>
                </a:ext>
              </a:extLst>
            </p:cNvPr>
            <p:cNvSpPr/>
            <p:nvPr/>
          </p:nvSpPr>
          <p:spPr>
            <a:xfrm>
              <a:off x="812736" y="6283367"/>
              <a:ext cx="304800" cy="228600"/>
            </a:xfrm>
            <a:custGeom>
              <a:avLst/>
              <a:gdLst/>
              <a:ahLst/>
              <a:cxnLst/>
              <a:rect l="l" t="t" r="r" b="b"/>
              <a:pathLst>
                <a:path w="304800" h="228600">
                  <a:moveTo>
                    <a:pt x="0" y="228599"/>
                  </a:moveTo>
                  <a:lnTo>
                    <a:pt x="304799" y="228599"/>
                  </a:lnTo>
                  <a:lnTo>
                    <a:pt x="304799" y="0"/>
                  </a:lnTo>
                  <a:lnTo>
                    <a:pt x="0" y="0"/>
                  </a:lnTo>
                  <a:lnTo>
                    <a:pt x="0" y="228599"/>
                  </a:lnTo>
                  <a:close/>
                </a:path>
              </a:pathLst>
            </a:custGeom>
            <a:solidFill>
              <a:srgbClr val="C5D7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41">
              <a:extLst>
                <a:ext uri="{FF2B5EF4-FFF2-40B4-BE49-F238E27FC236}">
                  <a16:creationId xmlns:a16="http://schemas.microsoft.com/office/drawing/2014/main" id="{CBB4FE12-54D9-4AC6-8611-C79884379820}"/>
                </a:ext>
              </a:extLst>
            </p:cNvPr>
            <p:cNvSpPr/>
            <p:nvPr/>
          </p:nvSpPr>
          <p:spPr>
            <a:xfrm>
              <a:off x="812736" y="5597567"/>
              <a:ext cx="304800" cy="914400"/>
            </a:xfrm>
            <a:custGeom>
              <a:avLst/>
              <a:gdLst/>
              <a:ahLst/>
              <a:cxnLst/>
              <a:rect l="l" t="t" r="r" b="b"/>
              <a:pathLst>
                <a:path w="304800" h="914400">
                  <a:moveTo>
                    <a:pt x="0" y="914399"/>
                  </a:moveTo>
                  <a:lnTo>
                    <a:pt x="304799" y="914399"/>
                  </a:lnTo>
                  <a:lnTo>
                    <a:pt x="304799" y="0"/>
                  </a:lnTo>
                  <a:lnTo>
                    <a:pt x="0" y="0"/>
                  </a:lnTo>
                  <a:lnTo>
                    <a:pt x="0" y="914399"/>
                  </a:lnTo>
                  <a:close/>
                </a:path>
              </a:pathLst>
            </a:custGeom>
            <a:ln w="9524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42">
              <a:extLst>
                <a:ext uri="{FF2B5EF4-FFF2-40B4-BE49-F238E27FC236}">
                  <a16:creationId xmlns:a16="http://schemas.microsoft.com/office/drawing/2014/main" id="{EFF64E56-6886-4080-BD5B-023EEB7D0941}"/>
                </a:ext>
              </a:extLst>
            </p:cNvPr>
            <p:cNvSpPr/>
            <p:nvPr/>
          </p:nvSpPr>
          <p:spPr>
            <a:xfrm>
              <a:off x="812736" y="5597567"/>
              <a:ext cx="304800" cy="228600"/>
            </a:xfrm>
            <a:custGeom>
              <a:avLst/>
              <a:gdLst/>
              <a:ahLst/>
              <a:cxnLst/>
              <a:rect l="l" t="t" r="r" b="b"/>
              <a:pathLst>
                <a:path w="304800" h="228600">
                  <a:moveTo>
                    <a:pt x="0" y="228599"/>
                  </a:moveTo>
                  <a:lnTo>
                    <a:pt x="304799" y="228599"/>
                  </a:lnTo>
                  <a:lnTo>
                    <a:pt x="304799" y="0"/>
                  </a:lnTo>
                  <a:lnTo>
                    <a:pt x="0" y="0"/>
                  </a:lnTo>
                  <a:lnTo>
                    <a:pt x="0" y="228599"/>
                  </a:lnTo>
                  <a:close/>
                </a:path>
              </a:pathLst>
            </a:custGeom>
            <a:solidFill>
              <a:srgbClr val="C5D7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43">
              <a:extLst>
                <a:ext uri="{FF2B5EF4-FFF2-40B4-BE49-F238E27FC236}">
                  <a16:creationId xmlns:a16="http://schemas.microsoft.com/office/drawing/2014/main" id="{72CCF687-810F-4740-B072-B585FD85A2A2}"/>
                </a:ext>
              </a:extLst>
            </p:cNvPr>
            <p:cNvSpPr/>
            <p:nvPr/>
          </p:nvSpPr>
          <p:spPr>
            <a:xfrm>
              <a:off x="812736" y="5597567"/>
              <a:ext cx="304800" cy="228600"/>
            </a:xfrm>
            <a:custGeom>
              <a:avLst/>
              <a:gdLst/>
              <a:ahLst/>
              <a:cxnLst/>
              <a:rect l="l" t="t" r="r" b="b"/>
              <a:pathLst>
                <a:path w="304800" h="228600">
                  <a:moveTo>
                    <a:pt x="0" y="228599"/>
                  </a:moveTo>
                  <a:lnTo>
                    <a:pt x="304799" y="228599"/>
                  </a:lnTo>
                  <a:lnTo>
                    <a:pt x="304799" y="0"/>
                  </a:lnTo>
                  <a:lnTo>
                    <a:pt x="0" y="0"/>
                  </a:lnTo>
                  <a:lnTo>
                    <a:pt x="0" y="228599"/>
                  </a:lnTo>
                  <a:close/>
                </a:path>
              </a:pathLst>
            </a:custGeom>
            <a:ln w="9524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44">
              <a:extLst>
                <a:ext uri="{FF2B5EF4-FFF2-40B4-BE49-F238E27FC236}">
                  <a16:creationId xmlns:a16="http://schemas.microsoft.com/office/drawing/2014/main" id="{031102FC-B71F-43F1-BD3C-60464ABB5E43}"/>
                </a:ext>
              </a:extLst>
            </p:cNvPr>
            <p:cNvSpPr/>
            <p:nvPr/>
          </p:nvSpPr>
          <p:spPr>
            <a:xfrm>
              <a:off x="812736" y="5826167"/>
              <a:ext cx="304800" cy="228600"/>
            </a:xfrm>
            <a:custGeom>
              <a:avLst/>
              <a:gdLst/>
              <a:ahLst/>
              <a:cxnLst/>
              <a:rect l="l" t="t" r="r" b="b"/>
              <a:pathLst>
                <a:path w="304800" h="228600">
                  <a:moveTo>
                    <a:pt x="0" y="228599"/>
                  </a:moveTo>
                  <a:lnTo>
                    <a:pt x="304799" y="228599"/>
                  </a:lnTo>
                  <a:lnTo>
                    <a:pt x="304799" y="0"/>
                  </a:lnTo>
                  <a:lnTo>
                    <a:pt x="0" y="0"/>
                  </a:lnTo>
                  <a:lnTo>
                    <a:pt x="0" y="228599"/>
                  </a:lnTo>
                  <a:close/>
                </a:path>
              </a:pathLst>
            </a:custGeom>
            <a:solidFill>
              <a:srgbClr val="C5D7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45">
              <a:extLst>
                <a:ext uri="{FF2B5EF4-FFF2-40B4-BE49-F238E27FC236}">
                  <a16:creationId xmlns:a16="http://schemas.microsoft.com/office/drawing/2014/main" id="{474C9CC1-1A3E-4A54-AF72-D5A3B6000820}"/>
                </a:ext>
              </a:extLst>
            </p:cNvPr>
            <p:cNvSpPr/>
            <p:nvPr/>
          </p:nvSpPr>
          <p:spPr>
            <a:xfrm>
              <a:off x="812736" y="5826167"/>
              <a:ext cx="304800" cy="228600"/>
            </a:xfrm>
            <a:custGeom>
              <a:avLst/>
              <a:gdLst/>
              <a:ahLst/>
              <a:cxnLst/>
              <a:rect l="l" t="t" r="r" b="b"/>
              <a:pathLst>
                <a:path w="304800" h="228600">
                  <a:moveTo>
                    <a:pt x="0" y="228599"/>
                  </a:moveTo>
                  <a:lnTo>
                    <a:pt x="304799" y="228599"/>
                  </a:lnTo>
                  <a:lnTo>
                    <a:pt x="304799" y="0"/>
                  </a:lnTo>
                  <a:lnTo>
                    <a:pt x="0" y="0"/>
                  </a:lnTo>
                  <a:lnTo>
                    <a:pt x="0" y="228599"/>
                  </a:lnTo>
                  <a:close/>
                </a:path>
              </a:pathLst>
            </a:custGeom>
            <a:ln w="9524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46">
              <a:extLst>
                <a:ext uri="{FF2B5EF4-FFF2-40B4-BE49-F238E27FC236}">
                  <a16:creationId xmlns:a16="http://schemas.microsoft.com/office/drawing/2014/main" id="{59899959-5653-450A-9337-D8CB758BA26C}"/>
                </a:ext>
              </a:extLst>
            </p:cNvPr>
            <p:cNvSpPr/>
            <p:nvPr/>
          </p:nvSpPr>
          <p:spPr>
            <a:xfrm>
              <a:off x="812736" y="6054767"/>
              <a:ext cx="304800" cy="228600"/>
            </a:xfrm>
            <a:custGeom>
              <a:avLst/>
              <a:gdLst/>
              <a:ahLst/>
              <a:cxnLst/>
              <a:rect l="l" t="t" r="r" b="b"/>
              <a:pathLst>
                <a:path w="304800" h="228600">
                  <a:moveTo>
                    <a:pt x="0" y="228599"/>
                  </a:moveTo>
                  <a:lnTo>
                    <a:pt x="304799" y="228599"/>
                  </a:lnTo>
                  <a:lnTo>
                    <a:pt x="304799" y="0"/>
                  </a:lnTo>
                  <a:lnTo>
                    <a:pt x="0" y="0"/>
                  </a:lnTo>
                  <a:lnTo>
                    <a:pt x="0" y="228599"/>
                  </a:lnTo>
                  <a:close/>
                </a:path>
              </a:pathLst>
            </a:custGeom>
            <a:solidFill>
              <a:srgbClr val="C5D7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47">
              <a:extLst>
                <a:ext uri="{FF2B5EF4-FFF2-40B4-BE49-F238E27FC236}">
                  <a16:creationId xmlns:a16="http://schemas.microsoft.com/office/drawing/2014/main" id="{C1DC1EEC-0F6C-4DB7-99A1-E94849D662E9}"/>
                </a:ext>
              </a:extLst>
            </p:cNvPr>
            <p:cNvSpPr/>
            <p:nvPr/>
          </p:nvSpPr>
          <p:spPr>
            <a:xfrm>
              <a:off x="812736" y="6054767"/>
              <a:ext cx="304800" cy="228600"/>
            </a:xfrm>
            <a:custGeom>
              <a:avLst/>
              <a:gdLst/>
              <a:ahLst/>
              <a:cxnLst/>
              <a:rect l="l" t="t" r="r" b="b"/>
              <a:pathLst>
                <a:path w="304800" h="228600">
                  <a:moveTo>
                    <a:pt x="0" y="228599"/>
                  </a:moveTo>
                  <a:lnTo>
                    <a:pt x="304799" y="228599"/>
                  </a:lnTo>
                  <a:lnTo>
                    <a:pt x="304799" y="0"/>
                  </a:lnTo>
                  <a:lnTo>
                    <a:pt x="0" y="0"/>
                  </a:lnTo>
                  <a:lnTo>
                    <a:pt x="0" y="228599"/>
                  </a:lnTo>
                  <a:close/>
                </a:path>
              </a:pathLst>
            </a:custGeom>
            <a:ln w="9524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48">
              <a:extLst>
                <a:ext uri="{FF2B5EF4-FFF2-40B4-BE49-F238E27FC236}">
                  <a16:creationId xmlns:a16="http://schemas.microsoft.com/office/drawing/2014/main" id="{7FBF2E7F-183C-43EB-890D-DA690507056C}"/>
                </a:ext>
              </a:extLst>
            </p:cNvPr>
            <p:cNvSpPr/>
            <p:nvPr/>
          </p:nvSpPr>
          <p:spPr>
            <a:xfrm>
              <a:off x="1063504" y="6323545"/>
              <a:ext cx="507077" cy="43226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49">
              <a:extLst>
                <a:ext uri="{FF2B5EF4-FFF2-40B4-BE49-F238E27FC236}">
                  <a16:creationId xmlns:a16="http://schemas.microsoft.com/office/drawing/2014/main" id="{AD11A575-5989-41B4-BA22-29032A724D89}"/>
                </a:ext>
              </a:extLst>
            </p:cNvPr>
            <p:cNvSpPr/>
            <p:nvPr/>
          </p:nvSpPr>
          <p:spPr>
            <a:xfrm>
              <a:off x="1117536" y="6359567"/>
              <a:ext cx="285115" cy="213995"/>
            </a:xfrm>
            <a:custGeom>
              <a:avLst/>
              <a:gdLst/>
              <a:ahLst/>
              <a:cxnLst/>
              <a:rect l="l" t="t" r="r" b="b"/>
              <a:pathLst>
                <a:path w="285114" h="213995">
                  <a:moveTo>
                    <a:pt x="0" y="0"/>
                  </a:moveTo>
                  <a:lnTo>
                    <a:pt x="284631" y="213478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50">
              <a:extLst>
                <a:ext uri="{FF2B5EF4-FFF2-40B4-BE49-F238E27FC236}">
                  <a16:creationId xmlns:a16="http://schemas.microsoft.com/office/drawing/2014/main" id="{1093B4F2-5275-42BD-9C01-A45EB10B7BEC}"/>
                </a:ext>
              </a:extLst>
            </p:cNvPr>
            <p:cNvSpPr/>
            <p:nvPr/>
          </p:nvSpPr>
          <p:spPr>
            <a:xfrm>
              <a:off x="1301117" y="6477332"/>
              <a:ext cx="121285" cy="111125"/>
            </a:xfrm>
            <a:custGeom>
              <a:avLst/>
              <a:gdLst/>
              <a:ahLst/>
              <a:cxnLst/>
              <a:rect l="l" t="t" r="r" b="b"/>
              <a:pathLst>
                <a:path w="121285" h="111125">
                  <a:moveTo>
                    <a:pt x="7918" y="72127"/>
                  </a:moveTo>
                  <a:lnTo>
                    <a:pt x="1621" y="77114"/>
                  </a:lnTo>
                  <a:lnTo>
                    <a:pt x="0" y="91058"/>
                  </a:lnTo>
                  <a:lnTo>
                    <a:pt x="4989" y="97356"/>
                  </a:lnTo>
                  <a:lnTo>
                    <a:pt x="121218" y="110834"/>
                  </a:lnTo>
                  <a:lnTo>
                    <a:pt x="108459" y="80592"/>
                  </a:lnTo>
                  <a:lnTo>
                    <a:pt x="80893" y="80592"/>
                  </a:lnTo>
                  <a:lnTo>
                    <a:pt x="7918" y="72127"/>
                  </a:lnTo>
                  <a:close/>
                </a:path>
                <a:path w="121285" h="111125">
                  <a:moveTo>
                    <a:pt x="68296" y="0"/>
                  </a:moveTo>
                  <a:lnTo>
                    <a:pt x="55366" y="5452"/>
                  </a:lnTo>
                  <a:lnTo>
                    <a:pt x="52340" y="12905"/>
                  </a:lnTo>
                  <a:lnTo>
                    <a:pt x="80893" y="80592"/>
                  </a:lnTo>
                  <a:lnTo>
                    <a:pt x="108459" y="80592"/>
                  </a:lnTo>
                  <a:lnTo>
                    <a:pt x="75736" y="3035"/>
                  </a:lnTo>
                  <a:lnTo>
                    <a:pt x="682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8613920-233A-655F-9792-02CCC28C4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2546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3051278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  <p:bldP spid="12" grpId="0" animBg="1"/>
      <p:bldP spid="15" grpId="0"/>
      <p:bldP spid="16" grpId="0"/>
      <p:bldP spid="17" grpId="0"/>
      <p:bldP spid="18" grpId="0" animBg="1"/>
      <p:bldP spid="20" grpId="0" animBg="1"/>
      <p:bldP spid="22" grpId="0"/>
      <p:bldP spid="23" grpId="0" animBg="1"/>
      <p:bldP spid="2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172881" y="1551478"/>
            <a:ext cx="4167654" cy="427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081" defTabSz="941832">
              <a:spcBef>
                <a:spcPts val="134"/>
              </a:spcBef>
            </a:pPr>
            <a:r>
              <a:rPr lang="en-US" sz="2575" kern="1200" spc="10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H/W:</a:t>
            </a:r>
            <a:r>
              <a:rPr lang="en-US" sz="2575" kern="1200" spc="-21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 </a:t>
            </a:r>
            <a:r>
              <a:rPr lang="en-US" sz="2575" kern="1200" spc="-10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for</a:t>
            </a:r>
            <a:r>
              <a:rPr lang="en-US" sz="2575" kern="1200" spc="5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 </a:t>
            </a:r>
            <a:r>
              <a:rPr lang="en-US" sz="2575" kern="1200" spc="15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each</a:t>
            </a:r>
            <a:r>
              <a:rPr lang="en-US" sz="2575" kern="1200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 </a:t>
            </a:r>
            <a:r>
              <a:rPr lang="en-US" sz="2575" kern="1200" spc="21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mem</a:t>
            </a:r>
            <a:r>
              <a:rPr lang="en-US" sz="2575" kern="1200" spc="-5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 reference:</a:t>
            </a:r>
            <a:endParaRPr lang="en-US" sz="25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72881" y="5070949"/>
            <a:ext cx="7231932" cy="7349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081" defTabSz="941832">
              <a:spcBef>
                <a:spcPts val="134"/>
              </a:spcBef>
            </a:pPr>
            <a:r>
              <a:rPr lang="en-US" sz="2575" kern="1200" spc="15" dirty="0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Which</a:t>
            </a:r>
            <a:r>
              <a:rPr lang="en-US" sz="2575" kern="1200" spc="-10" dirty="0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 </a:t>
            </a:r>
            <a:r>
              <a:rPr lang="en-US" sz="2575" kern="1200" dirty="0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Steps </a:t>
            </a:r>
            <a:r>
              <a:rPr lang="en-US" sz="2575" kern="1200" spc="-5" dirty="0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are</a:t>
            </a:r>
            <a:r>
              <a:rPr lang="en-US" sz="2575" kern="1200" spc="21" dirty="0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 </a:t>
            </a:r>
            <a:r>
              <a:rPr lang="en-US" sz="2575" kern="1200" dirty="0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expensive?</a:t>
            </a:r>
          </a:p>
          <a:p>
            <a:pPr defTabSz="941832">
              <a:spcBef>
                <a:spcPts val="57"/>
              </a:spcBef>
            </a:pPr>
            <a:endParaRPr lang="en-US" sz="2009" kern="1200" dirty="0">
              <a:solidFill>
                <a:schemeClr val="tx1"/>
              </a:solidFill>
              <a:latin typeface="Calibri"/>
              <a:ea typeface="+mn-ea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613706" y="643466"/>
            <a:ext cx="4327163" cy="722402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3081" defTabSz="941832">
              <a:lnSpc>
                <a:spcPct val="100000"/>
              </a:lnSpc>
              <a:spcBef>
                <a:spcPts val="98"/>
              </a:spcBef>
            </a:pPr>
            <a:r>
              <a:rPr lang="en-IN" sz="4532" kern="1200" spc="-3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Translation</a:t>
            </a:r>
            <a:r>
              <a:rPr lang="en-IN" sz="4532" kern="1200" spc="-26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IN" sz="4532" kern="1200" spc="-1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Steps</a:t>
            </a:r>
            <a:endParaRPr lang="en-IN" spc="-10"/>
          </a:p>
        </p:txBody>
      </p:sp>
      <p:sp>
        <p:nvSpPr>
          <p:cNvPr id="7" name="object 7"/>
          <p:cNvSpPr txBox="1"/>
          <p:nvPr/>
        </p:nvSpPr>
        <p:spPr>
          <a:xfrm>
            <a:off x="2496379" y="2492974"/>
            <a:ext cx="536529" cy="214976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3081" defTabSz="941832">
              <a:spcBef>
                <a:spcPts val="117"/>
              </a:spcBef>
            </a:pPr>
            <a:r>
              <a:rPr lang="en-IN" sz="1288" kern="1200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(cheap)</a:t>
            </a:r>
            <a:endParaRPr lang="en-IN" sz="12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96379" y="2900841"/>
            <a:ext cx="536529" cy="214976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3081" defTabSz="941832">
              <a:spcBef>
                <a:spcPts val="117"/>
              </a:spcBef>
            </a:pPr>
            <a:r>
              <a:rPr lang="en-IN" sz="1288" kern="1200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(cheap)</a:t>
            </a:r>
            <a:endParaRPr lang="en-IN" sz="12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96379" y="3697858"/>
            <a:ext cx="536529" cy="214976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3081" defTabSz="941832">
              <a:spcBef>
                <a:spcPts val="117"/>
              </a:spcBef>
            </a:pPr>
            <a:r>
              <a:rPr lang="en-IN" sz="1288" kern="1200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(cheap)</a:t>
            </a:r>
            <a:endParaRPr lang="en-IN" sz="12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96379" y="4068813"/>
            <a:ext cx="536529" cy="214976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3081" defTabSz="941832">
              <a:spcBef>
                <a:spcPts val="117"/>
              </a:spcBef>
            </a:pPr>
            <a:r>
              <a:rPr lang="en-IN" sz="1288" kern="1200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(cheap)</a:t>
            </a:r>
            <a:endParaRPr lang="en-IN" sz="12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33258" y="3271535"/>
            <a:ext cx="799520" cy="214976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3081" defTabSz="941832">
              <a:spcBef>
                <a:spcPts val="117"/>
              </a:spcBef>
            </a:pPr>
            <a:r>
              <a:rPr lang="en-IN" sz="1288" kern="1200">
                <a:solidFill>
                  <a:srgbClr val="921F07"/>
                </a:solidFill>
                <a:latin typeface="Calibri"/>
                <a:ea typeface="+mn-ea"/>
                <a:cs typeface="Calibri"/>
              </a:rPr>
              <a:t>(expensive)</a:t>
            </a:r>
            <a:endParaRPr lang="en-IN" sz="12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33258" y="4476680"/>
            <a:ext cx="799520" cy="214976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3081" defTabSz="941832">
              <a:spcBef>
                <a:spcPts val="117"/>
              </a:spcBef>
            </a:pPr>
            <a:r>
              <a:rPr lang="en-IN" sz="1288" kern="1200" spc="-5">
                <a:solidFill>
                  <a:srgbClr val="921F07"/>
                </a:solidFill>
                <a:latin typeface="Calibri"/>
                <a:ea typeface="+mn-ea"/>
                <a:cs typeface="Calibri"/>
              </a:rPr>
              <a:t>(</a:t>
            </a:r>
            <a:r>
              <a:rPr lang="en-IN" sz="1288" kern="1200" spc="-15">
                <a:solidFill>
                  <a:srgbClr val="921F07"/>
                </a:solidFill>
                <a:latin typeface="Calibri"/>
                <a:ea typeface="+mn-ea"/>
                <a:cs typeface="Calibri"/>
              </a:rPr>
              <a:t>e</a:t>
            </a:r>
            <a:r>
              <a:rPr lang="en-IN" sz="1288" kern="1200">
                <a:solidFill>
                  <a:srgbClr val="921F07"/>
                </a:solidFill>
                <a:latin typeface="Calibri"/>
                <a:ea typeface="+mn-ea"/>
                <a:cs typeface="Calibri"/>
              </a:rPr>
              <a:t>xpensi</a:t>
            </a:r>
            <a:r>
              <a:rPr lang="en-IN" sz="1288" kern="1200" spc="-10">
                <a:solidFill>
                  <a:srgbClr val="921F07"/>
                </a:solidFill>
                <a:latin typeface="Calibri"/>
                <a:ea typeface="+mn-ea"/>
                <a:cs typeface="Calibri"/>
              </a:rPr>
              <a:t>v</a:t>
            </a:r>
            <a:r>
              <a:rPr lang="en-IN" sz="1288" kern="1200" spc="5">
                <a:solidFill>
                  <a:srgbClr val="921F07"/>
                </a:solidFill>
                <a:latin typeface="Calibri"/>
                <a:ea typeface="+mn-ea"/>
                <a:cs typeface="Calibri"/>
              </a:rPr>
              <a:t>e)</a:t>
            </a:r>
            <a:endParaRPr lang="en-IN" sz="1250">
              <a:latin typeface="Calibri"/>
              <a:cs typeface="Calibri"/>
            </a:endParaRP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1CDC1AE6-0C52-ED3E-0A87-50B9B192A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2546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  <p:graphicFrame>
        <p:nvGraphicFramePr>
          <p:cNvPr id="15" name="object 4">
            <a:extLst>
              <a:ext uri="{FF2B5EF4-FFF2-40B4-BE49-F238E27FC236}">
                <a16:creationId xmlns:a16="http://schemas.microsoft.com/office/drawing/2014/main" id="{96EEBC21-AC2B-B52C-560C-ABB301C61B75}"/>
              </a:ext>
            </a:extLst>
          </p:cNvPr>
          <p:cNvGraphicFramePr/>
          <p:nvPr/>
        </p:nvGraphicFramePr>
        <p:xfrm>
          <a:off x="3122023" y="2354557"/>
          <a:ext cx="6897096" cy="2428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2354C-930B-4E27-8B47-964340A75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We Cache Translations too?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EF4F95-F826-4D6D-B867-391783AA6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15</a:t>
            </a:fld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DA2AB50-0C91-4EF0-A69F-4974ECC4C06D}"/>
              </a:ext>
            </a:extLst>
          </p:cNvPr>
          <p:cNvSpPr/>
          <p:nvPr/>
        </p:nvSpPr>
        <p:spPr>
          <a:xfrm>
            <a:off x="3662653" y="2116760"/>
            <a:ext cx="2980640" cy="1884372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F77D25D6-A28F-42BE-A763-AD812328675C}"/>
              </a:ext>
            </a:extLst>
          </p:cNvPr>
          <p:cNvSpPr/>
          <p:nvPr/>
        </p:nvSpPr>
        <p:spPr>
          <a:xfrm>
            <a:off x="4048562" y="2367086"/>
            <a:ext cx="2199577" cy="425157"/>
          </a:xfrm>
          <a:prstGeom prst="roundRect">
            <a:avLst/>
          </a:prstGeom>
          <a:solidFill>
            <a:schemeClr val="bg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VP       PP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574BF73-9AD2-4B3E-89DB-68523BCD3100}"/>
              </a:ext>
            </a:extLst>
          </p:cNvPr>
          <p:cNvCxnSpPr>
            <a:cxnSpLocks/>
            <a:stCxn id="7" idx="0"/>
            <a:endCxn id="7" idx="2"/>
          </p:cNvCxnSpPr>
          <p:nvPr/>
        </p:nvCxnSpPr>
        <p:spPr>
          <a:xfrm>
            <a:off x="5148351" y="2367086"/>
            <a:ext cx="0" cy="42515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54265B4-73F0-4C68-9816-BFB147AD1EFE}"/>
              </a:ext>
            </a:extLst>
          </p:cNvPr>
          <p:cNvSpPr/>
          <p:nvPr/>
        </p:nvSpPr>
        <p:spPr>
          <a:xfrm>
            <a:off x="4048562" y="2784461"/>
            <a:ext cx="2199577" cy="390663"/>
          </a:xfrm>
          <a:prstGeom prst="roundRect">
            <a:avLst/>
          </a:prstGeom>
          <a:solidFill>
            <a:schemeClr val="bg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A9830C-5B3D-4B67-960B-08D0E87B2C27}"/>
              </a:ext>
            </a:extLst>
          </p:cNvPr>
          <p:cNvCxnSpPr>
            <a:cxnSpLocks/>
          </p:cNvCxnSpPr>
          <p:nvPr/>
        </p:nvCxnSpPr>
        <p:spPr>
          <a:xfrm>
            <a:off x="5148350" y="2749967"/>
            <a:ext cx="0" cy="42515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10895F0-D6ED-44E7-B484-A996844A34A0}"/>
              </a:ext>
            </a:extLst>
          </p:cNvPr>
          <p:cNvSpPr txBox="1"/>
          <p:nvPr/>
        </p:nvSpPr>
        <p:spPr>
          <a:xfrm>
            <a:off x="4540922" y="2715249"/>
            <a:ext cx="370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182904-EA07-4909-9CE4-1E7B92E46C88}"/>
              </a:ext>
            </a:extLst>
          </p:cNvPr>
          <p:cNvSpPr txBox="1"/>
          <p:nvPr/>
        </p:nvSpPr>
        <p:spPr>
          <a:xfrm>
            <a:off x="5453610" y="2703668"/>
            <a:ext cx="359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Y</a:t>
            </a:r>
          </a:p>
        </p:txBody>
      </p:sp>
      <p:sp>
        <p:nvSpPr>
          <p:cNvPr id="13" name="Rounded Rectangle 8">
            <a:extLst>
              <a:ext uri="{FF2B5EF4-FFF2-40B4-BE49-F238E27FC236}">
                <a16:creationId xmlns:a16="http://schemas.microsoft.com/office/drawing/2014/main" id="{1C540038-8C21-4B64-A87D-950DFD59488D}"/>
              </a:ext>
            </a:extLst>
          </p:cNvPr>
          <p:cNvSpPr/>
          <p:nvPr/>
        </p:nvSpPr>
        <p:spPr>
          <a:xfrm>
            <a:off x="4048561" y="3175124"/>
            <a:ext cx="2199577" cy="390663"/>
          </a:xfrm>
          <a:prstGeom prst="roundRect">
            <a:avLst/>
          </a:prstGeom>
          <a:solidFill>
            <a:schemeClr val="bg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FE5BCBC-109E-4427-A1B6-2AFEEE261455}"/>
              </a:ext>
            </a:extLst>
          </p:cNvPr>
          <p:cNvCxnSpPr>
            <a:cxnSpLocks/>
          </p:cNvCxnSpPr>
          <p:nvPr/>
        </p:nvCxnSpPr>
        <p:spPr>
          <a:xfrm>
            <a:off x="5148349" y="3140630"/>
            <a:ext cx="0" cy="42515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B8BBE1E-7718-428C-8F27-C2FF3643081D}"/>
              </a:ext>
            </a:extLst>
          </p:cNvPr>
          <p:cNvSpPr txBox="1"/>
          <p:nvPr/>
        </p:nvSpPr>
        <p:spPr>
          <a:xfrm>
            <a:off x="4540921" y="3105912"/>
            <a:ext cx="393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8CF158-62B1-41C1-B382-1AD19BB61CAA}"/>
              </a:ext>
            </a:extLst>
          </p:cNvPr>
          <p:cNvSpPr txBox="1"/>
          <p:nvPr/>
        </p:nvSpPr>
        <p:spPr>
          <a:xfrm>
            <a:off x="5453609" y="3094331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DA773F-478C-437A-B391-C3855F71DF82}"/>
              </a:ext>
            </a:extLst>
          </p:cNvPr>
          <p:cNvSpPr txBox="1"/>
          <p:nvPr/>
        </p:nvSpPr>
        <p:spPr>
          <a:xfrm>
            <a:off x="2829083" y="4230083"/>
            <a:ext cx="550477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Translation Look-aside Buffers (TLBs)</a:t>
            </a:r>
          </a:p>
          <a:p>
            <a:endParaRPr lang="en-IN" sz="2800" dirty="0"/>
          </a:p>
          <a:p>
            <a:r>
              <a:rPr lang="en-IN" sz="2800" dirty="0"/>
              <a:t>Large pages </a:t>
            </a:r>
          </a:p>
          <a:p>
            <a:r>
              <a:rPr lang="en-IN" sz="2800" dirty="0"/>
              <a:t>Small pages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08B40FF-C9E2-8044-3669-788EDB3FF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2546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79361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48563</TotalTime>
  <Words>630</Words>
  <Application>Microsoft Office PowerPoint</Application>
  <PresentationFormat>Widescreen</PresentationFormat>
  <Paragraphs>151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Light</vt:lpstr>
      <vt:lpstr>Cambria</vt:lpstr>
      <vt:lpstr>Carlito</vt:lpstr>
      <vt:lpstr>Times New Roman</vt:lpstr>
      <vt:lpstr>Wingdings</vt:lpstr>
      <vt:lpstr>Office Theme</vt:lpstr>
      <vt:lpstr>CS683: Advanced Computer Architecture-2025</vt:lpstr>
      <vt:lpstr>Phones (smart/non-smart) on silence plz, Thanks </vt:lpstr>
      <vt:lpstr>OS</vt:lpstr>
      <vt:lpstr>Operating System and Architecture:  Bandish 101 </vt:lpstr>
      <vt:lpstr>Operating System and Architecture:  Bandish 101 </vt:lpstr>
      <vt:lpstr>Concurrency vs Parallelism </vt:lpstr>
      <vt:lpstr>From a program to a process</vt:lpstr>
      <vt:lpstr>Virtual World</vt:lpstr>
      <vt:lpstr>Virtual Memory</vt:lpstr>
      <vt:lpstr>A bit of detour towards OS: Paging</vt:lpstr>
      <vt:lpstr>Per process page table (stored in memory)</vt:lpstr>
      <vt:lpstr>Page Table Walk</vt:lpstr>
      <vt:lpstr>Page Table</vt:lpstr>
      <vt:lpstr>Translation Steps</vt:lpstr>
      <vt:lpstr>Can We Cache Translations too?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Biswabandan</dc:creator>
  <cp:lastModifiedBy>Biswabandan</cp:lastModifiedBy>
  <cp:revision>995</cp:revision>
  <dcterms:created xsi:type="dcterms:W3CDTF">2021-05-31T06:57:48Z</dcterms:created>
  <dcterms:modified xsi:type="dcterms:W3CDTF">2025-09-04T12:22:19Z</dcterms:modified>
</cp:coreProperties>
</file>