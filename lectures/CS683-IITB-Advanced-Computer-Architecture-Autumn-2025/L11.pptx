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5.jpg" ContentType="image/jpeg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7713" r:id="rId3"/>
    <p:sldId id="7782" r:id="rId4"/>
    <p:sldId id="7948" r:id="rId5"/>
    <p:sldId id="7943" r:id="rId6"/>
    <p:sldId id="1072" r:id="rId7"/>
    <p:sldId id="1073" r:id="rId8"/>
    <p:sldId id="1074" r:id="rId9"/>
    <p:sldId id="1075" r:id="rId10"/>
    <p:sldId id="7944" r:id="rId11"/>
    <p:sldId id="7947" r:id="rId12"/>
    <p:sldId id="7945" r:id="rId13"/>
    <p:sldId id="7949" r:id="rId14"/>
    <p:sldId id="795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4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01AD90-1781-48DB-A625-487EA52F987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F8FB9A8-8352-4DD2-B492-E39ACA13A9F6}">
      <dgm:prSet/>
      <dgm:spPr/>
      <dgm:t>
        <a:bodyPr/>
        <a:lstStyle/>
        <a:p>
          <a:r>
            <a:rPr lang="en-US"/>
            <a:t>L1I </a:t>
          </a:r>
        </a:p>
      </dgm:t>
    </dgm:pt>
    <dgm:pt modelId="{0825489D-22EA-41FA-B312-CE5607887C6C}" type="parTrans" cxnId="{3D511118-1B54-4402-BA33-65C8E318C9B8}">
      <dgm:prSet/>
      <dgm:spPr/>
      <dgm:t>
        <a:bodyPr/>
        <a:lstStyle/>
        <a:p>
          <a:endParaRPr lang="en-US"/>
        </a:p>
      </dgm:t>
    </dgm:pt>
    <dgm:pt modelId="{15B2BA29-8A98-49C5-A015-A8FD15F36BFA}" type="sibTrans" cxnId="{3D511118-1B54-4402-BA33-65C8E318C9B8}">
      <dgm:prSet/>
      <dgm:spPr/>
      <dgm:t>
        <a:bodyPr/>
        <a:lstStyle/>
        <a:p>
          <a:endParaRPr lang="en-US"/>
        </a:p>
      </dgm:t>
    </dgm:pt>
    <dgm:pt modelId="{257F5BF4-59B6-407A-8C01-CC910ABC458F}">
      <dgm:prSet/>
      <dgm:spPr/>
      <dgm:t>
        <a:bodyPr/>
        <a:lstStyle/>
        <a:p>
          <a:r>
            <a:rPr lang="en-US"/>
            <a:t>L1D</a:t>
          </a:r>
        </a:p>
      </dgm:t>
    </dgm:pt>
    <dgm:pt modelId="{2B6D59BD-F2BD-4444-A9CF-814BD8B6C163}" type="parTrans" cxnId="{B7ED14C4-6C7D-4A76-BA0F-0A76BA1BBC7C}">
      <dgm:prSet/>
      <dgm:spPr/>
      <dgm:t>
        <a:bodyPr/>
        <a:lstStyle/>
        <a:p>
          <a:endParaRPr lang="en-US"/>
        </a:p>
      </dgm:t>
    </dgm:pt>
    <dgm:pt modelId="{4448B992-2F89-46D1-AE95-1D3D1D923468}" type="sibTrans" cxnId="{B7ED14C4-6C7D-4A76-BA0F-0A76BA1BBC7C}">
      <dgm:prSet/>
      <dgm:spPr/>
      <dgm:t>
        <a:bodyPr/>
        <a:lstStyle/>
        <a:p>
          <a:endParaRPr lang="en-US"/>
        </a:p>
      </dgm:t>
    </dgm:pt>
    <dgm:pt modelId="{4BAE8B88-A050-4883-A60F-6FEDB25951EE}">
      <dgm:prSet/>
      <dgm:spPr/>
      <dgm:t>
        <a:bodyPr/>
        <a:lstStyle/>
        <a:p>
          <a:r>
            <a:rPr lang="en-US"/>
            <a:t>L2, LLC </a:t>
          </a:r>
        </a:p>
      </dgm:t>
    </dgm:pt>
    <dgm:pt modelId="{7194FA27-AE71-4C32-86CB-848D35D55234}" type="parTrans" cxnId="{787D50F9-4409-4AC2-9A2A-A6F3FC6A8C5C}">
      <dgm:prSet/>
      <dgm:spPr/>
      <dgm:t>
        <a:bodyPr/>
        <a:lstStyle/>
        <a:p>
          <a:endParaRPr lang="en-US"/>
        </a:p>
      </dgm:t>
    </dgm:pt>
    <dgm:pt modelId="{5593799A-A92E-4EDE-9FBC-2F7C76D6CAC8}" type="sibTrans" cxnId="{787D50F9-4409-4AC2-9A2A-A6F3FC6A8C5C}">
      <dgm:prSet/>
      <dgm:spPr/>
      <dgm:t>
        <a:bodyPr/>
        <a:lstStyle/>
        <a:p>
          <a:endParaRPr lang="en-US"/>
        </a:p>
      </dgm:t>
    </dgm:pt>
    <dgm:pt modelId="{7D9FFEEA-6330-489F-A28F-DF8D781C72C3}">
      <dgm:prSet/>
      <dgm:spPr/>
      <dgm:t>
        <a:bodyPr/>
        <a:lstStyle/>
        <a:p>
          <a:r>
            <a:rPr lang="en-US"/>
            <a:t>DTLB, STLB, L1, L2, LLC </a:t>
          </a:r>
        </a:p>
      </dgm:t>
    </dgm:pt>
    <dgm:pt modelId="{9D0AD4EE-C576-4803-A4FD-2CB304B6C992}" type="parTrans" cxnId="{8957ADD8-C76E-4C2F-B8C5-795FEB03C497}">
      <dgm:prSet/>
      <dgm:spPr/>
      <dgm:t>
        <a:bodyPr/>
        <a:lstStyle/>
        <a:p>
          <a:endParaRPr lang="en-US"/>
        </a:p>
      </dgm:t>
    </dgm:pt>
    <dgm:pt modelId="{AAF5DA35-6F98-4BD9-BF45-27C9F96AB830}" type="sibTrans" cxnId="{8957ADD8-C76E-4C2F-B8C5-795FEB03C497}">
      <dgm:prSet/>
      <dgm:spPr/>
      <dgm:t>
        <a:bodyPr/>
        <a:lstStyle/>
        <a:p>
          <a:endParaRPr lang="en-US"/>
        </a:p>
      </dgm:t>
    </dgm:pt>
    <dgm:pt modelId="{8662828F-5F6B-456F-9CF6-0735399CD387}">
      <dgm:prSet/>
      <dgm:spPr/>
      <dgm:t>
        <a:bodyPr/>
        <a:lstStyle/>
        <a:p>
          <a:r>
            <a:rPr lang="en-US"/>
            <a:t>TLBs, MMU caches, Caches </a:t>
          </a:r>
        </a:p>
      </dgm:t>
    </dgm:pt>
    <dgm:pt modelId="{4BB4B2F1-9534-4622-BC55-09E9E406761E}" type="parTrans" cxnId="{4FA6FF0C-552E-4DC8-8B73-63693BCBF3E3}">
      <dgm:prSet/>
      <dgm:spPr/>
      <dgm:t>
        <a:bodyPr/>
        <a:lstStyle/>
        <a:p>
          <a:endParaRPr lang="en-US"/>
        </a:p>
      </dgm:t>
    </dgm:pt>
    <dgm:pt modelId="{788C9D78-B47E-4BBA-9EB6-0145737647A6}" type="sibTrans" cxnId="{4FA6FF0C-552E-4DC8-8B73-63693BCBF3E3}">
      <dgm:prSet/>
      <dgm:spPr/>
      <dgm:t>
        <a:bodyPr/>
        <a:lstStyle/>
        <a:p>
          <a:endParaRPr lang="en-US"/>
        </a:p>
      </dgm:t>
    </dgm:pt>
    <dgm:pt modelId="{D62817C3-A154-46F1-8584-D4B830A14231}">
      <dgm:prSet/>
      <dgm:spPr/>
      <dgm:t>
        <a:bodyPr/>
        <a:lstStyle/>
        <a:p>
          <a:r>
            <a:rPr lang="en-US"/>
            <a:t>PTWs, TLBs, MMU caches, Caches</a:t>
          </a:r>
        </a:p>
      </dgm:t>
    </dgm:pt>
    <dgm:pt modelId="{E8F2DD41-A4B9-4B30-BFEB-091746E3F127}" type="parTrans" cxnId="{F9051F76-B989-4D3D-944D-A44B5459F155}">
      <dgm:prSet/>
      <dgm:spPr/>
      <dgm:t>
        <a:bodyPr/>
        <a:lstStyle/>
        <a:p>
          <a:endParaRPr lang="en-US"/>
        </a:p>
      </dgm:t>
    </dgm:pt>
    <dgm:pt modelId="{7F31FFFA-AF81-48FC-95D3-825BC880C926}" type="sibTrans" cxnId="{F9051F76-B989-4D3D-944D-A44B5459F155}">
      <dgm:prSet/>
      <dgm:spPr/>
      <dgm:t>
        <a:bodyPr/>
        <a:lstStyle/>
        <a:p>
          <a:endParaRPr lang="en-US"/>
        </a:p>
      </dgm:t>
    </dgm:pt>
    <dgm:pt modelId="{0B83036C-85A8-43ED-AB6D-A422152DFE0D}">
      <dgm:prSet/>
      <dgm:spPr/>
      <dgm:t>
        <a:bodyPr/>
        <a:lstStyle/>
        <a:p>
          <a:r>
            <a:rPr lang="en-US"/>
            <a:t>VIPT, PIPT</a:t>
          </a:r>
        </a:p>
      </dgm:t>
    </dgm:pt>
    <dgm:pt modelId="{847CA9D7-4F1F-4083-A8F8-062F5135F440}" type="parTrans" cxnId="{1F540C8E-6A84-423F-BD47-250206F4AB35}">
      <dgm:prSet/>
      <dgm:spPr/>
      <dgm:t>
        <a:bodyPr/>
        <a:lstStyle/>
        <a:p>
          <a:endParaRPr lang="en-US"/>
        </a:p>
      </dgm:t>
    </dgm:pt>
    <dgm:pt modelId="{B5565E6E-05CB-490F-BDD3-DD8C9ED0272D}" type="sibTrans" cxnId="{1F540C8E-6A84-423F-BD47-250206F4AB35}">
      <dgm:prSet/>
      <dgm:spPr/>
      <dgm:t>
        <a:bodyPr/>
        <a:lstStyle/>
        <a:p>
          <a:endParaRPr lang="en-US"/>
        </a:p>
      </dgm:t>
    </dgm:pt>
    <dgm:pt modelId="{CFB9D264-A8D5-4194-90F1-65901873A834}" type="pres">
      <dgm:prSet presAssocID="{5901AD90-1781-48DB-A625-487EA52F9873}" presName="vert0" presStyleCnt="0">
        <dgm:presLayoutVars>
          <dgm:dir/>
          <dgm:animOne val="branch"/>
          <dgm:animLvl val="lvl"/>
        </dgm:presLayoutVars>
      </dgm:prSet>
      <dgm:spPr/>
    </dgm:pt>
    <dgm:pt modelId="{7023D954-FC42-4290-AD15-A791B9021C55}" type="pres">
      <dgm:prSet presAssocID="{EF8FB9A8-8352-4DD2-B492-E39ACA13A9F6}" presName="thickLine" presStyleLbl="alignNode1" presStyleIdx="0" presStyleCnt="7"/>
      <dgm:spPr/>
    </dgm:pt>
    <dgm:pt modelId="{09C46EA7-CB40-472F-BBA0-EFEFF22F6C21}" type="pres">
      <dgm:prSet presAssocID="{EF8FB9A8-8352-4DD2-B492-E39ACA13A9F6}" presName="horz1" presStyleCnt="0"/>
      <dgm:spPr/>
    </dgm:pt>
    <dgm:pt modelId="{FDEE670E-EDBB-4405-894F-D13CC533AC85}" type="pres">
      <dgm:prSet presAssocID="{EF8FB9A8-8352-4DD2-B492-E39ACA13A9F6}" presName="tx1" presStyleLbl="revTx" presStyleIdx="0" presStyleCnt="7"/>
      <dgm:spPr/>
    </dgm:pt>
    <dgm:pt modelId="{E9C77494-4B1A-4751-957E-6EC2CBA5A97F}" type="pres">
      <dgm:prSet presAssocID="{EF8FB9A8-8352-4DD2-B492-E39ACA13A9F6}" presName="vert1" presStyleCnt="0"/>
      <dgm:spPr/>
    </dgm:pt>
    <dgm:pt modelId="{C7E2B684-6790-4FE9-9241-D40F2C94AACA}" type="pres">
      <dgm:prSet presAssocID="{257F5BF4-59B6-407A-8C01-CC910ABC458F}" presName="thickLine" presStyleLbl="alignNode1" presStyleIdx="1" presStyleCnt="7"/>
      <dgm:spPr/>
    </dgm:pt>
    <dgm:pt modelId="{A7150293-126A-44EF-AF8A-CEAD4E04CD1F}" type="pres">
      <dgm:prSet presAssocID="{257F5BF4-59B6-407A-8C01-CC910ABC458F}" presName="horz1" presStyleCnt="0"/>
      <dgm:spPr/>
    </dgm:pt>
    <dgm:pt modelId="{0D318DCE-5871-4217-B9A4-588499B70742}" type="pres">
      <dgm:prSet presAssocID="{257F5BF4-59B6-407A-8C01-CC910ABC458F}" presName="tx1" presStyleLbl="revTx" presStyleIdx="1" presStyleCnt="7"/>
      <dgm:spPr/>
    </dgm:pt>
    <dgm:pt modelId="{5FCFB90E-302E-49E1-91BF-5BF067981843}" type="pres">
      <dgm:prSet presAssocID="{257F5BF4-59B6-407A-8C01-CC910ABC458F}" presName="vert1" presStyleCnt="0"/>
      <dgm:spPr/>
    </dgm:pt>
    <dgm:pt modelId="{869E662C-7299-4C08-BB14-D47426293632}" type="pres">
      <dgm:prSet presAssocID="{4BAE8B88-A050-4883-A60F-6FEDB25951EE}" presName="thickLine" presStyleLbl="alignNode1" presStyleIdx="2" presStyleCnt="7"/>
      <dgm:spPr/>
    </dgm:pt>
    <dgm:pt modelId="{10A2D381-F105-4424-8D29-21B494390578}" type="pres">
      <dgm:prSet presAssocID="{4BAE8B88-A050-4883-A60F-6FEDB25951EE}" presName="horz1" presStyleCnt="0"/>
      <dgm:spPr/>
    </dgm:pt>
    <dgm:pt modelId="{A68A2B5B-3A63-450D-80E7-01E092F23FD3}" type="pres">
      <dgm:prSet presAssocID="{4BAE8B88-A050-4883-A60F-6FEDB25951EE}" presName="tx1" presStyleLbl="revTx" presStyleIdx="2" presStyleCnt="7"/>
      <dgm:spPr/>
    </dgm:pt>
    <dgm:pt modelId="{3314CEC3-4A52-4CAA-B101-8831EDFD2CF6}" type="pres">
      <dgm:prSet presAssocID="{4BAE8B88-A050-4883-A60F-6FEDB25951EE}" presName="vert1" presStyleCnt="0"/>
      <dgm:spPr/>
    </dgm:pt>
    <dgm:pt modelId="{584EA311-8F6A-4B5C-9AA8-9CB075B93171}" type="pres">
      <dgm:prSet presAssocID="{7D9FFEEA-6330-489F-A28F-DF8D781C72C3}" presName="thickLine" presStyleLbl="alignNode1" presStyleIdx="3" presStyleCnt="7"/>
      <dgm:spPr/>
    </dgm:pt>
    <dgm:pt modelId="{7F9A1B7F-CADC-4FEB-88CE-E63166FF376D}" type="pres">
      <dgm:prSet presAssocID="{7D9FFEEA-6330-489F-A28F-DF8D781C72C3}" presName="horz1" presStyleCnt="0"/>
      <dgm:spPr/>
    </dgm:pt>
    <dgm:pt modelId="{5BBEE82F-A9E2-44DA-9B64-FD6B8F337AA8}" type="pres">
      <dgm:prSet presAssocID="{7D9FFEEA-6330-489F-A28F-DF8D781C72C3}" presName="tx1" presStyleLbl="revTx" presStyleIdx="3" presStyleCnt="7"/>
      <dgm:spPr/>
    </dgm:pt>
    <dgm:pt modelId="{95B5AC34-BD3C-4990-B305-62820562C257}" type="pres">
      <dgm:prSet presAssocID="{7D9FFEEA-6330-489F-A28F-DF8D781C72C3}" presName="vert1" presStyleCnt="0"/>
      <dgm:spPr/>
    </dgm:pt>
    <dgm:pt modelId="{B24BA7EE-8983-495C-B641-85F9F7941A06}" type="pres">
      <dgm:prSet presAssocID="{8662828F-5F6B-456F-9CF6-0735399CD387}" presName="thickLine" presStyleLbl="alignNode1" presStyleIdx="4" presStyleCnt="7"/>
      <dgm:spPr/>
    </dgm:pt>
    <dgm:pt modelId="{7430AA9F-C009-4167-A4C3-818736DA1BBA}" type="pres">
      <dgm:prSet presAssocID="{8662828F-5F6B-456F-9CF6-0735399CD387}" presName="horz1" presStyleCnt="0"/>
      <dgm:spPr/>
    </dgm:pt>
    <dgm:pt modelId="{9D6C2B26-317B-49F5-984F-246087764022}" type="pres">
      <dgm:prSet presAssocID="{8662828F-5F6B-456F-9CF6-0735399CD387}" presName="tx1" presStyleLbl="revTx" presStyleIdx="4" presStyleCnt="7"/>
      <dgm:spPr/>
    </dgm:pt>
    <dgm:pt modelId="{F4D4363B-AD7D-4D34-B683-7D85C7E332A4}" type="pres">
      <dgm:prSet presAssocID="{8662828F-5F6B-456F-9CF6-0735399CD387}" presName="vert1" presStyleCnt="0"/>
      <dgm:spPr/>
    </dgm:pt>
    <dgm:pt modelId="{A76A20D8-AF6A-4F8D-8493-C76FE0E7F33B}" type="pres">
      <dgm:prSet presAssocID="{D62817C3-A154-46F1-8584-D4B830A14231}" presName="thickLine" presStyleLbl="alignNode1" presStyleIdx="5" presStyleCnt="7"/>
      <dgm:spPr/>
    </dgm:pt>
    <dgm:pt modelId="{F196436C-6085-49DF-9114-ED611F6A2072}" type="pres">
      <dgm:prSet presAssocID="{D62817C3-A154-46F1-8584-D4B830A14231}" presName="horz1" presStyleCnt="0"/>
      <dgm:spPr/>
    </dgm:pt>
    <dgm:pt modelId="{BB45739F-2834-48AE-8141-126DA7407F99}" type="pres">
      <dgm:prSet presAssocID="{D62817C3-A154-46F1-8584-D4B830A14231}" presName="tx1" presStyleLbl="revTx" presStyleIdx="5" presStyleCnt="7"/>
      <dgm:spPr/>
    </dgm:pt>
    <dgm:pt modelId="{D061BBF7-3F62-47A1-9D40-5A009D8870C5}" type="pres">
      <dgm:prSet presAssocID="{D62817C3-A154-46F1-8584-D4B830A14231}" presName="vert1" presStyleCnt="0"/>
      <dgm:spPr/>
    </dgm:pt>
    <dgm:pt modelId="{6F56445A-2353-4CEB-AA81-842EC071D097}" type="pres">
      <dgm:prSet presAssocID="{0B83036C-85A8-43ED-AB6D-A422152DFE0D}" presName="thickLine" presStyleLbl="alignNode1" presStyleIdx="6" presStyleCnt="7"/>
      <dgm:spPr/>
    </dgm:pt>
    <dgm:pt modelId="{AA69F192-7FFE-406F-8555-D1DAAB0CE5EF}" type="pres">
      <dgm:prSet presAssocID="{0B83036C-85A8-43ED-AB6D-A422152DFE0D}" presName="horz1" presStyleCnt="0"/>
      <dgm:spPr/>
    </dgm:pt>
    <dgm:pt modelId="{44E21956-51B8-4FAA-ACBB-61D24AD07944}" type="pres">
      <dgm:prSet presAssocID="{0B83036C-85A8-43ED-AB6D-A422152DFE0D}" presName="tx1" presStyleLbl="revTx" presStyleIdx="6" presStyleCnt="7"/>
      <dgm:spPr/>
    </dgm:pt>
    <dgm:pt modelId="{A62B87BE-9FF4-4B21-8E03-06E7E804DD60}" type="pres">
      <dgm:prSet presAssocID="{0B83036C-85A8-43ED-AB6D-A422152DFE0D}" presName="vert1" presStyleCnt="0"/>
      <dgm:spPr/>
    </dgm:pt>
  </dgm:ptLst>
  <dgm:cxnLst>
    <dgm:cxn modelId="{B0B2BE01-5327-4D3D-95D3-6672B7865946}" type="presOf" srcId="{EF8FB9A8-8352-4DD2-B492-E39ACA13A9F6}" destId="{FDEE670E-EDBB-4405-894F-D13CC533AC85}" srcOrd="0" destOrd="0" presId="urn:microsoft.com/office/officeart/2008/layout/LinedList"/>
    <dgm:cxn modelId="{4FA6FF0C-552E-4DC8-8B73-63693BCBF3E3}" srcId="{5901AD90-1781-48DB-A625-487EA52F9873}" destId="{8662828F-5F6B-456F-9CF6-0735399CD387}" srcOrd="4" destOrd="0" parTransId="{4BB4B2F1-9534-4622-BC55-09E9E406761E}" sibTransId="{788C9D78-B47E-4BBA-9EB6-0145737647A6}"/>
    <dgm:cxn modelId="{3D511118-1B54-4402-BA33-65C8E318C9B8}" srcId="{5901AD90-1781-48DB-A625-487EA52F9873}" destId="{EF8FB9A8-8352-4DD2-B492-E39ACA13A9F6}" srcOrd="0" destOrd="0" parTransId="{0825489D-22EA-41FA-B312-CE5607887C6C}" sibTransId="{15B2BA29-8A98-49C5-A015-A8FD15F36BFA}"/>
    <dgm:cxn modelId="{79ED6E28-C067-4E79-BB77-BEF4874E1D28}" type="presOf" srcId="{0B83036C-85A8-43ED-AB6D-A422152DFE0D}" destId="{44E21956-51B8-4FAA-ACBB-61D24AD07944}" srcOrd="0" destOrd="0" presId="urn:microsoft.com/office/officeart/2008/layout/LinedList"/>
    <dgm:cxn modelId="{827E776C-2ABB-4BC8-B883-CDD3D0FABD77}" type="presOf" srcId="{4BAE8B88-A050-4883-A60F-6FEDB25951EE}" destId="{A68A2B5B-3A63-450D-80E7-01E092F23FD3}" srcOrd="0" destOrd="0" presId="urn:microsoft.com/office/officeart/2008/layout/LinedList"/>
    <dgm:cxn modelId="{87B3B355-8318-4339-BC9A-61D13F70F751}" type="presOf" srcId="{7D9FFEEA-6330-489F-A28F-DF8D781C72C3}" destId="{5BBEE82F-A9E2-44DA-9B64-FD6B8F337AA8}" srcOrd="0" destOrd="0" presId="urn:microsoft.com/office/officeart/2008/layout/LinedList"/>
    <dgm:cxn modelId="{F9051F76-B989-4D3D-944D-A44B5459F155}" srcId="{5901AD90-1781-48DB-A625-487EA52F9873}" destId="{D62817C3-A154-46F1-8584-D4B830A14231}" srcOrd="5" destOrd="0" parTransId="{E8F2DD41-A4B9-4B30-BFEB-091746E3F127}" sibTransId="{7F31FFFA-AF81-48FC-95D3-825BC880C926}"/>
    <dgm:cxn modelId="{DFDFA586-8787-46D7-A383-1A32AF4B567D}" type="presOf" srcId="{8662828F-5F6B-456F-9CF6-0735399CD387}" destId="{9D6C2B26-317B-49F5-984F-246087764022}" srcOrd="0" destOrd="0" presId="urn:microsoft.com/office/officeart/2008/layout/LinedList"/>
    <dgm:cxn modelId="{1F540C8E-6A84-423F-BD47-250206F4AB35}" srcId="{5901AD90-1781-48DB-A625-487EA52F9873}" destId="{0B83036C-85A8-43ED-AB6D-A422152DFE0D}" srcOrd="6" destOrd="0" parTransId="{847CA9D7-4F1F-4083-A8F8-062F5135F440}" sibTransId="{B5565E6E-05CB-490F-BDD3-DD8C9ED0272D}"/>
    <dgm:cxn modelId="{9DA0379C-74F7-49B6-B373-ED268C55760C}" type="presOf" srcId="{D62817C3-A154-46F1-8584-D4B830A14231}" destId="{BB45739F-2834-48AE-8141-126DA7407F99}" srcOrd="0" destOrd="0" presId="urn:microsoft.com/office/officeart/2008/layout/LinedList"/>
    <dgm:cxn modelId="{A41058B0-FD98-4614-B46F-D5B9EF9692DC}" type="presOf" srcId="{257F5BF4-59B6-407A-8C01-CC910ABC458F}" destId="{0D318DCE-5871-4217-B9A4-588499B70742}" srcOrd="0" destOrd="0" presId="urn:microsoft.com/office/officeart/2008/layout/LinedList"/>
    <dgm:cxn modelId="{B7ED14C4-6C7D-4A76-BA0F-0A76BA1BBC7C}" srcId="{5901AD90-1781-48DB-A625-487EA52F9873}" destId="{257F5BF4-59B6-407A-8C01-CC910ABC458F}" srcOrd="1" destOrd="0" parTransId="{2B6D59BD-F2BD-4444-A9CF-814BD8B6C163}" sibTransId="{4448B992-2F89-46D1-AE95-1D3D1D923468}"/>
    <dgm:cxn modelId="{8957ADD8-C76E-4C2F-B8C5-795FEB03C497}" srcId="{5901AD90-1781-48DB-A625-487EA52F9873}" destId="{7D9FFEEA-6330-489F-A28F-DF8D781C72C3}" srcOrd="3" destOrd="0" parTransId="{9D0AD4EE-C576-4803-A4FD-2CB304B6C992}" sibTransId="{AAF5DA35-6F98-4BD9-BF45-27C9F96AB830}"/>
    <dgm:cxn modelId="{E79BD4F2-616D-40CE-9A40-C9DCFA79F2FE}" type="presOf" srcId="{5901AD90-1781-48DB-A625-487EA52F9873}" destId="{CFB9D264-A8D5-4194-90F1-65901873A834}" srcOrd="0" destOrd="0" presId="urn:microsoft.com/office/officeart/2008/layout/LinedList"/>
    <dgm:cxn modelId="{787D50F9-4409-4AC2-9A2A-A6F3FC6A8C5C}" srcId="{5901AD90-1781-48DB-A625-487EA52F9873}" destId="{4BAE8B88-A050-4883-A60F-6FEDB25951EE}" srcOrd="2" destOrd="0" parTransId="{7194FA27-AE71-4C32-86CB-848D35D55234}" sibTransId="{5593799A-A92E-4EDE-9FBC-2F7C76D6CAC8}"/>
    <dgm:cxn modelId="{1FBF3BB1-F712-4051-8090-C81EF3B4A8E5}" type="presParOf" srcId="{CFB9D264-A8D5-4194-90F1-65901873A834}" destId="{7023D954-FC42-4290-AD15-A791B9021C55}" srcOrd="0" destOrd="0" presId="urn:microsoft.com/office/officeart/2008/layout/LinedList"/>
    <dgm:cxn modelId="{15A24A67-FCA7-41CD-ACF2-9348C29CD9E2}" type="presParOf" srcId="{CFB9D264-A8D5-4194-90F1-65901873A834}" destId="{09C46EA7-CB40-472F-BBA0-EFEFF22F6C21}" srcOrd="1" destOrd="0" presId="urn:microsoft.com/office/officeart/2008/layout/LinedList"/>
    <dgm:cxn modelId="{C925F4F9-F68B-4851-8BCA-C2625EDDB0D3}" type="presParOf" srcId="{09C46EA7-CB40-472F-BBA0-EFEFF22F6C21}" destId="{FDEE670E-EDBB-4405-894F-D13CC533AC85}" srcOrd="0" destOrd="0" presId="urn:microsoft.com/office/officeart/2008/layout/LinedList"/>
    <dgm:cxn modelId="{059BF52E-ED32-42C4-883A-3E6EBF6F536B}" type="presParOf" srcId="{09C46EA7-CB40-472F-BBA0-EFEFF22F6C21}" destId="{E9C77494-4B1A-4751-957E-6EC2CBA5A97F}" srcOrd="1" destOrd="0" presId="urn:microsoft.com/office/officeart/2008/layout/LinedList"/>
    <dgm:cxn modelId="{FAC45035-1A71-4D37-B975-D3725DEB3B82}" type="presParOf" srcId="{CFB9D264-A8D5-4194-90F1-65901873A834}" destId="{C7E2B684-6790-4FE9-9241-D40F2C94AACA}" srcOrd="2" destOrd="0" presId="urn:microsoft.com/office/officeart/2008/layout/LinedList"/>
    <dgm:cxn modelId="{56592F58-F149-473A-BC90-915401DA9939}" type="presParOf" srcId="{CFB9D264-A8D5-4194-90F1-65901873A834}" destId="{A7150293-126A-44EF-AF8A-CEAD4E04CD1F}" srcOrd="3" destOrd="0" presId="urn:microsoft.com/office/officeart/2008/layout/LinedList"/>
    <dgm:cxn modelId="{E6852AFB-2E8E-4AD4-B364-BF3A02C9767D}" type="presParOf" srcId="{A7150293-126A-44EF-AF8A-CEAD4E04CD1F}" destId="{0D318DCE-5871-4217-B9A4-588499B70742}" srcOrd="0" destOrd="0" presId="urn:microsoft.com/office/officeart/2008/layout/LinedList"/>
    <dgm:cxn modelId="{F3DA7B27-E5E8-403C-88AD-DFF153989305}" type="presParOf" srcId="{A7150293-126A-44EF-AF8A-CEAD4E04CD1F}" destId="{5FCFB90E-302E-49E1-91BF-5BF067981843}" srcOrd="1" destOrd="0" presId="urn:microsoft.com/office/officeart/2008/layout/LinedList"/>
    <dgm:cxn modelId="{971BA819-B5ED-4EDF-A4A6-AD928960C996}" type="presParOf" srcId="{CFB9D264-A8D5-4194-90F1-65901873A834}" destId="{869E662C-7299-4C08-BB14-D47426293632}" srcOrd="4" destOrd="0" presId="urn:microsoft.com/office/officeart/2008/layout/LinedList"/>
    <dgm:cxn modelId="{98F1F334-3A88-4FF8-99C3-1DF0197910ED}" type="presParOf" srcId="{CFB9D264-A8D5-4194-90F1-65901873A834}" destId="{10A2D381-F105-4424-8D29-21B494390578}" srcOrd="5" destOrd="0" presId="urn:microsoft.com/office/officeart/2008/layout/LinedList"/>
    <dgm:cxn modelId="{FD67D42C-3440-40BB-A285-F5307FBB1DE0}" type="presParOf" srcId="{10A2D381-F105-4424-8D29-21B494390578}" destId="{A68A2B5B-3A63-450D-80E7-01E092F23FD3}" srcOrd="0" destOrd="0" presId="urn:microsoft.com/office/officeart/2008/layout/LinedList"/>
    <dgm:cxn modelId="{382C1D97-360F-4B65-85B6-3C95534D69AB}" type="presParOf" srcId="{10A2D381-F105-4424-8D29-21B494390578}" destId="{3314CEC3-4A52-4CAA-B101-8831EDFD2CF6}" srcOrd="1" destOrd="0" presId="urn:microsoft.com/office/officeart/2008/layout/LinedList"/>
    <dgm:cxn modelId="{CFD47346-4AC1-4165-BEDD-3C374642391B}" type="presParOf" srcId="{CFB9D264-A8D5-4194-90F1-65901873A834}" destId="{584EA311-8F6A-4B5C-9AA8-9CB075B93171}" srcOrd="6" destOrd="0" presId="urn:microsoft.com/office/officeart/2008/layout/LinedList"/>
    <dgm:cxn modelId="{02BBA72E-79EA-49C5-AC85-09C0126F5BCE}" type="presParOf" srcId="{CFB9D264-A8D5-4194-90F1-65901873A834}" destId="{7F9A1B7F-CADC-4FEB-88CE-E63166FF376D}" srcOrd="7" destOrd="0" presId="urn:microsoft.com/office/officeart/2008/layout/LinedList"/>
    <dgm:cxn modelId="{3A18B990-C92D-4351-85F2-8A8D84740624}" type="presParOf" srcId="{7F9A1B7F-CADC-4FEB-88CE-E63166FF376D}" destId="{5BBEE82F-A9E2-44DA-9B64-FD6B8F337AA8}" srcOrd="0" destOrd="0" presId="urn:microsoft.com/office/officeart/2008/layout/LinedList"/>
    <dgm:cxn modelId="{8A85936E-2744-446C-B94D-A25CE59814B5}" type="presParOf" srcId="{7F9A1B7F-CADC-4FEB-88CE-E63166FF376D}" destId="{95B5AC34-BD3C-4990-B305-62820562C257}" srcOrd="1" destOrd="0" presId="urn:microsoft.com/office/officeart/2008/layout/LinedList"/>
    <dgm:cxn modelId="{C3030143-E548-4120-9201-77B4C0627856}" type="presParOf" srcId="{CFB9D264-A8D5-4194-90F1-65901873A834}" destId="{B24BA7EE-8983-495C-B641-85F9F7941A06}" srcOrd="8" destOrd="0" presId="urn:microsoft.com/office/officeart/2008/layout/LinedList"/>
    <dgm:cxn modelId="{55EE362A-D7B6-4925-9B7E-92FAC92B66B9}" type="presParOf" srcId="{CFB9D264-A8D5-4194-90F1-65901873A834}" destId="{7430AA9F-C009-4167-A4C3-818736DA1BBA}" srcOrd="9" destOrd="0" presId="urn:microsoft.com/office/officeart/2008/layout/LinedList"/>
    <dgm:cxn modelId="{022FA54A-D70C-4825-A8F7-576DD3516973}" type="presParOf" srcId="{7430AA9F-C009-4167-A4C3-818736DA1BBA}" destId="{9D6C2B26-317B-49F5-984F-246087764022}" srcOrd="0" destOrd="0" presId="urn:microsoft.com/office/officeart/2008/layout/LinedList"/>
    <dgm:cxn modelId="{F76979FA-C8B2-4B13-AC7F-AE1D5DF85EA6}" type="presParOf" srcId="{7430AA9F-C009-4167-A4C3-818736DA1BBA}" destId="{F4D4363B-AD7D-4D34-B683-7D85C7E332A4}" srcOrd="1" destOrd="0" presId="urn:microsoft.com/office/officeart/2008/layout/LinedList"/>
    <dgm:cxn modelId="{CD1DD5DA-4A75-401E-AA85-652F807238AB}" type="presParOf" srcId="{CFB9D264-A8D5-4194-90F1-65901873A834}" destId="{A76A20D8-AF6A-4F8D-8493-C76FE0E7F33B}" srcOrd="10" destOrd="0" presId="urn:microsoft.com/office/officeart/2008/layout/LinedList"/>
    <dgm:cxn modelId="{8C8AC1F6-A829-4B6D-867E-DEBFF429C749}" type="presParOf" srcId="{CFB9D264-A8D5-4194-90F1-65901873A834}" destId="{F196436C-6085-49DF-9114-ED611F6A2072}" srcOrd="11" destOrd="0" presId="urn:microsoft.com/office/officeart/2008/layout/LinedList"/>
    <dgm:cxn modelId="{9863D758-B5F2-4C5F-8968-79A154E6C454}" type="presParOf" srcId="{F196436C-6085-49DF-9114-ED611F6A2072}" destId="{BB45739F-2834-48AE-8141-126DA7407F99}" srcOrd="0" destOrd="0" presId="urn:microsoft.com/office/officeart/2008/layout/LinedList"/>
    <dgm:cxn modelId="{584F0B91-86A8-4E6F-BA2B-C674CB7B0EF9}" type="presParOf" srcId="{F196436C-6085-49DF-9114-ED611F6A2072}" destId="{D061BBF7-3F62-47A1-9D40-5A009D8870C5}" srcOrd="1" destOrd="0" presId="urn:microsoft.com/office/officeart/2008/layout/LinedList"/>
    <dgm:cxn modelId="{D26AF399-4AE8-4CA6-BF04-80E65ACE27F3}" type="presParOf" srcId="{CFB9D264-A8D5-4194-90F1-65901873A834}" destId="{6F56445A-2353-4CEB-AA81-842EC071D097}" srcOrd="12" destOrd="0" presId="urn:microsoft.com/office/officeart/2008/layout/LinedList"/>
    <dgm:cxn modelId="{E5A9C635-ACE3-462A-BF3E-81AE5C44840E}" type="presParOf" srcId="{CFB9D264-A8D5-4194-90F1-65901873A834}" destId="{AA69F192-7FFE-406F-8555-D1DAAB0CE5EF}" srcOrd="13" destOrd="0" presId="urn:microsoft.com/office/officeart/2008/layout/LinedList"/>
    <dgm:cxn modelId="{0CDEEC62-A2DB-44D7-88D0-D5974825AFCE}" type="presParOf" srcId="{AA69F192-7FFE-406F-8555-D1DAAB0CE5EF}" destId="{44E21956-51B8-4FAA-ACBB-61D24AD07944}" srcOrd="0" destOrd="0" presId="urn:microsoft.com/office/officeart/2008/layout/LinedList"/>
    <dgm:cxn modelId="{E2B4A6F0-9EEE-4BED-9F91-F6D7510F414F}" type="presParOf" srcId="{AA69F192-7FFE-406F-8555-D1DAAB0CE5EF}" destId="{A62B87BE-9FF4-4B21-8E03-06E7E804DD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066BDA-B894-4515-9AED-90F55D72B2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9775E13-BD5D-4C02-8073-0335A9F1B763}">
      <dgm:prSet/>
      <dgm:spPr/>
      <dgm:t>
        <a:bodyPr/>
        <a:lstStyle/>
        <a:p>
          <a:r>
            <a:rPr lang="en-US"/>
            <a:t>LLC  </a:t>
          </a:r>
        </a:p>
      </dgm:t>
    </dgm:pt>
    <dgm:pt modelId="{155E05DF-AD6F-4319-88C1-AA461700A672}" type="parTrans" cxnId="{94926868-4386-48CD-864B-D65A5F22D817}">
      <dgm:prSet/>
      <dgm:spPr/>
      <dgm:t>
        <a:bodyPr/>
        <a:lstStyle/>
        <a:p>
          <a:endParaRPr lang="en-US"/>
        </a:p>
      </dgm:t>
    </dgm:pt>
    <dgm:pt modelId="{FE104838-0A03-4477-AFED-B44475F40933}" type="sibTrans" cxnId="{94926868-4386-48CD-864B-D65A5F22D817}">
      <dgm:prSet/>
      <dgm:spPr/>
      <dgm:t>
        <a:bodyPr/>
        <a:lstStyle/>
        <a:p>
          <a:endParaRPr lang="en-US"/>
        </a:p>
      </dgm:t>
    </dgm:pt>
    <dgm:pt modelId="{33C99712-86E9-430C-B41E-8B0CAE06BB69}">
      <dgm:prSet/>
      <dgm:spPr/>
      <dgm:t>
        <a:bodyPr/>
        <a:lstStyle/>
        <a:p>
          <a:r>
            <a:rPr lang="en-US"/>
            <a:t>Space contention </a:t>
          </a:r>
        </a:p>
      </dgm:t>
    </dgm:pt>
    <dgm:pt modelId="{46961383-BF4C-48F1-804D-BE1482043846}" type="parTrans" cxnId="{550749F7-C83D-4734-B078-496E2BDA60BB}">
      <dgm:prSet/>
      <dgm:spPr/>
      <dgm:t>
        <a:bodyPr/>
        <a:lstStyle/>
        <a:p>
          <a:endParaRPr lang="en-US"/>
        </a:p>
      </dgm:t>
    </dgm:pt>
    <dgm:pt modelId="{4078CDCC-A71B-4063-9F82-0C62CE7A3225}" type="sibTrans" cxnId="{550749F7-C83D-4734-B078-496E2BDA60BB}">
      <dgm:prSet/>
      <dgm:spPr/>
      <dgm:t>
        <a:bodyPr/>
        <a:lstStyle/>
        <a:p>
          <a:endParaRPr lang="en-US"/>
        </a:p>
      </dgm:t>
    </dgm:pt>
    <dgm:pt modelId="{5FFC25F4-1E4A-43C8-BDFD-073820F7F8C8}">
      <dgm:prSet/>
      <dgm:spPr/>
      <dgm:t>
        <a:bodyPr/>
        <a:lstStyle/>
        <a:p>
          <a:r>
            <a:rPr lang="en-US"/>
            <a:t>Bandwidth contention (off-chip) </a:t>
          </a:r>
        </a:p>
      </dgm:t>
    </dgm:pt>
    <dgm:pt modelId="{5A208D09-4CF8-4BD7-8DD1-B6A9A295FA9F}" type="parTrans" cxnId="{843CA12A-C5B6-4197-8D70-830019672870}">
      <dgm:prSet/>
      <dgm:spPr/>
      <dgm:t>
        <a:bodyPr/>
        <a:lstStyle/>
        <a:p>
          <a:endParaRPr lang="en-US"/>
        </a:p>
      </dgm:t>
    </dgm:pt>
    <dgm:pt modelId="{8567FBE1-C0A0-49EF-9E81-29AB63E219F2}" type="sibTrans" cxnId="{843CA12A-C5B6-4197-8D70-830019672870}">
      <dgm:prSet/>
      <dgm:spPr/>
      <dgm:t>
        <a:bodyPr/>
        <a:lstStyle/>
        <a:p>
          <a:endParaRPr lang="en-US"/>
        </a:p>
      </dgm:t>
    </dgm:pt>
    <dgm:pt modelId="{2F4E3C33-DF8B-4ED5-B58E-EB4691B1379C}">
      <dgm:prSet/>
      <dgm:spPr/>
      <dgm:t>
        <a:bodyPr/>
        <a:lstStyle/>
        <a:p>
          <a:r>
            <a:rPr lang="en-US"/>
            <a:t>Revisit replacement policies, prefetching etc </a:t>
          </a:r>
        </a:p>
      </dgm:t>
    </dgm:pt>
    <dgm:pt modelId="{8C6655A3-EEFA-4D43-AF88-B68E07522E4B}" type="parTrans" cxnId="{7F5557F1-7915-4523-BC66-D53BB96E858E}">
      <dgm:prSet/>
      <dgm:spPr/>
      <dgm:t>
        <a:bodyPr/>
        <a:lstStyle/>
        <a:p>
          <a:endParaRPr lang="en-US"/>
        </a:p>
      </dgm:t>
    </dgm:pt>
    <dgm:pt modelId="{3FE4E1C8-CA8B-44B7-BE6B-078605A6977C}" type="sibTrans" cxnId="{7F5557F1-7915-4523-BC66-D53BB96E858E}">
      <dgm:prSet/>
      <dgm:spPr/>
      <dgm:t>
        <a:bodyPr/>
        <a:lstStyle/>
        <a:p>
          <a:endParaRPr lang="en-US"/>
        </a:p>
      </dgm:t>
    </dgm:pt>
    <dgm:pt modelId="{9C5BF058-33F5-49CD-BA2B-E90E8068F9D2}" type="pres">
      <dgm:prSet presAssocID="{5D066BDA-B894-4515-9AED-90F55D72B211}" presName="linear" presStyleCnt="0">
        <dgm:presLayoutVars>
          <dgm:animLvl val="lvl"/>
          <dgm:resizeHandles val="exact"/>
        </dgm:presLayoutVars>
      </dgm:prSet>
      <dgm:spPr/>
    </dgm:pt>
    <dgm:pt modelId="{C8F194EC-FD15-4F1C-9095-84B61CBC04B3}" type="pres">
      <dgm:prSet presAssocID="{29775E13-BD5D-4C02-8073-0335A9F1B76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B4FCC59-3B5B-42AE-A220-3447B3B2BCFF}" type="pres">
      <dgm:prSet presAssocID="{FE104838-0A03-4477-AFED-B44475F40933}" presName="spacer" presStyleCnt="0"/>
      <dgm:spPr/>
    </dgm:pt>
    <dgm:pt modelId="{F9FA6B21-B37E-45F6-9E8D-71A554B8959E}" type="pres">
      <dgm:prSet presAssocID="{33C99712-86E9-430C-B41E-8B0CAE06BB6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42D4978-19A8-4755-9240-6E8AA469B031}" type="pres">
      <dgm:prSet presAssocID="{4078CDCC-A71B-4063-9F82-0C62CE7A3225}" presName="spacer" presStyleCnt="0"/>
      <dgm:spPr/>
    </dgm:pt>
    <dgm:pt modelId="{1577CCF9-9196-49A5-96C4-48A6F88C21B5}" type="pres">
      <dgm:prSet presAssocID="{5FFC25F4-1E4A-43C8-BDFD-073820F7F8C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42F7643-17D3-4138-8CF5-0562CC6BE833}" type="pres">
      <dgm:prSet presAssocID="{8567FBE1-C0A0-49EF-9E81-29AB63E219F2}" presName="spacer" presStyleCnt="0"/>
      <dgm:spPr/>
    </dgm:pt>
    <dgm:pt modelId="{CEE4226F-F5E3-48EB-8741-ECBE05B5F5D7}" type="pres">
      <dgm:prSet presAssocID="{2F4E3C33-DF8B-4ED5-B58E-EB4691B1379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3CC900E-D19C-4EEA-B66C-52ED47F898A0}" type="presOf" srcId="{33C99712-86E9-430C-B41E-8B0CAE06BB69}" destId="{F9FA6B21-B37E-45F6-9E8D-71A554B8959E}" srcOrd="0" destOrd="0" presId="urn:microsoft.com/office/officeart/2005/8/layout/vList2"/>
    <dgm:cxn modelId="{D0BC562A-D6CD-4518-9117-9800A96EBA66}" type="presOf" srcId="{5D066BDA-B894-4515-9AED-90F55D72B211}" destId="{9C5BF058-33F5-49CD-BA2B-E90E8068F9D2}" srcOrd="0" destOrd="0" presId="urn:microsoft.com/office/officeart/2005/8/layout/vList2"/>
    <dgm:cxn modelId="{843CA12A-C5B6-4197-8D70-830019672870}" srcId="{5D066BDA-B894-4515-9AED-90F55D72B211}" destId="{5FFC25F4-1E4A-43C8-BDFD-073820F7F8C8}" srcOrd="2" destOrd="0" parTransId="{5A208D09-4CF8-4BD7-8DD1-B6A9A295FA9F}" sibTransId="{8567FBE1-C0A0-49EF-9E81-29AB63E219F2}"/>
    <dgm:cxn modelId="{BE89F735-BAC0-4A0F-93C3-E9FB6E5659BE}" type="presOf" srcId="{5FFC25F4-1E4A-43C8-BDFD-073820F7F8C8}" destId="{1577CCF9-9196-49A5-96C4-48A6F88C21B5}" srcOrd="0" destOrd="0" presId="urn:microsoft.com/office/officeart/2005/8/layout/vList2"/>
    <dgm:cxn modelId="{94926868-4386-48CD-864B-D65A5F22D817}" srcId="{5D066BDA-B894-4515-9AED-90F55D72B211}" destId="{29775E13-BD5D-4C02-8073-0335A9F1B763}" srcOrd="0" destOrd="0" parTransId="{155E05DF-AD6F-4319-88C1-AA461700A672}" sibTransId="{FE104838-0A03-4477-AFED-B44475F40933}"/>
    <dgm:cxn modelId="{59EE08A5-08DB-40C7-92A0-BA6CB86E6E68}" type="presOf" srcId="{2F4E3C33-DF8B-4ED5-B58E-EB4691B1379C}" destId="{CEE4226F-F5E3-48EB-8741-ECBE05B5F5D7}" srcOrd="0" destOrd="0" presId="urn:microsoft.com/office/officeart/2005/8/layout/vList2"/>
    <dgm:cxn modelId="{8AE9F2E9-099E-46C1-B46F-DDF0E55E1E02}" type="presOf" srcId="{29775E13-BD5D-4C02-8073-0335A9F1B763}" destId="{C8F194EC-FD15-4F1C-9095-84B61CBC04B3}" srcOrd="0" destOrd="0" presId="urn:microsoft.com/office/officeart/2005/8/layout/vList2"/>
    <dgm:cxn modelId="{7F5557F1-7915-4523-BC66-D53BB96E858E}" srcId="{5D066BDA-B894-4515-9AED-90F55D72B211}" destId="{2F4E3C33-DF8B-4ED5-B58E-EB4691B1379C}" srcOrd="3" destOrd="0" parTransId="{8C6655A3-EEFA-4D43-AF88-B68E07522E4B}" sibTransId="{3FE4E1C8-CA8B-44B7-BE6B-078605A6977C}"/>
    <dgm:cxn modelId="{550749F7-C83D-4734-B078-496E2BDA60BB}" srcId="{5D066BDA-B894-4515-9AED-90F55D72B211}" destId="{33C99712-86E9-430C-B41E-8B0CAE06BB69}" srcOrd="1" destOrd="0" parTransId="{46961383-BF4C-48F1-804D-BE1482043846}" sibTransId="{4078CDCC-A71B-4063-9F82-0C62CE7A3225}"/>
    <dgm:cxn modelId="{F1B6FEC7-ADD3-4685-90B8-530041668476}" type="presParOf" srcId="{9C5BF058-33F5-49CD-BA2B-E90E8068F9D2}" destId="{C8F194EC-FD15-4F1C-9095-84B61CBC04B3}" srcOrd="0" destOrd="0" presId="urn:microsoft.com/office/officeart/2005/8/layout/vList2"/>
    <dgm:cxn modelId="{72B2640E-D0A8-4CC4-943C-DFA657FD556F}" type="presParOf" srcId="{9C5BF058-33F5-49CD-BA2B-E90E8068F9D2}" destId="{2B4FCC59-3B5B-42AE-A220-3447B3B2BCFF}" srcOrd="1" destOrd="0" presId="urn:microsoft.com/office/officeart/2005/8/layout/vList2"/>
    <dgm:cxn modelId="{97AF23ED-0018-4DC0-AFB1-18C50A698961}" type="presParOf" srcId="{9C5BF058-33F5-49CD-BA2B-E90E8068F9D2}" destId="{F9FA6B21-B37E-45F6-9E8D-71A554B8959E}" srcOrd="2" destOrd="0" presId="urn:microsoft.com/office/officeart/2005/8/layout/vList2"/>
    <dgm:cxn modelId="{BAC9B1B6-CA20-4213-954B-FFE5D39ACF03}" type="presParOf" srcId="{9C5BF058-33F5-49CD-BA2B-E90E8068F9D2}" destId="{342D4978-19A8-4755-9240-6E8AA469B031}" srcOrd="3" destOrd="0" presId="urn:microsoft.com/office/officeart/2005/8/layout/vList2"/>
    <dgm:cxn modelId="{66C11C5E-C2DE-45FE-B7E0-48FF7BDA2A74}" type="presParOf" srcId="{9C5BF058-33F5-49CD-BA2B-E90E8068F9D2}" destId="{1577CCF9-9196-49A5-96C4-48A6F88C21B5}" srcOrd="4" destOrd="0" presId="urn:microsoft.com/office/officeart/2005/8/layout/vList2"/>
    <dgm:cxn modelId="{3D3BDFDE-9D46-4F76-A270-9DCFC7BBC897}" type="presParOf" srcId="{9C5BF058-33F5-49CD-BA2B-E90E8068F9D2}" destId="{742F7643-17D3-4138-8CF5-0562CC6BE833}" srcOrd="5" destOrd="0" presId="urn:microsoft.com/office/officeart/2005/8/layout/vList2"/>
    <dgm:cxn modelId="{AE767AD6-995E-4F8F-8B13-C28FEEC8B28B}" type="presParOf" srcId="{9C5BF058-33F5-49CD-BA2B-E90E8068F9D2}" destId="{CEE4226F-F5E3-48EB-8741-ECBE05B5F5D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23D954-FC42-4290-AD15-A791B9021C55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E670E-EDBB-4405-894F-D13CC533AC85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L1I </a:t>
          </a:r>
        </a:p>
      </dsp:txBody>
      <dsp:txXfrm>
        <a:off x="0" y="675"/>
        <a:ext cx="6900512" cy="790684"/>
      </dsp:txXfrm>
    </dsp:sp>
    <dsp:sp modelId="{C7E2B684-6790-4FE9-9241-D40F2C94AACA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2">
            <a:hueOff val="-242561"/>
            <a:satOff val="-13988"/>
            <a:lumOff val="1438"/>
            <a:alphaOff val="0"/>
          </a:schemeClr>
        </a:solidFill>
        <a:ln w="12700" cap="flat" cmpd="sng" algn="ctr">
          <a:solidFill>
            <a:schemeClr val="accent2">
              <a:hueOff val="-242561"/>
              <a:satOff val="-13988"/>
              <a:lumOff val="14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18DCE-5871-4217-B9A4-588499B70742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L1D</a:t>
          </a:r>
        </a:p>
      </dsp:txBody>
      <dsp:txXfrm>
        <a:off x="0" y="791359"/>
        <a:ext cx="6900512" cy="790684"/>
      </dsp:txXfrm>
    </dsp:sp>
    <dsp:sp modelId="{869E662C-7299-4C08-BB14-D47426293632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A2B5B-3A63-450D-80E7-01E092F23FD3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L2, LLC </a:t>
          </a:r>
        </a:p>
      </dsp:txBody>
      <dsp:txXfrm>
        <a:off x="0" y="1582044"/>
        <a:ext cx="6900512" cy="790684"/>
      </dsp:txXfrm>
    </dsp:sp>
    <dsp:sp modelId="{584EA311-8F6A-4B5C-9AA8-9CB075B93171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EE82F-A9E2-44DA-9B64-FD6B8F337AA8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DTLB, STLB, L1, L2, LLC </a:t>
          </a:r>
        </a:p>
      </dsp:txBody>
      <dsp:txXfrm>
        <a:off x="0" y="2372728"/>
        <a:ext cx="6900512" cy="790684"/>
      </dsp:txXfrm>
    </dsp:sp>
    <dsp:sp modelId="{B24BA7EE-8983-495C-B641-85F9F7941A06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6C2B26-317B-49F5-984F-246087764022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TLBs, MMU caches, Caches </a:t>
          </a:r>
        </a:p>
      </dsp:txBody>
      <dsp:txXfrm>
        <a:off x="0" y="3163412"/>
        <a:ext cx="6900512" cy="790684"/>
      </dsp:txXfrm>
    </dsp:sp>
    <dsp:sp modelId="{A76A20D8-AF6A-4F8D-8493-C76FE0E7F33B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2">
            <a:hueOff val="-1212803"/>
            <a:satOff val="-69940"/>
            <a:lumOff val="7190"/>
            <a:alphaOff val="0"/>
          </a:schemeClr>
        </a:solidFill>
        <a:ln w="12700" cap="flat" cmpd="sng" algn="ctr">
          <a:solidFill>
            <a:schemeClr val="accent2">
              <a:hueOff val="-1212803"/>
              <a:satOff val="-69940"/>
              <a:lumOff val="71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5739F-2834-48AE-8141-126DA7407F99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PTWs, TLBs, MMU caches, Caches</a:t>
          </a:r>
        </a:p>
      </dsp:txBody>
      <dsp:txXfrm>
        <a:off x="0" y="3954096"/>
        <a:ext cx="6900512" cy="790684"/>
      </dsp:txXfrm>
    </dsp:sp>
    <dsp:sp modelId="{6F56445A-2353-4CEB-AA81-842EC071D097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21956-51B8-4FAA-ACBB-61D24AD07944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VIPT, PIPT</a:t>
          </a:r>
        </a:p>
      </dsp:txBody>
      <dsp:txXfrm>
        <a:off x="0" y="4744781"/>
        <a:ext cx="6900512" cy="790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F194EC-FD15-4F1C-9095-84B61CBC04B3}">
      <dsp:nvSpPr>
        <dsp:cNvPr id="0" name=""/>
        <dsp:cNvSpPr/>
      </dsp:nvSpPr>
      <dsp:spPr>
        <a:xfrm>
          <a:off x="0" y="22582"/>
          <a:ext cx="5180245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LLC  </a:t>
          </a:r>
        </a:p>
      </dsp:txBody>
      <dsp:txXfrm>
        <a:off x="42663" y="65245"/>
        <a:ext cx="5094919" cy="788627"/>
      </dsp:txXfrm>
    </dsp:sp>
    <dsp:sp modelId="{F9FA6B21-B37E-45F6-9E8D-71A554B8959E}">
      <dsp:nvSpPr>
        <dsp:cNvPr id="0" name=""/>
        <dsp:cNvSpPr/>
      </dsp:nvSpPr>
      <dsp:spPr>
        <a:xfrm>
          <a:off x="0" y="959895"/>
          <a:ext cx="5180245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Space contention </a:t>
          </a:r>
        </a:p>
      </dsp:txBody>
      <dsp:txXfrm>
        <a:off x="42663" y="1002558"/>
        <a:ext cx="5094919" cy="788627"/>
      </dsp:txXfrm>
    </dsp:sp>
    <dsp:sp modelId="{1577CCF9-9196-49A5-96C4-48A6F88C21B5}">
      <dsp:nvSpPr>
        <dsp:cNvPr id="0" name=""/>
        <dsp:cNvSpPr/>
      </dsp:nvSpPr>
      <dsp:spPr>
        <a:xfrm>
          <a:off x="0" y="1897209"/>
          <a:ext cx="5180245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Bandwidth contention (off-chip) </a:t>
          </a:r>
        </a:p>
      </dsp:txBody>
      <dsp:txXfrm>
        <a:off x="42663" y="1939872"/>
        <a:ext cx="5094919" cy="788627"/>
      </dsp:txXfrm>
    </dsp:sp>
    <dsp:sp modelId="{CEE4226F-F5E3-48EB-8741-ECBE05B5F5D7}">
      <dsp:nvSpPr>
        <dsp:cNvPr id="0" name=""/>
        <dsp:cNvSpPr/>
      </dsp:nvSpPr>
      <dsp:spPr>
        <a:xfrm>
          <a:off x="0" y="2834522"/>
          <a:ext cx="5180245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Revisit replacement policies, prefetching etc </a:t>
          </a:r>
        </a:p>
      </dsp:txBody>
      <dsp:txXfrm>
        <a:off x="42663" y="2877185"/>
        <a:ext cx="5094919" cy="7886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jp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5.png"/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12" Type="http://schemas.openxmlformats.org/officeDocument/2006/relationships/image" Target="../media/image3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3.png"/><Relationship Id="rId5" Type="http://schemas.openxmlformats.org/officeDocument/2006/relationships/image" Target="../media/image15.png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19.png"/><Relationship Id="rId21" Type="http://schemas.openxmlformats.org/officeDocument/2006/relationships/image" Target="../media/image52.png"/><Relationship Id="rId7" Type="http://schemas.openxmlformats.org/officeDocument/2006/relationships/image" Target="../media/image17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2" Type="http://schemas.openxmlformats.org/officeDocument/2006/relationships/image" Target="../media/image37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5" Type="http://schemas.openxmlformats.org/officeDocument/2006/relationships/image" Target="../media/image38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20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Computer Architecture-2025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949" y="4833257"/>
            <a:ext cx="10722595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L11: More the better?: Multicore Systems</a:t>
            </a: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499258FC-0B4F-B55F-8BE7-27FDBBECB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66" t="9091" r="749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1FD530-68E2-E9B7-6F08-048EC5C5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665433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Phones (smart/non-smart) on silence plz, Thanks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C138F-E156-6AB7-33C7-AD41381E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CAD9A-A941-12C0-CA7F-8C702A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98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BCEA1-4AE2-43E6-9475-306C65C4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Multicore Systems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F3287-E247-A781-DB88-0A822E9B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92986-F55D-2705-B4BE-764568A4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  <p:grpSp>
        <p:nvGrpSpPr>
          <p:cNvPr id="8" name="object 5">
            <a:extLst>
              <a:ext uri="{FF2B5EF4-FFF2-40B4-BE49-F238E27FC236}">
                <a16:creationId xmlns:a16="http://schemas.microsoft.com/office/drawing/2014/main" id="{5269D8AD-7C74-06D8-41F0-7BAD2CCA69E0}"/>
              </a:ext>
            </a:extLst>
          </p:cNvPr>
          <p:cNvGrpSpPr/>
          <p:nvPr/>
        </p:nvGrpSpPr>
        <p:grpSpPr>
          <a:xfrm>
            <a:off x="3750520" y="3874748"/>
            <a:ext cx="4493260" cy="534035"/>
            <a:chOff x="2416810" y="3916426"/>
            <a:chExt cx="4493260" cy="534035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8E8B71E7-088A-A59F-4B4F-25C217993CE0}"/>
                </a:ext>
              </a:extLst>
            </p:cNvPr>
            <p:cNvSpPr/>
            <p:nvPr/>
          </p:nvSpPr>
          <p:spPr>
            <a:xfrm>
              <a:off x="2446020" y="3945636"/>
              <a:ext cx="4434840" cy="475615"/>
            </a:xfrm>
            <a:custGeom>
              <a:avLst/>
              <a:gdLst/>
              <a:ahLst/>
              <a:cxnLst/>
              <a:rect l="l" t="t" r="r" b="b"/>
              <a:pathLst>
                <a:path w="4434840" h="475614">
                  <a:moveTo>
                    <a:pt x="2217420" y="0"/>
                  </a:moveTo>
                  <a:lnTo>
                    <a:pt x="2137887" y="150"/>
                  </a:lnTo>
                  <a:lnTo>
                    <a:pt x="2059059" y="596"/>
                  </a:lnTo>
                  <a:lnTo>
                    <a:pt x="1980982" y="1335"/>
                  </a:lnTo>
                  <a:lnTo>
                    <a:pt x="1903704" y="2360"/>
                  </a:lnTo>
                  <a:lnTo>
                    <a:pt x="1827270" y="3667"/>
                  </a:lnTo>
                  <a:lnTo>
                    <a:pt x="1751729" y="5251"/>
                  </a:lnTo>
                  <a:lnTo>
                    <a:pt x="1677127" y="7106"/>
                  </a:lnTo>
                  <a:lnTo>
                    <a:pt x="1603510" y="9227"/>
                  </a:lnTo>
                  <a:lnTo>
                    <a:pt x="1530927" y="11611"/>
                  </a:lnTo>
                  <a:lnTo>
                    <a:pt x="1459423" y="14251"/>
                  </a:lnTo>
                  <a:lnTo>
                    <a:pt x="1389045" y="17142"/>
                  </a:lnTo>
                  <a:lnTo>
                    <a:pt x="1319841" y="20280"/>
                  </a:lnTo>
                  <a:lnTo>
                    <a:pt x="1251858" y="23659"/>
                  </a:lnTo>
                  <a:lnTo>
                    <a:pt x="1185142" y="27275"/>
                  </a:lnTo>
                  <a:lnTo>
                    <a:pt x="1119740" y="31122"/>
                  </a:lnTo>
                  <a:lnTo>
                    <a:pt x="1055699" y="35196"/>
                  </a:lnTo>
                  <a:lnTo>
                    <a:pt x="993066" y="39491"/>
                  </a:lnTo>
                  <a:lnTo>
                    <a:pt x="931887" y="44002"/>
                  </a:lnTo>
                  <a:lnTo>
                    <a:pt x="872211" y="48724"/>
                  </a:lnTo>
                  <a:lnTo>
                    <a:pt x="814083" y="53653"/>
                  </a:lnTo>
                  <a:lnTo>
                    <a:pt x="757551" y="58783"/>
                  </a:lnTo>
                  <a:lnTo>
                    <a:pt x="702662" y="64110"/>
                  </a:lnTo>
                  <a:lnTo>
                    <a:pt x="649462" y="69627"/>
                  </a:lnTo>
                  <a:lnTo>
                    <a:pt x="597998" y="75331"/>
                  </a:lnTo>
                  <a:lnTo>
                    <a:pt x="548317" y="81216"/>
                  </a:lnTo>
                  <a:lnTo>
                    <a:pt x="500466" y="87277"/>
                  </a:lnTo>
                  <a:lnTo>
                    <a:pt x="454493" y="93509"/>
                  </a:lnTo>
                  <a:lnTo>
                    <a:pt x="410443" y="99907"/>
                  </a:lnTo>
                  <a:lnTo>
                    <a:pt x="368364" y="106466"/>
                  </a:lnTo>
                  <a:lnTo>
                    <a:pt x="328303" y="113182"/>
                  </a:lnTo>
                  <a:lnTo>
                    <a:pt x="290306" y="120048"/>
                  </a:lnTo>
                  <a:lnTo>
                    <a:pt x="220694" y="134213"/>
                  </a:lnTo>
                  <a:lnTo>
                    <a:pt x="159903" y="148922"/>
                  </a:lnTo>
                  <a:lnTo>
                    <a:pt x="108309" y="164135"/>
                  </a:lnTo>
                  <a:lnTo>
                    <a:pt x="66286" y="179811"/>
                  </a:lnTo>
                  <a:lnTo>
                    <a:pt x="22019" y="204105"/>
                  </a:lnTo>
                  <a:lnTo>
                    <a:pt x="0" y="237744"/>
                  </a:lnTo>
                  <a:lnTo>
                    <a:pt x="1399" y="246272"/>
                  </a:lnTo>
                  <a:lnTo>
                    <a:pt x="34210" y="279578"/>
                  </a:lnTo>
                  <a:lnTo>
                    <a:pt x="86078" y="303570"/>
                  </a:lnTo>
                  <a:lnTo>
                    <a:pt x="132933" y="319019"/>
                  </a:lnTo>
                  <a:lnTo>
                    <a:pt x="189173" y="333985"/>
                  </a:lnTo>
                  <a:lnTo>
                    <a:pt x="254421" y="348427"/>
                  </a:lnTo>
                  <a:lnTo>
                    <a:pt x="328303" y="362305"/>
                  </a:lnTo>
                  <a:lnTo>
                    <a:pt x="368364" y="369021"/>
                  </a:lnTo>
                  <a:lnTo>
                    <a:pt x="410443" y="375580"/>
                  </a:lnTo>
                  <a:lnTo>
                    <a:pt x="454493" y="381978"/>
                  </a:lnTo>
                  <a:lnTo>
                    <a:pt x="500466" y="388210"/>
                  </a:lnTo>
                  <a:lnTo>
                    <a:pt x="548317" y="394271"/>
                  </a:lnTo>
                  <a:lnTo>
                    <a:pt x="597998" y="400156"/>
                  </a:lnTo>
                  <a:lnTo>
                    <a:pt x="649462" y="405860"/>
                  </a:lnTo>
                  <a:lnTo>
                    <a:pt x="702662" y="411377"/>
                  </a:lnTo>
                  <a:lnTo>
                    <a:pt x="757551" y="416704"/>
                  </a:lnTo>
                  <a:lnTo>
                    <a:pt x="814083" y="421834"/>
                  </a:lnTo>
                  <a:lnTo>
                    <a:pt x="872211" y="426763"/>
                  </a:lnTo>
                  <a:lnTo>
                    <a:pt x="931887" y="431485"/>
                  </a:lnTo>
                  <a:lnTo>
                    <a:pt x="993066" y="435996"/>
                  </a:lnTo>
                  <a:lnTo>
                    <a:pt x="1055699" y="440291"/>
                  </a:lnTo>
                  <a:lnTo>
                    <a:pt x="1119740" y="444365"/>
                  </a:lnTo>
                  <a:lnTo>
                    <a:pt x="1185142" y="448212"/>
                  </a:lnTo>
                  <a:lnTo>
                    <a:pt x="1251858" y="451828"/>
                  </a:lnTo>
                  <a:lnTo>
                    <a:pt x="1319841" y="455207"/>
                  </a:lnTo>
                  <a:lnTo>
                    <a:pt x="1389045" y="458345"/>
                  </a:lnTo>
                  <a:lnTo>
                    <a:pt x="1459423" y="461236"/>
                  </a:lnTo>
                  <a:lnTo>
                    <a:pt x="1530927" y="463876"/>
                  </a:lnTo>
                  <a:lnTo>
                    <a:pt x="1603510" y="466260"/>
                  </a:lnTo>
                  <a:lnTo>
                    <a:pt x="1677127" y="468381"/>
                  </a:lnTo>
                  <a:lnTo>
                    <a:pt x="1751729" y="470236"/>
                  </a:lnTo>
                  <a:lnTo>
                    <a:pt x="1827270" y="471820"/>
                  </a:lnTo>
                  <a:lnTo>
                    <a:pt x="1903704" y="473127"/>
                  </a:lnTo>
                  <a:lnTo>
                    <a:pt x="1980982" y="474152"/>
                  </a:lnTo>
                  <a:lnTo>
                    <a:pt x="2059059" y="474891"/>
                  </a:lnTo>
                  <a:lnTo>
                    <a:pt x="2137887" y="475337"/>
                  </a:lnTo>
                  <a:lnTo>
                    <a:pt x="2217420" y="475488"/>
                  </a:lnTo>
                  <a:lnTo>
                    <a:pt x="2296952" y="475337"/>
                  </a:lnTo>
                  <a:lnTo>
                    <a:pt x="2375780" y="474891"/>
                  </a:lnTo>
                  <a:lnTo>
                    <a:pt x="2453857" y="474152"/>
                  </a:lnTo>
                  <a:lnTo>
                    <a:pt x="2531135" y="473127"/>
                  </a:lnTo>
                  <a:lnTo>
                    <a:pt x="2607569" y="471820"/>
                  </a:lnTo>
                  <a:lnTo>
                    <a:pt x="2683110" y="470236"/>
                  </a:lnTo>
                  <a:lnTo>
                    <a:pt x="2757712" y="468381"/>
                  </a:lnTo>
                  <a:lnTo>
                    <a:pt x="2831329" y="466260"/>
                  </a:lnTo>
                  <a:lnTo>
                    <a:pt x="2903912" y="463876"/>
                  </a:lnTo>
                  <a:lnTo>
                    <a:pt x="2975416" y="461236"/>
                  </a:lnTo>
                  <a:lnTo>
                    <a:pt x="3045794" y="458345"/>
                  </a:lnTo>
                  <a:lnTo>
                    <a:pt x="3114998" y="455207"/>
                  </a:lnTo>
                  <a:lnTo>
                    <a:pt x="3182981" y="451828"/>
                  </a:lnTo>
                  <a:lnTo>
                    <a:pt x="3249697" y="448212"/>
                  </a:lnTo>
                  <a:lnTo>
                    <a:pt x="3315099" y="444365"/>
                  </a:lnTo>
                  <a:lnTo>
                    <a:pt x="3379140" y="440291"/>
                  </a:lnTo>
                  <a:lnTo>
                    <a:pt x="3441773" y="435996"/>
                  </a:lnTo>
                  <a:lnTo>
                    <a:pt x="3502952" y="431485"/>
                  </a:lnTo>
                  <a:lnTo>
                    <a:pt x="3562628" y="426763"/>
                  </a:lnTo>
                  <a:lnTo>
                    <a:pt x="3620756" y="421834"/>
                  </a:lnTo>
                  <a:lnTo>
                    <a:pt x="3677288" y="416704"/>
                  </a:lnTo>
                  <a:lnTo>
                    <a:pt x="3732177" y="411377"/>
                  </a:lnTo>
                  <a:lnTo>
                    <a:pt x="3785377" y="405860"/>
                  </a:lnTo>
                  <a:lnTo>
                    <a:pt x="3836841" y="400156"/>
                  </a:lnTo>
                  <a:lnTo>
                    <a:pt x="3886522" y="394271"/>
                  </a:lnTo>
                  <a:lnTo>
                    <a:pt x="3934373" y="388210"/>
                  </a:lnTo>
                  <a:lnTo>
                    <a:pt x="3980346" y="381978"/>
                  </a:lnTo>
                  <a:lnTo>
                    <a:pt x="4024396" y="375580"/>
                  </a:lnTo>
                  <a:lnTo>
                    <a:pt x="4066475" y="369021"/>
                  </a:lnTo>
                  <a:lnTo>
                    <a:pt x="4106536" y="362305"/>
                  </a:lnTo>
                  <a:lnTo>
                    <a:pt x="4144533" y="355439"/>
                  </a:lnTo>
                  <a:lnTo>
                    <a:pt x="4214145" y="341274"/>
                  </a:lnTo>
                  <a:lnTo>
                    <a:pt x="4274936" y="326565"/>
                  </a:lnTo>
                  <a:lnTo>
                    <a:pt x="4326530" y="311352"/>
                  </a:lnTo>
                  <a:lnTo>
                    <a:pt x="4368553" y="295676"/>
                  </a:lnTo>
                  <a:lnTo>
                    <a:pt x="4412820" y="271382"/>
                  </a:lnTo>
                  <a:lnTo>
                    <a:pt x="4434839" y="237744"/>
                  </a:lnTo>
                  <a:lnTo>
                    <a:pt x="4433440" y="229215"/>
                  </a:lnTo>
                  <a:lnTo>
                    <a:pt x="4400629" y="195909"/>
                  </a:lnTo>
                  <a:lnTo>
                    <a:pt x="4348761" y="171917"/>
                  </a:lnTo>
                  <a:lnTo>
                    <a:pt x="4301906" y="156468"/>
                  </a:lnTo>
                  <a:lnTo>
                    <a:pt x="4245666" y="141502"/>
                  </a:lnTo>
                  <a:lnTo>
                    <a:pt x="4180418" y="127060"/>
                  </a:lnTo>
                  <a:lnTo>
                    <a:pt x="4106536" y="113182"/>
                  </a:lnTo>
                  <a:lnTo>
                    <a:pt x="4066475" y="106466"/>
                  </a:lnTo>
                  <a:lnTo>
                    <a:pt x="4024396" y="99907"/>
                  </a:lnTo>
                  <a:lnTo>
                    <a:pt x="3980346" y="93509"/>
                  </a:lnTo>
                  <a:lnTo>
                    <a:pt x="3934373" y="87277"/>
                  </a:lnTo>
                  <a:lnTo>
                    <a:pt x="3886522" y="81216"/>
                  </a:lnTo>
                  <a:lnTo>
                    <a:pt x="3836841" y="75331"/>
                  </a:lnTo>
                  <a:lnTo>
                    <a:pt x="3785377" y="69627"/>
                  </a:lnTo>
                  <a:lnTo>
                    <a:pt x="3732177" y="64110"/>
                  </a:lnTo>
                  <a:lnTo>
                    <a:pt x="3677288" y="58783"/>
                  </a:lnTo>
                  <a:lnTo>
                    <a:pt x="3620756" y="53653"/>
                  </a:lnTo>
                  <a:lnTo>
                    <a:pt x="3562628" y="48724"/>
                  </a:lnTo>
                  <a:lnTo>
                    <a:pt x="3502952" y="44002"/>
                  </a:lnTo>
                  <a:lnTo>
                    <a:pt x="3441773" y="39491"/>
                  </a:lnTo>
                  <a:lnTo>
                    <a:pt x="3379140" y="35196"/>
                  </a:lnTo>
                  <a:lnTo>
                    <a:pt x="3315099" y="31122"/>
                  </a:lnTo>
                  <a:lnTo>
                    <a:pt x="3249697" y="27275"/>
                  </a:lnTo>
                  <a:lnTo>
                    <a:pt x="3182981" y="23659"/>
                  </a:lnTo>
                  <a:lnTo>
                    <a:pt x="3114998" y="20280"/>
                  </a:lnTo>
                  <a:lnTo>
                    <a:pt x="3045794" y="17142"/>
                  </a:lnTo>
                  <a:lnTo>
                    <a:pt x="2975416" y="14251"/>
                  </a:lnTo>
                  <a:lnTo>
                    <a:pt x="2903912" y="11611"/>
                  </a:lnTo>
                  <a:lnTo>
                    <a:pt x="2831329" y="9227"/>
                  </a:lnTo>
                  <a:lnTo>
                    <a:pt x="2757712" y="7106"/>
                  </a:lnTo>
                  <a:lnTo>
                    <a:pt x="2683110" y="5251"/>
                  </a:lnTo>
                  <a:lnTo>
                    <a:pt x="2607569" y="3667"/>
                  </a:lnTo>
                  <a:lnTo>
                    <a:pt x="2531135" y="2360"/>
                  </a:lnTo>
                  <a:lnTo>
                    <a:pt x="2453857" y="1335"/>
                  </a:lnTo>
                  <a:lnTo>
                    <a:pt x="2375780" y="596"/>
                  </a:lnTo>
                  <a:lnTo>
                    <a:pt x="2296952" y="150"/>
                  </a:lnTo>
                  <a:lnTo>
                    <a:pt x="2217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A15B0D4-1C88-5793-3101-472638A67BCC}"/>
                </a:ext>
              </a:extLst>
            </p:cNvPr>
            <p:cNvSpPr/>
            <p:nvPr/>
          </p:nvSpPr>
          <p:spPr>
            <a:xfrm>
              <a:off x="2446020" y="3945636"/>
              <a:ext cx="4434840" cy="475615"/>
            </a:xfrm>
            <a:custGeom>
              <a:avLst/>
              <a:gdLst/>
              <a:ahLst/>
              <a:cxnLst/>
              <a:rect l="l" t="t" r="r" b="b"/>
              <a:pathLst>
                <a:path w="4434840" h="475614">
                  <a:moveTo>
                    <a:pt x="0" y="237744"/>
                  </a:moveTo>
                  <a:lnTo>
                    <a:pt x="22019" y="204105"/>
                  </a:lnTo>
                  <a:lnTo>
                    <a:pt x="66286" y="179811"/>
                  </a:lnTo>
                  <a:lnTo>
                    <a:pt x="108309" y="164135"/>
                  </a:lnTo>
                  <a:lnTo>
                    <a:pt x="159903" y="148922"/>
                  </a:lnTo>
                  <a:lnTo>
                    <a:pt x="220694" y="134213"/>
                  </a:lnTo>
                  <a:lnTo>
                    <a:pt x="290306" y="120048"/>
                  </a:lnTo>
                  <a:lnTo>
                    <a:pt x="328303" y="113182"/>
                  </a:lnTo>
                  <a:lnTo>
                    <a:pt x="368364" y="106466"/>
                  </a:lnTo>
                  <a:lnTo>
                    <a:pt x="410443" y="99907"/>
                  </a:lnTo>
                  <a:lnTo>
                    <a:pt x="454493" y="93509"/>
                  </a:lnTo>
                  <a:lnTo>
                    <a:pt x="500466" y="87277"/>
                  </a:lnTo>
                  <a:lnTo>
                    <a:pt x="548317" y="81216"/>
                  </a:lnTo>
                  <a:lnTo>
                    <a:pt x="597998" y="75331"/>
                  </a:lnTo>
                  <a:lnTo>
                    <a:pt x="649462" y="69627"/>
                  </a:lnTo>
                  <a:lnTo>
                    <a:pt x="702662" y="64110"/>
                  </a:lnTo>
                  <a:lnTo>
                    <a:pt x="757551" y="58783"/>
                  </a:lnTo>
                  <a:lnTo>
                    <a:pt x="814083" y="53653"/>
                  </a:lnTo>
                  <a:lnTo>
                    <a:pt x="872211" y="48724"/>
                  </a:lnTo>
                  <a:lnTo>
                    <a:pt x="931887" y="44002"/>
                  </a:lnTo>
                  <a:lnTo>
                    <a:pt x="993066" y="39491"/>
                  </a:lnTo>
                  <a:lnTo>
                    <a:pt x="1055699" y="35196"/>
                  </a:lnTo>
                  <a:lnTo>
                    <a:pt x="1119740" y="31122"/>
                  </a:lnTo>
                  <a:lnTo>
                    <a:pt x="1185142" y="27275"/>
                  </a:lnTo>
                  <a:lnTo>
                    <a:pt x="1251858" y="23659"/>
                  </a:lnTo>
                  <a:lnTo>
                    <a:pt x="1319841" y="20280"/>
                  </a:lnTo>
                  <a:lnTo>
                    <a:pt x="1389045" y="17142"/>
                  </a:lnTo>
                  <a:lnTo>
                    <a:pt x="1459423" y="14251"/>
                  </a:lnTo>
                  <a:lnTo>
                    <a:pt x="1530927" y="11611"/>
                  </a:lnTo>
                  <a:lnTo>
                    <a:pt x="1603510" y="9227"/>
                  </a:lnTo>
                  <a:lnTo>
                    <a:pt x="1677127" y="7106"/>
                  </a:lnTo>
                  <a:lnTo>
                    <a:pt x="1751729" y="5251"/>
                  </a:lnTo>
                  <a:lnTo>
                    <a:pt x="1827270" y="3667"/>
                  </a:lnTo>
                  <a:lnTo>
                    <a:pt x="1903704" y="2360"/>
                  </a:lnTo>
                  <a:lnTo>
                    <a:pt x="1980982" y="1335"/>
                  </a:lnTo>
                  <a:lnTo>
                    <a:pt x="2059059" y="596"/>
                  </a:lnTo>
                  <a:lnTo>
                    <a:pt x="2137887" y="150"/>
                  </a:lnTo>
                  <a:lnTo>
                    <a:pt x="2217420" y="0"/>
                  </a:lnTo>
                  <a:lnTo>
                    <a:pt x="2296952" y="150"/>
                  </a:lnTo>
                  <a:lnTo>
                    <a:pt x="2375780" y="596"/>
                  </a:lnTo>
                  <a:lnTo>
                    <a:pt x="2453857" y="1335"/>
                  </a:lnTo>
                  <a:lnTo>
                    <a:pt x="2531135" y="2360"/>
                  </a:lnTo>
                  <a:lnTo>
                    <a:pt x="2607569" y="3667"/>
                  </a:lnTo>
                  <a:lnTo>
                    <a:pt x="2683110" y="5251"/>
                  </a:lnTo>
                  <a:lnTo>
                    <a:pt x="2757712" y="7106"/>
                  </a:lnTo>
                  <a:lnTo>
                    <a:pt x="2831329" y="9227"/>
                  </a:lnTo>
                  <a:lnTo>
                    <a:pt x="2903912" y="11611"/>
                  </a:lnTo>
                  <a:lnTo>
                    <a:pt x="2975416" y="14251"/>
                  </a:lnTo>
                  <a:lnTo>
                    <a:pt x="3045794" y="17142"/>
                  </a:lnTo>
                  <a:lnTo>
                    <a:pt x="3114998" y="20280"/>
                  </a:lnTo>
                  <a:lnTo>
                    <a:pt x="3182981" y="23659"/>
                  </a:lnTo>
                  <a:lnTo>
                    <a:pt x="3249697" y="27275"/>
                  </a:lnTo>
                  <a:lnTo>
                    <a:pt x="3315099" y="31122"/>
                  </a:lnTo>
                  <a:lnTo>
                    <a:pt x="3379140" y="35196"/>
                  </a:lnTo>
                  <a:lnTo>
                    <a:pt x="3441773" y="39491"/>
                  </a:lnTo>
                  <a:lnTo>
                    <a:pt x="3502952" y="44002"/>
                  </a:lnTo>
                  <a:lnTo>
                    <a:pt x="3562628" y="48724"/>
                  </a:lnTo>
                  <a:lnTo>
                    <a:pt x="3620756" y="53653"/>
                  </a:lnTo>
                  <a:lnTo>
                    <a:pt x="3677288" y="58783"/>
                  </a:lnTo>
                  <a:lnTo>
                    <a:pt x="3732177" y="64110"/>
                  </a:lnTo>
                  <a:lnTo>
                    <a:pt x="3785377" y="69627"/>
                  </a:lnTo>
                  <a:lnTo>
                    <a:pt x="3836841" y="75331"/>
                  </a:lnTo>
                  <a:lnTo>
                    <a:pt x="3886522" y="81216"/>
                  </a:lnTo>
                  <a:lnTo>
                    <a:pt x="3934373" y="87277"/>
                  </a:lnTo>
                  <a:lnTo>
                    <a:pt x="3980346" y="93509"/>
                  </a:lnTo>
                  <a:lnTo>
                    <a:pt x="4024396" y="99907"/>
                  </a:lnTo>
                  <a:lnTo>
                    <a:pt x="4066475" y="106466"/>
                  </a:lnTo>
                  <a:lnTo>
                    <a:pt x="4106536" y="113182"/>
                  </a:lnTo>
                  <a:lnTo>
                    <a:pt x="4144533" y="120048"/>
                  </a:lnTo>
                  <a:lnTo>
                    <a:pt x="4214145" y="134213"/>
                  </a:lnTo>
                  <a:lnTo>
                    <a:pt x="4274936" y="148922"/>
                  </a:lnTo>
                  <a:lnTo>
                    <a:pt x="4326530" y="164135"/>
                  </a:lnTo>
                  <a:lnTo>
                    <a:pt x="4368553" y="179811"/>
                  </a:lnTo>
                  <a:lnTo>
                    <a:pt x="4412820" y="204105"/>
                  </a:lnTo>
                  <a:lnTo>
                    <a:pt x="4434839" y="237744"/>
                  </a:lnTo>
                  <a:lnTo>
                    <a:pt x="4433440" y="246272"/>
                  </a:lnTo>
                  <a:lnTo>
                    <a:pt x="4400629" y="279578"/>
                  </a:lnTo>
                  <a:lnTo>
                    <a:pt x="4348761" y="303570"/>
                  </a:lnTo>
                  <a:lnTo>
                    <a:pt x="4301906" y="319019"/>
                  </a:lnTo>
                  <a:lnTo>
                    <a:pt x="4245666" y="333985"/>
                  </a:lnTo>
                  <a:lnTo>
                    <a:pt x="4180418" y="348427"/>
                  </a:lnTo>
                  <a:lnTo>
                    <a:pt x="4106536" y="362305"/>
                  </a:lnTo>
                  <a:lnTo>
                    <a:pt x="4066475" y="369021"/>
                  </a:lnTo>
                  <a:lnTo>
                    <a:pt x="4024396" y="375580"/>
                  </a:lnTo>
                  <a:lnTo>
                    <a:pt x="3980346" y="381978"/>
                  </a:lnTo>
                  <a:lnTo>
                    <a:pt x="3934373" y="388210"/>
                  </a:lnTo>
                  <a:lnTo>
                    <a:pt x="3886522" y="394271"/>
                  </a:lnTo>
                  <a:lnTo>
                    <a:pt x="3836841" y="400156"/>
                  </a:lnTo>
                  <a:lnTo>
                    <a:pt x="3785377" y="405860"/>
                  </a:lnTo>
                  <a:lnTo>
                    <a:pt x="3732177" y="411377"/>
                  </a:lnTo>
                  <a:lnTo>
                    <a:pt x="3677288" y="416704"/>
                  </a:lnTo>
                  <a:lnTo>
                    <a:pt x="3620756" y="421834"/>
                  </a:lnTo>
                  <a:lnTo>
                    <a:pt x="3562628" y="426763"/>
                  </a:lnTo>
                  <a:lnTo>
                    <a:pt x="3502952" y="431485"/>
                  </a:lnTo>
                  <a:lnTo>
                    <a:pt x="3441773" y="435996"/>
                  </a:lnTo>
                  <a:lnTo>
                    <a:pt x="3379140" y="440291"/>
                  </a:lnTo>
                  <a:lnTo>
                    <a:pt x="3315099" y="444365"/>
                  </a:lnTo>
                  <a:lnTo>
                    <a:pt x="3249697" y="448212"/>
                  </a:lnTo>
                  <a:lnTo>
                    <a:pt x="3182981" y="451828"/>
                  </a:lnTo>
                  <a:lnTo>
                    <a:pt x="3114998" y="455207"/>
                  </a:lnTo>
                  <a:lnTo>
                    <a:pt x="3045794" y="458345"/>
                  </a:lnTo>
                  <a:lnTo>
                    <a:pt x="2975416" y="461236"/>
                  </a:lnTo>
                  <a:lnTo>
                    <a:pt x="2903912" y="463876"/>
                  </a:lnTo>
                  <a:lnTo>
                    <a:pt x="2831329" y="466260"/>
                  </a:lnTo>
                  <a:lnTo>
                    <a:pt x="2757712" y="468381"/>
                  </a:lnTo>
                  <a:lnTo>
                    <a:pt x="2683110" y="470236"/>
                  </a:lnTo>
                  <a:lnTo>
                    <a:pt x="2607569" y="471820"/>
                  </a:lnTo>
                  <a:lnTo>
                    <a:pt x="2531135" y="473127"/>
                  </a:lnTo>
                  <a:lnTo>
                    <a:pt x="2453857" y="474152"/>
                  </a:lnTo>
                  <a:lnTo>
                    <a:pt x="2375780" y="474891"/>
                  </a:lnTo>
                  <a:lnTo>
                    <a:pt x="2296952" y="475337"/>
                  </a:lnTo>
                  <a:lnTo>
                    <a:pt x="2217420" y="475488"/>
                  </a:lnTo>
                  <a:lnTo>
                    <a:pt x="2137887" y="475337"/>
                  </a:lnTo>
                  <a:lnTo>
                    <a:pt x="2059059" y="474891"/>
                  </a:lnTo>
                  <a:lnTo>
                    <a:pt x="1980982" y="474152"/>
                  </a:lnTo>
                  <a:lnTo>
                    <a:pt x="1903704" y="473127"/>
                  </a:lnTo>
                  <a:lnTo>
                    <a:pt x="1827270" y="471820"/>
                  </a:lnTo>
                  <a:lnTo>
                    <a:pt x="1751729" y="470236"/>
                  </a:lnTo>
                  <a:lnTo>
                    <a:pt x="1677127" y="468381"/>
                  </a:lnTo>
                  <a:lnTo>
                    <a:pt x="1603510" y="466260"/>
                  </a:lnTo>
                  <a:lnTo>
                    <a:pt x="1530927" y="463876"/>
                  </a:lnTo>
                  <a:lnTo>
                    <a:pt x="1459423" y="461236"/>
                  </a:lnTo>
                  <a:lnTo>
                    <a:pt x="1389045" y="458345"/>
                  </a:lnTo>
                  <a:lnTo>
                    <a:pt x="1319841" y="455207"/>
                  </a:lnTo>
                  <a:lnTo>
                    <a:pt x="1251858" y="451828"/>
                  </a:lnTo>
                  <a:lnTo>
                    <a:pt x="1185142" y="448212"/>
                  </a:lnTo>
                  <a:lnTo>
                    <a:pt x="1119740" y="444365"/>
                  </a:lnTo>
                  <a:lnTo>
                    <a:pt x="1055699" y="440291"/>
                  </a:lnTo>
                  <a:lnTo>
                    <a:pt x="993066" y="435996"/>
                  </a:lnTo>
                  <a:lnTo>
                    <a:pt x="931887" y="431485"/>
                  </a:lnTo>
                  <a:lnTo>
                    <a:pt x="872211" y="426763"/>
                  </a:lnTo>
                  <a:lnTo>
                    <a:pt x="814083" y="421834"/>
                  </a:lnTo>
                  <a:lnTo>
                    <a:pt x="757551" y="416704"/>
                  </a:lnTo>
                  <a:lnTo>
                    <a:pt x="702662" y="411377"/>
                  </a:lnTo>
                  <a:lnTo>
                    <a:pt x="649462" y="405860"/>
                  </a:lnTo>
                  <a:lnTo>
                    <a:pt x="597998" y="400156"/>
                  </a:lnTo>
                  <a:lnTo>
                    <a:pt x="548317" y="394271"/>
                  </a:lnTo>
                  <a:lnTo>
                    <a:pt x="500466" y="388210"/>
                  </a:lnTo>
                  <a:lnTo>
                    <a:pt x="454493" y="381978"/>
                  </a:lnTo>
                  <a:lnTo>
                    <a:pt x="410443" y="375580"/>
                  </a:lnTo>
                  <a:lnTo>
                    <a:pt x="368364" y="369021"/>
                  </a:lnTo>
                  <a:lnTo>
                    <a:pt x="328303" y="362305"/>
                  </a:lnTo>
                  <a:lnTo>
                    <a:pt x="290306" y="355439"/>
                  </a:lnTo>
                  <a:lnTo>
                    <a:pt x="220694" y="341274"/>
                  </a:lnTo>
                  <a:lnTo>
                    <a:pt x="159903" y="326565"/>
                  </a:lnTo>
                  <a:lnTo>
                    <a:pt x="108309" y="311352"/>
                  </a:lnTo>
                  <a:lnTo>
                    <a:pt x="66286" y="295676"/>
                  </a:lnTo>
                  <a:lnTo>
                    <a:pt x="22019" y="271382"/>
                  </a:lnTo>
                  <a:lnTo>
                    <a:pt x="0" y="237744"/>
                  </a:lnTo>
                  <a:close/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8">
            <a:extLst>
              <a:ext uri="{FF2B5EF4-FFF2-40B4-BE49-F238E27FC236}">
                <a16:creationId xmlns:a16="http://schemas.microsoft.com/office/drawing/2014/main" id="{78AA3685-F60E-218D-A35F-E795557DC0C2}"/>
              </a:ext>
            </a:extLst>
          </p:cNvPr>
          <p:cNvSpPr txBox="1"/>
          <p:nvPr/>
        </p:nvSpPr>
        <p:spPr>
          <a:xfrm>
            <a:off x="4713433" y="3808657"/>
            <a:ext cx="2566035" cy="60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1" spc="-5" dirty="0">
                <a:solidFill>
                  <a:srgbClr val="FFFFFF"/>
                </a:solidFill>
                <a:latin typeface="Carlito"/>
                <a:cs typeface="Carlito"/>
              </a:rPr>
              <a:t>I</a:t>
            </a:r>
            <a:r>
              <a:rPr sz="3800" b="1" spc="-30" dirty="0">
                <a:solidFill>
                  <a:srgbClr val="FFFFFF"/>
                </a:solidFill>
                <a:latin typeface="Carlito"/>
                <a:cs typeface="Carlito"/>
              </a:rPr>
              <a:t>n</a:t>
            </a:r>
            <a:r>
              <a:rPr sz="3800" b="1" spc="-5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3800" b="1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3800" b="1" spc="-60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r>
              <a:rPr sz="3800" b="1" spc="-35" dirty="0">
                <a:solidFill>
                  <a:srgbClr val="FFFFFF"/>
                </a:solidFill>
                <a:latin typeface="Carlito"/>
                <a:cs typeface="Carlito"/>
              </a:rPr>
              <a:t>c</a:t>
            </a:r>
            <a:r>
              <a:rPr sz="3800" b="1" spc="-5" dirty="0">
                <a:solidFill>
                  <a:srgbClr val="FFFFFF"/>
                </a:solidFill>
                <a:latin typeface="Carlito"/>
                <a:cs typeface="Carlito"/>
              </a:rPr>
              <a:t>onn</a:t>
            </a:r>
            <a:r>
              <a:rPr sz="3800" b="1" spc="5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3800" b="1" spc="-10" dirty="0">
                <a:solidFill>
                  <a:srgbClr val="FFFFFF"/>
                </a:solidFill>
                <a:latin typeface="Carlito"/>
                <a:cs typeface="Carlito"/>
              </a:rPr>
              <a:t>ct</a:t>
            </a:r>
            <a:endParaRPr sz="3800">
              <a:latin typeface="Carlito"/>
              <a:cs typeface="Carlito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C6530215-F908-1518-BCC2-75CA2AAB29CD}"/>
              </a:ext>
            </a:extLst>
          </p:cNvPr>
          <p:cNvGrpSpPr/>
          <p:nvPr/>
        </p:nvGrpSpPr>
        <p:grpSpPr>
          <a:xfrm>
            <a:off x="3625742" y="4731426"/>
            <a:ext cx="4285615" cy="497205"/>
            <a:chOff x="2292032" y="4773104"/>
            <a:chExt cx="4285615" cy="497205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B4C59A53-324F-19D3-95D0-7E55213CE145}"/>
                </a:ext>
              </a:extLst>
            </p:cNvPr>
            <p:cNvSpPr/>
            <p:nvPr/>
          </p:nvSpPr>
          <p:spPr>
            <a:xfrm>
              <a:off x="2301240" y="4782311"/>
              <a:ext cx="4267200" cy="478790"/>
            </a:xfrm>
            <a:custGeom>
              <a:avLst/>
              <a:gdLst/>
              <a:ahLst/>
              <a:cxnLst/>
              <a:rect l="l" t="t" r="r" b="b"/>
              <a:pathLst>
                <a:path w="4267200" h="478789">
                  <a:moveTo>
                    <a:pt x="4187444" y="0"/>
                  </a:moveTo>
                  <a:lnTo>
                    <a:pt x="79756" y="0"/>
                  </a:lnTo>
                  <a:lnTo>
                    <a:pt x="48702" y="6264"/>
                  </a:lnTo>
                  <a:lnTo>
                    <a:pt x="23352" y="23352"/>
                  </a:lnTo>
                  <a:lnTo>
                    <a:pt x="6264" y="48702"/>
                  </a:lnTo>
                  <a:lnTo>
                    <a:pt x="0" y="79756"/>
                  </a:lnTo>
                  <a:lnTo>
                    <a:pt x="0" y="398780"/>
                  </a:lnTo>
                  <a:lnTo>
                    <a:pt x="6264" y="429833"/>
                  </a:lnTo>
                  <a:lnTo>
                    <a:pt x="23352" y="455183"/>
                  </a:lnTo>
                  <a:lnTo>
                    <a:pt x="48702" y="472271"/>
                  </a:lnTo>
                  <a:lnTo>
                    <a:pt x="79756" y="478535"/>
                  </a:lnTo>
                  <a:lnTo>
                    <a:pt x="4187444" y="478535"/>
                  </a:lnTo>
                  <a:lnTo>
                    <a:pt x="4218497" y="472271"/>
                  </a:lnTo>
                  <a:lnTo>
                    <a:pt x="4243847" y="455183"/>
                  </a:lnTo>
                  <a:lnTo>
                    <a:pt x="4260935" y="429833"/>
                  </a:lnTo>
                  <a:lnTo>
                    <a:pt x="4267200" y="398780"/>
                  </a:lnTo>
                  <a:lnTo>
                    <a:pt x="4267200" y="79756"/>
                  </a:lnTo>
                  <a:lnTo>
                    <a:pt x="4260935" y="48702"/>
                  </a:lnTo>
                  <a:lnTo>
                    <a:pt x="4243847" y="23352"/>
                  </a:lnTo>
                  <a:lnTo>
                    <a:pt x="4218497" y="6264"/>
                  </a:lnTo>
                  <a:lnTo>
                    <a:pt x="4187444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5DA7EA92-5DB2-CDD9-1435-7C148C9CFA75}"/>
                </a:ext>
              </a:extLst>
            </p:cNvPr>
            <p:cNvSpPr/>
            <p:nvPr/>
          </p:nvSpPr>
          <p:spPr>
            <a:xfrm>
              <a:off x="2301240" y="4782311"/>
              <a:ext cx="4267200" cy="478790"/>
            </a:xfrm>
            <a:custGeom>
              <a:avLst/>
              <a:gdLst/>
              <a:ahLst/>
              <a:cxnLst/>
              <a:rect l="l" t="t" r="r" b="b"/>
              <a:pathLst>
                <a:path w="4267200" h="478789">
                  <a:moveTo>
                    <a:pt x="0" y="79756"/>
                  </a:moveTo>
                  <a:lnTo>
                    <a:pt x="6264" y="48702"/>
                  </a:lnTo>
                  <a:lnTo>
                    <a:pt x="23352" y="23352"/>
                  </a:lnTo>
                  <a:lnTo>
                    <a:pt x="48702" y="6264"/>
                  </a:lnTo>
                  <a:lnTo>
                    <a:pt x="79756" y="0"/>
                  </a:lnTo>
                  <a:lnTo>
                    <a:pt x="4187444" y="0"/>
                  </a:lnTo>
                  <a:lnTo>
                    <a:pt x="4218497" y="6264"/>
                  </a:lnTo>
                  <a:lnTo>
                    <a:pt x="4243847" y="23352"/>
                  </a:lnTo>
                  <a:lnTo>
                    <a:pt x="4260935" y="48702"/>
                  </a:lnTo>
                  <a:lnTo>
                    <a:pt x="4267200" y="79756"/>
                  </a:lnTo>
                  <a:lnTo>
                    <a:pt x="4267200" y="398780"/>
                  </a:lnTo>
                  <a:lnTo>
                    <a:pt x="4260935" y="429833"/>
                  </a:lnTo>
                  <a:lnTo>
                    <a:pt x="4243847" y="455183"/>
                  </a:lnTo>
                  <a:lnTo>
                    <a:pt x="4218497" y="472271"/>
                  </a:lnTo>
                  <a:lnTo>
                    <a:pt x="4187444" y="478535"/>
                  </a:lnTo>
                  <a:lnTo>
                    <a:pt x="79756" y="478535"/>
                  </a:lnTo>
                  <a:lnTo>
                    <a:pt x="48702" y="472271"/>
                  </a:lnTo>
                  <a:lnTo>
                    <a:pt x="23352" y="455183"/>
                  </a:lnTo>
                  <a:lnTo>
                    <a:pt x="6264" y="429833"/>
                  </a:lnTo>
                  <a:lnTo>
                    <a:pt x="0" y="398780"/>
                  </a:lnTo>
                  <a:lnTo>
                    <a:pt x="0" y="79756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2">
            <a:extLst>
              <a:ext uri="{FF2B5EF4-FFF2-40B4-BE49-F238E27FC236}">
                <a16:creationId xmlns:a16="http://schemas.microsoft.com/office/drawing/2014/main" id="{8733898F-800B-C3F0-7DA3-A9EAF921C158}"/>
              </a:ext>
            </a:extLst>
          </p:cNvPr>
          <p:cNvSpPr txBox="1"/>
          <p:nvPr/>
        </p:nvSpPr>
        <p:spPr>
          <a:xfrm>
            <a:off x="5576018" y="4629839"/>
            <a:ext cx="50165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spc="5" dirty="0">
                <a:solidFill>
                  <a:srgbClr val="FFFFFF"/>
                </a:solidFill>
                <a:latin typeface="Carlito"/>
                <a:cs typeface="Carlito"/>
              </a:rPr>
              <a:t>L3</a:t>
            </a:r>
            <a:endParaRPr sz="4000">
              <a:latin typeface="Carlito"/>
              <a:cs typeface="Carlito"/>
            </a:endParaRPr>
          </a:p>
        </p:txBody>
      </p:sp>
      <p:grpSp>
        <p:nvGrpSpPr>
          <p:cNvPr id="16" name="object 13">
            <a:extLst>
              <a:ext uri="{FF2B5EF4-FFF2-40B4-BE49-F238E27FC236}">
                <a16:creationId xmlns:a16="http://schemas.microsoft.com/office/drawing/2014/main" id="{5E570A03-645B-35CB-D4F2-27D5B4153DD6}"/>
              </a:ext>
            </a:extLst>
          </p:cNvPr>
          <p:cNvGrpSpPr/>
          <p:nvPr/>
        </p:nvGrpSpPr>
        <p:grpSpPr>
          <a:xfrm>
            <a:off x="1662894" y="2012673"/>
            <a:ext cx="8336915" cy="3672840"/>
            <a:chOff x="329184" y="2054351"/>
            <a:chExt cx="8336915" cy="3672840"/>
          </a:xfrm>
        </p:grpSpPr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E541C93A-8A7A-B21D-7FD6-DCB2EAA7D862}"/>
                </a:ext>
              </a:extLst>
            </p:cNvPr>
            <p:cNvSpPr/>
            <p:nvPr/>
          </p:nvSpPr>
          <p:spPr>
            <a:xfrm>
              <a:off x="1048512" y="3538727"/>
              <a:ext cx="6881495" cy="774065"/>
            </a:xfrm>
            <a:custGeom>
              <a:avLst/>
              <a:gdLst/>
              <a:ahLst/>
              <a:cxnLst/>
              <a:rect l="l" t="t" r="r" b="b"/>
              <a:pathLst>
                <a:path w="6881495" h="774064">
                  <a:moveTo>
                    <a:pt x="1397762" y="643890"/>
                  </a:moveTo>
                  <a:lnTo>
                    <a:pt x="1348143" y="614934"/>
                  </a:lnTo>
                  <a:lnTo>
                    <a:pt x="1181227" y="517525"/>
                  </a:lnTo>
                  <a:lnTo>
                    <a:pt x="1170317" y="513778"/>
                  </a:lnTo>
                  <a:lnTo>
                    <a:pt x="1159217" y="514502"/>
                  </a:lnTo>
                  <a:lnTo>
                    <a:pt x="1149223" y="519341"/>
                  </a:lnTo>
                  <a:lnTo>
                    <a:pt x="1141603" y="527939"/>
                  </a:lnTo>
                  <a:lnTo>
                    <a:pt x="1137843" y="538835"/>
                  </a:lnTo>
                  <a:lnTo>
                    <a:pt x="1138567" y="549897"/>
                  </a:lnTo>
                  <a:lnTo>
                    <a:pt x="1143406" y="559892"/>
                  </a:lnTo>
                  <a:lnTo>
                    <a:pt x="1152017" y="567563"/>
                  </a:lnTo>
                  <a:lnTo>
                    <a:pt x="1233208" y="614934"/>
                  </a:lnTo>
                  <a:lnTo>
                    <a:pt x="57912" y="614934"/>
                  </a:lnTo>
                  <a:lnTo>
                    <a:pt x="57912" y="74676"/>
                  </a:lnTo>
                  <a:lnTo>
                    <a:pt x="0" y="74676"/>
                  </a:lnTo>
                  <a:lnTo>
                    <a:pt x="0" y="672846"/>
                  </a:lnTo>
                  <a:lnTo>
                    <a:pt x="1233208" y="672846"/>
                  </a:lnTo>
                  <a:lnTo>
                    <a:pt x="1152017" y="720217"/>
                  </a:lnTo>
                  <a:lnTo>
                    <a:pt x="1143406" y="727837"/>
                  </a:lnTo>
                  <a:lnTo>
                    <a:pt x="1138567" y="737844"/>
                  </a:lnTo>
                  <a:lnTo>
                    <a:pt x="1137843" y="748944"/>
                  </a:lnTo>
                  <a:lnTo>
                    <a:pt x="1141603" y="759841"/>
                  </a:lnTo>
                  <a:lnTo>
                    <a:pt x="1149223" y="768388"/>
                  </a:lnTo>
                  <a:lnTo>
                    <a:pt x="1159217" y="773201"/>
                  </a:lnTo>
                  <a:lnTo>
                    <a:pt x="1170317" y="773938"/>
                  </a:lnTo>
                  <a:lnTo>
                    <a:pt x="1181227" y="770255"/>
                  </a:lnTo>
                  <a:lnTo>
                    <a:pt x="1348143" y="672846"/>
                  </a:lnTo>
                  <a:lnTo>
                    <a:pt x="1397762" y="643890"/>
                  </a:lnTo>
                  <a:close/>
                </a:path>
                <a:path w="6881495" h="774064">
                  <a:moveTo>
                    <a:pt x="2465946" y="227431"/>
                  </a:moveTo>
                  <a:lnTo>
                    <a:pt x="2464651" y="216382"/>
                  </a:lnTo>
                  <a:lnTo>
                    <a:pt x="2459317" y="206616"/>
                  </a:lnTo>
                  <a:lnTo>
                    <a:pt x="2450338" y="199390"/>
                  </a:lnTo>
                  <a:lnTo>
                    <a:pt x="2439276" y="196303"/>
                  </a:lnTo>
                  <a:lnTo>
                    <a:pt x="2428265" y="197624"/>
                  </a:lnTo>
                  <a:lnTo>
                    <a:pt x="2418537" y="202933"/>
                  </a:lnTo>
                  <a:lnTo>
                    <a:pt x="2411349" y="211836"/>
                  </a:lnTo>
                  <a:lnTo>
                    <a:pt x="2368245" y="295427"/>
                  </a:lnTo>
                  <a:lnTo>
                    <a:pt x="2353056" y="0"/>
                  </a:lnTo>
                  <a:lnTo>
                    <a:pt x="2295144" y="3048"/>
                  </a:lnTo>
                  <a:lnTo>
                    <a:pt x="2310320" y="298246"/>
                  </a:lnTo>
                  <a:lnTo>
                    <a:pt x="2258949" y="219710"/>
                  </a:lnTo>
                  <a:lnTo>
                    <a:pt x="2250846" y="211543"/>
                  </a:lnTo>
                  <a:lnTo>
                    <a:pt x="2240597" y="207238"/>
                  </a:lnTo>
                  <a:lnTo>
                    <a:pt x="2229472" y="207073"/>
                  </a:lnTo>
                  <a:lnTo>
                    <a:pt x="2218804" y="211328"/>
                  </a:lnTo>
                  <a:lnTo>
                    <a:pt x="2210638" y="219430"/>
                  </a:lnTo>
                  <a:lnTo>
                    <a:pt x="2206333" y="229679"/>
                  </a:lnTo>
                  <a:lnTo>
                    <a:pt x="2206167" y="240804"/>
                  </a:lnTo>
                  <a:lnTo>
                    <a:pt x="2210435" y="251460"/>
                  </a:lnTo>
                  <a:lnTo>
                    <a:pt x="2347722" y="461264"/>
                  </a:lnTo>
                  <a:lnTo>
                    <a:pt x="2376576" y="405384"/>
                  </a:lnTo>
                  <a:lnTo>
                    <a:pt x="2462784" y="238506"/>
                  </a:lnTo>
                  <a:lnTo>
                    <a:pt x="2465946" y="227431"/>
                  </a:lnTo>
                  <a:close/>
                </a:path>
                <a:path w="6881495" h="774064">
                  <a:moveTo>
                    <a:pt x="4732426" y="290677"/>
                  </a:moveTo>
                  <a:lnTo>
                    <a:pt x="4731461" y="279615"/>
                  </a:lnTo>
                  <a:lnTo>
                    <a:pt x="4726406" y="269722"/>
                  </a:lnTo>
                  <a:lnTo>
                    <a:pt x="4717669" y="262255"/>
                  </a:lnTo>
                  <a:lnTo>
                    <a:pt x="4706709" y="258800"/>
                  </a:lnTo>
                  <a:lnTo>
                    <a:pt x="4695647" y="259765"/>
                  </a:lnTo>
                  <a:lnTo>
                    <a:pt x="4685754" y="264820"/>
                  </a:lnTo>
                  <a:lnTo>
                    <a:pt x="4678299" y="273558"/>
                  </a:lnTo>
                  <a:lnTo>
                    <a:pt x="4632744" y="355866"/>
                  </a:lnTo>
                  <a:lnTo>
                    <a:pt x="4626864" y="89281"/>
                  </a:lnTo>
                  <a:lnTo>
                    <a:pt x="4568952" y="90551"/>
                  </a:lnTo>
                  <a:lnTo>
                    <a:pt x="4574832" y="357111"/>
                  </a:lnTo>
                  <a:lnTo>
                    <a:pt x="4525645" y="276987"/>
                  </a:lnTo>
                  <a:lnTo>
                    <a:pt x="4517860" y="268592"/>
                  </a:lnTo>
                  <a:lnTo>
                    <a:pt x="4507763" y="263994"/>
                  </a:lnTo>
                  <a:lnTo>
                    <a:pt x="4496676" y="263512"/>
                  </a:lnTo>
                  <a:lnTo>
                    <a:pt x="4485894" y="267462"/>
                  </a:lnTo>
                  <a:lnTo>
                    <a:pt x="4477486" y="275310"/>
                  </a:lnTo>
                  <a:lnTo>
                    <a:pt x="4472889" y="285394"/>
                  </a:lnTo>
                  <a:lnTo>
                    <a:pt x="4472406" y="296456"/>
                  </a:lnTo>
                  <a:lnTo>
                    <a:pt x="4476369" y="307213"/>
                  </a:lnTo>
                  <a:lnTo>
                    <a:pt x="4607433" y="521081"/>
                  </a:lnTo>
                  <a:lnTo>
                    <a:pt x="4638941" y="464185"/>
                  </a:lnTo>
                  <a:lnTo>
                    <a:pt x="4728972" y="301625"/>
                  </a:lnTo>
                  <a:lnTo>
                    <a:pt x="4732426" y="290677"/>
                  </a:lnTo>
                  <a:close/>
                </a:path>
                <a:path w="6881495" h="774064">
                  <a:moveTo>
                    <a:pt x="6881495" y="65532"/>
                  </a:moveTo>
                  <a:lnTo>
                    <a:pt x="6823583" y="65532"/>
                  </a:lnTo>
                  <a:lnTo>
                    <a:pt x="6823583" y="605790"/>
                  </a:lnTo>
                  <a:lnTo>
                    <a:pt x="5996749" y="605790"/>
                  </a:lnTo>
                  <a:lnTo>
                    <a:pt x="6077966" y="558419"/>
                  </a:lnTo>
                  <a:lnTo>
                    <a:pt x="6086564" y="550748"/>
                  </a:lnTo>
                  <a:lnTo>
                    <a:pt x="6091402" y="540753"/>
                  </a:lnTo>
                  <a:lnTo>
                    <a:pt x="6092126" y="529691"/>
                  </a:lnTo>
                  <a:lnTo>
                    <a:pt x="6088380" y="518795"/>
                  </a:lnTo>
                  <a:lnTo>
                    <a:pt x="6080760" y="510197"/>
                  </a:lnTo>
                  <a:lnTo>
                    <a:pt x="6070765" y="505358"/>
                  </a:lnTo>
                  <a:lnTo>
                    <a:pt x="6059703" y="504634"/>
                  </a:lnTo>
                  <a:lnTo>
                    <a:pt x="6048883" y="508381"/>
                  </a:lnTo>
                  <a:lnTo>
                    <a:pt x="5832221" y="634746"/>
                  </a:lnTo>
                  <a:lnTo>
                    <a:pt x="6048883" y="761111"/>
                  </a:lnTo>
                  <a:lnTo>
                    <a:pt x="6059703" y="764794"/>
                  </a:lnTo>
                  <a:lnTo>
                    <a:pt x="6070765" y="764057"/>
                  </a:lnTo>
                  <a:lnTo>
                    <a:pt x="6080760" y="759244"/>
                  </a:lnTo>
                  <a:lnTo>
                    <a:pt x="6088380" y="750697"/>
                  </a:lnTo>
                  <a:lnTo>
                    <a:pt x="6092126" y="739800"/>
                  </a:lnTo>
                  <a:lnTo>
                    <a:pt x="6091402" y="728700"/>
                  </a:lnTo>
                  <a:lnTo>
                    <a:pt x="6086564" y="718693"/>
                  </a:lnTo>
                  <a:lnTo>
                    <a:pt x="6077966" y="711073"/>
                  </a:lnTo>
                  <a:lnTo>
                    <a:pt x="5996749" y="663702"/>
                  </a:lnTo>
                  <a:lnTo>
                    <a:pt x="6881495" y="663702"/>
                  </a:lnTo>
                  <a:lnTo>
                    <a:pt x="6881495" y="634746"/>
                  </a:lnTo>
                  <a:lnTo>
                    <a:pt x="6881495" y="605790"/>
                  </a:lnTo>
                  <a:lnTo>
                    <a:pt x="6881495" y="65532"/>
                  </a:lnTo>
                  <a:close/>
                </a:path>
              </a:pathLst>
            </a:custGeom>
            <a:solidFill>
              <a:srgbClr val="12B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F1F62166-99D9-5586-D90D-8200A8E440B2}"/>
                </a:ext>
              </a:extLst>
            </p:cNvPr>
            <p:cNvSpPr/>
            <p:nvPr/>
          </p:nvSpPr>
          <p:spPr>
            <a:xfrm>
              <a:off x="4409859" y="4372228"/>
              <a:ext cx="205740" cy="1355090"/>
            </a:xfrm>
            <a:custGeom>
              <a:avLst/>
              <a:gdLst/>
              <a:ahLst/>
              <a:cxnLst/>
              <a:rect l="l" t="t" r="r" b="b"/>
              <a:pathLst>
                <a:path w="205739" h="1355089">
                  <a:moveTo>
                    <a:pt x="182689" y="992403"/>
                  </a:moveTo>
                  <a:lnTo>
                    <a:pt x="180936" y="983488"/>
                  </a:lnTo>
                  <a:lnTo>
                    <a:pt x="127457" y="855091"/>
                  </a:lnTo>
                  <a:lnTo>
                    <a:pt x="102704" y="795655"/>
                  </a:lnTo>
                  <a:lnTo>
                    <a:pt x="24472" y="983488"/>
                  </a:lnTo>
                  <a:lnTo>
                    <a:pt x="22707" y="992403"/>
                  </a:lnTo>
                  <a:lnTo>
                    <a:pt x="24434" y="1000988"/>
                  </a:lnTo>
                  <a:lnTo>
                    <a:pt x="29248" y="1008278"/>
                  </a:lnTo>
                  <a:lnTo>
                    <a:pt x="36791" y="1013333"/>
                  </a:lnTo>
                  <a:lnTo>
                    <a:pt x="45694" y="1015098"/>
                  </a:lnTo>
                  <a:lnTo>
                    <a:pt x="54279" y="1013371"/>
                  </a:lnTo>
                  <a:lnTo>
                    <a:pt x="61569" y="1008557"/>
                  </a:lnTo>
                  <a:lnTo>
                    <a:pt x="66649" y="1000988"/>
                  </a:lnTo>
                  <a:lnTo>
                    <a:pt x="79844" y="969327"/>
                  </a:lnTo>
                  <a:lnTo>
                    <a:pt x="79844" y="1181303"/>
                  </a:lnTo>
                  <a:lnTo>
                    <a:pt x="66636" y="1149604"/>
                  </a:lnTo>
                  <a:lnTo>
                    <a:pt x="61569" y="1142072"/>
                  </a:lnTo>
                  <a:lnTo>
                    <a:pt x="54279" y="1137259"/>
                  </a:lnTo>
                  <a:lnTo>
                    <a:pt x="45694" y="1135532"/>
                  </a:lnTo>
                  <a:lnTo>
                    <a:pt x="36791" y="1137285"/>
                  </a:lnTo>
                  <a:lnTo>
                    <a:pt x="29248" y="1142352"/>
                  </a:lnTo>
                  <a:lnTo>
                    <a:pt x="24434" y="1149642"/>
                  </a:lnTo>
                  <a:lnTo>
                    <a:pt x="22707" y="1158227"/>
                  </a:lnTo>
                  <a:lnTo>
                    <a:pt x="24472" y="1167130"/>
                  </a:lnTo>
                  <a:lnTo>
                    <a:pt x="102704" y="1354963"/>
                  </a:lnTo>
                  <a:lnTo>
                    <a:pt x="127457" y="1295527"/>
                  </a:lnTo>
                  <a:lnTo>
                    <a:pt x="180936" y="1167130"/>
                  </a:lnTo>
                  <a:lnTo>
                    <a:pt x="182689" y="1158227"/>
                  </a:lnTo>
                  <a:lnTo>
                    <a:pt x="180962" y="1149642"/>
                  </a:lnTo>
                  <a:lnTo>
                    <a:pt x="176149" y="1142352"/>
                  </a:lnTo>
                  <a:lnTo>
                    <a:pt x="168617" y="1137285"/>
                  </a:lnTo>
                  <a:lnTo>
                    <a:pt x="159702" y="1135532"/>
                  </a:lnTo>
                  <a:lnTo>
                    <a:pt x="151117" y="1137259"/>
                  </a:lnTo>
                  <a:lnTo>
                    <a:pt x="143827" y="1142072"/>
                  </a:lnTo>
                  <a:lnTo>
                    <a:pt x="138747" y="1149642"/>
                  </a:lnTo>
                  <a:lnTo>
                    <a:pt x="125564" y="1181303"/>
                  </a:lnTo>
                  <a:lnTo>
                    <a:pt x="125564" y="969327"/>
                  </a:lnTo>
                  <a:lnTo>
                    <a:pt x="138772" y="1001014"/>
                  </a:lnTo>
                  <a:lnTo>
                    <a:pt x="143827" y="1008557"/>
                  </a:lnTo>
                  <a:lnTo>
                    <a:pt x="151117" y="1013371"/>
                  </a:lnTo>
                  <a:lnTo>
                    <a:pt x="159702" y="1015098"/>
                  </a:lnTo>
                  <a:lnTo>
                    <a:pt x="168617" y="1013333"/>
                  </a:lnTo>
                  <a:lnTo>
                    <a:pt x="176149" y="1008278"/>
                  </a:lnTo>
                  <a:lnTo>
                    <a:pt x="180962" y="1000988"/>
                  </a:lnTo>
                  <a:lnTo>
                    <a:pt x="182689" y="992403"/>
                  </a:lnTo>
                  <a:close/>
                </a:path>
                <a:path w="205739" h="1355089">
                  <a:moveTo>
                    <a:pt x="205397" y="179666"/>
                  </a:moveTo>
                  <a:lnTo>
                    <a:pt x="202399" y="171069"/>
                  </a:lnTo>
                  <a:lnTo>
                    <a:pt x="129120" y="45339"/>
                  </a:lnTo>
                  <a:lnTo>
                    <a:pt x="102704" y="0"/>
                  </a:lnTo>
                  <a:lnTo>
                    <a:pt x="3009" y="171069"/>
                  </a:lnTo>
                  <a:lnTo>
                    <a:pt x="0" y="179666"/>
                  </a:lnTo>
                  <a:lnTo>
                    <a:pt x="546" y="188404"/>
                  </a:lnTo>
                  <a:lnTo>
                    <a:pt x="4343" y="196291"/>
                  </a:lnTo>
                  <a:lnTo>
                    <a:pt x="11137" y="202311"/>
                  </a:lnTo>
                  <a:lnTo>
                    <a:pt x="19723" y="205244"/>
                  </a:lnTo>
                  <a:lnTo>
                    <a:pt x="28473" y="204660"/>
                  </a:lnTo>
                  <a:lnTo>
                    <a:pt x="36347" y="200850"/>
                  </a:lnTo>
                  <a:lnTo>
                    <a:pt x="42379" y="194056"/>
                  </a:lnTo>
                  <a:lnTo>
                    <a:pt x="79844" y="129832"/>
                  </a:lnTo>
                  <a:lnTo>
                    <a:pt x="79844" y="403834"/>
                  </a:lnTo>
                  <a:lnTo>
                    <a:pt x="42379" y="339598"/>
                  </a:lnTo>
                  <a:lnTo>
                    <a:pt x="36347" y="332816"/>
                  </a:lnTo>
                  <a:lnTo>
                    <a:pt x="28473" y="328993"/>
                  </a:lnTo>
                  <a:lnTo>
                    <a:pt x="19723" y="328422"/>
                  </a:lnTo>
                  <a:lnTo>
                    <a:pt x="11137" y="331343"/>
                  </a:lnTo>
                  <a:lnTo>
                    <a:pt x="4343" y="337375"/>
                  </a:lnTo>
                  <a:lnTo>
                    <a:pt x="546" y="345249"/>
                  </a:lnTo>
                  <a:lnTo>
                    <a:pt x="0" y="353999"/>
                  </a:lnTo>
                  <a:lnTo>
                    <a:pt x="3009" y="362585"/>
                  </a:lnTo>
                  <a:lnTo>
                    <a:pt x="102704" y="533654"/>
                  </a:lnTo>
                  <a:lnTo>
                    <a:pt x="129120" y="488315"/>
                  </a:lnTo>
                  <a:lnTo>
                    <a:pt x="202399" y="362585"/>
                  </a:lnTo>
                  <a:lnTo>
                    <a:pt x="205397" y="353999"/>
                  </a:lnTo>
                  <a:lnTo>
                    <a:pt x="204851" y="345249"/>
                  </a:lnTo>
                  <a:lnTo>
                    <a:pt x="201053" y="337375"/>
                  </a:lnTo>
                  <a:lnTo>
                    <a:pt x="194271" y="331343"/>
                  </a:lnTo>
                  <a:lnTo>
                    <a:pt x="185674" y="328422"/>
                  </a:lnTo>
                  <a:lnTo>
                    <a:pt x="176936" y="328993"/>
                  </a:lnTo>
                  <a:lnTo>
                    <a:pt x="169049" y="332816"/>
                  </a:lnTo>
                  <a:lnTo>
                    <a:pt x="163029" y="339598"/>
                  </a:lnTo>
                  <a:lnTo>
                    <a:pt x="125564" y="403834"/>
                  </a:lnTo>
                  <a:lnTo>
                    <a:pt x="125564" y="129832"/>
                  </a:lnTo>
                  <a:lnTo>
                    <a:pt x="163029" y="194056"/>
                  </a:lnTo>
                  <a:lnTo>
                    <a:pt x="169049" y="200850"/>
                  </a:lnTo>
                  <a:lnTo>
                    <a:pt x="176923" y="204660"/>
                  </a:lnTo>
                  <a:lnTo>
                    <a:pt x="185674" y="205244"/>
                  </a:lnTo>
                  <a:lnTo>
                    <a:pt x="194271" y="202311"/>
                  </a:lnTo>
                  <a:lnTo>
                    <a:pt x="201053" y="196291"/>
                  </a:lnTo>
                  <a:lnTo>
                    <a:pt x="204851" y="188404"/>
                  </a:lnTo>
                  <a:lnTo>
                    <a:pt x="205397" y="179666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6">
              <a:extLst>
                <a:ext uri="{FF2B5EF4-FFF2-40B4-BE49-F238E27FC236}">
                  <a16:creationId xmlns:a16="http://schemas.microsoft.com/office/drawing/2014/main" id="{6AC05AB3-473B-11A9-CEAD-9F42EBB3DFE7}"/>
                </a:ext>
              </a:extLst>
            </p:cNvPr>
            <p:cNvSpPr/>
            <p:nvPr/>
          </p:nvSpPr>
          <p:spPr>
            <a:xfrm>
              <a:off x="7153655" y="3118103"/>
              <a:ext cx="1503045" cy="448309"/>
            </a:xfrm>
            <a:custGeom>
              <a:avLst/>
              <a:gdLst/>
              <a:ahLst/>
              <a:cxnLst/>
              <a:rect l="l" t="t" r="r" b="b"/>
              <a:pathLst>
                <a:path w="1503045" h="448310">
                  <a:moveTo>
                    <a:pt x="1427988" y="0"/>
                  </a:moveTo>
                  <a:lnTo>
                    <a:pt x="74675" y="0"/>
                  </a:lnTo>
                  <a:lnTo>
                    <a:pt x="45594" y="5863"/>
                  </a:lnTo>
                  <a:lnTo>
                    <a:pt x="21859" y="21859"/>
                  </a:lnTo>
                  <a:lnTo>
                    <a:pt x="5863" y="45594"/>
                  </a:lnTo>
                  <a:lnTo>
                    <a:pt x="0" y="74675"/>
                  </a:lnTo>
                  <a:lnTo>
                    <a:pt x="0" y="373380"/>
                  </a:lnTo>
                  <a:lnTo>
                    <a:pt x="5863" y="402461"/>
                  </a:lnTo>
                  <a:lnTo>
                    <a:pt x="21859" y="426196"/>
                  </a:lnTo>
                  <a:lnTo>
                    <a:pt x="45594" y="442192"/>
                  </a:lnTo>
                  <a:lnTo>
                    <a:pt x="74675" y="448056"/>
                  </a:lnTo>
                  <a:lnTo>
                    <a:pt x="1427988" y="448056"/>
                  </a:lnTo>
                  <a:lnTo>
                    <a:pt x="1457069" y="442192"/>
                  </a:lnTo>
                  <a:lnTo>
                    <a:pt x="1480804" y="426196"/>
                  </a:lnTo>
                  <a:lnTo>
                    <a:pt x="1496800" y="402461"/>
                  </a:lnTo>
                  <a:lnTo>
                    <a:pt x="1502664" y="373380"/>
                  </a:lnTo>
                  <a:lnTo>
                    <a:pt x="1502664" y="74675"/>
                  </a:lnTo>
                  <a:lnTo>
                    <a:pt x="1496800" y="45594"/>
                  </a:lnTo>
                  <a:lnTo>
                    <a:pt x="1480804" y="21859"/>
                  </a:lnTo>
                  <a:lnTo>
                    <a:pt x="1457069" y="5863"/>
                  </a:lnTo>
                  <a:lnTo>
                    <a:pt x="1427988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7DD05638-2AEB-9FED-86B3-4E111F2B7DBD}"/>
                </a:ext>
              </a:extLst>
            </p:cNvPr>
            <p:cNvSpPr/>
            <p:nvPr/>
          </p:nvSpPr>
          <p:spPr>
            <a:xfrm>
              <a:off x="7153655" y="3118103"/>
              <a:ext cx="1503045" cy="448309"/>
            </a:xfrm>
            <a:custGeom>
              <a:avLst/>
              <a:gdLst/>
              <a:ahLst/>
              <a:cxnLst/>
              <a:rect l="l" t="t" r="r" b="b"/>
              <a:pathLst>
                <a:path w="1503045" h="448310">
                  <a:moveTo>
                    <a:pt x="0" y="74675"/>
                  </a:moveTo>
                  <a:lnTo>
                    <a:pt x="5863" y="45594"/>
                  </a:lnTo>
                  <a:lnTo>
                    <a:pt x="21859" y="21859"/>
                  </a:lnTo>
                  <a:lnTo>
                    <a:pt x="45594" y="5863"/>
                  </a:lnTo>
                  <a:lnTo>
                    <a:pt x="74675" y="0"/>
                  </a:lnTo>
                  <a:lnTo>
                    <a:pt x="1427988" y="0"/>
                  </a:lnTo>
                  <a:lnTo>
                    <a:pt x="1457069" y="5863"/>
                  </a:lnTo>
                  <a:lnTo>
                    <a:pt x="1480804" y="21859"/>
                  </a:lnTo>
                  <a:lnTo>
                    <a:pt x="1496800" y="45594"/>
                  </a:lnTo>
                  <a:lnTo>
                    <a:pt x="1502664" y="74675"/>
                  </a:lnTo>
                  <a:lnTo>
                    <a:pt x="1502664" y="373380"/>
                  </a:lnTo>
                  <a:lnTo>
                    <a:pt x="1496800" y="402461"/>
                  </a:lnTo>
                  <a:lnTo>
                    <a:pt x="1480804" y="426196"/>
                  </a:lnTo>
                  <a:lnTo>
                    <a:pt x="1457069" y="442192"/>
                  </a:lnTo>
                  <a:lnTo>
                    <a:pt x="1427988" y="448056"/>
                  </a:lnTo>
                  <a:lnTo>
                    <a:pt x="74675" y="448056"/>
                  </a:lnTo>
                  <a:lnTo>
                    <a:pt x="45594" y="442192"/>
                  </a:lnTo>
                  <a:lnTo>
                    <a:pt x="21859" y="426196"/>
                  </a:lnTo>
                  <a:lnTo>
                    <a:pt x="5863" y="402461"/>
                  </a:lnTo>
                  <a:lnTo>
                    <a:pt x="0" y="373380"/>
                  </a:lnTo>
                  <a:lnTo>
                    <a:pt x="0" y="74675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2ECF5A7F-CC82-7524-0CC6-29EC4918AF6A}"/>
                </a:ext>
              </a:extLst>
            </p:cNvPr>
            <p:cNvSpPr/>
            <p:nvPr/>
          </p:nvSpPr>
          <p:spPr>
            <a:xfrm>
              <a:off x="329184" y="2054351"/>
              <a:ext cx="8220709" cy="506095"/>
            </a:xfrm>
            <a:custGeom>
              <a:avLst/>
              <a:gdLst/>
              <a:ahLst/>
              <a:cxnLst/>
              <a:rect l="l" t="t" r="r" b="b"/>
              <a:pathLst>
                <a:path w="8220709" h="506094">
                  <a:moveTo>
                    <a:pt x="1319784" y="69596"/>
                  </a:moveTo>
                  <a:lnTo>
                    <a:pt x="1314310" y="42494"/>
                  </a:lnTo>
                  <a:lnTo>
                    <a:pt x="1299413" y="20370"/>
                  </a:lnTo>
                  <a:lnTo>
                    <a:pt x="1277289" y="5473"/>
                  </a:lnTo>
                  <a:lnTo>
                    <a:pt x="1250188" y="0"/>
                  </a:lnTo>
                  <a:lnTo>
                    <a:pt x="69596" y="0"/>
                  </a:lnTo>
                  <a:lnTo>
                    <a:pt x="42506" y="5473"/>
                  </a:lnTo>
                  <a:lnTo>
                    <a:pt x="20383" y="20370"/>
                  </a:lnTo>
                  <a:lnTo>
                    <a:pt x="5461" y="42494"/>
                  </a:lnTo>
                  <a:lnTo>
                    <a:pt x="0" y="69596"/>
                  </a:lnTo>
                  <a:lnTo>
                    <a:pt x="0" y="347980"/>
                  </a:lnTo>
                  <a:lnTo>
                    <a:pt x="5461" y="375094"/>
                  </a:lnTo>
                  <a:lnTo>
                    <a:pt x="20383" y="397217"/>
                  </a:lnTo>
                  <a:lnTo>
                    <a:pt x="42506" y="412115"/>
                  </a:lnTo>
                  <a:lnTo>
                    <a:pt x="69596" y="417576"/>
                  </a:lnTo>
                  <a:lnTo>
                    <a:pt x="1250188" y="417576"/>
                  </a:lnTo>
                  <a:lnTo>
                    <a:pt x="1277289" y="412115"/>
                  </a:lnTo>
                  <a:lnTo>
                    <a:pt x="1299413" y="397217"/>
                  </a:lnTo>
                  <a:lnTo>
                    <a:pt x="1314310" y="375094"/>
                  </a:lnTo>
                  <a:lnTo>
                    <a:pt x="1319784" y="347980"/>
                  </a:lnTo>
                  <a:lnTo>
                    <a:pt x="1319784" y="69596"/>
                  </a:lnTo>
                  <a:close/>
                </a:path>
                <a:path w="8220709" h="506094">
                  <a:moveTo>
                    <a:pt x="3642360" y="87884"/>
                  </a:moveTo>
                  <a:lnTo>
                    <a:pt x="3636886" y="60782"/>
                  </a:lnTo>
                  <a:lnTo>
                    <a:pt x="3621989" y="38658"/>
                  </a:lnTo>
                  <a:lnTo>
                    <a:pt x="3599865" y="23761"/>
                  </a:lnTo>
                  <a:lnTo>
                    <a:pt x="3572764" y="18288"/>
                  </a:lnTo>
                  <a:lnTo>
                    <a:pt x="2379980" y="18288"/>
                  </a:lnTo>
                  <a:lnTo>
                    <a:pt x="2352865" y="23761"/>
                  </a:lnTo>
                  <a:lnTo>
                    <a:pt x="2330742" y="38658"/>
                  </a:lnTo>
                  <a:lnTo>
                    <a:pt x="2315845" y="60782"/>
                  </a:lnTo>
                  <a:lnTo>
                    <a:pt x="2310384" y="87884"/>
                  </a:lnTo>
                  <a:lnTo>
                    <a:pt x="2310384" y="366268"/>
                  </a:lnTo>
                  <a:lnTo>
                    <a:pt x="2315845" y="393382"/>
                  </a:lnTo>
                  <a:lnTo>
                    <a:pt x="2330742" y="415505"/>
                  </a:lnTo>
                  <a:lnTo>
                    <a:pt x="2352865" y="430403"/>
                  </a:lnTo>
                  <a:lnTo>
                    <a:pt x="2379980" y="435864"/>
                  </a:lnTo>
                  <a:lnTo>
                    <a:pt x="3572764" y="435864"/>
                  </a:lnTo>
                  <a:lnTo>
                    <a:pt x="3599865" y="430403"/>
                  </a:lnTo>
                  <a:lnTo>
                    <a:pt x="3621989" y="415505"/>
                  </a:lnTo>
                  <a:lnTo>
                    <a:pt x="3636886" y="393382"/>
                  </a:lnTo>
                  <a:lnTo>
                    <a:pt x="3642360" y="366268"/>
                  </a:lnTo>
                  <a:lnTo>
                    <a:pt x="3642360" y="87884"/>
                  </a:lnTo>
                  <a:close/>
                </a:path>
                <a:path w="8220709" h="506094">
                  <a:moveTo>
                    <a:pt x="5870448" y="118872"/>
                  </a:moveTo>
                  <a:lnTo>
                    <a:pt x="5864936" y="91579"/>
                  </a:lnTo>
                  <a:lnTo>
                    <a:pt x="5849912" y="69303"/>
                  </a:lnTo>
                  <a:lnTo>
                    <a:pt x="5827636" y="54279"/>
                  </a:lnTo>
                  <a:lnTo>
                    <a:pt x="5800344" y="48768"/>
                  </a:lnTo>
                  <a:lnTo>
                    <a:pt x="4614672" y="48768"/>
                  </a:lnTo>
                  <a:lnTo>
                    <a:pt x="4587367" y="54279"/>
                  </a:lnTo>
                  <a:lnTo>
                    <a:pt x="4565091" y="69303"/>
                  </a:lnTo>
                  <a:lnTo>
                    <a:pt x="4550067" y="91579"/>
                  </a:lnTo>
                  <a:lnTo>
                    <a:pt x="4544568" y="118872"/>
                  </a:lnTo>
                  <a:lnTo>
                    <a:pt x="4544568" y="399288"/>
                  </a:lnTo>
                  <a:lnTo>
                    <a:pt x="4550067" y="426593"/>
                  </a:lnTo>
                  <a:lnTo>
                    <a:pt x="4565091" y="448868"/>
                  </a:lnTo>
                  <a:lnTo>
                    <a:pt x="4587367" y="463892"/>
                  </a:lnTo>
                  <a:lnTo>
                    <a:pt x="4614672" y="469392"/>
                  </a:lnTo>
                  <a:lnTo>
                    <a:pt x="5800344" y="469392"/>
                  </a:lnTo>
                  <a:lnTo>
                    <a:pt x="5827636" y="463892"/>
                  </a:lnTo>
                  <a:lnTo>
                    <a:pt x="5849912" y="448868"/>
                  </a:lnTo>
                  <a:lnTo>
                    <a:pt x="5864936" y="426593"/>
                  </a:lnTo>
                  <a:lnTo>
                    <a:pt x="5870448" y="399288"/>
                  </a:lnTo>
                  <a:lnTo>
                    <a:pt x="5870448" y="118872"/>
                  </a:lnTo>
                  <a:close/>
                </a:path>
                <a:path w="8220709" h="506094">
                  <a:moveTo>
                    <a:pt x="8220456" y="155448"/>
                  </a:moveTo>
                  <a:lnTo>
                    <a:pt x="8214944" y="128155"/>
                  </a:lnTo>
                  <a:lnTo>
                    <a:pt x="8199920" y="105879"/>
                  </a:lnTo>
                  <a:lnTo>
                    <a:pt x="8177644" y="90855"/>
                  </a:lnTo>
                  <a:lnTo>
                    <a:pt x="8150352" y="85344"/>
                  </a:lnTo>
                  <a:lnTo>
                    <a:pt x="6946392" y="85344"/>
                  </a:lnTo>
                  <a:lnTo>
                    <a:pt x="6919087" y="90855"/>
                  </a:lnTo>
                  <a:lnTo>
                    <a:pt x="6896811" y="105879"/>
                  </a:lnTo>
                  <a:lnTo>
                    <a:pt x="6881787" y="128155"/>
                  </a:lnTo>
                  <a:lnTo>
                    <a:pt x="6876288" y="155448"/>
                  </a:lnTo>
                  <a:lnTo>
                    <a:pt x="6876288" y="435864"/>
                  </a:lnTo>
                  <a:lnTo>
                    <a:pt x="6881787" y="463169"/>
                  </a:lnTo>
                  <a:lnTo>
                    <a:pt x="6896811" y="485444"/>
                  </a:lnTo>
                  <a:lnTo>
                    <a:pt x="6919087" y="500468"/>
                  </a:lnTo>
                  <a:lnTo>
                    <a:pt x="6946392" y="505968"/>
                  </a:lnTo>
                  <a:lnTo>
                    <a:pt x="8150352" y="505968"/>
                  </a:lnTo>
                  <a:lnTo>
                    <a:pt x="8177644" y="500468"/>
                  </a:lnTo>
                  <a:lnTo>
                    <a:pt x="8199920" y="485444"/>
                  </a:lnTo>
                  <a:lnTo>
                    <a:pt x="8214944" y="463169"/>
                  </a:lnTo>
                  <a:lnTo>
                    <a:pt x="8220456" y="435864"/>
                  </a:lnTo>
                  <a:lnTo>
                    <a:pt x="8220456" y="155448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1B4D3858-193E-6BEE-EBC4-BA6633A3B07B}"/>
                </a:ext>
              </a:extLst>
            </p:cNvPr>
            <p:cNvSpPr/>
            <p:nvPr/>
          </p:nvSpPr>
          <p:spPr>
            <a:xfrm>
              <a:off x="7293864" y="2606039"/>
              <a:ext cx="1137285" cy="448309"/>
            </a:xfrm>
            <a:custGeom>
              <a:avLst/>
              <a:gdLst/>
              <a:ahLst/>
              <a:cxnLst/>
              <a:rect l="l" t="t" r="r" b="b"/>
              <a:pathLst>
                <a:path w="1137284" h="448310">
                  <a:moveTo>
                    <a:pt x="1062227" y="0"/>
                  </a:moveTo>
                  <a:lnTo>
                    <a:pt x="74675" y="0"/>
                  </a:lnTo>
                  <a:lnTo>
                    <a:pt x="45594" y="5863"/>
                  </a:lnTo>
                  <a:lnTo>
                    <a:pt x="21859" y="21859"/>
                  </a:lnTo>
                  <a:lnTo>
                    <a:pt x="5863" y="45594"/>
                  </a:lnTo>
                  <a:lnTo>
                    <a:pt x="0" y="74675"/>
                  </a:lnTo>
                  <a:lnTo>
                    <a:pt x="0" y="373380"/>
                  </a:lnTo>
                  <a:lnTo>
                    <a:pt x="5863" y="402461"/>
                  </a:lnTo>
                  <a:lnTo>
                    <a:pt x="21859" y="426196"/>
                  </a:lnTo>
                  <a:lnTo>
                    <a:pt x="45594" y="442192"/>
                  </a:lnTo>
                  <a:lnTo>
                    <a:pt x="74675" y="448056"/>
                  </a:lnTo>
                  <a:lnTo>
                    <a:pt x="1062227" y="448056"/>
                  </a:lnTo>
                  <a:lnTo>
                    <a:pt x="1091309" y="442192"/>
                  </a:lnTo>
                  <a:lnTo>
                    <a:pt x="1115044" y="426196"/>
                  </a:lnTo>
                  <a:lnTo>
                    <a:pt x="1131040" y="402461"/>
                  </a:lnTo>
                  <a:lnTo>
                    <a:pt x="1136903" y="373380"/>
                  </a:lnTo>
                  <a:lnTo>
                    <a:pt x="1136903" y="74675"/>
                  </a:lnTo>
                  <a:lnTo>
                    <a:pt x="1131040" y="45594"/>
                  </a:lnTo>
                  <a:lnTo>
                    <a:pt x="1115044" y="21859"/>
                  </a:lnTo>
                  <a:lnTo>
                    <a:pt x="1091309" y="5863"/>
                  </a:lnTo>
                  <a:lnTo>
                    <a:pt x="1062227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D813AAE3-0340-C726-6EB3-5530FD0321D3}"/>
                </a:ext>
              </a:extLst>
            </p:cNvPr>
            <p:cNvSpPr/>
            <p:nvPr/>
          </p:nvSpPr>
          <p:spPr>
            <a:xfrm>
              <a:off x="7293864" y="2606039"/>
              <a:ext cx="1137285" cy="448309"/>
            </a:xfrm>
            <a:custGeom>
              <a:avLst/>
              <a:gdLst/>
              <a:ahLst/>
              <a:cxnLst/>
              <a:rect l="l" t="t" r="r" b="b"/>
              <a:pathLst>
                <a:path w="1137284" h="448310">
                  <a:moveTo>
                    <a:pt x="0" y="74675"/>
                  </a:moveTo>
                  <a:lnTo>
                    <a:pt x="5863" y="45594"/>
                  </a:lnTo>
                  <a:lnTo>
                    <a:pt x="21859" y="21859"/>
                  </a:lnTo>
                  <a:lnTo>
                    <a:pt x="45594" y="5863"/>
                  </a:lnTo>
                  <a:lnTo>
                    <a:pt x="74675" y="0"/>
                  </a:lnTo>
                  <a:lnTo>
                    <a:pt x="1062227" y="0"/>
                  </a:lnTo>
                  <a:lnTo>
                    <a:pt x="1091309" y="5863"/>
                  </a:lnTo>
                  <a:lnTo>
                    <a:pt x="1115044" y="21859"/>
                  </a:lnTo>
                  <a:lnTo>
                    <a:pt x="1131040" y="45594"/>
                  </a:lnTo>
                  <a:lnTo>
                    <a:pt x="1136903" y="74675"/>
                  </a:lnTo>
                  <a:lnTo>
                    <a:pt x="1136903" y="373380"/>
                  </a:lnTo>
                  <a:lnTo>
                    <a:pt x="1131040" y="402461"/>
                  </a:lnTo>
                  <a:lnTo>
                    <a:pt x="1115044" y="426196"/>
                  </a:lnTo>
                  <a:lnTo>
                    <a:pt x="1091309" y="442192"/>
                  </a:lnTo>
                  <a:lnTo>
                    <a:pt x="1062227" y="448056"/>
                  </a:lnTo>
                  <a:lnTo>
                    <a:pt x="74675" y="448056"/>
                  </a:lnTo>
                  <a:lnTo>
                    <a:pt x="45594" y="442192"/>
                  </a:lnTo>
                  <a:lnTo>
                    <a:pt x="21859" y="426196"/>
                  </a:lnTo>
                  <a:lnTo>
                    <a:pt x="5863" y="402461"/>
                  </a:lnTo>
                  <a:lnTo>
                    <a:pt x="0" y="373380"/>
                  </a:lnTo>
                  <a:lnTo>
                    <a:pt x="0" y="74675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1">
            <a:extLst>
              <a:ext uri="{FF2B5EF4-FFF2-40B4-BE49-F238E27FC236}">
                <a16:creationId xmlns:a16="http://schemas.microsoft.com/office/drawing/2014/main" id="{7899364E-4240-CEE2-344F-8645F098DCC6}"/>
              </a:ext>
            </a:extLst>
          </p:cNvPr>
          <p:cNvSpPr txBox="1"/>
          <p:nvPr/>
        </p:nvSpPr>
        <p:spPr>
          <a:xfrm>
            <a:off x="8662117" y="2027355"/>
            <a:ext cx="1102995" cy="153098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98120" marR="5080" indent="-186055" algn="just">
              <a:lnSpc>
                <a:spcPct val="92800"/>
              </a:lnSpc>
              <a:spcBef>
                <a:spcPts val="370"/>
              </a:spcBef>
            </a:pPr>
            <a:r>
              <a:rPr sz="3200" b="1" spc="-20" dirty="0">
                <a:solidFill>
                  <a:srgbClr val="FFFFFF"/>
                </a:solidFill>
                <a:latin typeface="Carlito"/>
                <a:cs typeface="Carlito"/>
              </a:rPr>
              <a:t>Core</a:t>
            </a:r>
            <a:r>
              <a:rPr sz="3200" b="1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rlito"/>
                <a:cs typeface="Carlito"/>
              </a:rPr>
              <a:t>3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L1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L2</a:t>
            </a:r>
            <a:r>
              <a:rPr sz="3600" b="1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</a:t>
            </a:r>
            <a:endParaRPr sz="3600">
              <a:latin typeface="Carlito"/>
              <a:cs typeface="Carlito"/>
            </a:endParaRPr>
          </a:p>
        </p:txBody>
      </p:sp>
      <p:grpSp>
        <p:nvGrpSpPr>
          <p:cNvPr id="25" name="object 22">
            <a:extLst>
              <a:ext uri="{FF2B5EF4-FFF2-40B4-BE49-F238E27FC236}">
                <a16:creationId xmlns:a16="http://schemas.microsoft.com/office/drawing/2014/main" id="{73C745E5-CF4D-2E54-B229-2B2D2017A6AA}"/>
              </a:ext>
            </a:extLst>
          </p:cNvPr>
          <p:cNvGrpSpPr/>
          <p:nvPr/>
        </p:nvGrpSpPr>
        <p:grpSpPr>
          <a:xfrm>
            <a:off x="4490844" y="2549058"/>
            <a:ext cx="3317240" cy="3886835"/>
            <a:chOff x="3157134" y="2590736"/>
            <a:chExt cx="3317240" cy="3886835"/>
          </a:xfrm>
        </p:grpSpPr>
        <p:sp>
          <p:nvSpPr>
            <p:cNvPr id="26" name="object 23">
              <a:extLst>
                <a:ext uri="{FF2B5EF4-FFF2-40B4-BE49-F238E27FC236}">
                  <a16:creationId xmlns:a16="http://schemas.microsoft.com/office/drawing/2014/main" id="{0B263D82-64AA-D8DB-E3B2-8312D3C12B0F}"/>
                </a:ext>
              </a:extLst>
            </p:cNvPr>
            <p:cNvSpPr/>
            <p:nvPr/>
          </p:nvSpPr>
          <p:spPr>
            <a:xfrm>
              <a:off x="3157134" y="5743762"/>
              <a:ext cx="2725505" cy="73323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B30D024B-278B-E35D-62BA-45F45BA9E24F}"/>
                </a:ext>
              </a:extLst>
            </p:cNvPr>
            <p:cNvSpPr/>
            <p:nvPr/>
          </p:nvSpPr>
          <p:spPr>
            <a:xfrm>
              <a:off x="4815839" y="3112007"/>
              <a:ext cx="1649095" cy="448309"/>
            </a:xfrm>
            <a:custGeom>
              <a:avLst/>
              <a:gdLst/>
              <a:ahLst/>
              <a:cxnLst/>
              <a:rect l="l" t="t" r="r" b="b"/>
              <a:pathLst>
                <a:path w="1649095" h="448310">
                  <a:moveTo>
                    <a:pt x="1574292" y="0"/>
                  </a:moveTo>
                  <a:lnTo>
                    <a:pt x="74675" y="0"/>
                  </a:lnTo>
                  <a:lnTo>
                    <a:pt x="45594" y="5863"/>
                  </a:lnTo>
                  <a:lnTo>
                    <a:pt x="21859" y="21859"/>
                  </a:lnTo>
                  <a:lnTo>
                    <a:pt x="5863" y="45594"/>
                  </a:lnTo>
                  <a:lnTo>
                    <a:pt x="0" y="74675"/>
                  </a:lnTo>
                  <a:lnTo>
                    <a:pt x="0" y="373379"/>
                  </a:lnTo>
                  <a:lnTo>
                    <a:pt x="5863" y="402461"/>
                  </a:lnTo>
                  <a:lnTo>
                    <a:pt x="21859" y="426196"/>
                  </a:lnTo>
                  <a:lnTo>
                    <a:pt x="45594" y="442192"/>
                  </a:lnTo>
                  <a:lnTo>
                    <a:pt x="74675" y="448055"/>
                  </a:lnTo>
                  <a:lnTo>
                    <a:pt x="1574292" y="448055"/>
                  </a:lnTo>
                  <a:lnTo>
                    <a:pt x="1603373" y="442192"/>
                  </a:lnTo>
                  <a:lnTo>
                    <a:pt x="1627108" y="426196"/>
                  </a:lnTo>
                  <a:lnTo>
                    <a:pt x="1643104" y="402461"/>
                  </a:lnTo>
                  <a:lnTo>
                    <a:pt x="1648968" y="373379"/>
                  </a:lnTo>
                  <a:lnTo>
                    <a:pt x="1648968" y="74675"/>
                  </a:lnTo>
                  <a:lnTo>
                    <a:pt x="1643104" y="45594"/>
                  </a:lnTo>
                  <a:lnTo>
                    <a:pt x="1627108" y="21859"/>
                  </a:lnTo>
                  <a:lnTo>
                    <a:pt x="1603373" y="5863"/>
                  </a:lnTo>
                  <a:lnTo>
                    <a:pt x="1574292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60CC50AF-04A8-C283-1905-C6DDC4204529}"/>
                </a:ext>
              </a:extLst>
            </p:cNvPr>
            <p:cNvSpPr/>
            <p:nvPr/>
          </p:nvSpPr>
          <p:spPr>
            <a:xfrm>
              <a:off x="4815839" y="3112007"/>
              <a:ext cx="1649095" cy="448309"/>
            </a:xfrm>
            <a:custGeom>
              <a:avLst/>
              <a:gdLst/>
              <a:ahLst/>
              <a:cxnLst/>
              <a:rect l="l" t="t" r="r" b="b"/>
              <a:pathLst>
                <a:path w="1649095" h="448310">
                  <a:moveTo>
                    <a:pt x="0" y="74675"/>
                  </a:moveTo>
                  <a:lnTo>
                    <a:pt x="5863" y="45594"/>
                  </a:lnTo>
                  <a:lnTo>
                    <a:pt x="21859" y="21859"/>
                  </a:lnTo>
                  <a:lnTo>
                    <a:pt x="45594" y="5863"/>
                  </a:lnTo>
                  <a:lnTo>
                    <a:pt x="74675" y="0"/>
                  </a:lnTo>
                  <a:lnTo>
                    <a:pt x="1574292" y="0"/>
                  </a:lnTo>
                  <a:lnTo>
                    <a:pt x="1603373" y="5863"/>
                  </a:lnTo>
                  <a:lnTo>
                    <a:pt x="1627108" y="21859"/>
                  </a:lnTo>
                  <a:lnTo>
                    <a:pt x="1643104" y="45594"/>
                  </a:lnTo>
                  <a:lnTo>
                    <a:pt x="1648968" y="74675"/>
                  </a:lnTo>
                  <a:lnTo>
                    <a:pt x="1648968" y="373379"/>
                  </a:lnTo>
                  <a:lnTo>
                    <a:pt x="1643104" y="402461"/>
                  </a:lnTo>
                  <a:lnTo>
                    <a:pt x="1627108" y="426196"/>
                  </a:lnTo>
                  <a:lnTo>
                    <a:pt x="1603373" y="442192"/>
                  </a:lnTo>
                  <a:lnTo>
                    <a:pt x="1574292" y="448055"/>
                  </a:lnTo>
                  <a:lnTo>
                    <a:pt x="74675" y="448055"/>
                  </a:lnTo>
                  <a:lnTo>
                    <a:pt x="45594" y="442192"/>
                  </a:lnTo>
                  <a:lnTo>
                    <a:pt x="21859" y="426196"/>
                  </a:lnTo>
                  <a:lnTo>
                    <a:pt x="5863" y="402461"/>
                  </a:lnTo>
                  <a:lnTo>
                    <a:pt x="0" y="373379"/>
                  </a:lnTo>
                  <a:lnTo>
                    <a:pt x="0" y="74675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6">
              <a:extLst>
                <a:ext uri="{FF2B5EF4-FFF2-40B4-BE49-F238E27FC236}">
                  <a16:creationId xmlns:a16="http://schemas.microsoft.com/office/drawing/2014/main" id="{C46CD800-52A1-79EA-0B1E-BE1F543CEF23}"/>
                </a:ext>
              </a:extLst>
            </p:cNvPr>
            <p:cNvSpPr/>
            <p:nvPr/>
          </p:nvSpPr>
          <p:spPr>
            <a:xfrm>
              <a:off x="5020055" y="2599943"/>
              <a:ext cx="1176655" cy="448309"/>
            </a:xfrm>
            <a:custGeom>
              <a:avLst/>
              <a:gdLst/>
              <a:ahLst/>
              <a:cxnLst/>
              <a:rect l="l" t="t" r="r" b="b"/>
              <a:pathLst>
                <a:path w="1176654" h="448310">
                  <a:moveTo>
                    <a:pt x="1101852" y="0"/>
                  </a:moveTo>
                  <a:lnTo>
                    <a:pt x="74676" y="0"/>
                  </a:lnTo>
                  <a:lnTo>
                    <a:pt x="45594" y="5863"/>
                  </a:lnTo>
                  <a:lnTo>
                    <a:pt x="21859" y="21859"/>
                  </a:lnTo>
                  <a:lnTo>
                    <a:pt x="5863" y="45594"/>
                  </a:lnTo>
                  <a:lnTo>
                    <a:pt x="0" y="74675"/>
                  </a:lnTo>
                  <a:lnTo>
                    <a:pt x="0" y="373379"/>
                  </a:lnTo>
                  <a:lnTo>
                    <a:pt x="5863" y="402461"/>
                  </a:lnTo>
                  <a:lnTo>
                    <a:pt x="21859" y="426196"/>
                  </a:lnTo>
                  <a:lnTo>
                    <a:pt x="45594" y="442192"/>
                  </a:lnTo>
                  <a:lnTo>
                    <a:pt x="74676" y="448055"/>
                  </a:lnTo>
                  <a:lnTo>
                    <a:pt x="1101852" y="448055"/>
                  </a:lnTo>
                  <a:lnTo>
                    <a:pt x="1130933" y="442192"/>
                  </a:lnTo>
                  <a:lnTo>
                    <a:pt x="1154668" y="426196"/>
                  </a:lnTo>
                  <a:lnTo>
                    <a:pt x="1170664" y="402461"/>
                  </a:lnTo>
                  <a:lnTo>
                    <a:pt x="1176528" y="373379"/>
                  </a:lnTo>
                  <a:lnTo>
                    <a:pt x="1176528" y="74675"/>
                  </a:lnTo>
                  <a:lnTo>
                    <a:pt x="1170664" y="45594"/>
                  </a:lnTo>
                  <a:lnTo>
                    <a:pt x="1154668" y="21859"/>
                  </a:lnTo>
                  <a:lnTo>
                    <a:pt x="1130933" y="5863"/>
                  </a:lnTo>
                  <a:lnTo>
                    <a:pt x="1101852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>
              <a:extLst>
                <a:ext uri="{FF2B5EF4-FFF2-40B4-BE49-F238E27FC236}">
                  <a16:creationId xmlns:a16="http://schemas.microsoft.com/office/drawing/2014/main" id="{E0E85C2F-9B94-2BAD-8D04-69A78B4C4518}"/>
                </a:ext>
              </a:extLst>
            </p:cNvPr>
            <p:cNvSpPr/>
            <p:nvPr/>
          </p:nvSpPr>
          <p:spPr>
            <a:xfrm>
              <a:off x="5020055" y="2599943"/>
              <a:ext cx="1176655" cy="448309"/>
            </a:xfrm>
            <a:custGeom>
              <a:avLst/>
              <a:gdLst/>
              <a:ahLst/>
              <a:cxnLst/>
              <a:rect l="l" t="t" r="r" b="b"/>
              <a:pathLst>
                <a:path w="1176654" h="448310">
                  <a:moveTo>
                    <a:pt x="0" y="74675"/>
                  </a:moveTo>
                  <a:lnTo>
                    <a:pt x="5863" y="45594"/>
                  </a:lnTo>
                  <a:lnTo>
                    <a:pt x="21859" y="21859"/>
                  </a:lnTo>
                  <a:lnTo>
                    <a:pt x="45594" y="5863"/>
                  </a:lnTo>
                  <a:lnTo>
                    <a:pt x="74676" y="0"/>
                  </a:lnTo>
                  <a:lnTo>
                    <a:pt x="1101852" y="0"/>
                  </a:lnTo>
                  <a:lnTo>
                    <a:pt x="1130933" y="5863"/>
                  </a:lnTo>
                  <a:lnTo>
                    <a:pt x="1154668" y="21859"/>
                  </a:lnTo>
                  <a:lnTo>
                    <a:pt x="1170664" y="45594"/>
                  </a:lnTo>
                  <a:lnTo>
                    <a:pt x="1176528" y="74675"/>
                  </a:lnTo>
                  <a:lnTo>
                    <a:pt x="1176528" y="373379"/>
                  </a:lnTo>
                  <a:lnTo>
                    <a:pt x="1170664" y="402461"/>
                  </a:lnTo>
                  <a:lnTo>
                    <a:pt x="1154668" y="426196"/>
                  </a:lnTo>
                  <a:lnTo>
                    <a:pt x="1130933" y="442192"/>
                  </a:lnTo>
                  <a:lnTo>
                    <a:pt x="1101852" y="448055"/>
                  </a:lnTo>
                  <a:lnTo>
                    <a:pt x="74676" y="448055"/>
                  </a:lnTo>
                  <a:lnTo>
                    <a:pt x="45594" y="442192"/>
                  </a:lnTo>
                  <a:lnTo>
                    <a:pt x="21859" y="426196"/>
                  </a:lnTo>
                  <a:lnTo>
                    <a:pt x="5863" y="402461"/>
                  </a:lnTo>
                  <a:lnTo>
                    <a:pt x="0" y="373379"/>
                  </a:lnTo>
                  <a:lnTo>
                    <a:pt x="0" y="74675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28">
            <a:extLst>
              <a:ext uri="{FF2B5EF4-FFF2-40B4-BE49-F238E27FC236}">
                <a16:creationId xmlns:a16="http://schemas.microsoft.com/office/drawing/2014/main" id="{1147A77F-22C5-7E97-8DF5-8EFC93AF48A2}"/>
              </a:ext>
            </a:extLst>
          </p:cNvPr>
          <p:cNvSpPr txBox="1"/>
          <p:nvPr/>
        </p:nvSpPr>
        <p:spPr>
          <a:xfrm>
            <a:off x="6319475" y="1991160"/>
            <a:ext cx="1103630" cy="156083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73685" marR="5080" indent="-261620" algn="just">
              <a:lnSpc>
                <a:spcPct val="95500"/>
              </a:lnSpc>
              <a:spcBef>
                <a:spcPts val="265"/>
              </a:spcBef>
            </a:pPr>
            <a:r>
              <a:rPr sz="3200" b="1" spc="-20" dirty="0">
                <a:solidFill>
                  <a:srgbClr val="FFFFFF"/>
                </a:solidFill>
                <a:latin typeface="Carlito"/>
                <a:cs typeface="Carlito"/>
              </a:rPr>
              <a:t>Core</a:t>
            </a:r>
            <a:r>
              <a:rPr sz="3200" b="1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rlito"/>
                <a:cs typeface="Carlito"/>
              </a:rPr>
              <a:t>2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L1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L2</a:t>
            </a:r>
            <a:r>
              <a:rPr sz="3600" b="1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</a:t>
            </a:r>
            <a:endParaRPr sz="3600">
              <a:latin typeface="Carlito"/>
              <a:cs typeface="Carlito"/>
            </a:endParaRPr>
          </a:p>
        </p:txBody>
      </p:sp>
      <p:grpSp>
        <p:nvGrpSpPr>
          <p:cNvPr id="32" name="object 29">
            <a:extLst>
              <a:ext uri="{FF2B5EF4-FFF2-40B4-BE49-F238E27FC236}">
                <a16:creationId xmlns:a16="http://schemas.microsoft.com/office/drawing/2014/main" id="{A584B84C-1355-C47E-85E2-6EC9A6661421}"/>
              </a:ext>
            </a:extLst>
          </p:cNvPr>
          <p:cNvGrpSpPr/>
          <p:nvPr/>
        </p:nvGrpSpPr>
        <p:grpSpPr>
          <a:xfrm>
            <a:off x="3890918" y="2530770"/>
            <a:ext cx="1597660" cy="975994"/>
            <a:chOff x="2557208" y="2572448"/>
            <a:chExt cx="1597660" cy="975994"/>
          </a:xfrm>
        </p:grpSpPr>
        <p:sp>
          <p:nvSpPr>
            <p:cNvPr id="33" name="object 30">
              <a:extLst>
                <a:ext uri="{FF2B5EF4-FFF2-40B4-BE49-F238E27FC236}">
                  <a16:creationId xmlns:a16="http://schemas.microsoft.com/office/drawing/2014/main" id="{4A981029-556E-9B28-1629-2BE686891830}"/>
                </a:ext>
              </a:extLst>
            </p:cNvPr>
            <p:cNvSpPr/>
            <p:nvPr/>
          </p:nvSpPr>
          <p:spPr>
            <a:xfrm>
              <a:off x="2566415" y="3093719"/>
              <a:ext cx="1579245" cy="445134"/>
            </a:xfrm>
            <a:custGeom>
              <a:avLst/>
              <a:gdLst/>
              <a:ahLst/>
              <a:cxnLst/>
              <a:rect l="l" t="t" r="r" b="b"/>
              <a:pathLst>
                <a:path w="1579245" h="445135">
                  <a:moveTo>
                    <a:pt x="1504695" y="0"/>
                  </a:moveTo>
                  <a:lnTo>
                    <a:pt x="74167" y="0"/>
                  </a:lnTo>
                  <a:lnTo>
                    <a:pt x="45273" y="5820"/>
                  </a:lnTo>
                  <a:lnTo>
                    <a:pt x="21701" y="21701"/>
                  </a:lnTo>
                  <a:lnTo>
                    <a:pt x="5820" y="45273"/>
                  </a:lnTo>
                  <a:lnTo>
                    <a:pt x="0" y="74167"/>
                  </a:lnTo>
                  <a:lnTo>
                    <a:pt x="0" y="370839"/>
                  </a:lnTo>
                  <a:lnTo>
                    <a:pt x="5820" y="399734"/>
                  </a:lnTo>
                  <a:lnTo>
                    <a:pt x="21701" y="423306"/>
                  </a:lnTo>
                  <a:lnTo>
                    <a:pt x="45273" y="439187"/>
                  </a:lnTo>
                  <a:lnTo>
                    <a:pt x="74167" y="445007"/>
                  </a:lnTo>
                  <a:lnTo>
                    <a:pt x="1504695" y="445007"/>
                  </a:lnTo>
                  <a:lnTo>
                    <a:pt x="1533590" y="439187"/>
                  </a:lnTo>
                  <a:lnTo>
                    <a:pt x="1557162" y="423306"/>
                  </a:lnTo>
                  <a:lnTo>
                    <a:pt x="1573043" y="399734"/>
                  </a:lnTo>
                  <a:lnTo>
                    <a:pt x="1578863" y="370839"/>
                  </a:lnTo>
                  <a:lnTo>
                    <a:pt x="1578863" y="74167"/>
                  </a:lnTo>
                  <a:lnTo>
                    <a:pt x="1573043" y="45273"/>
                  </a:lnTo>
                  <a:lnTo>
                    <a:pt x="1557162" y="21701"/>
                  </a:lnTo>
                  <a:lnTo>
                    <a:pt x="1533590" y="5820"/>
                  </a:lnTo>
                  <a:lnTo>
                    <a:pt x="1504695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7ACD19B0-EDD5-B812-9163-27D148537CAC}"/>
                </a:ext>
              </a:extLst>
            </p:cNvPr>
            <p:cNvSpPr/>
            <p:nvPr/>
          </p:nvSpPr>
          <p:spPr>
            <a:xfrm>
              <a:off x="2566415" y="3093719"/>
              <a:ext cx="1579245" cy="445134"/>
            </a:xfrm>
            <a:custGeom>
              <a:avLst/>
              <a:gdLst/>
              <a:ahLst/>
              <a:cxnLst/>
              <a:rect l="l" t="t" r="r" b="b"/>
              <a:pathLst>
                <a:path w="1579245" h="445135">
                  <a:moveTo>
                    <a:pt x="0" y="74167"/>
                  </a:moveTo>
                  <a:lnTo>
                    <a:pt x="5820" y="45273"/>
                  </a:lnTo>
                  <a:lnTo>
                    <a:pt x="21701" y="21701"/>
                  </a:lnTo>
                  <a:lnTo>
                    <a:pt x="45273" y="5820"/>
                  </a:lnTo>
                  <a:lnTo>
                    <a:pt x="74167" y="0"/>
                  </a:lnTo>
                  <a:lnTo>
                    <a:pt x="1504695" y="0"/>
                  </a:lnTo>
                  <a:lnTo>
                    <a:pt x="1533590" y="5820"/>
                  </a:lnTo>
                  <a:lnTo>
                    <a:pt x="1557162" y="21701"/>
                  </a:lnTo>
                  <a:lnTo>
                    <a:pt x="1573043" y="45273"/>
                  </a:lnTo>
                  <a:lnTo>
                    <a:pt x="1578863" y="74167"/>
                  </a:lnTo>
                  <a:lnTo>
                    <a:pt x="1578863" y="370839"/>
                  </a:lnTo>
                  <a:lnTo>
                    <a:pt x="1573043" y="399734"/>
                  </a:lnTo>
                  <a:lnTo>
                    <a:pt x="1557162" y="423306"/>
                  </a:lnTo>
                  <a:lnTo>
                    <a:pt x="1533590" y="439187"/>
                  </a:lnTo>
                  <a:lnTo>
                    <a:pt x="1504695" y="445007"/>
                  </a:lnTo>
                  <a:lnTo>
                    <a:pt x="74167" y="445007"/>
                  </a:lnTo>
                  <a:lnTo>
                    <a:pt x="45273" y="439187"/>
                  </a:lnTo>
                  <a:lnTo>
                    <a:pt x="21701" y="423306"/>
                  </a:lnTo>
                  <a:lnTo>
                    <a:pt x="5820" y="399734"/>
                  </a:lnTo>
                  <a:lnTo>
                    <a:pt x="0" y="370839"/>
                  </a:lnTo>
                  <a:lnTo>
                    <a:pt x="0" y="74167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0F80D4F5-12DC-FE43-FE9A-705EBC8E253B}"/>
                </a:ext>
              </a:extLst>
            </p:cNvPr>
            <p:cNvSpPr/>
            <p:nvPr/>
          </p:nvSpPr>
          <p:spPr>
            <a:xfrm>
              <a:off x="2795015" y="2581655"/>
              <a:ext cx="1155700" cy="445134"/>
            </a:xfrm>
            <a:custGeom>
              <a:avLst/>
              <a:gdLst/>
              <a:ahLst/>
              <a:cxnLst/>
              <a:rect l="l" t="t" r="r" b="b"/>
              <a:pathLst>
                <a:path w="1155700" h="445135">
                  <a:moveTo>
                    <a:pt x="1081023" y="0"/>
                  </a:moveTo>
                  <a:lnTo>
                    <a:pt x="74167" y="0"/>
                  </a:lnTo>
                  <a:lnTo>
                    <a:pt x="45273" y="5820"/>
                  </a:lnTo>
                  <a:lnTo>
                    <a:pt x="21701" y="21701"/>
                  </a:lnTo>
                  <a:lnTo>
                    <a:pt x="5820" y="45273"/>
                  </a:lnTo>
                  <a:lnTo>
                    <a:pt x="0" y="74168"/>
                  </a:lnTo>
                  <a:lnTo>
                    <a:pt x="0" y="370840"/>
                  </a:lnTo>
                  <a:lnTo>
                    <a:pt x="5820" y="399734"/>
                  </a:lnTo>
                  <a:lnTo>
                    <a:pt x="21701" y="423306"/>
                  </a:lnTo>
                  <a:lnTo>
                    <a:pt x="45273" y="439187"/>
                  </a:lnTo>
                  <a:lnTo>
                    <a:pt x="74167" y="445008"/>
                  </a:lnTo>
                  <a:lnTo>
                    <a:pt x="1081023" y="445008"/>
                  </a:lnTo>
                  <a:lnTo>
                    <a:pt x="1109918" y="439187"/>
                  </a:lnTo>
                  <a:lnTo>
                    <a:pt x="1133490" y="423306"/>
                  </a:lnTo>
                  <a:lnTo>
                    <a:pt x="1149371" y="399734"/>
                  </a:lnTo>
                  <a:lnTo>
                    <a:pt x="1155192" y="370840"/>
                  </a:lnTo>
                  <a:lnTo>
                    <a:pt x="1155192" y="74168"/>
                  </a:lnTo>
                  <a:lnTo>
                    <a:pt x="1149371" y="45273"/>
                  </a:lnTo>
                  <a:lnTo>
                    <a:pt x="1133490" y="21701"/>
                  </a:lnTo>
                  <a:lnTo>
                    <a:pt x="1109918" y="5820"/>
                  </a:lnTo>
                  <a:lnTo>
                    <a:pt x="1081023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3">
              <a:extLst>
                <a:ext uri="{FF2B5EF4-FFF2-40B4-BE49-F238E27FC236}">
                  <a16:creationId xmlns:a16="http://schemas.microsoft.com/office/drawing/2014/main" id="{18BE0A7D-3856-164F-10A0-91F4041C600E}"/>
                </a:ext>
              </a:extLst>
            </p:cNvPr>
            <p:cNvSpPr/>
            <p:nvPr/>
          </p:nvSpPr>
          <p:spPr>
            <a:xfrm>
              <a:off x="2795015" y="2581655"/>
              <a:ext cx="1155700" cy="445134"/>
            </a:xfrm>
            <a:custGeom>
              <a:avLst/>
              <a:gdLst/>
              <a:ahLst/>
              <a:cxnLst/>
              <a:rect l="l" t="t" r="r" b="b"/>
              <a:pathLst>
                <a:path w="1155700" h="445135">
                  <a:moveTo>
                    <a:pt x="0" y="74168"/>
                  </a:moveTo>
                  <a:lnTo>
                    <a:pt x="5820" y="45273"/>
                  </a:lnTo>
                  <a:lnTo>
                    <a:pt x="21701" y="21701"/>
                  </a:lnTo>
                  <a:lnTo>
                    <a:pt x="45273" y="5820"/>
                  </a:lnTo>
                  <a:lnTo>
                    <a:pt x="74167" y="0"/>
                  </a:lnTo>
                  <a:lnTo>
                    <a:pt x="1081023" y="0"/>
                  </a:lnTo>
                  <a:lnTo>
                    <a:pt x="1109918" y="5820"/>
                  </a:lnTo>
                  <a:lnTo>
                    <a:pt x="1133490" y="21701"/>
                  </a:lnTo>
                  <a:lnTo>
                    <a:pt x="1149371" y="45273"/>
                  </a:lnTo>
                  <a:lnTo>
                    <a:pt x="1155192" y="74168"/>
                  </a:lnTo>
                  <a:lnTo>
                    <a:pt x="1155192" y="370840"/>
                  </a:lnTo>
                  <a:lnTo>
                    <a:pt x="1149371" y="399734"/>
                  </a:lnTo>
                  <a:lnTo>
                    <a:pt x="1133490" y="423306"/>
                  </a:lnTo>
                  <a:lnTo>
                    <a:pt x="1109918" y="439187"/>
                  </a:lnTo>
                  <a:lnTo>
                    <a:pt x="1081023" y="445008"/>
                  </a:lnTo>
                  <a:lnTo>
                    <a:pt x="74167" y="445008"/>
                  </a:lnTo>
                  <a:lnTo>
                    <a:pt x="45273" y="439187"/>
                  </a:lnTo>
                  <a:lnTo>
                    <a:pt x="21701" y="423306"/>
                  </a:lnTo>
                  <a:lnTo>
                    <a:pt x="5820" y="399734"/>
                  </a:lnTo>
                  <a:lnTo>
                    <a:pt x="0" y="370840"/>
                  </a:lnTo>
                  <a:lnTo>
                    <a:pt x="0" y="74168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4">
            <a:extLst>
              <a:ext uri="{FF2B5EF4-FFF2-40B4-BE49-F238E27FC236}">
                <a16:creationId xmlns:a16="http://schemas.microsoft.com/office/drawing/2014/main" id="{D600C03F-5286-7943-0F42-D89B3A12402D}"/>
              </a:ext>
            </a:extLst>
          </p:cNvPr>
          <p:cNvSpPr txBox="1"/>
          <p:nvPr/>
        </p:nvSpPr>
        <p:spPr>
          <a:xfrm>
            <a:off x="4087705" y="1959715"/>
            <a:ext cx="1101725" cy="157289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23520" marR="5080" indent="-211454" algn="just">
              <a:lnSpc>
                <a:spcPct val="96600"/>
              </a:lnSpc>
              <a:spcBef>
                <a:spcPts val="220"/>
              </a:spcBef>
            </a:pPr>
            <a:r>
              <a:rPr sz="3200" b="1" spc="-25" dirty="0">
                <a:solidFill>
                  <a:srgbClr val="FFFFFF"/>
                </a:solidFill>
                <a:latin typeface="Carlito"/>
                <a:cs typeface="Carlito"/>
              </a:rPr>
              <a:t>Core </a:t>
            </a:r>
            <a:r>
              <a:rPr sz="3200" b="1" spc="-5" dirty="0">
                <a:solidFill>
                  <a:srgbClr val="FFFFFF"/>
                </a:solidFill>
                <a:latin typeface="Carlito"/>
                <a:cs typeface="Carlito"/>
              </a:rPr>
              <a:t>1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L1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L2</a:t>
            </a:r>
            <a:r>
              <a:rPr sz="3600" b="1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</a:t>
            </a:r>
            <a:endParaRPr sz="3600" dirty="0">
              <a:latin typeface="Carlito"/>
              <a:cs typeface="Carlito"/>
            </a:endParaRPr>
          </a:p>
        </p:txBody>
      </p:sp>
      <p:grpSp>
        <p:nvGrpSpPr>
          <p:cNvPr id="38" name="object 35">
            <a:extLst>
              <a:ext uri="{FF2B5EF4-FFF2-40B4-BE49-F238E27FC236}">
                <a16:creationId xmlns:a16="http://schemas.microsoft.com/office/drawing/2014/main" id="{B30C1FB5-77E0-2796-7750-DED3CD1286CF}"/>
              </a:ext>
            </a:extLst>
          </p:cNvPr>
          <p:cNvGrpSpPr/>
          <p:nvPr/>
        </p:nvGrpSpPr>
        <p:grpSpPr>
          <a:xfrm>
            <a:off x="1653686" y="2555154"/>
            <a:ext cx="1481455" cy="978535"/>
            <a:chOff x="319976" y="2596832"/>
            <a:chExt cx="1481455" cy="978535"/>
          </a:xfrm>
        </p:grpSpPr>
        <p:sp>
          <p:nvSpPr>
            <p:cNvPr id="39" name="object 36">
              <a:extLst>
                <a:ext uri="{FF2B5EF4-FFF2-40B4-BE49-F238E27FC236}">
                  <a16:creationId xmlns:a16="http://schemas.microsoft.com/office/drawing/2014/main" id="{091D1C82-7A36-5914-B5E8-D7B6791ED8DE}"/>
                </a:ext>
              </a:extLst>
            </p:cNvPr>
            <p:cNvSpPr/>
            <p:nvPr/>
          </p:nvSpPr>
          <p:spPr>
            <a:xfrm>
              <a:off x="469392" y="2606040"/>
              <a:ext cx="1122045" cy="448309"/>
            </a:xfrm>
            <a:custGeom>
              <a:avLst/>
              <a:gdLst/>
              <a:ahLst/>
              <a:cxnLst/>
              <a:rect l="l" t="t" r="r" b="b"/>
              <a:pathLst>
                <a:path w="1122045" h="448310">
                  <a:moveTo>
                    <a:pt x="1046988" y="0"/>
                  </a:moveTo>
                  <a:lnTo>
                    <a:pt x="74676" y="0"/>
                  </a:lnTo>
                  <a:lnTo>
                    <a:pt x="45611" y="5863"/>
                  </a:lnTo>
                  <a:lnTo>
                    <a:pt x="21874" y="21859"/>
                  </a:lnTo>
                  <a:lnTo>
                    <a:pt x="5869" y="45594"/>
                  </a:lnTo>
                  <a:lnTo>
                    <a:pt x="0" y="74675"/>
                  </a:lnTo>
                  <a:lnTo>
                    <a:pt x="0" y="373380"/>
                  </a:lnTo>
                  <a:lnTo>
                    <a:pt x="5869" y="402461"/>
                  </a:lnTo>
                  <a:lnTo>
                    <a:pt x="21874" y="426196"/>
                  </a:lnTo>
                  <a:lnTo>
                    <a:pt x="45611" y="442192"/>
                  </a:lnTo>
                  <a:lnTo>
                    <a:pt x="74676" y="448056"/>
                  </a:lnTo>
                  <a:lnTo>
                    <a:pt x="1046988" y="448056"/>
                  </a:lnTo>
                  <a:lnTo>
                    <a:pt x="1076069" y="442192"/>
                  </a:lnTo>
                  <a:lnTo>
                    <a:pt x="1099804" y="426196"/>
                  </a:lnTo>
                  <a:lnTo>
                    <a:pt x="1115800" y="402461"/>
                  </a:lnTo>
                  <a:lnTo>
                    <a:pt x="1121664" y="373380"/>
                  </a:lnTo>
                  <a:lnTo>
                    <a:pt x="1121664" y="74675"/>
                  </a:lnTo>
                  <a:lnTo>
                    <a:pt x="1115800" y="45594"/>
                  </a:lnTo>
                  <a:lnTo>
                    <a:pt x="1099804" y="21859"/>
                  </a:lnTo>
                  <a:lnTo>
                    <a:pt x="1076069" y="5863"/>
                  </a:lnTo>
                  <a:lnTo>
                    <a:pt x="1046988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7">
              <a:extLst>
                <a:ext uri="{FF2B5EF4-FFF2-40B4-BE49-F238E27FC236}">
                  <a16:creationId xmlns:a16="http://schemas.microsoft.com/office/drawing/2014/main" id="{4725297E-EFD3-CC12-327E-232928E6EFDF}"/>
                </a:ext>
              </a:extLst>
            </p:cNvPr>
            <p:cNvSpPr/>
            <p:nvPr/>
          </p:nvSpPr>
          <p:spPr>
            <a:xfrm>
              <a:off x="469392" y="2606040"/>
              <a:ext cx="1122045" cy="448309"/>
            </a:xfrm>
            <a:custGeom>
              <a:avLst/>
              <a:gdLst/>
              <a:ahLst/>
              <a:cxnLst/>
              <a:rect l="l" t="t" r="r" b="b"/>
              <a:pathLst>
                <a:path w="1122045" h="448310">
                  <a:moveTo>
                    <a:pt x="0" y="74675"/>
                  </a:moveTo>
                  <a:lnTo>
                    <a:pt x="5869" y="45594"/>
                  </a:lnTo>
                  <a:lnTo>
                    <a:pt x="21874" y="21859"/>
                  </a:lnTo>
                  <a:lnTo>
                    <a:pt x="45611" y="5863"/>
                  </a:lnTo>
                  <a:lnTo>
                    <a:pt x="74676" y="0"/>
                  </a:lnTo>
                  <a:lnTo>
                    <a:pt x="1046988" y="0"/>
                  </a:lnTo>
                  <a:lnTo>
                    <a:pt x="1076069" y="5863"/>
                  </a:lnTo>
                  <a:lnTo>
                    <a:pt x="1099804" y="21859"/>
                  </a:lnTo>
                  <a:lnTo>
                    <a:pt x="1115800" y="45594"/>
                  </a:lnTo>
                  <a:lnTo>
                    <a:pt x="1121664" y="74675"/>
                  </a:lnTo>
                  <a:lnTo>
                    <a:pt x="1121664" y="373380"/>
                  </a:lnTo>
                  <a:lnTo>
                    <a:pt x="1115800" y="402461"/>
                  </a:lnTo>
                  <a:lnTo>
                    <a:pt x="1099804" y="426196"/>
                  </a:lnTo>
                  <a:lnTo>
                    <a:pt x="1076069" y="442192"/>
                  </a:lnTo>
                  <a:lnTo>
                    <a:pt x="1046988" y="448056"/>
                  </a:lnTo>
                  <a:lnTo>
                    <a:pt x="74676" y="448056"/>
                  </a:lnTo>
                  <a:lnTo>
                    <a:pt x="45611" y="442192"/>
                  </a:lnTo>
                  <a:lnTo>
                    <a:pt x="21874" y="426196"/>
                  </a:lnTo>
                  <a:lnTo>
                    <a:pt x="5869" y="402461"/>
                  </a:lnTo>
                  <a:lnTo>
                    <a:pt x="0" y="373380"/>
                  </a:lnTo>
                  <a:lnTo>
                    <a:pt x="0" y="74675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46FC5717-B50C-E439-716E-CAA516BDC116}"/>
                </a:ext>
              </a:extLst>
            </p:cNvPr>
            <p:cNvSpPr/>
            <p:nvPr/>
          </p:nvSpPr>
          <p:spPr>
            <a:xfrm>
              <a:off x="329183" y="3118104"/>
              <a:ext cx="1463040" cy="448309"/>
            </a:xfrm>
            <a:custGeom>
              <a:avLst/>
              <a:gdLst/>
              <a:ahLst/>
              <a:cxnLst/>
              <a:rect l="l" t="t" r="r" b="b"/>
              <a:pathLst>
                <a:path w="1463039" h="448310">
                  <a:moveTo>
                    <a:pt x="1388364" y="0"/>
                  </a:moveTo>
                  <a:lnTo>
                    <a:pt x="74675" y="0"/>
                  </a:lnTo>
                  <a:lnTo>
                    <a:pt x="45611" y="5863"/>
                  </a:lnTo>
                  <a:lnTo>
                    <a:pt x="21874" y="21859"/>
                  </a:lnTo>
                  <a:lnTo>
                    <a:pt x="5869" y="45594"/>
                  </a:lnTo>
                  <a:lnTo>
                    <a:pt x="0" y="74675"/>
                  </a:lnTo>
                  <a:lnTo>
                    <a:pt x="0" y="373380"/>
                  </a:lnTo>
                  <a:lnTo>
                    <a:pt x="5869" y="402461"/>
                  </a:lnTo>
                  <a:lnTo>
                    <a:pt x="21874" y="426196"/>
                  </a:lnTo>
                  <a:lnTo>
                    <a:pt x="45611" y="442192"/>
                  </a:lnTo>
                  <a:lnTo>
                    <a:pt x="74675" y="448056"/>
                  </a:lnTo>
                  <a:lnTo>
                    <a:pt x="1388364" y="448056"/>
                  </a:lnTo>
                  <a:lnTo>
                    <a:pt x="1417445" y="442192"/>
                  </a:lnTo>
                  <a:lnTo>
                    <a:pt x="1441180" y="426196"/>
                  </a:lnTo>
                  <a:lnTo>
                    <a:pt x="1457176" y="402461"/>
                  </a:lnTo>
                  <a:lnTo>
                    <a:pt x="1463040" y="373380"/>
                  </a:lnTo>
                  <a:lnTo>
                    <a:pt x="1463040" y="74675"/>
                  </a:lnTo>
                  <a:lnTo>
                    <a:pt x="1457176" y="45594"/>
                  </a:lnTo>
                  <a:lnTo>
                    <a:pt x="1441180" y="21859"/>
                  </a:lnTo>
                  <a:lnTo>
                    <a:pt x="1417445" y="5863"/>
                  </a:lnTo>
                  <a:lnTo>
                    <a:pt x="1388364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9">
              <a:extLst>
                <a:ext uri="{FF2B5EF4-FFF2-40B4-BE49-F238E27FC236}">
                  <a16:creationId xmlns:a16="http://schemas.microsoft.com/office/drawing/2014/main" id="{09CAF5ED-89BE-2F04-DE84-CC0CEDFB1465}"/>
                </a:ext>
              </a:extLst>
            </p:cNvPr>
            <p:cNvSpPr/>
            <p:nvPr/>
          </p:nvSpPr>
          <p:spPr>
            <a:xfrm>
              <a:off x="329183" y="3118104"/>
              <a:ext cx="1463040" cy="448309"/>
            </a:xfrm>
            <a:custGeom>
              <a:avLst/>
              <a:gdLst/>
              <a:ahLst/>
              <a:cxnLst/>
              <a:rect l="l" t="t" r="r" b="b"/>
              <a:pathLst>
                <a:path w="1463039" h="448310">
                  <a:moveTo>
                    <a:pt x="0" y="74675"/>
                  </a:moveTo>
                  <a:lnTo>
                    <a:pt x="5869" y="45594"/>
                  </a:lnTo>
                  <a:lnTo>
                    <a:pt x="21874" y="21859"/>
                  </a:lnTo>
                  <a:lnTo>
                    <a:pt x="45611" y="5863"/>
                  </a:lnTo>
                  <a:lnTo>
                    <a:pt x="74675" y="0"/>
                  </a:lnTo>
                  <a:lnTo>
                    <a:pt x="1388364" y="0"/>
                  </a:lnTo>
                  <a:lnTo>
                    <a:pt x="1417445" y="5863"/>
                  </a:lnTo>
                  <a:lnTo>
                    <a:pt x="1441180" y="21859"/>
                  </a:lnTo>
                  <a:lnTo>
                    <a:pt x="1457176" y="45594"/>
                  </a:lnTo>
                  <a:lnTo>
                    <a:pt x="1463040" y="74675"/>
                  </a:lnTo>
                  <a:lnTo>
                    <a:pt x="1463040" y="373380"/>
                  </a:lnTo>
                  <a:lnTo>
                    <a:pt x="1457176" y="402461"/>
                  </a:lnTo>
                  <a:lnTo>
                    <a:pt x="1441180" y="426196"/>
                  </a:lnTo>
                  <a:lnTo>
                    <a:pt x="1417445" y="442192"/>
                  </a:lnTo>
                  <a:lnTo>
                    <a:pt x="1388364" y="448056"/>
                  </a:lnTo>
                  <a:lnTo>
                    <a:pt x="74675" y="448056"/>
                  </a:lnTo>
                  <a:lnTo>
                    <a:pt x="45611" y="442192"/>
                  </a:lnTo>
                  <a:lnTo>
                    <a:pt x="21874" y="426196"/>
                  </a:lnTo>
                  <a:lnTo>
                    <a:pt x="5869" y="402461"/>
                  </a:lnTo>
                  <a:lnTo>
                    <a:pt x="0" y="373380"/>
                  </a:lnTo>
                  <a:lnTo>
                    <a:pt x="0" y="74675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0">
            <a:extLst>
              <a:ext uri="{FF2B5EF4-FFF2-40B4-BE49-F238E27FC236}">
                <a16:creationId xmlns:a16="http://schemas.microsoft.com/office/drawing/2014/main" id="{09C8C460-DDB7-5E73-745C-059ED153ABD3}"/>
              </a:ext>
            </a:extLst>
          </p:cNvPr>
          <p:cNvSpPr txBox="1"/>
          <p:nvPr/>
        </p:nvSpPr>
        <p:spPr>
          <a:xfrm>
            <a:off x="1771504" y="1902271"/>
            <a:ext cx="1103630" cy="16560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2570" marR="5080" indent="-230504" algn="just">
              <a:lnSpc>
                <a:spcPct val="101200"/>
              </a:lnSpc>
              <a:spcBef>
                <a:spcPts val="350"/>
              </a:spcBef>
            </a:pPr>
            <a:r>
              <a:rPr sz="3200" b="1" spc="-20" dirty="0">
                <a:solidFill>
                  <a:srgbClr val="FFFFFF"/>
                </a:solidFill>
                <a:latin typeface="Carlito"/>
                <a:cs typeface="Carlito"/>
              </a:rPr>
              <a:t>Core</a:t>
            </a:r>
            <a:r>
              <a:rPr sz="3200" b="1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rlito"/>
                <a:cs typeface="Carlito"/>
              </a:rPr>
              <a:t>0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L1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  L2</a:t>
            </a:r>
            <a:r>
              <a:rPr sz="3600" b="1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</a:t>
            </a:r>
            <a:endParaRPr sz="3600">
              <a:latin typeface="Carlito"/>
              <a:cs typeface="Carlito"/>
            </a:endParaRPr>
          </a:p>
        </p:txBody>
      </p:sp>
      <p:grpSp>
        <p:nvGrpSpPr>
          <p:cNvPr id="44" name="object 41">
            <a:extLst>
              <a:ext uri="{FF2B5EF4-FFF2-40B4-BE49-F238E27FC236}">
                <a16:creationId xmlns:a16="http://schemas.microsoft.com/office/drawing/2014/main" id="{4729EC9C-184A-C929-2F20-17A9671ED33C}"/>
              </a:ext>
            </a:extLst>
          </p:cNvPr>
          <p:cNvGrpSpPr/>
          <p:nvPr/>
        </p:nvGrpSpPr>
        <p:grpSpPr>
          <a:xfrm>
            <a:off x="2915431" y="1753594"/>
            <a:ext cx="7480300" cy="1195070"/>
            <a:chOff x="1581721" y="1795272"/>
            <a:chExt cx="7480300" cy="1195070"/>
          </a:xfrm>
        </p:grpSpPr>
        <p:sp>
          <p:nvSpPr>
            <p:cNvPr id="45" name="object 42">
              <a:extLst>
                <a:ext uri="{FF2B5EF4-FFF2-40B4-BE49-F238E27FC236}">
                  <a16:creationId xmlns:a16="http://schemas.microsoft.com/office/drawing/2014/main" id="{81035E0E-2BBC-BFF8-1470-505D00118B9B}"/>
                </a:ext>
              </a:extLst>
            </p:cNvPr>
            <p:cNvSpPr/>
            <p:nvPr/>
          </p:nvSpPr>
          <p:spPr>
            <a:xfrm>
              <a:off x="1697735" y="2084831"/>
              <a:ext cx="323215" cy="277495"/>
            </a:xfrm>
            <a:custGeom>
              <a:avLst/>
              <a:gdLst/>
              <a:ahLst/>
              <a:cxnLst/>
              <a:rect l="l" t="t" r="r" b="b"/>
              <a:pathLst>
                <a:path w="323214" h="277494">
                  <a:moveTo>
                    <a:pt x="276859" y="0"/>
                  </a:moveTo>
                  <a:lnTo>
                    <a:pt x="46227" y="0"/>
                  </a:lnTo>
                  <a:lnTo>
                    <a:pt x="28235" y="3633"/>
                  </a:lnTo>
                  <a:lnTo>
                    <a:pt x="13541" y="13541"/>
                  </a:lnTo>
                  <a:lnTo>
                    <a:pt x="3633" y="28235"/>
                  </a:lnTo>
                  <a:lnTo>
                    <a:pt x="0" y="46227"/>
                  </a:lnTo>
                  <a:lnTo>
                    <a:pt x="0" y="231139"/>
                  </a:lnTo>
                  <a:lnTo>
                    <a:pt x="3633" y="249132"/>
                  </a:lnTo>
                  <a:lnTo>
                    <a:pt x="13541" y="263826"/>
                  </a:lnTo>
                  <a:lnTo>
                    <a:pt x="28235" y="273734"/>
                  </a:lnTo>
                  <a:lnTo>
                    <a:pt x="46227" y="277367"/>
                  </a:lnTo>
                  <a:lnTo>
                    <a:pt x="276859" y="277367"/>
                  </a:lnTo>
                  <a:lnTo>
                    <a:pt x="294852" y="273734"/>
                  </a:lnTo>
                  <a:lnTo>
                    <a:pt x="309546" y="263826"/>
                  </a:lnTo>
                  <a:lnTo>
                    <a:pt x="319454" y="249132"/>
                  </a:lnTo>
                  <a:lnTo>
                    <a:pt x="323088" y="231139"/>
                  </a:lnTo>
                  <a:lnTo>
                    <a:pt x="323088" y="46227"/>
                  </a:lnTo>
                  <a:lnTo>
                    <a:pt x="319454" y="28235"/>
                  </a:lnTo>
                  <a:lnTo>
                    <a:pt x="309546" y="13541"/>
                  </a:lnTo>
                  <a:lnTo>
                    <a:pt x="294852" y="3633"/>
                  </a:lnTo>
                  <a:lnTo>
                    <a:pt x="27685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3">
              <a:extLst>
                <a:ext uri="{FF2B5EF4-FFF2-40B4-BE49-F238E27FC236}">
                  <a16:creationId xmlns:a16="http://schemas.microsoft.com/office/drawing/2014/main" id="{7FB3A20C-540C-205C-9880-84563E220308}"/>
                </a:ext>
              </a:extLst>
            </p:cNvPr>
            <p:cNvSpPr/>
            <p:nvPr/>
          </p:nvSpPr>
          <p:spPr>
            <a:xfrm>
              <a:off x="1697735" y="2084831"/>
              <a:ext cx="323215" cy="277495"/>
            </a:xfrm>
            <a:custGeom>
              <a:avLst/>
              <a:gdLst/>
              <a:ahLst/>
              <a:cxnLst/>
              <a:rect l="l" t="t" r="r" b="b"/>
              <a:pathLst>
                <a:path w="323214" h="277494">
                  <a:moveTo>
                    <a:pt x="0" y="46227"/>
                  </a:moveTo>
                  <a:lnTo>
                    <a:pt x="3633" y="28235"/>
                  </a:lnTo>
                  <a:lnTo>
                    <a:pt x="13541" y="13541"/>
                  </a:lnTo>
                  <a:lnTo>
                    <a:pt x="28235" y="3633"/>
                  </a:lnTo>
                  <a:lnTo>
                    <a:pt x="46227" y="0"/>
                  </a:lnTo>
                  <a:lnTo>
                    <a:pt x="276859" y="0"/>
                  </a:lnTo>
                  <a:lnTo>
                    <a:pt x="294852" y="3633"/>
                  </a:lnTo>
                  <a:lnTo>
                    <a:pt x="309546" y="13541"/>
                  </a:lnTo>
                  <a:lnTo>
                    <a:pt x="319454" y="28235"/>
                  </a:lnTo>
                  <a:lnTo>
                    <a:pt x="323088" y="46227"/>
                  </a:lnTo>
                  <a:lnTo>
                    <a:pt x="323088" y="231139"/>
                  </a:lnTo>
                  <a:lnTo>
                    <a:pt x="319454" y="249132"/>
                  </a:lnTo>
                  <a:lnTo>
                    <a:pt x="309546" y="263826"/>
                  </a:lnTo>
                  <a:lnTo>
                    <a:pt x="294852" y="273734"/>
                  </a:lnTo>
                  <a:lnTo>
                    <a:pt x="276859" y="277367"/>
                  </a:lnTo>
                  <a:lnTo>
                    <a:pt x="46227" y="277367"/>
                  </a:lnTo>
                  <a:lnTo>
                    <a:pt x="28235" y="273734"/>
                  </a:lnTo>
                  <a:lnTo>
                    <a:pt x="13541" y="263826"/>
                  </a:lnTo>
                  <a:lnTo>
                    <a:pt x="3633" y="249132"/>
                  </a:lnTo>
                  <a:lnTo>
                    <a:pt x="0" y="231139"/>
                  </a:lnTo>
                  <a:lnTo>
                    <a:pt x="0" y="46227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4">
              <a:extLst>
                <a:ext uri="{FF2B5EF4-FFF2-40B4-BE49-F238E27FC236}">
                  <a16:creationId xmlns:a16="http://schemas.microsoft.com/office/drawing/2014/main" id="{72E0A06B-9ADE-2261-11FE-7F46AEC987FD}"/>
                </a:ext>
              </a:extLst>
            </p:cNvPr>
            <p:cNvSpPr/>
            <p:nvPr/>
          </p:nvSpPr>
          <p:spPr>
            <a:xfrm>
              <a:off x="1642871" y="2444495"/>
              <a:ext cx="515620" cy="253365"/>
            </a:xfrm>
            <a:custGeom>
              <a:avLst/>
              <a:gdLst/>
              <a:ahLst/>
              <a:cxnLst/>
              <a:rect l="l" t="t" r="r" b="b"/>
              <a:pathLst>
                <a:path w="515619" h="253364">
                  <a:moveTo>
                    <a:pt x="472947" y="0"/>
                  </a:moveTo>
                  <a:lnTo>
                    <a:pt x="42163" y="0"/>
                  </a:lnTo>
                  <a:lnTo>
                    <a:pt x="25771" y="3319"/>
                  </a:lnTo>
                  <a:lnTo>
                    <a:pt x="12366" y="12366"/>
                  </a:lnTo>
                  <a:lnTo>
                    <a:pt x="3319" y="25771"/>
                  </a:lnTo>
                  <a:lnTo>
                    <a:pt x="0" y="42163"/>
                  </a:lnTo>
                  <a:lnTo>
                    <a:pt x="0" y="210819"/>
                  </a:lnTo>
                  <a:lnTo>
                    <a:pt x="3319" y="227212"/>
                  </a:lnTo>
                  <a:lnTo>
                    <a:pt x="12366" y="240617"/>
                  </a:lnTo>
                  <a:lnTo>
                    <a:pt x="25771" y="249664"/>
                  </a:lnTo>
                  <a:lnTo>
                    <a:pt x="42163" y="252983"/>
                  </a:lnTo>
                  <a:lnTo>
                    <a:pt x="472947" y="252983"/>
                  </a:lnTo>
                  <a:lnTo>
                    <a:pt x="489340" y="249664"/>
                  </a:lnTo>
                  <a:lnTo>
                    <a:pt x="502745" y="240617"/>
                  </a:lnTo>
                  <a:lnTo>
                    <a:pt x="511792" y="227212"/>
                  </a:lnTo>
                  <a:lnTo>
                    <a:pt x="515111" y="210819"/>
                  </a:lnTo>
                  <a:lnTo>
                    <a:pt x="515111" y="42163"/>
                  </a:lnTo>
                  <a:lnTo>
                    <a:pt x="511792" y="25771"/>
                  </a:lnTo>
                  <a:lnTo>
                    <a:pt x="502745" y="12366"/>
                  </a:lnTo>
                  <a:lnTo>
                    <a:pt x="489340" y="3319"/>
                  </a:lnTo>
                  <a:lnTo>
                    <a:pt x="47294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5">
              <a:extLst>
                <a:ext uri="{FF2B5EF4-FFF2-40B4-BE49-F238E27FC236}">
                  <a16:creationId xmlns:a16="http://schemas.microsoft.com/office/drawing/2014/main" id="{B87919F6-B74F-861B-6C97-BBFE38A56F38}"/>
                </a:ext>
              </a:extLst>
            </p:cNvPr>
            <p:cNvSpPr/>
            <p:nvPr/>
          </p:nvSpPr>
          <p:spPr>
            <a:xfrm>
              <a:off x="1642871" y="2444495"/>
              <a:ext cx="515620" cy="253365"/>
            </a:xfrm>
            <a:custGeom>
              <a:avLst/>
              <a:gdLst/>
              <a:ahLst/>
              <a:cxnLst/>
              <a:rect l="l" t="t" r="r" b="b"/>
              <a:pathLst>
                <a:path w="515619" h="253364">
                  <a:moveTo>
                    <a:pt x="0" y="42163"/>
                  </a:moveTo>
                  <a:lnTo>
                    <a:pt x="3319" y="25771"/>
                  </a:lnTo>
                  <a:lnTo>
                    <a:pt x="12366" y="12366"/>
                  </a:lnTo>
                  <a:lnTo>
                    <a:pt x="25771" y="3319"/>
                  </a:lnTo>
                  <a:lnTo>
                    <a:pt x="42163" y="0"/>
                  </a:lnTo>
                  <a:lnTo>
                    <a:pt x="472947" y="0"/>
                  </a:lnTo>
                  <a:lnTo>
                    <a:pt x="489340" y="3319"/>
                  </a:lnTo>
                  <a:lnTo>
                    <a:pt x="502745" y="12366"/>
                  </a:lnTo>
                  <a:lnTo>
                    <a:pt x="511792" y="25771"/>
                  </a:lnTo>
                  <a:lnTo>
                    <a:pt x="515111" y="42163"/>
                  </a:lnTo>
                  <a:lnTo>
                    <a:pt x="515111" y="210819"/>
                  </a:lnTo>
                  <a:lnTo>
                    <a:pt x="511792" y="227212"/>
                  </a:lnTo>
                  <a:lnTo>
                    <a:pt x="502745" y="240617"/>
                  </a:lnTo>
                  <a:lnTo>
                    <a:pt x="489340" y="249664"/>
                  </a:lnTo>
                  <a:lnTo>
                    <a:pt x="472947" y="252983"/>
                  </a:lnTo>
                  <a:lnTo>
                    <a:pt x="42163" y="252983"/>
                  </a:lnTo>
                  <a:lnTo>
                    <a:pt x="25771" y="249664"/>
                  </a:lnTo>
                  <a:lnTo>
                    <a:pt x="12366" y="240617"/>
                  </a:lnTo>
                  <a:lnTo>
                    <a:pt x="3319" y="227212"/>
                  </a:lnTo>
                  <a:lnTo>
                    <a:pt x="0" y="210819"/>
                  </a:lnTo>
                  <a:lnTo>
                    <a:pt x="0" y="42163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6">
              <a:extLst>
                <a:ext uri="{FF2B5EF4-FFF2-40B4-BE49-F238E27FC236}">
                  <a16:creationId xmlns:a16="http://schemas.microsoft.com/office/drawing/2014/main" id="{EBFEBC72-2291-EEC8-C7D2-666AA4CE301E}"/>
                </a:ext>
              </a:extLst>
            </p:cNvPr>
            <p:cNvSpPr/>
            <p:nvPr/>
          </p:nvSpPr>
          <p:spPr>
            <a:xfrm>
              <a:off x="1594103" y="2740152"/>
              <a:ext cx="603885" cy="125095"/>
            </a:xfrm>
            <a:custGeom>
              <a:avLst/>
              <a:gdLst/>
              <a:ahLst/>
              <a:cxnLst/>
              <a:rect l="l" t="t" r="r" b="b"/>
              <a:pathLst>
                <a:path w="603885" h="125094">
                  <a:moveTo>
                    <a:pt x="582676" y="0"/>
                  </a:moveTo>
                  <a:lnTo>
                    <a:pt x="20828" y="0"/>
                  </a:lnTo>
                  <a:lnTo>
                    <a:pt x="12698" y="1629"/>
                  </a:lnTo>
                  <a:lnTo>
                    <a:pt x="6080" y="6080"/>
                  </a:lnTo>
                  <a:lnTo>
                    <a:pt x="1629" y="12698"/>
                  </a:lnTo>
                  <a:lnTo>
                    <a:pt x="0" y="20827"/>
                  </a:lnTo>
                  <a:lnTo>
                    <a:pt x="0" y="104139"/>
                  </a:lnTo>
                  <a:lnTo>
                    <a:pt x="1629" y="112269"/>
                  </a:lnTo>
                  <a:lnTo>
                    <a:pt x="6080" y="118887"/>
                  </a:lnTo>
                  <a:lnTo>
                    <a:pt x="12698" y="123338"/>
                  </a:lnTo>
                  <a:lnTo>
                    <a:pt x="20828" y="124968"/>
                  </a:lnTo>
                  <a:lnTo>
                    <a:pt x="582676" y="124968"/>
                  </a:lnTo>
                  <a:lnTo>
                    <a:pt x="590805" y="123338"/>
                  </a:lnTo>
                  <a:lnTo>
                    <a:pt x="597423" y="118887"/>
                  </a:lnTo>
                  <a:lnTo>
                    <a:pt x="601874" y="112269"/>
                  </a:lnTo>
                  <a:lnTo>
                    <a:pt x="603504" y="104139"/>
                  </a:lnTo>
                  <a:lnTo>
                    <a:pt x="603504" y="20827"/>
                  </a:lnTo>
                  <a:lnTo>
                    <a:pt x="601874" y="12698"/>
                  </a:lnTo>
                  <a:lnTo>
                    <a:pt x="597423" y="6080"/>
                  </a:lnTo>
                  <a:lnTo>
                    <a:pt x="590805" y="1629"/>
                  </a:lnTo>
                  <a:lnTo>
                    <a:pt x="58267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47">
              <a:extLst>
                <a:ext uri="{FF2B5EF4-FFF2-40B4-BE49-F238E27FC236}">
                  <a16:creationId xmlns:a16="http://schemas.microsoft.com/office/drawing/2014/main" id="{71C11DE4-1FD7-8FD7-1421-41408D745E98}"/>
                </a:ext>
              </a:extLst>
            </p:cNvPr>
            <p:cNvSpPr/>
            <p:nvPr/>
          </p:nvSpPr>
          <p:spPr>
            <a:xfrm>
              <a:off x="1594103" y="2740152"/>
              <a:ext cx="603885" cy="125095"/>
            </a:xfrm>
            <a:custGeom>
              <a:avLst/>
              <a:gdLst/>
              <a:ahLst/>
              <a:cxnLst/>
              <a:rect l="l" t="t" r="r" b="b"/>
              <a:pathLst>
                <a:path w="603885" h="125094">
                  <a:moveTo>
                    <a:pt x="0" y="20827"/>
                  </a:moveTo>
                  <a:lnTo>
                    <a:pt x="1629" y="12698"/>
                  </a:lnTo>
                  <a:lnTo>
                    <a:pt x="6080" y="6080"/>
                  </a:lnTo>
                  <a:lnTo>
                    <a:pt x="12698" y="1629"/>
                  </a:lnTo>
                  <a:lnTo>
                    <a:pt x="20828" y="0"/>
                  </a:lnTo>
                  <a:lnTo>
                    <a:pt x="582676" y="0"/>
                  </a:lnTo>
                  <a:lnTo>
                    <a:pt x="590805" y="1629"/>
                  </a:lnTo>
                  <a:lnTo>
                    <a:pt x="597423" y="6080"/>
                  </a:lnTo>
                  <a:lnTo>
                    <a:pt x="601874" y="12698"/>
                  </a:lnTo>
                  <a:lnTo>
                    <a:pt x="603504" y="20827"/>
                  </a:lnTo>
                  <a:lnTo>
                    <a:pt x="603504" y="104139"/>
                  </a:lnTo>
                  <a:lnTo>
                    <a:pt x="601874" y="112269"/>
                  </a:lnTo>
                  <a:lnTo>
                    <a:pt x="597423" y="118887"/>
                  </a:lnTo>
                  <a:lnTo>
                    <a:pt x="590805" y="123338"/>
                  </a:lnTo>
                  <a:lnTo>
                    <a:pt x="582676" y="124968"/>
                  </a:lnTo>
                  <a:lnTo>
                    <a:pt x="20828" y="124968"/>
                  </a:lnTo>
                  <a:lnTo>
                    <a:pt x="12698" y="123338"/>
                  </a:lnTo>
                  <a:lnTo>
                    <a:pt x="6080" y="118887"/>
                  </a:lnTo>
                  <a:lnTo>
                    <a:pt x="1629" y="112269"/>
                  </a:lnTo>
                  <a:lnTo>
                    <a:pt x="0" y="104139"/>
                  </a:lnTo>
                  <a:lnTo>
                    <a:pt x="0" y="20827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48">
              <a:extLst>
                <a:ext uri="{FF2B5EF4-FFF2-40B4-BE49-F238E27FC236}">
                  <a16:creationId xmlns:a16="http://schemas.microsoft.com/office/drawing/2014/main" id="{921DDAE5-64D3-00D7-4593-1C0F372ED7BB}"/>
                </a:ext>
              </a:extLst>
            </p:cNvPr>
            <p:cNvSpPr/>
            <p:nvPr/>
          </p:nvSpPr>
          <p:spPr>
            <a:xfrm>
              <a:off x="4035551" y="2115312"/>
              <a:ext cx="326390" cy="274320"/>
            </a:xfrm>
            <a:custGeom>
              <a:avLst/>
              <a:gdLst/>
              <a:ahLst/>
              <a:cxnLst/>
              <a:rect l="l" t="t" r="r" b="b"/>
              <a:pathLst>
                <a:path w="326389" h="274319">
                  <a:moveTo>
                    <a:pt x="280415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28600"/>
                  </a:lnTo>
                  <a:lnTo>
                    <a:pt x="3589" y="246405"/>
                  </a:lnTo>
                  <a:lnTo>
                    <a:pt x="13382" y="260937"/>
                  </a:lnTo>
                  <a:lnTo>
                    <a:pt x="27914" y="270730"/>
                  </a:lnTo>
                  <a:lnTo>
                    <a:pt x="45720" y="274320"/>
                  </a:lnTo>
                  <a:lnTo>
                    <a:pt x="280415" y="274320"/>
                  </a:lnTo>
                  <a:lnTo>
                    <a:pt x="298221" y="270730"/>
                  </a:lnTo>
                  <a:lnTo>
                    <a:pt x="312753" y="260937"/>
                  </a:lnTo>
                  <a:lnTo>
                    <a:pt x="322546" y="246405"/>
                  </a:lnTo>
                  <a:lnTo>
                    <a:pt x="326136" y="228600"/>
                  </a:lnTo>
                  <a:lnTo>
                    <a:pt x="326136" y="45720"/>
                  </a:lnTo>
                  <a:lnTo>
                    <a:pt x="322546" y="27914"/>
                  </a:lnTo>
                  <a:lnTo>
                    <a:pt x="312753" y="13382"/>
                  </a:lnTo>
                  <a:lnTo>
                    <a:pt x="298221" y="3589"/>
                  </a:lnTo>
                  <a:lnTo>
                    <a:pt x="28041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49">
              <a:extLst>
                <a:ext uri="{FF2B5EF4-FFF2-40B4-BE49-F238E27FC236}">
                  <a16:creationId xmlns:a16="http://schemas.microsoft.com/office/drawing/2014/main" id="{AB46CEC7-001B-5BDD-37B2-A8D3B1E88C35}"/>
                </a:ext>
              </a:extLst>
            </p:cNvPr>
            <p:cNvSpPr/>
            <p:nvPr/>
          </p:nvSpPr>
          <p:spPr>
            <a:xfrm>
              <a:off x="4035551" y="2115312"/>
              <a:ext cx="326390" cy="274320"/>
            </a:xfrm>
            <a:custGeom>
              <a:avLst/>
              <a:gdLst/>
              <a:ahLst/>
              <a:cxnLst/>
              <a:rect l="l" t="t" r="r" b="b"/>
              <a:pathLst>
                <a:path w="326389" h="274319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280415" y="0"/>
                  </a:lnTo>
                  <a:lnTo>
                    <a:pt x="298221" y="3589"/>
                  </a:lnTo>
                  <a:lnTo>
                    <a:pt x="312753" y="13382"/>
                  </a:lnTo>
                  <a:lnTo>
                    <a:pt x="322546" y="27914"/>
                  </a:lnTo>
                  <a:lnTo>
                    <a:pt x="326136" y="45720"/>
                  </a:lnTo>
                  <a:lnTo>
                    <a:pt x="326136" y="228600"/>
                  </a:lnTo>
                  <a:lnTo>
                    <a:pt x="322546" y="246405"/>
                  </a:lnTo>
                  <a:lnTo>
                    <a:pt x="312753" y="260937"/>
                  </a:lnTo>
                  <a:lnTo>
                    <a:pt x="298221" y="270730"/>
                  </a:lnTo>
                  <a:lnTo>
                    <a:pt x="280415" y="274320"/>
                  </a:lnTo>
                  <a:lnTo>
                    <a:pt x="45720" y="274320"/>
                  </a:lnTo>
                  <a:lnTo>
                    <a:pt x="27914" y="270730"/>
                  </a:lnTo>
                  <a:lnTo>
                    <a:pt x="13382" y="260937"/>
                  </a:lnTo>
                  <a:lnTo>
                    <a:pt x="3589" y="246405"/>
                  </a:lnTo>
                  <a:lnTo>
                    <a:pt x="0" y="228600"/>
                  </a:lnTo>
                  <a:lnTo>
                    <a:pt x="0" y="45720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0">
              <a:extLst>
                <a:ext uri="{FF2B5EF4-FFF2-40B4-BE49-F238E27FC236}">
                  <a16:creationId xmlns:a16="http://schemas.microsoft.com/office/drawing/2014/main" id="{8983C207-05E9-14B0-E90C-2B7B9C6E6736}"/>
                </a:ext>
              </a:extLst>
            </p:cNvPr>
            <p:cNvSpPr/>
            <p:nvPr/>
          </p:nvSpPr>
          <p:spPr>
            <a:xfrm>
              <a:off x="3998976" y="2468880"/>
              <a:ext cx="512445" cy="253365"/>
            </a:xfrm>
            <a:custGeom>
              <a:avLst/>
              <a:gdLst/>
              <a:ahLst/>
              <a:cxnLst/>
              <a:rect l="l" t="t" r="r" b="b"/>
              <a:pathLst>
                <a:path w="512445" h="253364">
                  <a:moveTo>
                    <a:pt x="469900" y="0"/>
                  </a:moveTo>
                  <a:lnTo>
                    <a:pt x="42163" y="0"/>
                  </a:lnTo>
                  <a:lnTo>
                    <a:pt x="25771" y="3319"/>
                  </a:lnTo>
                  <a:lnTo>
                    <a:pt x="12366" y="12366"/>
                  </a:lnTo>
                  <a:lnTo>
                    <a:pt x="3319" y="25771"/>
                  </a:lnTo>
                  <a:lnTo>
                    <a:pt x="0" y="42164"/>
                  </a:lnTo>
                  <a:lnTo>
                    <a:pt x="0" y="210820"/>
                  </a:lnTo>
                  <a:lnTo>
                    <a:pt x="3319" y="227212"/>
                  </a:lnTo>
                  <a:lnTo>
                    <a:pt x="12366" y="240617"/>
                  </a:lnTo>
                  <a:lnTo>
                    <a:pt x="25771" y="249664"/>
                  </a:lnTo>
                  <a:lnTo>
                    <a:pt x="42163" y="252984"/>
                  </a:lnTo>
                  <a:lnTo>
                    <a:pt x="469900" y="252984"/>
                  </a:lnTo>
                  <a:lnTo>
                    <a:pt x="486292" y="249664"/>
                  </a:lnTo>
                  <a:lnTo>
                    <a:pt x="499697" y="240617"/>
                  </a:lnTo>
                  <a:lnTo>
                    <a:pt x="508744" y="227212"/>
                  </a:lnTo>
                  <a:lnTo>
                    <a:pt x="512063" y="210820"/>
                  </a:lnTo>
                  <a:lnTo>
                    <a:pt x="512063" y="42164"/>
                  </a:lnTo>
                  <a:lnTo>
                    <a:pt x="508744" y="25771"/>
                  </a:lnTo>
                  <a:lnTo>
                    <a:pt x="499697" y="12366"/>
                  </a:lnTo>
                  <a:lnTo>
                    <a:pt x="486292" y="3319"/>
                  </a:lnTo>
                  <a:lnTo>
                    <a:pt x="4699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1">
              <a:extLst>
                <a:ext uri="{FF2B5EF4-FFF2-40B4-BE49-F238E27FC236}">
                  <a16:creationId xmlns:a16="http://schemas.microsoft.com/office/drawing/2014/main" id="{0741D39F-252B-0DBF-F079-6E71C0217B2D}"/>
                </a:ext>
              </a:extLst>
            </p:cNvPr>
            <p:cNvSpPr/>
            <p:nvPr/>
          </p:nvSpPr>
          <p:spPr>
            <a:xfrm>
              <a:off x="3998976" y="2468880"/>
              <a:ext cx="512445" cy="253365"/>
            </a:xfrm>
            <a:custGeom>
              <a:avLst/>
              <a:gdLst/>
              <a:ahLst/>
              <a:cxnLst/>
              <a:rect l="l" t="t" r="r" b="b"/>
              <a:pathLst>
                <a:path w="512445" h="253364">
                  <a:moveTo>
                    <a:pt x="0" y="42164"/>
                  </a:moveTo>
                  <a:lnTo>
                    <a:pt x="3319" y="25771"/>
                  </a:lnTo>
                  <a:lnTo>
                    <a:pt x="12366" y="12366"/>
                  </a:lnTo>
                  <a:lnTo>
                    <a:pt x="25771" y="3319"/>
                  </a:lnTo>
                  <a:lnTo>
                    <a:pt x="42163" y="0"/>
                  </a:lnTo>
                  <a:lnTo>
                    <a:pt x="469900" y="0"/>
                  </a:lnTo>
                  <a:lnTo>
                    <a:pt x="486292" y="3319"/>
                  </a:lnTo>
                  <a:lnTo>
                    <a:pt x="499697" y="12366"/>
                  </a:lnTo>
                  <a:lnTo>
                    <a:pt x="508744" y="25771"/>
                  </a:lnTo>
                  <a:lnTo>
                    <a:pt x="512063" y="42164"/>
                  </a:lnTo>
                  <a:lnTo>
                    <a:pt x="512063" y="210820"/>
                  </a:lnTo>
                  <a:lnTo>
                    <a:pt x="508744" y="227212"/>
                  </a:lnTo>
                  <a:lnTo>
                    <a:pt x="499697" y="240617"/>
                  </a:lnTo>
                  <a:lnTo>
                    <a:pt x="486292" y="249664"/>
                  </a:lnTo>
                  <a:lnTo>
                    <a:pt x="469900" y="252984"/>
                  </a:lnTo>
                  <a:lnTo>
                    <a:pt x="42163" y="252984"/>
                  </a:lnTo>
                  <a:lnTo>
                    <a:pt x="25771" y="249664"/>
                  </a:lnTo>
                  <a:lnTo>
                    <a:pt x="12366" y="240617"/>
                  </a:lnTo>
                  <a:lnTo>
                    <a:pt x="3319" y="227212"/>
                  </a:lnTo>
                  <a:lnTo>
                    <a:pt x="0" y="210820"/>
                  </a:lnTo>
                  <a:lnTo>
                    <a:pt x="0" y="42164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2">
              <a:extLst>
                <a:ext uri="{FF2B5EF4-FFF2-40B4-BE49-F238E27FC236}">
                  <a16:creationId xmlns:a16="http://schemas.microsoft.com/office/drawing/2014/main" id="{4DD85695-5994-5F31-2400-FDDB201CC278}"/>
                </a:ext>
              </a:extLst>
            </p:cNvPr>
            <p:cNvSpPr/>
            <p:nvPr/>
          </p:nvSpPr>
          <p:spPr>
            <a:xfrm>
              <a:off x="3950207" y="2773680"/>
              <a:ext cx="640080" cy="113030"/>
            </a:xfrm>
            <a:custGeom>
              <a:avLst/>
              <a:gdLst/>
              <a:ahLst/>
              <a:cxnLst/>
              <a:rect l="l" t="t" r="r" b="b"/>
              <a:pathLst>
                <a:path w="640079" h="113030">
                  <a:moveTo>
                    <a:pt x="621283" y="0"/>
                  </a:moveTo>
                  <a:lnTo>
                    <a:pt x="18795" y="0"/>
                  </a:lnTo>
                  <a:lnTo>
                    <a:pt x="11465" y="1472"/>
                  </a:lnTo>
                  <a:lnTo>
                    <a:pt x="5492" y="5492"/>
                  </a:lnTo>
                  <a:lnTo>
                    <a:pt x="1472" y="11465"/>
                  </a:lnTo>
                  <a:lnTo>
                    <a:pt x="0" y="18796"/>
                  </a:lnTo>
                  <a:lnTo>
                    <a:pt x="0" y="93980"/>
                  </a:lnTo>
                  <a:lnTo>
                    <a:pt x="1472" y="101310"/>
                  </a:lnTo>
                  <a:lnTo>
                    <a:pt x="5492" y="107283"/>
                  </a:lnTo>
                  <a:lnTo>
                    <a:pt x="11465" y="111303"/>
                  </a:lnTo>
                  <a:lnTo>
                    <a:pt x="18795" y="112775"/>
                  </a:lnTo>
                  <a:lnTo>
                    <a:pt x="621283" y="112775"/>
                  </a:lnTo>
                  <a:lnTo>
                    <a:pt x="628614" y="111303"/>
                  </a:lnTo>
                  <a:lnTo>
                    <a:pt x="634587" y="107283"/>
                  </a:lnTo>
                  <a:lnTo>
                    <a:pt x="638607" y="101310"/>
                  </a:lnTo>
                  <a:lnTo>
                    <a:pt x="640079" y="93980"/>
                  </a:lnTo>
                  <a:lnTo>
                    <a:pt x="640079" y="18796"/>
                  </a:lnTo>
                  <a:lnTo>
                    <a:pt x="638607" y="11465"/>
                  </a:lnTo>
                  <a:lnTo>
                    <a:pt x="634587" y="5492"/>
                  </a:lnTo>
                  <a:lnTo>
                    <a:pt x="628614" y="1472"/>
                  </a:lnTo>
                  <a:lnTo>
                    <a:pt x="62128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3">
              <a:extLst>
                <a:ext uri="{FF2B5EF4-FFF2-40B4-BE49-F238E27FC236}">
                  <a16:creationId xmlns:a16="http://schemas.microsoft.com/office/drawing/2014/main" id="{18F37E42-FB5A-B7BA-A1AF-42927605C56B}"/>
                </a:ext>
              </a:extLst>
            </p:cNvPr>
            <p:cNvSpPr/>
            <p:nvPr/>
          </p:nvSpPr>
          <p:spPr>
            <a:xfrm>
              <a:off x="3950207" y="2773680"/>
              <a:ext cx="640080" cy="113030"/>
            </a:xfrm>
            <a:custGeom>
              <a:avLst/>
              <a:gdLst/>
              <a:ahLst/>
              <a:cxnLst/>
              <a:rect l="l" t="t" r="r" b="b"/>
              <a:pathLst>
                <a:path w="640079" h="113030">
                  <a:moveTo>
                    <a:pt x="0" y="18796"/>
                  </a:moveTo>
                  <a:lnTo>
                    <a:pt x="1472" y="11465"/>
                  </a:lnTo>
                  <a:lnTo>
                    <a:pt x="5492" y="5492"/>
                  </a:lnTo>
                  <a:lnTo>
                    <a:pt x="11465" y="1472"/>
                  </a:lnTo>
                  <a:lnTo>
                    <a:pt x="18795" y="0"/>
                  </a:lnTo>
                  <a:lnTo>
                    <a:pt x="621283" y="0"/>
                  </a:lnTo>
                  <a:lnTo>
                    <a:pt x="628614" y="1472"/>
                  </a:lnTo>
                  <a:lnTo>
                    <a:pt x="634587" y="5492"/>
                  </a:lnTo>
                  <a:lnTo>
                    <a:pt x="638607" y="11465"/>
                  </a:lnTo>
                  <a:lnTo>
                    <a:pt x="640079" y="18796"/>
                  </a:lnTo>
                  <a:lnTo>
                    <a:pt x="640079" y="93980"/>
                  </a:lnTo>
                  <a:lnTo>
                    <a:pt x="638607" y="101310"/>
                  </a:lnTo>
                  <a:lnTo>
                    <a:pt x="634587" y="107283"/>
                  </a:lnTo>
                  <a:lnTo>
                    <a:pt x="628614" y="111303"/>
                  </a:lnTo>
                  <a:lnTo>
                    <a:pt x="621283" y="112775"/>
                  </a:lnTo>
                  <a:lnTo>
                    <a:pt x="18795" y="112775"/>
                  </a:lnTo>
                  <a:lnTo>
                    <a:pt x="11465" y="111303"/>
                  </a:lnTo>
                  <a:lnTo>
                    <a:pt x="5492" y="107283"/>
                  </a:lnTo>
                  <a:lnTo>
                    <a:pt x="1472" y="101310"/>
                  </a:lnTo>
                  <a:lnTo>
                    <a:pt x="0" y="93980"/>
                  </a:lnTo>
                  <a:lnTo>
                    <a:pt x="0" y="18796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4">
              <a:extLst>
                <a:ext uri="{FF2B5EF4-FFF2-40B4-BE49-F238E27FC236}">
                  <a16:creationId xmlns:a16="http://schemas.microsoft.com/office/drawing/2014/main" id="{DFE950CC-02D6-F02F-CAE7-3A26CEE18FF1}"/>
                </a:ext>
              </a:extLst>
            </p:cNvPr>
            <p:cNvSpPr/>
            <p:nvPr/>
          </p:nvSpPr>
          <p:spPr>
            <a:xfrm>
              <a:off x="6263639" y="2154936"/>
              <a:ext cx="326390" cy="274320"/>
            </a:xfrm>
            <a:custGeom>
              <a:avLst/>
              <a:gdLst/>
              <a:ahLst/>
              <a:cxnLst/>
              <a:rect l="l" t="t" r="r" b="b"/>
              <a:pathLst>
                <a:path w="326390" h="274319">
                  <a:moveTo>
                    <a:pt x="280415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228600"/>
                  </a:lnTo>
                  <a:lnTo>
                    <a:pt x="3589" y="246405"/>
                  </a:lnTo>
                  <a:lnTo>
                    <a:pt x="13382" y="260937"/>
                  </a:lnTo>
                  <a:lnTo>
                    <a:pt x="27914" y="270730"/>
                  </a:lnTo>
                  <a:lnTo>
                    <a:pt x="45720" y="274319"/>
                  </a:lnTo>
                  <a:lnTo>
                    <a:pt x="280415" y="274319"/>
                  </a:lnTo>
                  <a:lnTo>
                    <a:pt x="298221" y="270730"/>
                  </a:lnTo>
                  <a:lnTo>
                    <a:pt x="312753" y="260937"/>
                  </a:lnTo>
                  <a:lnTo>
                    <a:pt x="322546" y="246405"/>
                  </a:lnTo>
                  <a:lnTo>
                    <a:pt x="326136" y="228600"/>
                  </a:lnTo>
                  <a:lnTo>
                    <a:pt x="326136" y="45719"/>
                  </a:lnTo>
                  <a:lnTo>
                    <a:pt x="322546" y="27914"/>
                  </a:lnTo>
                  <a:lnTo>
                    <a:pt x="312753" y="13382"/>
                  </a:lnTo>
                  <a:lnTo>
                    <a:pt x="298221" y="3589"/>
                  </a:lnTo>
                  <a:lnTo>
                    <a:pt x="28041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5">
              <a:extLst>
                <a:ext uri="{FF2B5EF4-FFF2-40B4-BE49-F238E27FC236}">
                  <a16:creationId xmlns:a16="http://schemas.microsoft.com/office/drawing/2014/main" id="{643EFD45-4E30-F3A5-6697-F09ADC5107C6}"/>
                </a:ext>
              </a:extLst>
            </p:cNvPr>
            <p:cNvSpPr/>
            <p:nvPr/>
          </p:nvSpPr>
          <p:spPr>
            <a:xfrm>
              <a:off x="6263639" y="2154936"/>
              <a:ext cx="326390" cy="274320"/>
            </a:xfrm>
            <a:custGeom>
              <a:avLst/>
              <a:gdLst/>
              <a:ahLst/>
              <a:cxnLst/>
              <a:rect l="l" t="t" r="r" b="b"/>
              <a:pathLst>
                <a:path w="326390" h="274319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280415" y="0"/>
                  </a:lnTo>
                  <a:lnTo>
                    <a:pt x="298221" y="3589"/>
                  </a:lnTo>
                  <a:lnTo>
                    <a:pt x="312753" y="13382"/>
                  </a:lnTo>
                  <a:lnTo>
                    <a:pt x="322546" y="27914"/>
                  </a:lnTo>
                  <a:lnTo>
                    <a:pt x="326136" y="45719"/>
                  </a:lnTo>
                  <a:lnTo>
                    <a:pt x="326136" y="228600"/>
                  </a:lnTo>
                  <a:lnTo>
                    <a:pt x="322546" y="246405"/>
                  </a:lnTo>
                  <a:lnTo>
                    <a:pt x="312753" y="260937"/>
                  </a:lnTo>
                  <a:lnTo>
                    <a:pt x="298221" y="270730"/>
                  </a:lnTo>
                  <a:lnTo>
                    <a:pt x="280415" y="274319"/>
                  </a:lnTo>
                  <a:lnTo>
                    <a:pt x="45720" y="274319"/>
                  </a:lnTo>
                  <a:lnTo>
                    <a:pt x="27914" y="270730"/>
                  </a:lnTo>
                  <a:lnTo>
                    <a:pt x="13382" y="260937"/>
                  </a:lnTo>
                  <a:lnTo>
                    <a:pt x="3589" y="246405"/>
                  </a:lnTo>
                  <a:lnTo>
                    <a:pt x="0" y="228600"/>
                  </a:lnTo>
                  <a:lnTo>
                    <a:pt x="0" y="45719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6">
              <a:extLst>
                <a:ext uri="{FF2B5EF4-FFF2-40B4-BE49-F238E27FC236}">
                  <a16:creationId xmlns:a16="http://schemas.microsoft.com/office/drawing/2014/main" id="{06391A22-7716-B5B8-24BD-968D6C0FF62B}"/>
                </a:ext>
              </a:extLst>
            </p:cNvPr>
            <p:cNvSpPr/>
            <p:nvPr/>
          </p:nvSpPr>
          <p:spPr>
            <a:xfrm>
              <a:off x="6233160" y="2499359"/>
              <a:ext cx="512445" cy="253365"/>
            </a:xfrm>
            <a:custGeom>
              <a:avLst/>
              <a:gdLst/>
              <a:ahLst/>
              <a:cxnLst/>
              <a:rect l="l" t="t" r="r" b="b"/>
              <a:pathLst>
                <a:path w="512445" h="253364">
                  <a:moveTo>
                    <a:pt x="469899" y="0"/>
                  </a:moveTo>
                  <a:lnTo>
                    <a:pt x="42163" y="0"/>
                  </a:lnTo>
                  <a:lnTo>
                    <a:pt x="25771" y="3319"/>
                  </a:lnTo>
                  <a:lnTo>
                    <a:pt x="12366" y="12366"/>
                  </a:lnTo>
                  <a:lnTo>
                    <a:pt x="3319" y="25771"/>
                  </a:lnTo>
                  <a:lnTo>
                    <a:pt x="0" y="42163"/>
                  </a:lnTo>
                  <a:lnTo>
                    <a:pt x="0" y="210819"/>
                  </a:lnTo>
                  <a:lnTo>
                    <a:pt x="3319" y="227212"/>
                  </a:lnTo>
                  <a:lnTo>
                    <a:pt x="12366" y="240617"/>
                  </a:lnTo>
                  <a:lnTo>
                    <a:pt x="25771" y="249664"/>
                  </a:lnTo>
                  <a:lnTo>
                    <a:pt x="42163" y="252984"/>
                  </a:lnTo>
                  <a:lnTo>
                    <a:pt x="469899" y="252984"/>
                  </a:lnTo>
                  <a:lnTo>
                    <a:pt x="486292" y="249664"/>
                  </a:lnTo>
                  <a:lnTo>
                    <a:pt x="499697" y="240617"/>
                  </a:lnTo>
                  <a:lnTo>
                    <a:pt x="508744" y="227212"/>
                  </a:lnTo>
                  <a:lnTo>
                    <a:pt x="512063" y="210819"/>
                  </a:lnTo>
                  <a:lnTo>
                    <a:pt x="512063" y="42163"/>
                  </a:lnTo>
                  <a:lnTo>
                    <a:pt x="508744" y="25771"/>
                  </a:lnTo>
                  <a:lnTo>
                    <a:pt x="499697" y="12366"/>
                  </a:lnTo>
                  <a:lnTo>
                    <a:pt x="486292" y="3319"/>
                  </a:lnTo>
                  <a:lnTo>
                    <a:pt x="46989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57">
              <a:extLst>
                <a:ext uri="{FF2B5EF4-FFF2-40B4-BE49-F238E27FC236}">
                  <a16:creationId xmlns:a16="http://schemas.microsoft.com/office/drawing/2014/main" id="{69ADC9BD-F4D8-6389-2962-EB1D18E2E7F9}"/>
                </a:ext>
              </a:extLst>
            </p:cNvPr>
            <p:cNvSpPr/>
            <p:nvPr/>
          </p:nvSpPr>
          <p:spPr>
            <a:xfrm>
              <a:off x="6233160" y="2499359"/>
              <a:ext cx="512445" cy="253365"/>
            </a:xfrm>
            <a:custGeom>
              <a:avLst/>
              <a:gdLst/>
              <a:ahLst/>
              <a:cxnLst/>
              <a:rect l="l" t="t" r="r" b="b"/>
              <a:pathLst>
                <a:path w="512445" h="253364">
                  <a:moveTo>
                    <a:pt x="0" y="42163"/>
                  </a:moveTo>
                  <a:lnTo>
                    <a:pt x="3319" y="25771"/>
                  </a:lnTo>
                  <a:lnTo>
                    <a:pt x="12366" y="12366"/>
                  </a:lnTo>
                  <a:lnTo>
                    <a:pt x="25771" y="3319"/>
                  </a:lnTo>
                  <a:lnTo>
                    <a:pt x="42163" y="0"/>
                  </a:lnTo>
                  <a:lnTo>
                    <a:pt x="469899" y="0"/>
                  </a:lnTo>
                  <a:lnTo>
                    <a:pt x="486292" y="3319"/>
                  </a:lnTo>
                  <a:lnTo>
                    <a:pt x="499697" y="12366"/>
                  </a:lnTo>
                  <a:lnTo>
                    <a:pt x="508744" y="25771"/>
                  </a:lnTo>
                  <a:lnTo>
                    <a:pt x="512063" y="42163"/>
                  </a:lnTo>
                  <a:lnTo>
                    <a:pt x="512063" y="210819"/>
                  </a:lnTo>
                  <a:lnTo>
                    <a:pt x="508744" y="227212"/>
                  </a:lnTo>
                  <a:lnTo>
                    <a:pt x="499697" y="240617"/>
                  </a:lnTo>
                  <a:lnTo>
                    <a:pt x="486292" y="249664"/>
                  </a:lnTo>
                  <a:lnTo>
                    <a:pt x="469899" y="252984"/>
                  </a:lnTo>
                  <a:lnTo>
                    <a:pt x="42163" y="252984"/>
                  </a:lnTo>
                  <a:lnTo>
                    <a:pt x="25771" y="249664"/>
                  </a:lnTo>
                  <a:lnTo>
                    <a:pt x="12366" y="240617"/>
                  </a:lnTo>
                  <a:lnTo>
                    <a:pt x="3319" y="227212"/>
                  </a:lnTo>
                  <a:lnTo>
                    <a:pt x="0" y="210819"/>
                  </a:lnTo>
                  <a:lnTo>
                    <a:pt x="0" y="42163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58">
              <a:extLst>
                <a:ext uri="{FF2B5EF4-FFF2-40B4-BE49-F238E27FC236}">
                  <a16:creationId xmlns:a16="http://schemas.microsoft.com/office/drawing/2014/main" id="{C28C5DD8-A6D4-6883-BC91-26B0066C9F93}"/>
                </a:ext>
              </a:extLst>
            </p:cNvPr>
            <p:cNvSpPr/>
            <p:nvPr/>
          </p:nvSpPr>
          <p:spPr>
            <a:xfrm>
              <a:off x="6178295" y="2804160"/>
              <a:ext cx="622300" cy="121920"/>
            </a:xfrm>
            <a:custGeom>
              <a:avLst/>
              <a:gdLst/>
              <a:ahLst/>
              <a:cxnLst/>
              <a:rect l="l" t="t" r="r" b="b"/>
              <a:pathLst>
                <a:path w="622300" h="121919">
                  <a:moveTo>
                    <a:pt x="601472" y="0"/>
                  </a:moveTo>
                  <a:lnTo>
                    <a:pt x="20319" y="0"/>
                  </a:lnTo>
                  <a:lnTo>
                    <a:pt x="12430" y="1603"/>
                  </a:lnTo>
                  <a:lnTo>
                    <a:pt x="5968" y="5969"/>
                  </a:lnTo>
                  <a:lnTo>
                    <a:pt x="1603" y="12430"/>
                  </a:lnTo>
                  <a:lnTo>
                    <a:pt x="0" y="20319"/>
                  </a:lnTo>
                  <a:lnTo>
                    <a:pt x="0" y="101600"/>
                  </a:lnTo>
                  <a:lnTo>
                    <a:pt x="1603" y="109489"/>
                  </a:lnTo>
                  <a:lnTo>
                    <a:pt x="5969" y="115950"/>
                  </a:lnTo>
                  <a:lnTo>
                    <a:pt x="12430" y="120316"/>
                  </a:lnTo>
                  <a:lnTo>
                    <a:pt x="20319" y="121919"/>
                  </a:lnTo>
                  <a:lnTo>
                    <a:pt x="601472" y="121919"/>
                  </a:lnTo>
                  <a:lnTo>
                    <a:pt x="609361" y="120316"/>
                  </a:lnTo>
                  <a:lnTo>
                    <a:pt x="615823" y="115950"/>
                  </a:lnTo>
                  <a:lnTo>
                    <a:pt x="620188" y="109489"/>
                  </a:lnTo>
                  <a:lnTo>
                    <a:pt x="621792" y="101600"/>
                  </a:lnTo>
                  <a:lnTo>
                    <a:pt x="621792" y="20319"/>
                  </a:lnTo>
                  <a:lnTo>
                    <a:pt x="620188" y="12430"/>
                  </a:lnTo>
                  <a:lnTo>
                    <a:pt x="615823" y="5968"/>
                  </a:lnTo>
                  <a:lnTo>
                    <a:pt x="609361" y="1603"/>
                  </a:lnTo>
                  <a:lnTo>
                    <a:pt x="60147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59">
              <a:extLst>
                <a:ext uri="{FF2B5EF4-FFF2-40B4-BE49-F238E27FC236}">
                  <a16:creationId xmlns:a16="http://schemas.microsoft.com/office/drawing/2014/main" id="{529F062E-10E2-F614-720E-28AD0D2AC3E5}"/>
                </a:ext>
              </a:extLst>
            </p:cNvPr>
            <p:cNvSpPr/>
            <p:nvPr/>
          </p:nvSpPr>
          <p:spPr>
            <a:xfrm>
              <a:off x="6178295" y="2804160"/>
              <a:ext cx="622300" cy="121920"/>
            </a:xfrm>
            <a:custGeom>
              <a:avLst/>
              <a:gdLst/>
              <a:ahLst/>
              <a:cxnLst/>
              <a:rect l="l" t="t" r="r" b="b"/>
              <a:pathLst>
                <a:path w="622300" h="121919">
                  <a:moveTo>
                    <a:pt x="0" y="20319"/>
                  </a:moveTo>
                  <a:lnTo>
                    <a:pt x="1603" y="12430"/>
                  </a:lnTo>
                  <a:lnTo>
                    <a:pt x="5968" y="5969"/>
                  </a:lnTo>
                  <a:lnTo>
                    <a:pt x="12430" y="1603"/>
                  </a:lnTo>
                  <a:lnTo>
                    <a:pt x="20319" y="0"/>
                  </a:lnTo>
                  <a:lnTo>
                    <a:pt x="601472" y="0"/>
                  </a:lnTo>
                  <a:lnTo>
                    <a:pt x="609361" y="1603"/>
                  </a:lnTo>
                  <a:lnTo>
                    <a:pt x="615823" y="5968"/>
                  </a:lnTo>
                  <a:lnTo>
                    <a:pt x="620188" y="12430"/>
                  </a:lnTo>
                  <a:lnTo>
                    <a:pt x="621792" y="20319"/>
                  </a:lnTo>
                  <a:lnTo>
                    <a:pt x="621792" y="101600"/>
                  </a:lnTo>
                  <a:lnTo>
                    <a:pt x="620188" y="109489"/>
                  </a:lnTo>
                  <a:lnTo>
                    <a:pt x="615823" y="115950"/>
                  </a:lnTo>
                  <a:lnTo>
                    <a:pt x="609361" y="120316"/>
                  </a:lnTo>
                  <a:lnTo>
                    <a:pt x="601472" y="121919"/>
                  </a:lnTo>
                  <a:lnTo>
                    <a:pt x="20319" y="121919"/>
                  </a:lnTo>
                  <a:lnTo>
                    <a:pt x="12430" y="120316"/>
                  </a:lnTo>
                  <a:lnTo>
                    <a:pt x="5969" y="115950"/>
                  </a:lnTo>
                  <a:lnTo>
                    <a:pt x="1603" y="109489"/>
                  </a:lnTo>
                  <a:lnTo>
                    <a:pt x="0" y="101600"/>
                  </a:lnTo>
                  <a:lnTo>
                    <a:pt x="0" y="20319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0">
              <a:extLst>
                <a:ext uri="{FF2B5EF4-FFF2-40B4-BE49-F238E27FC236}">
                  <a16:creationId xmlns:a16="http://schemas.microsoft.com/office/drawing/2014/main" id="{81F22D0E-CA98-84BA-DF4C-899C3F2EDAA6}"/>
                </a:ext>
              </a:extLst>
            </p:cNvPr>
            <p:cNvSpPr/>
            <p:nvPr/>
          </p:nvSpPr>
          <p:spPr>
            <a:xfrm>
              <a:off x="8586215" y="2212848"/>
              <a:ext cx="326390" cy="274320"/>
            </a:xfrm>
            <a:custGeom>
              <a:avLst/>
              <a:gdLst/>
              <a:ahLst/>
              <a:cxnLst/>
              <a:rect l="l" t="t" r="r" b="b"/>
              <a:pathLst>
                <a:path w="326390" h="274319">
                  <a:moveTo>
                    <a:pt x="280415" y="0"/>
                  </a:moveTo>
                  <a:lnTo>
                    <a:pt x="45719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228600"/>
                  </a:lnTo>
                  <a:lnTo>
                    <a:pt x="3589" y="246405"/>
                  </a:lnTo>
                  <a:lnTo>
                    <a:pt x="13382" y="260937"/>
                  </a:lnTo>
                  <a:lnTo>
                    <a:pt x="27914" y="270730"/>
                  </a:lnTo>
                  <a:lnTo>
                    <a:pt x="45719" y="274319"/>
                  </a:lnTo>
                  <a:lnTo>
                    <a:pt x="280415" y="274319"/>
                  </a:lnTo>
                  <a:lnTo>
                    <a:pt x="298221" y="270730"/>
                  </a:lnTo>
                  <a:lnTo>
                    <a:pt x="312753" y="260937"/>
                  </a:lnTo>
                  <a:lnTo>
                    <a:pt x="322546" y="246405"/>
                  </a:lnTo>
                  <a:lnTo>
                    <a:pt x="326135" y="228600"/>
                  </a:lnTo>
                  <a:lnTo>
                    <a:pt x="326135" y="45719"/>
                  </a:lnTo>
                  <a:lnTo>
                    <a:pt x="322546" y="27914"/>
                  </a:lnTo>
                  <a:lnTo>
                    <a:pt x="312753" y="13382"/>
                  </a:lnTo>
                  <a:lnTo>
                    <a:pt x="298221" y="3589"/>
                  </a:lnTo>
                  <a:lnTo>
                    <a:pt x="28041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1">
              <a:extLst>
                <a:ext uri="{FF2B5EF4-FFF2-40B4-BE49-F238E27FC236}">
                  <a16:creationId xmlns:a16="http://schemas.microsoft.com/office/drawing/2014/main" id="{6AD0E1D0-9EF2-E765-10EE-B6A825FA8BAE}"/>
                </a:ext>
              </a:extLst>
            </p:cNvPr>
            <p:cNvSpPr/>
            <p:nvPr/>
          </p:nvSpPr>
          <p:spPr>
            <a:xfrm>
              <a:off x="8586215" y="2212848"/>
              <a:ext cx="326390" cy="274320"/>
            </a:xfrm>
            <a:custGeom>
              <a:avLst/>
              <a:gdLst/>
              <a:ahLst/>
              <a:cxnLst/>
              <a:rect l="l" t="t" r="r" b="b"/>
              <a:pathLst>
                <a:path w="326390" h="274319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19" y="0"/>
                  </a:lnTo>
                  <a:lnTo>
                    <a:pt x="280415" y="0"/>
                  </a:lnTo>
                  <a:lnTo>
                    <a:pt x="298221" y="3589"/>
                  </a:lnTo>
                  <a:lnTo>
                    <a:pt x="312753" y="13382"/>
                  </a:lnTo>
                  <a:lnTo>
                    <a:pt x="322546" y="27914"/>
                  </a:lnTo>
                  <a:lnTo>
                    <a:pt x="326135" y="45719"/>
                  </a:lnTo>
                  <a:lnTo>
                    <a:pt x="326135" y="228600"/>
                  </a:lnTo>
                  <a:lnTo>
                    <a:pt x="322546" y="246405"/>
                  </a:lnTo>
                  <a:lnTo>
                    <a:pt x="312753" y="260937"/>
                  </a:lnTo>
                  <a:lnTo>
                    <a:pt x="298221" y="270730"/>
                  </a:lnTo>
                  <a:lnTo>
                    <a:pt x="280415" y="274319"/>
                  </a:lnTo>
                  <a:lnTo>
                    <a:pt x="45719" y="274319"/>
                  </a:lnTo>
                  <a:lnTo>
                    <a:pt x="27914" y="270730"/>
                  </a:lnTo>
                  <a:lnTo>
                    <a:pt x="13382" y="260937"/>
                  </a:lnTo>
                  <a:lnTo>
                    <a:pt x="3589" y="246405"/>
                  </a:lnTo>
                  <a:lnTo>
                    <a:pt x="0" y="228600"/>
                  </a:lnTo>
                  <a:lnTo>
                    <a:pt x="0" y="45719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2">
              <a:extLst>
                <a:ext uri="{FF2B5EF4-FFF2-40B4-BE49-F238E27FC236}">
                  <a16:creationId xmlns:a16="http://schemas.microsoft.com/office/drawing/2014/main" id="{BB35491B-F125-4E19-498B-C86877358241}"/>
                </a:ext>
              </a:extLst>
            </p:cNvPr>
            <p:cNvSpPr/>
            <p:nvPr/>
          </p:nvSpPr>
          <p:spPr>
            <a:xfrm>
              <a:off x="8513064" y="2560320"/>
              <a:ext cx="512445" cy="253365"/>
            </a:xfrm>
            <a:custGeom>
              <a:avLst/>
              <a:gdLst/>
              <a:ahLst/>
              <a:cxnLst/>
              <a:rect l="l" t="t" r="r" b="b"/>
              <a:pathLst>
                <a:path w="512445" h="253364">
                  <a:moveTo>
                    <a:pt x="469900" y="0"/>
                  </a:moveTo>
                  <a:lnTo>
                    <a:pt x="42163" y="0"/>
                  </a:lnTo>
                  <a:lnTo>
                    <a:pt x="25771" y="3319"/>
                  </a:lnTo>
                  <a:lnTo>
                    <a:pt x="12366" y="12366"/>
                  </a:lnTo>
                  <a:lnTo>
                    <a:pt x="3319" y="25771"/>
                  </a:lnTo>
                  <a:lnTo>
                    <a:pt x="0" y="42163"/>
                  </a:lnTo>
                  <a:lnTo>
                    <a:pt x="0" y="210819"/>
                  </a:lnTo>
                  <a:lnTo>
                    <a:pt x="3319" y="227212"/>
                  </a:lnTo>
                  <a:lnTo>
                    <a:pt x="12366" y="240617"/>
                  </a:lnTo>
                  <a:lnTo>
                    <a:pt x="25771" y="249664"/>
                  </a:lnTo>
                  <a:lnTo>
                    <a:pt x="42163" y="252983"/>
                  </a:lnTo>
                  <a:lnTo>
                    <a:pt x="469900" y="252983"/>
                  </a:lnTo>
                  <a:lnTo>
                    <a:pt x="486292" y="249664"/>
                  </a:lnTo>
                  <a:lnTo>
                    <a:pt x="499697" y="240617"/>
                  </a:lnTo>
                  <a:lnTo>
                    <a:pt x="508744" y="227212"/>
                  </a:lnTo>
                  <a:lnTo>
                    <a:pt x="512063" y="210819"/>
                  </a:lnTo>
                  <a:lnTo>
                    <a:pt x="512063" y="42163"/>
                  </a:lnTo>
                  <a:lnTo>
                    <a:pt x="508744" y="25771"/>
                  </a:lnTo>
                  <a:lnTo>
                    <a:pt x="499697" y="12366"/>
                  </a:lnTo>
                  <a:lnTo>
                    <a:pt x="486292" y="3319"/>
                  </a:lnTo>
                  <a:lnTo>
                    <a:pt x="4699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3">
              <a:extLst>
                <a:ext uri="{FF2B5EF4-FFF2-40B4-BE49-F238E27FC236}">
                  <a16:creationId xmlns:a16="http://schemas.microsoft.com/office/drawing/2014/main" id="{6BB43E80-CCFD-F14B-C2B8-E7B0DC5EC914}"/>
                </a:ext>
              </a:extLst>
            </p:cNvPr>
            <p:cNvSpPr/>
            <p:nvPr/>
          </p:nvSpPr>
          <p:spPr>
            <a:xfrm>
              <a:off x="8513064" y="2560320"/>
              <a:ext cx="512445" cy="253365"/>
            </a:xfrm>
            <a:custGeom>
              <a:avLst/>
              <a:gdLst/>
              <a:ahLst/>
              <a:cxnLst/>
              <a:rect l="l" t="t" r="r" b="b"/>
              <a:pathLst>
                <a:path w="512445" h="253364">
                  <a:moveTo>
                    <a:pt x="0" y="42163"/>
                  </a:moveTo>
                  <a:lnTo>
                    <a:pt x="3319" y="25771"/>
                  </a:lnTo>
                  <a:lnTo>
                    <a:pt x="12366" y="12366"/>
                  </a:lnTo>
                  <a:lnTo>
                    <a:pt x="25771" y="3319"/>
                  </a:lnTo>
                  <a:lnTo>
                    <a:pt x="42163" y="0"/>
                  </a:lnTo>
                  <a:lnTo>
                    <a:pt x="469900" y="0"/>
                  </a:lnTo>
                  <a:lnTo>
                    <a:pt x="486292" y="3319"/>
                  </a:lnTo>
                  <a:lnTo>
                    <a:pt x="499697" y="12366"/>
                  </a:lnTo>
                  <a:lnTo>
                    <a:pt x="508744" y="25771"/>
                  </a:lnTo>
                  <a:lnTo>
                    <a:pt x="512063" y="42163"/>
                  </a:lnTo>
                  <a:lnTo>
                    <a:pt x="512063" y="210819"/>
                  </a:lnTo>
                  <a:lnTo>
                    <a:pt x="508744" y="227212"/>
                  </a:lnTo>
                  <a:lnTo>
                    <a:pt x="499697" y="240617"/>
                  </a:lnTo>
                  <a:lnTo>
                    <a:pt x="486292" y="249664"/>
                  </a:lnTo>
                  <a:lnTo>
                    <a:pt x="469900" y="252983"/>
                  </a:lnTo>
                  <a:lnTo>
                    <a:pt x="42163" y="252983"/>
                  </a:lnTo>
                  <a:lnTo>
                    <a:pt x="25771" y="249664"/>
                  </a:lnTo>
                  <a:lnTo>
                    <a:pt x="12366" y="240617"/>
                  </a:lnTo>
                  <a:lnTo>
                    <a:pt x="3319" y="227212"/>
                  </a:lnTo>
                  <a:lnTo>
                    <a:pt x="0" y="210819"/>
                  </a:lnTo>
                  <a:lnTo>
                    <a:pt x="0" y="42163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4">
              <a:extLst>
                <a:ext uri="{FF2B5EF4-FFF2-40B4-BE49-F238E27FC236}">
                  <a16:creationId xmlns:a16="http://schemas.microsoft.com/office/drawing/2014/main" id="{63FC4921-8072-6395-9AA7-3C3887C8934D}"/>
                </a:ext>
              </a:extLst>
            </p:cNvPr>
            <p:cNvSpPr/>
            <p:nvPr/>
          </p:nvSpPr>
          <p:spPr>
            <a:xfrm>
              <a:off x="8449055" y="2852927"/>
              <a:ext cx="600710" cy="125095"/>
            </a:xfrm>
            <a:custGeom>
              <a:avLst/>
              <a:gdLst/>
              <a:ahLst/>
              <a:cxnLst/>
              <a:rect l="l" t="t" r="r" b="b"/>
              <a:pathLst>
                <a:path w="600709" h="125094">
                  <a:moveTo>
                    <a:pt x="579627" y="0"/>
                  </a:moveTo>
                  <a:lnTo>
                    <a:pt x="20827" y="0"/>
                  </a:lnTo>
                  <a:lnTo>
                    <a:pt x="12698" y="1629"/>
                  </a:lnTo>
                  <a:lnTo>
                    <a:pt x="6080" y="6080"/>
                  </a:lnTo>
                  <a:lnTo>
                    <a:pt x="1629" y="12698"/>
                  </a:lnTo>
                  <a:lnTo>
                    <a:pt x="0" y="20827"/>
                  </a:lnTo>
                  <a:lnTo>
                    <a:pt x="0" y="104139"/>
                  </a:lnTo>
                  <a:lnTo>
                    <a:pt x="1629" y="112269"/>
                  </a:lnTo>
                  <a:lnTo>
                    <a:pt x="6080" y="118887"/>
                  </a:lnTo>
                  <a:lnTo>
                    <a:pt x="12698" y="123338"/>
                  </a:lnTo>
                  <a:lnTo>
                    <a:pt x="20827" y="124968"/>
                  </a:lnTo>
                  <a:lnTo>
                    <a:pt x="579627" y="124968"/>
                  </a:lnTo>
                  <a:lnTo>
                    <a:pt x="587757" y="123338"/>
                  </a:lnTo>
                  <a:lnTo>
                    <a:pt x="594375" y="118887"/>
                  </a:lnTo>
                  <a:lnTo>
                    <a:pt x="598826" y="112269"/>
                  </a:lnTo>
                  <a:lnTo>
                    <a:pt x="600455" y="104139"/>
                  </a:lnTo>
                  <a:lnTo>
                    <a:pt x="600455" y="20827"/>
                  </a:lnTo>
                  <a:lnTo>
                    <a:pt x="598826" y="12698"/>
                  </a:lnTo>
                  <a:lnTo>
                    <a:pt x="594375" y="6080"/>
                  </a:lnTo>
                  <a:lnTo>
                    <a:pt x="587757" y="1629"/>
                  </a:lnTo>
                  <a:lnTo>
                    <a:pt x="5796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5">
              <a:extLst>
                <a:ext uri="{FF2B5EF4-FFF2-40B4-BE49-F238E27FC236}">
                  <a16:creationId xmlns:a16="http://schemas.microsoft.com/office/drawing/2014/main" id="{986F6E52-7C8A-9489-758F-DDD6E6193887}"/>
                </a:ext>
              </a:extLst>
            </p:cNvPr>
            <p:cNvSpPr/>
            <p:nvPr/>
          </p:nvSpPr>
          <p:spPr>
            <a:xfrm>
              <a:off x="8449055" y="2852927"/>
              <a:ext cx="600710" cy="125095"/>
            </a:xfrm>
            <a:custGeom>
              <a:avLst/>
              <a:gdLst/>
              <a:ahLst/>
              <a:cxnLst/>
              <a:rect l="l" t="t" r="r" b="b"/>
              <a:pathLst>
                <a:path w="600709" h="125094">
                  <a:moveTo>
                    <a:pt x="0" y="20827"/>
                  </a:moveTo>
                  <a:lnTo>
                    <a:pt x="1629" y="12698"/>
                  </a:lnTo>
                  <a:lnTo>
                    <a:pt x="6080" y="6080"/>
                  </a:lnTo>
                  <a:lnTo>
                    <a:pt x="12698" y="1629"/>
                  </a:lnTo>
                  <a:lnTo>
                    <a:pt x="20827" y="0"/>
                  </a:lnTo>
                  <a:lnTo>
                    <a:pt x="579627" y="0"/>
                  </a:lnTo>
                  <a:lnTo>
                    <a:pt x="587757" y="1629"/>
                  </a:lnTo>
                  <a:lnTo>
                    <a:pt x="594375" y="6080"/>
                  </a:lnTo>
                  <a:lnTo>
                    <a:pt x="598826" y="12698"/>
                  </a:lnTo>
                  <a:lnTo>
                    <a:pt x="600455" y="20827"/>
                  </a:lnTo>
                  <a:lnTo>
                    <a:pt x="600455" y="104139"/>
                  </a:lnTo>
                  <a:lnTo>
                    <a:pt x="598826" y="112269"/>
                  </a:lnTo>
                  <a:lnTo>
                    <a:pt x="594375" y="118887"/>
                  </a:lnTo>
                  <a:lnTo>
                    <a:pt x="587757" y="123338"/>
                  </a:lnTo>
                  <a:lnTo>
                    <a:pt x="579627" y="124968"/>
                  </a:lnTo>
                  <a:lnTo>
                    <a:pt x="20827" y="124968"/>
                  </a:lnTo>
                  <a:lnTo>
                    <a:pt x="12698" y="123338"/>
                  </a:lnTo>
                  <a:lnTo>
                    <a:pt x="6080" y="118887"/>
                  </a:lnTo>
                  <a:lnTo>
                    <a:pt x="1629" y="112269"/>
                  </a:lnTo>
                  <a:lnTo>
                    <a:pt x="0" y="104139"/>
                  </a:lnTo>
                  <a:lnTo>
                    <a:pt x="0" y="20827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6">
              <a:extLst>
                <a:ext uri="{FF2B5EF4-FFF2-40B4-BE49-F238E27FC236}">
                  <a16:creationId xmlns:a16="http://schemas.microsoft.com/office/drawing/2014/main" id="{9E02D5F2-B3BE-FAC1-53A0-31D071D4012D}"/>
                </a:ext>
              </a:extLst>
            </p:cNvPr>
            <p:cNvSpPr/>
            <p:nvPr/>
          </p:nvSpPr>
          <p:spPr>
            <a:xfrm>
              <a:off x="1860804" y="1795271"/>
              <a:ext cx="6889115" cy="464820"/>
            </a:xfrm>
            <a:custGeom>
              <a:avLst/>
              <a:gdLst/>
              <a:ahLst/>
              <a:cxnLst/>
              <a:rect l="l" t="t" r="r" b="b"/>
              <a:pathLst>
                <a:path w="6889115" h="464819">
                  <a:moveTo>
                    <a:pt x="6888861" y="419608"/>
                  </a:moveTo>
                  <a:lnTo>
                    <a:pt x="6777863" y="346583"/>
                  </a:lnTo>
                  <a:lnTo>
                    <a:pt x="6773202" y="385902"/>
                  </a:lnTo>
                  <a:lnTo>
                    <a:pt x="3531870" y="127"/>
                  </a:lnTo>
                  <a:lnTo>
                    <a:pt x="3529952" y="16573"/>
                  </a:lnTo>
                  <a:lnTo>
                    <a:pt x="3528695" y="0"/>
                  </a:lnTo>
                  <a:lnTo>
                    <a:pt x="116954" y="264541"/>
                  </a:lnTo>
                  <a:lnTo>
                    <a:pt x="113919" y="225044"/>
                  </a:lnTo>
                  <a:lnTo>
                    <a:pt x="0" y="293497"/>
                  </a:lnTo>
                  <a:lnTo>
                    <a:pt x="123063" y="343535"/>
                  </a:lnTo>
                  <a:lnTo>
                    <a:pt x="120129" y="305562"/>
                  </a:lnTo>
                  <a:lnTo>
                    <a:pt x="120002" y="304038"/>
                  </a:lnTo>
                  <a:lnTo>
                    <a:pt x="3300412" y="57556"/>
                  </a:lnTo>
                  <a:lnTo>
                    <a:pt x="2448141" y="274154"/>
                  </a:lnTo>
                  <a:lnTo>
                    <a:pt x="2438400" y="235712"/>
                  </a:lnTo>
                  <a:lnTo>
                    <a:pt x="2337816" y="322580"/>
                  </a:lnTo>
                  <a:lnTo>
                    <a:pt x="2467610" y="350901"/>
                  </a:lnTo>
                  <a:lnTo>
                    <a:pt x="2459101" y="317373"/>
                  </a:lnTo>
                  <a:lnTo>
                    <a:pt x="2457869" y="312496"/>
                  </a:lnTo>
                  <a:lnTo>
                    <a:pt x="3528707" y="40386"/>
                  </a:lnTo>
                  <a:lnTo>
                    <a:pt x="4447768" y="343560"/>
                  </a:lnTo>
                  <a:lnTo>
                    <a:pt x="4435348" y="381254"/>
                  </a:lnTo>
                  <a:lnTo>
                    <a:pt x="4566793" y="362077"/>
                  </a:lnTo>
                  <a:lnTo>
                    <a:pt x="4554398" y="349758"/>
                  </a:lnTo>
                  <a:lnTo>
                    <a:pt x="4472559" y="268351"/>
                  </a:lnTo>
                  <a:lnTo>
                    <a:pt x="4460151" y="305981"/>
                  </a:lnTo>
                  <a:lnTo>
                    <a:pt x="3723068" y="62801"/>
                  </a:lnTo>
                  <a:lnTo>
                    <a:pt x="6768541" y="425284"/>
                  </a:lnTo>
                  <a:lnTo>
                    <a:pt x="6763893" y="464566"/>
                  </a:lnTo>
                  <a:lnTo>
                    <a:pt x="6866610" y="427609"/>
                  </a:lnTo>
                  <a:lnTo>
                    <a:pt x="6888861" y="41960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67">
            <a:extLst>
              <a:ext uri="{FF2B5EF4-FFF2-40B4-BE49-F238E27FC236}">
                <a16:creationId xmlns:a16="http://schemas.microsoft.com/office/drawing/2014/main" id="{E826F3C0-7F50-DB5A-3EA3-490A598F3CDF}"/>
              </a:ext>
            </a:extLst>
          </p:cNvPr>
          <p:cNvSpPr txBox="1"/>
          <p:nvPr/>
        </p:nvSpPr>
        <p:spPr>
          <a:xfrm>
            <a:off x="8892877" y="4521889"/>
            <a:ext cx="6921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C00000"/>
                </a:solidFill>
                <a:latin typeface="Carlito"/>
                <a:cs typeface="Carlito"/>
              </a:rPr>
              <a:t>L2</a:t>
            </a:r>
            <a:r>
              <a:rPr sz="2000" b="1" spc="-8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rlito"/>
                <a:cs typeface="Carlito"/>
              </a:rPr>
              <a:t>TLB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71" name="object 68">
            <a:extLst>
              <a:ext uri="{FF2B5EF4-FFF2-40B4-BE49-F238E27FC236}">
                <a16:creationId xmlns:a16="http://schemas.microsoft.com/office/drawing/2014/main" id="{F347DD4D-3586-2B10-4E19-21CB86D21D2D}"/>
              </a:ext>
            </a:extLst>
          </p:cNvPr>
          <p:cNvSpPr/>
          <p:nvPr/>
        </p:nvSpPr>
        <p:spPr>
          <a:xfrm>
            <a:off x="2511393" y="2514069"/>
            <a:ext cx="7599045" cy="2397760"/>
          </a:xfrm>
          <a:custGeom>
            <a:avLst/>
            <a:gdLst/>
            <a:ahLst/>
            <a:cxnLst/>
            <a:rect l="l" t="t" r="r" b="b"/>
            <a:pathLst>
              <a:path w="7599045" h="2397760">
                <a:moveTo>
                  <a:pt x="735825" y="442849"/>
                </a:moveTo>
                <a:lnTo>
                  <a:pt x="730326" y="397510"/>
                </a:lnTo>
                <a:lnTo>
                  <a:pt x="719823" y="310896"/>
                </a:lnTo>
                <a:lnTo>
                  <a:pt x="623811" y="402844"/>
                </a:lnTo>
                <a:lnTo>
                  <a:pt x="661187" y="416204"/>
                </a:lnTo>
                <a:lnTo>
                  <a:pt x="0" y="2264283"/>
                </a:lnTo>
                <a:lnTo>
                  <a:pt x="37312" y="2277618"/>
                </a:lnTo>
                <a:lnTo>
                  <a:pt x="698411" y="429501"/>
                </a:lnTo>
                <a:lnTo>
                  <a:pt x="735825" y="442849"/>
                </a:lnTo>
                <a:close/>
              </a:path>
              <a:path w="7599045" h="2397760">
                <a:moveTo>
                  <a:pt x="7598778" y="391922"/>
                </a:moveTo>
                <a:lnTo>
                  <a:pt x="7596594" y="341376"/>
                </a:lnTo>
                <a:lnTo>
                  <a:pt x="7593063" y="259080"/>
                </a:lnTo>
                <a:lnTo>
                  <a:pt x="7490193" y="343281"/>
                </a:lnTo>
                <a:lnTo>
                  <a:pt x="7526401" y="359511"/>
                </a:lnTo>
                <a:lnTo>
                  <a:pt x="6813080" y="1953780"/>
                </a:lnTo>
                <a:lnTo>
                  <a:pt x="5404624" y="276415"/>
                </a:lnTo>
                <a:lnTo>
                  <a:pt x="5422697" y="261239"/>
                </a:lnTo>
                <a:lnTo>
                  <a:pt x="5434939" y="250952"/>
                </a:lnTo>
                <a:lnTo>
                  <a:pt x="5313032" y="198120"/>
                </a:lnTo>
                <a:lnTo>
                  <a:pt x="5343893" y="327406"/>
                </a:lnTo>
                <a:lnTo>
                  <a:pt x="5374259" y="301917"/>
                </a:lnTo>
                <a:lnTo>
                  <a:pt x="6734835" y="1922272"/>
                </a:lnTo>
                <a:lnTo>
                  <a:pt x="3448253" y="83439"/>
                </a:lnTo>
                <a:lnTo>
                  <a:pt x="3453650" y="73787"/>
                </a:lnTo>
                <a:lnTo>
                  <a:pt x="3467595" y="48895"/>
                </a:lnTo>
                <a:lnTo>
                  <a:pt x="3334880" y="42672"/>
                </a:lnTo>
                <a:lnTo>
                  <a:pt x="3409556" y="152527"/>
                </a:lnTo>
                <a:lnTo>
                  <a:pt x="3428885" y="118021"/>
                </a:lnTo>
                <a:lnTo>
                  <a:pt x="6616154" y="1901329"/>
                </a:lnTo>
                <a:lnTo>
                  <a:pt x="2746552" y="593725"/>
                </a:lnTo>
                <a:lnTo>
                  <a:pt x="3006534" y="415747"/>
                </a:lnTo>
                <a:lnTo>
                  <a:pt x="3028937" y="448437"/>
                </a:lnTo>
                <a:lnTo>
                  <a:pt x="3071444" y="371856"/>
                </a:lnTo>
                <a:lnTo>
                  <a:pt x="3093453" y="332232"/>
                </a:lnTo>
                <a:lnTo>
                  <a:pt x="2961754" y="350393"/>
                </a:lnTo>
                <a:lnTo>
                  <a:pt x="2984131" y="383057"/>
                </a:lnTo>
                <a:lnTo>
                  <a:pt x="2699588" y="577862"/>
                </a:lnTo>
                <a:lnTo>
                  <a:pt x="1100797" y="37592"/>
                </a:lnTo>
                <a:lnTo>
                  <a:pt x="1102944" y="31242"/>
                </a:lnTo>
                <a:lnTo>
                  <a:pt x="1113523" y="0"/>
                </a:lnTo>
                <a:lnTo>
                  <a:pt x="981824" y="18288"/>
                </a:lnTo>
                <a:lnTo>
                  <a:pt x="1075423" y="112649"/>
                </a:lnTo>
                <a:lnTo>
                  <a:pt x="1088123" y="75069"/>
                </a:lnTo>
                <a:lnTo>
                  <a:pt x="2658757" y="605815"/>
                </a:lnTo>
                <a:lnTo>
                  <a:pt x="89763" y="2364613"/>
                </a:lnTo>
                <a:lnTo>
                  <a:pt x="112128" y="2397252"/>
                </a:lnTo>
                <a:lnTo>
                  <a:pt x="2705709" y="621690"/>
                </a:lnTo>
                <a:lnTo>
                  <a:pt x="6804596" y="2006765"/>
                </a:lnTo>
                <a:lnTo>
                  <a:pt x="6807949" y="2008632"/>
                </a:lnTo>
                <a:lnTo>
                  <a:pt x="6808292" y="2008009"/>
                </a:lnTo>
                <a:lnTo>
                  <a:pt x="6812775" y="2009521"/>
                </a:lnTo>
                <a:lnTo>
                  <a:pt x="6818947" y="1991309"/>
                </a:lnTo>
                <a:lnTo>
                  <a:pt x="6820255" y="1990204"/>
                </a:lnTo>
                <a:lnTo>
                  <a:pt x="6836778" y="1997583"/>
                </a:lnTo>
                <a:lnTo>
                  <a:pt x="7562507" y="375678"/>
                </a:lnTo>
                <a:lnTo>
                  <a:pt x="7598778" y="39192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69">
            <a:extLst>
              <a:ext uri="{FF2B5EF4-FFF2-40B4-BE49-F238E27FC236}">
                <a16:creationId xmlns:a16="http://schemas.microsoft.com/office/drawing/2014/main" id="{7AF72C3A-6D2C-DE36-C38B-5E2F21B4BD12}"/>
              </a:ext>
            </a:extLst>
          </p:cNvPr>
          <p:cNvSpPr txBox="1"/>
          <p:nvPr/>
        </p:nvSpPr>
        <p:spPr>
          <a:xfrm>
            <a:off x="1584966" y="4802610"/>
            <a:ext cx="1882139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2000" b="1" spc="-30" dirty="0">
                <a:solidFill>
                  <a:srgbClr val="C00000"/>
                </a:solidFill>
                <a:latin typeface="Carlito"/>
                <a:cs typeface="Carlito"/>
              </a:rPr>
              <a:t>Page </a:t>
            </a:r>
            <a:r>
              <a:rPr sz="2000" b="1" spc="-10" dirty="0">
                <a:solidFill>
                  <a:srgbClr val="C00000"/>
                </a:solidFill>
                <a:latin typeface="Carlito"/>
                <a:cs typeface="Carlito"/>
              </a:rPr>
              <a:t>table </a:t>
            </a:r>
            <a:r>
              <a:rPr sz="2000" b="1" spc="-20" dirty="0">
                <a:solidFill>
                  <a:srgbClr val="C00000"/>
                </a:solidFill>
                <a:latin typeface="Carlito"/>
                <a:cs typeface="Carlito"/>
              </a:rPr>
              <a:t>walker  </a:t>
            </a:r>
            <a:r>
              <a:rPr sz="2000" b="1" spc="-10" dirty="0">
                <a:solidFill>
                  <a:srgbClr val="C00000"/>
                </a:solidFill>
                <a:latin typeface="Carlito"/>
                <a:cs typeface="Carlito"/>
              </a:rPr>
              <a:t>(PTW)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73" name="object 70">
            <a:extLst>
              <a:ext uri="{FF2B5EF4-FFF2-40B4-BE49-F238E27FC236}">
                <a16:creationId xmlns:a16="http://schemas.microsoft.com/office/drawing/2014/main" id="{79835871-BC5A-C6AB-686C-88E4B812CD11}"/>
              </a:ext>
            </a:extLst>
          </p:cNvPr>
          <p:cNvSpPr/>
          <p:nvPr/>
        </p:nvSpPr>
        <p:spPr>
          <a:xfrm>
            <a:off x="2523369" y="2870050"/>
            <a:ext cx="7560945" cy="1933575"/>
          </a:xfrm>
          <a:custGeom>
            <a:avLst/>
            <a:gdLst/>
            <a:ahLst/>
            <a:cxnLst/>
            <a:rect l="l" t="t" r="r" b="b"/>
            <a:pathLst>
              <a:path w="7560945" h="1933575">
                <a:moveTo>
                  <a:pt x="7560386" y="67691"/>
                </a:moveTo>
                <a:lnTo>
                  <a:pt x="7430719" y="38227"/>
                </a:lnTo>
                <a:lnTo>
                  <a:pt x="7440155" y="76720"/>
                </a:lnTo>
                <a:lnTo>
                  <a:pt x="360934" y="1807108"/>
                </a:lnTo>
                <a:lnTo>
                  <a:pt x="5194973" y="74612"/>
                </a:lnTo>
                <a:lnTo>
                  <a:pt x="5208346" y="111887"/>
                </a:lnTo>
                <a:lnTo>
                  <a:pt x="5286070" y="30607"/>
                </a:lnTo>
                <a:lnTo>
                  <a:pt x="5300167" y="15875"/>
                </a:lnTo>
                <a:lnTo>
                  <a:pt x="5168214" y="0"/>
                </a:lnTo>
                <a:lnTo>
                  <a:pt x="5181587" y="37287"/>
                </a:lnTo>
                <a:lnTo>
                  <a:pt x="0" y="1894332"/>
                </a:lnTo>
                <a:lnTo>
                  <a:pt x="5842" y="1910689"/>
                </a:lnTo>
                <a:lnTo>
                  <a:pt x="11379" y="1933321"/>
                </a:lnTo>
                <a:lnTo>
                  <a:pt x="7449591" y="115189"/>
                </a:lnTo>
                <a:lnTo>
                  <a:pt x="7459040" y="153670"/>
                </a:lnTo>
                <a:lnTo>
                  <a:pt x="7555293" y="72009"/>
                </a:lnTo>
                <a:lnTo>
                  <a:pt x="7560386" y="6769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67">
            <a:extLst>
              <a:ext uri="{FF2B5EF4-FFF2-40B4-BE49-F238E27FC236}">
                <a16:creationId xmlns:a16="http://schemas.microsoft.com/office/drawing/2014/main" id="{4C5A7CE0-719B-B923-96EE-C443508BB7E5}"/>
              </a:ext>
            </a:extLst>
          </p:cNvPr>
          <p:cNvSpPr txBox="1"/>
          <p:nvPr/>
        </p:nvSpPr>
        <p:spPr>
          <a:xfrm>
            <a:off x="6438479" y="1435707"/>
            <a:ext cx="6921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C00000"/>
                </a:solidFill>
                <a:latin typeface="Carlito"/>
                <a:cs typeface="Carlito"/>
              </a:rPr>
              <a:t>L</a:t>
            </a:r>
            <a:r>
              <a:rPr lang="en-IN" sz="2000" b="1" spc="-5" dirty="0">
                <a:solidFill>
                  <a:srgbClr val="C00000"/>
                </a:solidFill>
                <a:latin typeface="Carlito"/>
                <a:cs typeface="Carlito"/>
              </a:rPr>
              <a:t>1</a:t>
            </a:r>
            <a:r>
              <a:rPr sz="2000" b="1" spc="-8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rlito"/>
                <a:cs typeface="Carlito"/>
              </a:rPr>
              <a:t>TLB</a:t>
            </a:r>
            <a:endParaRPr sz="20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737188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262F9-939A-51E9-74F5-A6C3A02F5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 hang on!! One more time, last time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91606-508A-3353-63B9-C1815B9C7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caches cache page table entries? </a:t>
            </a:r>
          </a:p>
          <a:p>
            <a:r>
              <a:rPr lang="en-US" dirty="0"/>
              <a:t>Yes, there is no other way to go to memory </a:t>
            </a:r>
          </a:p>
          <a:p>
            <a:r>
              <a:rPr lang="en-US" dirty="0"/>
              <a:t>So, the path for page table walk is: L1 TLB, L2 TLB, MMU caches, L1 cache, L2 cache, L3 cache, and then DRAM </a:t>
            </a:r>
          </a:p>
          <a:p>
            <a:r>
              <a:rPr lang="en-US" dirty="0"/>
              <a:t>So the worst case of five memory accesses for one translation can be five L1 hits too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CF3CD-BC8C-15B1-2C4D-BE1F6A3BD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3A5AF-785E-81D7-6A8D-800924DC6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483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9F2C-3A9E-D53A-ABF3-627A2C4A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Summary</a:t>
            </a:r>
            <a:endParaRPr lang="en-IN" sz="5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54660-5563-3BF5-D17C-6E055B2D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180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CB1913-FD6C-1406-0ACF-8E6A0415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8651ABE-1138-46C6-9A43-7FCD4EB2550C}" type="slidenum">
              <a:rPr lang="en-IN" sz="180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IN" sz="180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6A97610-70C9-EEB3-1EEF-572F39F4E1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9684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8C2B1-9BB6-4D5E-9DD2-9500406FB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Multicore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99AFD-DC50-41DB-B911-047A2683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064D3-0077-4277-AC38-5FEB314C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35" name="Rounded Rectangle 4">
            <a:extLst>
              <a:ext uri="{FF2B5EF4-FFF2-40B4-BE49-F238E27FC236}">
                <a16:creationId xmlns:a16="http://schemas.microsoft.com/office/drawing/2014/main" id="{7663A480-5541-44AC-86B7-3BFF3155D724}"/>
              </a:ext>
            </a:extLst>
          </p:cNvPr>
          <p:cNvSpPr/>
          <p:nvPr/>
        </p:nvSpPr>
        <p:spPr>
          <a:xfrm>
            <a:off x="8091356" y="1863392"/>
            <a:ext cx="1981200" cy="169172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5">
            <a:extLst>
              <a:ext uri="{FF2B5EF4-FFF2-40B4-BE49-F238E27FC236}">
                <a16:creationId xmlns:a16="http://schemas.microsoft.com/office/drawing/2014/main" id="{BC48A271-3CCA-45CD-BB3C-718B076599A5}"/>
              </a:ext>
            </a:extLst>
          </p:cNvPr>
          <p:cNvSpPr/>
          <p:nvPr/>
        </p:nvSpPr>
        <p:spPr>
          <a:xfrm>
            <a:off x="5805356" y="1863391"/>
            <a:ext cx="1981200" cy="17053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6">
            <a:extLst>
              <a:ext uri="{FF2B5EF4-FFF2-40B4-BE49-F238E27FC236}">
                <a16:creationId xmlns:a16="http://schemas.microsoft.com/office/drawing/2014/main" id="{BE0D1652-8B22-448B-8372-1574B14079D1}"/>
              </a:ext>
            </a:extLst>
          </p:cNvPr>
          <p:cNvSpPr/>
          <p:nvPr/>
        </p:nvSpPr>
        <p:spPr>
          <a:xfrm>
            <a:off x="3519356" y="1863391"/>
            <a:ext cx="1981200" cy="16917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7">
            <a:extLst>
              <a:ext uri="{FF2B5EF4-FFF2-40B4-BE49-F238E27FC236}">
                <a16:creationId xmlns:a16="http://schemas.microsoft.com/office/drawing/2014/main" id="{7F0A8C2B-ADCB-4ED4-AD10-443799AD3996}"/>
              </a:ext>
            </a:extLst>
          </p:cNvPr>
          <p:cNvSpPr/>
          <p:nvPr/>
        </p:nvSpPr>
        <p:spPr>
          <a:xfrm>
            <a:off x="1157156" y="1854905"/>
            <a:ext cx="1981200" cy="17002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EE1DCAB-2B59-4479-A426-D0F6198F72CE}"/>
              </a:ext>
            </a:extLst>
          </p:cNvPr>
          <p:cNvSpPr/>
          <p:nvPr/>
        </p:nvSpPr>
        <p:spPr>
          <a:xfrm>
            <a:off x="3588525" y="4082203"/>
            <a:ext cx="4433664" cy="473075"/>
          </a:xfrm>
          <a:prstGeom prst="ellipse">
            <a:avLst/>
          </a:prstGeom>
          <a:solidFill>
            <a:srgbClr val="00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solidFill>
                  <a:schemeClr val="bg1"/>
                </a:solidFill>
              </a:rPr>
              <a:t>Interconnect </a:t>
            </a:r>
          </a:p>
        </p:txBody>
      </p:sp>
      <p:sp>
        <p:nvSpPr>
          <p:cNvPr id="40" name="Rounded Rectangle 9">
            <a:extLst>
              <a:ext uri="{FF2B5EF4-FFF2-40B4-BE49-F238E27FC236}">
                <a16:creationId xmlns:a16="http://schemas.microsoft.com/office/drawing/2014/main" id="{CE0EAA7E-B77D-4D27-893F-8450686D9B80}"/>
              </a:ext>
            </a:extLst>
          </p:cNvPr>
          <p:cNvSpPr/>
          <p:nvPr/>
        </p:nvSpPr>
        <p:spPr>
          <a:xfrm>
            <a:off x="3443156" y="5055306"/>
            <a:ext cx="4267364" cy="479699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 L3 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864A653-843B-4E4E-8209-39D7E3C21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256" y="1900080"/>
            <a:ext cx="738011" cy="640556"/>
          </a:xfrm>
          <a:prstGeom prst="rect">
            <a:avLst/>
          </a:prstGeom>
        </p:spPr>
      </p:pic>
      <p:pic>
        <p:nvPicPr>
          <p:cNvPr id="42" name="Picture 41" descr="See original image">
            <a:extLst>
              <a:ext uri="{FF2B5EF4-FFF2-40B4-BE49-F238E27FC236}">
                <a16:creationId xmlns:a16="http://schemas.microsoft.com/office/drawing/2014/main" id="{783A9A34-3E81-4392-993F-2C1EA4C61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277" y="1884172"/>
            <a:ext cx="1250078" cy="62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8" descr="shell.png">
            <a:extLst>
              <a:ext uri="{FF2B5EF4-FFF2-40B4-BE49-F238E27FC236}">
                <a16:creationId xmlns:a16="http://schemas.microsoft.com/office/drawing/2014/main" id="{B4757C8C-3989-4EC7-8228-9F1BDD146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356" y="1794581"/>
            <a:ext cx="839921" cy="78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0" descr="https://encrypted-tbn1.gstatic.com/images?q=tbn:ANd9GcQwdcVOAWUxFTwdmZ77MkyPFx-p2T4MNoPL_TM8SxCD_s_jioj-kco_qsfH">
            <a:extLst>
              <a:ext uri="{FF2B5EF4-FFF2-40B4-BE49-F238E27FC236}">
                <a16:creationId xmlns:a16="http://schemas.microsoft.com/office/drawing/2014/main" id="{C8623DC7-8510-4582-BE1D-17368F5D7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4756" y="1928917"/>
            <a:ext cx="699911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Elbow Connector 23">
            <a:extLst>
              <a:ext uri="{FF2B5EF4-FFF2-40B4-BE49-F238E27FC236}">
                <a16:creationId xmlns:a16="http://schemas.microsoft.com/office/drawing/2014/main" id="{7937CAD6-A9FC-44F6-ACD4-8DD5613274DC}"/>
              </a:ext>
            </a:extLst>
          </p:cNvPr>
          <p:cNvCxnSpPr>
            <a:stCxn id="38" idx="2"/>
            <a:endCxn id="39" idx="2"/>
          </p:cNvCxnSpPr>
          <p:nvPr/>
        </p:nvCxnSpPr>
        <p:spPr>
          <a:xfrm rot="16200000" flipH="1">
            <a:off x="2486329" y="3216544"/>
            <a:ext cx="763623" cy="1440769"/>
          </a:xfrm>
          <a:prstGeom prst="bentConnector2">
            <a:avLst/>
          </a:prstGeom>
          <a:ln w="571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24">
            <a:extLst>
              <a:ext uri="{FF2B5EF4-FFF2-40B4-BE49-F238E27FC236}">
                <a16:creationId xmlns:a16="http://schemas.microsoft.com/office/drawing/2014/main" id="{D5349350-BC6A-4B52-A75E-7EEED9A98AA2}"/>
              </a:ext>
            </a:extLst>
          </p:cNvPr>
          <p:cNvCxnSpPr>
            <a:stCxn id="35" idx="2"/>
            <a:endCxn id="39" idx="6"/>
          </p:cNvCxnSpPr>
          <p:nvPr/>
        </p:nvCxnSpPr>
        <p:spPr>
          <a:xfrm rot="5400000">
            <a:off x="8170262" y="3407046"/>
            <a:ext cx="763623" cy="1059767"/>
          </a:xfrm>
          <a:prstGeom prst="bentConnector2">
            <a:avLst/>
          </a:prstGeom>
          <a:ln w="571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9A9387C-2BDC-414C-8909-4DDE35F0BA79}"/>
              </a:ext>
            </a:extLst>
          </p:cNvPr>
          <p:cNvCxnSpPr>
            <a:stCxn id="37" idx="2"/>
          </p:cNvCxnSpPr>
          <p:nvPr/>
        </p:nvCxnSpPr>
        <p:spPr>
          <a:xfrm>
            <a:off x="4509956" y="3555118"/>
            <a:ext cx="0" cy="54644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34C0097-55E7-4E4D-8990-A9F4C0E62FE7}"/>
              </a:ext>
            </a:extLst>
          </p:cNvPr>
          <p:cNvCxnSpPr>
            <a:stCxn id="36" idx="2"/>
          </p:cNvCxnSpPr>
          <p:nvPr/>
        </p:nvCxnSpPr>
        <p:spPr>
          <a:xfrm>
            <a:off x="6795956" y="3568749"/>
            <a:ext cx="0" cy="532809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9C812CB-C900-4C9C-94E4-CA72DA6304F3}"/>
              </a:ext>
            </a:extLst>
          </p:cNvPr>
          <p:cNvCxnSpPr/>
          <p:nvPr/>
        </p:nvCxnSpPr>
        <p:spPr>
          <a:xfrm>
            <a:off x="5652956" y="4532792"/>
            <a:ext cx="0" cy="53340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31">
            <a:extLst>
              <a:ext uri="{FF2B5EF4-FFF2-40B4-BE49-F238E27FC236}">
                <a16:creationId xmlns:a16="http://schemas.microsoft.com/office/drawing/2014/main" id="{C6DC679C-CE33-4474-A7F5-48195C224189}"/>
              </a:ext>
            </a:extLst>
          </p:cNvPr>
          <p:cNvSpPr/>
          <p:nvPr/>
        </p:nvSpPr>
        <p:spPr>
          <a:xfrm>
            <a:off x="1385756" y="1359607"/>
            <a:ext cx="1600200" cy="419099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Core 0</a:t>
            </a:r>
          </a:p>
        </p:txBody>
      </p:sp>
      <p:sp>
        <p:nvSpPr>
          <p:cNvPr id="52" name="Rounded Rectangle 45">
            <a:extLst>
              <a:ext uri="{FF2B5EF4-FFF2-40B4-BE49-F238E27FC236}">
                <a16:creationId xmlns:a16="http://schemas.microsoft.com/office/drawing/2014/main" id="{55728F1E-2C0C-4A19-A7C2-53CB5F4FFFFB}"/>
              </a:ext>
            </a:extLst>
          </p:cNvPr>
          <p:cNvSpPr/>
          <p:nvPr/>
        </p:nvSpPr>
        <p:spPr>
          <a:xfrm>
            <a:off x="3671756" y="1359607"/>
            <a:ext cx="1600200" cy="419099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Core 1</a:t>
            </a:r>
          </a:p>
        </p:txBody>
      </p:sp>
      <p:sp>
        <p:nvSpPr>
          <p:cNvPr id="53" name="Rounded Rectangle 46">
            <a:extLst>
              <a:ext uri="{FF2B5EF4-FFF2-40B4-BE49-F238E27FC236}">
                <a16:creationId xmlns:a16="http://schemas.microsoft.com/office/drawing/2014/main" id="{372F314E-DAC5-4166-876C-278031815319}"/>
              </a:ext>
            </a:extLst>
          </p:cNvPr>
          <p:cNvSpPr/>
          <p:nvPr/>
        </p:nvSpPr>
        <p:spPr>
          <a:xfrm>
            <a:off x="5957756" y="1359607"/>
            <a:ext cx="1600200" cy="419099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Core 2</a:t>
            </a:r>
          </a:p>
        </p:txBody>
      </p:sp>
      <p:sp>
        <p:nvSpPr>
          <p:cNvPr id="54" name="Rounded Rectangle 47">
            <a:extLst>
              <a:ext uri="{FF2B5EF4-FFF2-40B4-BE49-F238E27FC236}">
                <a16:creationId xmlns:a16="http://schemas.microsoft.com/office/drawing/2014/main" id="{E4EA26F2-459E-430A-B2FE-A53908A19766}"/>
              </a:ext>
            </a:extLst>
          </p:cNvPr>
          <p:cNvSpPr/>
          <p:nvPr/>
        </p:nvSpPr>
        <p:spPr>
          <a:xfrm>
            <a:off x="8167556" y="1359607"/>
            <a:ext cx="1600200" cy="419099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Core 3</a:t>
            </a:r>
          </a:p>
        </p:txBody>
      </p:sp>
      <p:sp>
        <p:nvSpPr>
          <p:cNvPr id="55" name="Rounded Rectangle 49">
            <a:extLst>
              <a:ext uri="{FF2B5EF4-FFF2-40B4-BE49-F238E27FC236}">
                <a16:creationId xmlns:a16="http://schemas.microsoft.com/office/drawing/2014/main" id="{FB946BA1-9953-44EC-9406-3265E399BEEB}"/>
              </a:ext>
            </a:extLst>
          </p:cNvPr>
          <p:cNvSpPr/>
          <p:nvPr/>
        </p:nvSpPr>
        <p:spPr>
          <a:xfrm>
            <a:off x="8630403" y="2559927"/>
            <a:ext cx="838200" cy="446797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 L1 </a:t>
            </a:r>
          </a:p>
        </p:txBody>
      </p:sp>
      <p:sp>
        <p:nvSpPr>
          <p:cNvPr id="56" name="Rounded Rectangle 37">
            <a:extLst>
              <a:ext uri="{FF2B5EF4-FFF2-40B4-BE49-F238E27FC236}">
                <a16:creationId xmlns:a16="http://schemas.microsoft.com/office/drawing/2014/main" id="{E96107E2-F391-43DE-BCF8-083D29EC18DA}"/>
              </a:ext>
            </a:extLst>
          </p:cNvPr>
          <p:cNvSpPr/>
          <p:nvPr/>
        </p:nvSpPr>
        <p:spPr>
          <a:xfrm>
            <a:off x="8489288" y="3071806"/>
            <a:ext cx="1278467" cy="446797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L2</a:t>
            </a:r>
          </a:p>
        </p:txBody>
      </p:sp>
      <p:pic>
        <p:nvPicPr>
          <p:cNvPr id="5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130CA7AB-011A-458D-8493-8441FC26B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280955" y="5692406"/>
            <a:ext cx="2746642" cy="75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Rounded Rectangle 49">
            <a:extLst>
              <a:ext uri="{FF2B5EF4-FFF2-40B4-BE49-F238E27FC236}">
                <a16:creationId xmlns:a16="http://schemas.microsoft.com/office/drawing/2014/main" id="{DCF3420B-912F-4281-BD4C-58DF0ECC3B37}"/>
              </a:ext>
            </a:extLst>
          </p:cNvPr>
          <p:cNvSpPr/>
          <p:nvPr/>
        </p:nvSpPr>
        <p:spPr>
          <a:xfrm>
            <a:off x="6163778" y="2542993"/>
            <a:ext cx="838200" cy="446797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 L1 </a:t>
            </a:r>
          </a:p>
        </p:txBody>
      </p:sp>
      <p:sp>
        <p:nvSpPr>
          <p:cNvPr id="59" name="Rounded Rectangle 37">
            <a:extLst>
              <a:ext uri="{FF2B5EF4-FFF2-40B4-BE49-F238E27FC236}">
                <a16:creationId xmlns:a16="http://schemas.microsoft.com/office/drawing/2014/main" id="{F66B3019-008E-46EA-9780-D1ECE965E2F3}"/>
              </a:ext>
            </a:extLst>
          </p:cNvPr>
          <p:cNvSpPr/>
          <p:nvPr/>
        </p:nvSpPr>
        <p:spPr>
          <a:xfrm>
            <a:off x="5957755" y="3054872"/>
            <a:ext cx="1312333" cy="446797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L2</a:t>
            </a:r>
          </a:p>
        </p:txBody>
      </p:sp>
      <p:sp>
        <p:nvSpPr>
          <p:cNvPr id="60" name="Rounded Rectangle 49">
            <a:extLst>
              <a:ext uri="{FF2B5EF4-FFF2-40B4-BE49-F238E27FC236}">
                <a16:creationId xmlns:a16="http://schemas.microsoft.com/office/drawing/2014/main" id="{84F91C51-5DF3-4343-93F7-B0E70544D8C2}"/>
              </a:ext>
            </a:extLst>
          </p:cNvPr>
          <p:cNvSpPr/>
          <p:nvPr/>
        </p:nvSpPr>
        <p:spPr>
          <a:xfrm>
            <a:off x="3938455" y="2523624"/>
            <a:ext cx="838200" cy="446797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 L1 </a:t>
            </a:r>
          </a:p>
        </p:txBody>
      </p:sp>
      <p:sp>
        <p:nvSpPr>
          <p:cNvPr id="61" name="Rounded Rectangle 37">
            <a:extLst>
              <a:ext uri="{FF2B5EF4-FFF2-40B4-BE49-F238E27FC236}">
                <a16:creationId xmlns:a16="http://schemas.microsoft.com/office/drawing/2014/main" id="{781D4D1D-7942-42EA-82FC-BA3753466105}"/>
              </a:ext>
            </a:extLst>
          </p:cNvPr>
          <p:cNvSpPr/>
          <p:nvPr/>
        </p:nvSpPr>
        <p:spPr>
          <a:xfrm>
            <a:off x="3709855" y="3035503"/>
            <a:ext cx="1384500" cy="446797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L2</a:t>
            </a:r>
          </a:p>
        </p:txBody>
      </p:sp>
      <p:sp>
        <p:nvSpPr>
          <p:cNvPr id="62" name="Rounded Rectangle 49">
            <a:extLst>
              <a:ext uri="{FF2B5EF4-FFF2-40B4-BE49-F238E27FC236}">
                <a16:creationId xmlns:a16="http://schemas.microsoft.com/office/drawing/2014/main" id="{125B8497-9B29-4BF5-86DB-08B770498A1D}"/>
              </a:ext>
            </a:extLst>
          </p:cNvPr>
          <p:cNvSpPr/>
          <p:nvPr/>
        </p:nvSpPr>
        <p:spPr>
          <a:xfrm>
            <a:off x="1612947" y="2548883"/>
            <a:ext cx="838200" cy="446797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 L1 </a:t>
            </a:r>
          </a:p>
        </p:txBody>
      </p:sp>
      <p:sp>
        <p:nvSpPr>
          <p:cNvPr id="63" name="Rounded Rectangle 37">
            <a:extLst>
              <a:ext uri="{FF2B5EF4-FFF2-40B4-BE49-F238E27FC236}">
                <a16:creationId xmlns:a16="http://schemas.microsoft.com/office/drawing/2014/main" id="{CDB69CF6-9D1F-444C-9263-988CEF589BEA}"/>
              </a:ext>
            </a:extLst>
          </p:cNvPr>
          <p:cNvSpPr/>
          <p:nvPr/>
        </p:nvSpPr>
        <p:spPr>
          <a:xfrm>
            <a:off x="1471832" y="3060762"/>
            <a:ext cx="1278467" cy="446797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L2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BEEA0C8-1E7D-4BEE-B1C6-71AF3D7B2F5B}"/>
              </a:ext>
            </a:extLst>
          </p:cNvPr>
          <p:cNvCxnSpPr>
            <a:cxnSpLocks/>
          </p:cNvCxnSpPr>
          <p:nvPr/>
        </p:nvCxnSpPr>
        <p:spPr>
          <a:xfrm>
            <a:off x="5652956" y="5457923"/>
            <a:ext cx="0" cy="559313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414D5-87F5-4B9B-ADAD-619C01E80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Caches: Private/Shared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8ECEF-2AAE-4530-9527-10867C15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B670E99-2EE5-4602-B3AC-861F7B0B4DD7}"/>
              </a:ext>
            </a:extLst>
          </p:cNvPr>
          <p:cNvSpPr/>
          <p:nvPr/>
        </p:nvSpPr>
        <p:spPr>
          <a:xfrm>
            <a:off x="2412027" y="2136128"/>
            <a:ext cx="2075688" cy="1786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7D9DD6A6-689D-4376-966B-5BD3D8D59417}"/>
              </a:ext>
            </a:extLst>
          </p:cNvPr>
          <p:cNvSpPr/>
          <p:nvPr/>
        </p:nvSpPr>
        <p:spPr>
          <a:xfrm>
            <a:off x="2459272" y="2159872"/>
            <a:ext cx="1981200" cy="1691639"/>
          </a:xfrm>
          <a:custGeom>
            <a:avLst/>
            <a:gdLst/>
            <a:ahLst/>
            <a:cxnLst/>
            <a:rect l="l" t="t" r="r" b="b"/>
            <a:pathLst>
              <a:path w="1981200" h="1691639">
                <a:moveTo>
                  <a:pt x="1699259" y="0"/>
                </a:moveTo>
                <a:lnTo>
                  <a:pt x="281939" y="0"/>
                </a:lnTo>
                <a:lnTo>
                  <a:pt x="258818" y="934"/>
                </a:lnTo>
                <a:lnTo>
                  <a:pt x="214190" y="8195"/>
                </a:lnTo>
                <a:lnTo>
                  <a:pt x="172201" y="22158"/>
                </a:lnTo>
                <a:lnTo>
                  <a:pt x="133431" y="42245"/>
                </a:lnTo>
                <a:lnTo>
                  <a:pt x="98461" y="67874"/>
                </a:lnTo>
                <a:lnTo>
                  <a:pt x="67872" y="98464"/>
                </a:lnTo>
                <a:lnTo>
                  <a:pt x="42244" y="133434"/>
                </a:lnTo>
                <a:lnTo>
                  <a:pt x="22158" y="172204"/>
                </a:lnTo>
                <a:lnTo>
                  <a:pt x="8194" y="214192"/>
                </a:lnTo>
                <a:lnTo>
                  <a:pt x="934" y="258819"/>
                </a:lnTo>
                <a:lnTo>
                  <a:pt x="0" y="281939"/>
                </a:lnTo>
                <a:lnTo>
                  <a:pt x="0" y="1409699"/>
                </a:lnTo>
                <a:lnTo>
                  <a:pt x="3690" y="1455427"/>
                </a:lnTo>
                <a:lnTo>
                  <a:pt x="14374" y="1498807"/>
                </a:lnTo>
                <a:lnTo>
                  <a:pt x="31472" y="1539259"/>
                </a:lnTo>
                <a:lnTo>
                  <a:pt x="54401" y="1576201"/>
                </a:lnTo>
                <a:lnTo>
                  <a:pt x="82583" y="1609054"/>
                </a:lnTo>
                <a:lnTo>
                  <a:pt x="115435" y="1637236"/>
                </a:lnTo>
                <a:lnTo>
                  <a:pt x="152378" y="1660166"/>
                </a:lnTo>
                <a:lnTo>
                  <a:pt x="192830" y="1677264"/>
                </a:lnTo>
                <a:lnTo>
                  <a:pt x="236211" y="1687949"/>
                </a:lnTo>
                <a:lnTo>
                  <a:pt x="281939" y="1691639"/>
                </a:lnTo>
                <a:lnTo>
                  <a:pt x="1699259" y="1691639"/>
                </a:lnTo>
                <a:lnTo>
                  <a:pt x="1744987" y="1687949"/>
                </a:lnTo>
                <a:lnTo>
                  <a:pt x="1788367" y="1677264"/>
                </a:lnTo>
                <a:lnTo>
                  <a:pt x="1828819" y="1660166"/>
                </a:lnTo>
                <a:lnTo>
                  <a:pt x="1865761" y="1637236"/>
                </a:lnTo>
                <a:lnTo>
                  <a:pt x="1898614" y="1609054"/>
                </a:lnTo>
                <a:lnTo>
                  <a:pt x="1926796" y="1576201"/>
                </a:lnTo>
                <a:lnTo>
                  <a:pt x="1949726" y="1539259"/>
                </a:lnTo>
                <a:lnTo>
                  <a:pt x="1966824" y="1498807"/>
                </a:lnTo>
                <a:lnTo>
                  <a:pt x="1977509" y="1455427"/>
                </a:lnTo>
                <a:lnTo>
                  <a:pt x="1981199" y="1409699"/>
                </a:lnTo>
                <a:lnTo>
                  <a:pt x="1981199" y="281939"/>
                </a:lnTo>
                <a:lnTo>
                  <a:pt x="1977509" y="236212"/>
                </a:lnTo>
                <a:lnTo>
                  <a:pt x="1966824" y="192832"/>
                </a:lnTo>
                <a:lnTo>
                  <a:pt x="1949726" y="152380"/>
                </a:lnTo>
                <a:lnTo>
                  <a:pt x="1926796" y="115438"/>
                </a:lnTo>
                <a:lnTo>
                  <a:pt x="1898614" y="82585"/>
                </a:lnTo>
                <a:lnTo>
                  <a:pt x="1865761" y="54403"/>
                </a:lnTo>
                <a:lnTo>
                  <a:pt x="1828819" y="31473"/>
                </a:lnTo>
                <a:lnTo>
                  <a:pt x="1788367" y="14375"/>
                </a:lnTo>
                <a:lnTo>
                  <a:pt x="1744987" y="3690"/>
                </a:lnTo>
                <a:lnTo>
                  <a:pt x="1699259" y="0"/>
                </a:lnTo>
                <a:close/>
              </a:path>
            </a:pathLst>
          </a:custGeom>
          <a:solidFill>
            <a:srgbClr val="FAC0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A117CBF7-B161-4032-BFB6-91E51A69C2CC}"/>
              </a:ext>
            </a:extLst>
          </p:cNvPr>
          <p:cNvSpPr/>
          <p:nvPr/>
        </p:nvSpPr>
        <p:spPr>
          <a:xfrm>
            <a:off x="2459272" y="2159872"/>
            <a:ext cx="1981200" cy="1691639"/>
          </a:xfrm>
          <a:custGeom>
            <a:avLst/>
            <a:gdLst/>
            <a:ahLst/>
            <a:cxnLst/>
            <a:rect l="l" t="t" r="r" b="b"/>
            <a:pathLst>
              <a:path w="1981200" h="1691639">
                <a:moveTo>
                  <a:pt x="0" y="281939"/>
                </a:moveTo>
                <a:lnTo>
                  <a:pt x="3690" y="236212"/>
                </a:lnTo>
                <a:lnTo>
                  <a:pt x="14374" y="192832"/>
                </a:lnTo>
                <a:lnTo>
                  <a:pt x="31472" y="152380"/>
                </a:lnTo>
                <a:lnTo>
                  <a:pt x="54401" y="115438"/>
                </a:lnTo>
                <a:lnTo>
                  <a:pt x="82583" y="82585"/>
                </a:lnTo>
                <a:lnTo>
                  <a:pt x="115435" y="54403"/>
                </a:lnTo>
                <a:lnTo>
                  <a:pt x="152378" y="31473"/>
                </a:lnTo>
                <a:lnTo>
                  <a:pt x="192830" y="14375"/>
                </a:lnTo>
                <a:lnTo>
                  <a:pt x="236211" y="3690"/>
                </a:lnTo>
                <a:lnTo>
                  <a:pt x="281939" y="0"/>
                </a:lnTo>
                <a:lnTo>
                  <a:pt x="1699259" y="0"/>
                </a:lnTo>
                <a:lnTo>
                  <a:pt x="1744987" y="3690"/>
                </a:lnTo>
                <a:lnTo>
                  <a:pt x="1788367" y="14375"/>
                </a:lnTo>
                <a:lnTo>
                  <a:pt x="1828819" y="31473"/>
                </a:lnTo>
                <a:lnTo>
                  <a:pt x="1865761" y="54403"/>
                </a:lnTo>
                <a:lnTo>
                  <a:pt x="1898614" y="82585"/>
                </a:lnTo>
                <a:lnTo>
                  <a:pt x="1926796" y="115438"/>
                </a:lnTo>
                <a:lnTo>
                  <a:pt x="1949726" y="152380"/>
                </a:lnTo>
                <a:lnTo>
                  <a:pt x="1966824" y="192832"/>
                </a:lnTo>
                <a:lnTo>
                  <a:pt x="1977509" y="236212"/>
                </a:lnTo>
                <a:lnTo>
                  <a:pt x="1981199" y="281939"/>
                </a:lnTo>
                <a:lnTo>
                  <a:pt x="1981199" y="1409699"/>
                </a:lnTo>
                <a:lnTo>
                  <a:pt x="1977509" y="1455427"/>
                </a:lnTo>
                <a:lnTo>
                  <a:pt x="1966824" y="1498807"/>
                </a:lnTo>
                <a:lnTo>
                  <a:pt x="1949726" y="1539259"/>
                </a:lnTo>
                <a:lnTo>
                  <a:pt x="1926796" y="1576201"/>
                </a:lnTo>
                <a:lnTo>
                  <a:pt x="1898614" y="1609054"/>
                </a:lnTo>
                <a:lnTo>
                  <a:pt x="1865761" y="1637236"/>
                </a:lnTo>
                <a:lnTo>
                  <a:pt x="1828819" y="1660166"/>
                </a:lnTo>
                <a:lnTo>
                  <a:pt x="1788367" y="1677264"/>
                </a:lnTo>
                <a:lnTo>
                  <a:pt x="1744987" y="1687949"/>
                </a:lnTo>
                <a:lnTo>
                  <a:pt x="1699259" y="1691639"/>
                </a:lnTo>
                <a:lnTo>
                  <a:pt x="281939" y="1691639"/>
                </a:lnTo>
                <a:lnTo>
                  <a:pt x="236211" y="1687949"/>
                </a:lnTo>
                <a:lnTo>
                  <a:pt x="192830" y="1677264"/>
                </a:lnTo>
                <a:lnTo>
                  <a:pt x="152378" y="1660166"/>
                </a:lnTo>
                <a:lnTo>
                  <a:pt x="115435" y="1637236"/>
                </a:lnTo>
                <a:lnTo>
                  <a:pt x="82583" y="1609054"/>
                </a:lnTo>
                <a:lnTo>
                  <a:pt x="54401" y="1576201"/>
                </a:lnTo>
                <a:lnTo>
                  <a:pt x="31472" y="1539259"/>
                </a:lnTo>
                <a:lnTo>
                  <a:pt x="14374" y="1498807"/>
                </a:lnTo>
                <a:lnTo>
                  <a:pt x="3690" y="1455427"/>
                </a:lnTo>
                <a:lnTo>
                  <a:pt x="0" y="1409699"/>
                </a:lnTo>
                <a:lnTo>
                  <a:pt x="0" y="28193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5349FAFD-8458-429F-A355-18494A8AEF13}"/>
              </a:ext>
            </a:extLst>
          </p:cNvPr>
          <p:cNvSpPr/>
          <p:nvPr/>
        </p:nvSpPr>
        <p:spPr>
          <a:xfrm>
            <a:off x="49827" y="2142223"/>
            <a:ext cx="2075688" cy="17952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C93DDBD0-D2EB-4505-8501-43FA5CF470B2}"/>
              </a:ext>
            </a:extLst>
          </p:cNvPr>
          <p:cNvSpPr/>
          <p:nvPr/>
        </p:nvSpPr>
        <p:spPr>
          <a:xfrm>
            <a:off x="97072" y="2166973"/>
            <a:ext cx="1981200" cy="1700530"/>
          </a:xfrm>
          <a:custGeom>
            <a:avLst/>
            <a:gdLst/>
            <a:ahLst/>
            <a:cxnLst/>
            <a:rect l="l" t="t" r="r" b="b"/>
            <a:pathLst>
              <a:path w="1981200" h="1700529">
                <a:moveTo>
                  <a:pt x="1697867" y="0"/>
                </a:moveTo>
                <a:lnTo>
                  <a:pt x="283381" y="0"/>
                </a:lnTo>
                <a:lnTo>
                  <a:pt x="260139" y="939"/>
                </a:lnTo>
                <a:lnTo>
                  <a:pt x="215281" y="8236"/>
                </a:lnTo>
                <a:lnTo>
                  <a:pt x="173076" y="22270"/>
                </a:lnTo>
                <a:lnTo>
                  <a:pt x="134107" y="42458"/>
                </a:lnTo>
                <a:lnTo>
                  <a:pt x="98959" y="68216"/>
                </a:lnTo>
                <a:lnTo>
                  <a:pt x="68214" y="98959"/>
                </a:lnTo>
                <a:lnTo>
                  <a:pt x="42456" y="134103"/>
                </a:lnTo>
                <a:lnTo>
                  <a:pt x="22269" y="173065"/>
                </a:lnTo>
                <a:lnTo>
                  <a:pt x="8235" y="215261"/>
                </a:lnTo>
                <a:lnTo>
                  <a:pt x="939" y="260107"/>
                </a:lnTo>
                <a:lnTo>
                  <a:pt x="0" y="283342"/>
                </a:lnTo>
                <a:lnTo>
                  <a:pt x="0" y="1416832"/>
                </a:lnTo>
                <a:lnTo>
                  <a:pt x="3708" y="1462784"/>
                </a:lnTo>
                <a:lnTo>
                  <a:pt x="14446" y="1506378"/>
                </a:lnTo>
                <a:lnTo>
                  <a:pt x="31630" y="1547030"/>
                </a:lnTo>
                <a:lnTo>
                  <a:pt x="54675" y="1584156"/>
                </a:lnTo>
                <a:lnTo>
                  <a:pt x="83000" y="1617173"/>
                </a:lnTo>
                <a:lnTo>
                  <a:pt x="116019" y="1645496"/>
                </a:lnTo>
                <a:lnTo>
                  <a:pt x="153150" y="1668542"/>
                </a:lnTo>
                <a:lnTo>
                  <a:pt x="193810" y="1685726"/>
                </a:lnTo>
                <a:lnTo>
                  <a:pt x="237415" y="1696465"/>
                </a:lnTo>
                <a:lnTo>
                  <a:pt x="283381" y="1700174"/>
                </a:lnTo>
                <a:lnTo>
                  <a:pt x="1697867" y="1700174"/>
                </a:lnTo>
                <a:lnTo>
                  <a:pt x="1743820" y="1696465"/>
                </a:lnTo>
                <a:lnTo>
                  <a:pt x="1787414" y="1685726"/>
                </a:lnTo>
                <a:lnTo>
                  <a:pt x="1828065" y="1668542"/>
                </a:lnTo>
                <a:lnTo>
                  <a:pt x="1865190" y="1645496"/>
                </a:lnTo>
                <a:lnTo>
                  <a:pt x="1898205" y="1617173"/>
                </a:lnTo>
                <a:lnTo>
                  <a:pt x="1926527" y="1584156"/>
                </a:lnTo>
                <a:lnTo>
                  <a:pt x="1949570" y="1547030"/>
                </a:lnTo>
                <a:lnTo>
                  <a:pt x="1966753" y="1506378"/>
                </a:lnTo>
                <a:lnTo>
                  <a:pt x="1977491" y="1462784"/>
                </a:lnTo>
                <a:lnTo>
                  <a:pt x="1981199" y="1416832"/>
                </a:lnTo>
                <a:lnTo>
                  <a:pt x="1981199" y="283342"/>
                </a:lnTo>
                <a:lnTo>
                  <a:pt x="1977491" y="237390"/>
                </a:lnTo>
                <a:lnTo>
                  <a:pt x="1966753" y="193796"/>
                </a:lnTo>
                <a:lnTo>
                  <a:pt x="1949570" y="153144"/>
                </a:lnTo>
                <a:lnTo>
                  <a:pt x="1926527" y="116017"/>
                </a:lnTo>
                <a:lnTo>
                  <a:pt x="1898205" y="83000"/>
                </a:lnTo>
                <a:lnTo>
                  <a:pt x="1865190" y="54677"/>
                </a:lnTo>
                <a:lnTo>
                  <a:pt x="1828065" y="31632"/>
                </a:lnTo>
                <a:lnTo>
                  <a:pt x="1787414" y="14448"/>
                </a:lnTo>
                <a:lnTo>
                  <a:pt x="1743820" y="3709"/>
                </a:lnTo>
                <a:lnTo>
                  <a:pt x="1697867" y="0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77EC2FEE-1519-4009-87ED-F463D9ED2403}"/>
              </a:ext>
            </a:extLst>
          </p:cNvPr>
          <p:cNvSpPr/>
          <p:nvPr/>
        </p:nvSpPr>
        <p:spPr>
          <a:xfrm>
            <a:off x="97072" y="2166973"/>
            <a:ext cx="1981200" cy="1700530"/>
          </a:xfrm>
          <a:custGeom>
            <a:avLst/>
            <a:gdLst/>
            <a:ahLst/>
            <a:cxnLst/>
            <a:rect l="l" t="t" r="r" b="b"/>
            <a:pathLst>
              <a:path w="1981200" h="1700529">
                <a:moveTo>
                  <a:pt x="0" y="283342"/>
                </a:moveTo>
                <a:lnTo>
                  <a:pt x="3708" y="237390"/>
                </a:lnTo>
                <a:lnTo>
                  <a:pt x="14446" y="193796"/>
                </a:lnTo>
                <a:lnTo>
                  <a:pt x="31630" y="153144"/>
                </a:lnTo>
                <a:lnTo>
                  <a:pt x="54675" y="116017"/>
                </a:lnTo>
                <a:lnTo>
                  <a:pt x="83000" y="83000"/>
                </a:lnTo>
                <a:lnTo>
                  <a:pt x="116019" y="54677"/>
                </a:lnTo>
                <a:lnTo>
                  <a:pt x="153150" y="31632"/>
                </a:lnTo>
                <a:lnTo>
                  <a:pt x="193810" y="14448"/>
                </a:lnTo>
                <a:lnTo>
                  <a:pt x="237415" y="3709"/>
                </a:lnTo>
                <a:lnTo>
                  <a:pt x="283381" y="0"/>
                </a:lnTo>
                <a:lnTo>
                  <a:pt x="1697867" y="0"/>
                </a:lnTo>
                <a:lnTo>
                  <a:pt x="1743820" y="3709"/>
                </a:lnTo>
                <a:lnTo>
                  <a:pt x="1787414" y="14448"/>
                </a:lnTo>
                <a:lnTo>
                  <a:pt x="1828065" y="31632"/>
                </a:lnTo>
                <a:lnTo>
                  <a:pt x="1865190" y="54677"/>
                </a:lnTo>
                <a:lnTo>
                  <a:pt x="1898205" y="83000"/>
                </a:lnTo>
                <a:lnTo>
                  <a:pt x="1926527" y="116017"/>
                </a:lnTo>
                <a:lnTo>
                  <a:pt x="1949570" y="153144"/>
                </a:lnTo>
                <a:lnTo>
                  <a:pt x="1966753" y="193796"/>
                </a:lnTo>
                <a:lnTo>
                  <a:pt x="1977491" y="237390"/>
                </a:lnTo>
                <a:lnTo>
                  <a:pt x="1981199" y="283342"/>
                </a:lnTo>
                <a:lnTo>
                  <a:pt x="1981199" y="1416832"/>
                </a:lnTo>
                <a:lnTo>
                  <a:pt x="1977491" y="1462784"/>
                </a:lnTo>
                <a:lnTo>
                  <a:pt x="1966753" y="1506378"/>
                </a:lnTo>
                <a:lnTo>
                  <a:pt x="1949570" y="1547030"/>
                </a:lnTo>
                <a:lnTo>
                  <a:pt x="1926527" y="1584156"/>
                </a:lnTo>
                <a:lnTo>
                  <a:pt x="1898205" y="1617173"/>
                </a:lnTo>
                <a:lnTo>
                  <a:pt x="1865190" y="1645496"/>
                </a:lnTo>
                <a:lnTo>
                  <a:pt x="1828065" y="1668542"/>
                </a:lnTo>
                <a:lnTo>
                  <a:pt x="1787414" y="1685726"/>
                </a:lnTo>
                <a:lnTo>
                  <a:pt x="1743820" y="1696465"/>
                </a:lnTo>
                <a:lnTo>
                  <a:pt x="1697867" y="1700174"/>
                </a:lnTo>
                <a:lnTo>
                  <a:pt x="283381" y="1700174"/>
                </a:lnTo>
                <a:lnTo>
                  <a:pt x="237415" y="1696465"/>
                </a:lnTo>
                <a:lnTo>
                  <a:pt x="193810" y="1685726"/>
                </a:lnTo>
                <a:lnTo>
                  <a:pt x="153150" y="1668542"/>
                </a:lnTo>
                <a:lnTo>
                  <a:pt x="116019" y="1645496"/>
                </a:lnTo>
                <a:lnTo>
                  <a:pt x="83000" y="1617173"/>
                </a:lnTo>
                <a:lnTo>
                  <a:pt x="54675" y="1584156"/>
                </a:lnTo>
                <a:lnTo>
                  <a:pt x="31630" y="1547030"/>
                </a:lnTo>
                <a:lnTo>
                  <a:pt x="14446" y="1506378"/>
                </a:lnTo>
                <a:lnTo>
                  <a:pt x="3708" y="1462784"/>
                </a:lnTo>
                <a:lnTo>
                  <a:pt x="0" y="1416832"/>
                </a:lnTo>
                <a:lnTo>
                  <a:pt x="0" y="283342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FA75EC86-8CED-4B29-A8EC-1ADA6E20C8F0}"/>
              </a:ext>
            </a:extLst>
          </p:cNvPr>
          <p:cNvSpPr/>
          <p:nvPr/>
        </p:nvSpPr>
        <p:spPr>
          <a:xfrm>
            <a:off x="2528482" y="4394299"/>
            <a:ext cx="4433570" cy="473075"/>
          </a:xfrm>
          <a:custGeom>
            <a:avLst/>
            <a:gdLst/>
            <a:ahLst/>
            <a:cxnLst/>
            <a:rect l="l" t="t" r="r" b="b"/>
            <a:pathLst>
              <a:path w="4433570" h="473075">
                <a:moveTo>
                  <a:pt x="2216789" y="0"/>
                </a:moveTo>
                <a:lnTo>
                  <a:pt x="1857216" y="3093"/>
                </a:lnTo>
                <a:lnTo>
                  <a:pt x="1516115" y="12048"/>
                </a:lnTo>
                <a:lnTo>
                  <a:pt x="1198050" y="26381"/>
                </a:lnTo>
                <a:lnTo>
                  <a:pt x="1049082" y="35412"/>
                </a:lnTo>
                <a:lnTo>
                  <a:pt x="907585" y="45606"/>
                </a:lnTo>
                <a:lnTo>
                  <a:pt x="774130" y="56900"/>
                </a:lnTo>
                <a:lnTo>
                  <a:pt x="649285" y="69236"/>
                </a:lnTo>
                <a:lnTo>
                  <a:pt x="533623" y="82552"/>
                </a:lnTo>
                <a:lnTo>
                  <a:pt x="427714" y="96787"/>
                </a:lnTo>
                <a:lnTo>
                  <a:pt x="332127" y="111881"/>
                </a:lnTo>
                <a:lnTo>
                  <a:pt x="247435" y="127773"/>
                </a:lnTo>
                <a:lnTo>
                  <a:pt x="174207" y="144402"/>
                </a:lnTo>
                <a:lnTo>
                  <a:pt x="113014" y="161708"/>
                </a:lnTo>
                <a:lnTo>
                  <a:pt x="64426" y="179630"/>
                </a:lnTo>
                <a:lnTo>
                  <a:pt x="29014" y="198107"/>
                </a:lnTo>
                <a:lnTo>
                  <a:pt x="0" y="236485"/>
                </a:lnTo>
                <a:lnTo>
                  <a:pt x="7348" y="255891"/>
                </a:lnTo>
                <a:lnTo>
                  <a:pt x="64426" y="293346"/>
                </a:lnTo>
                <a:lnTo>
                  <a:pt x="113014" y="311273"/>
                </a:lnTo>
                <a:lnTo>
                  <a:pt x="174207" y="328585"/>
                </a:lnTo>
                <a:lnTo>
                  <a:pt x="247435" y="345222"/>
                </a:lnTo>
                <a:lnTo>
                  <a:pt x="332127" y="361121"/>
                </a:lnTo>
                <a:lnTo>
                  <a:pt x="427714" y="376223"/>
                </a:lnTo>
                <a:lnTo>
                  <a:pt x="533623" y="390467"/>
                </a:lnTo>
                <a:lnTo>
                  <a:pt x="649285" y="403791"/>
                </a:lnTo>
                <a:lnTo>
                  <a:pt x="774130" y="416136"/>
                </a:lnTo>
                <a:lnTo>
                  <a:pt x="907585" y="427439"/>
                </a:lnTo>
                <a:lnTo>
                  <a:pt x="1049082" y="437640"/>
                </a:lnTo>
                <a:lnTo>
                  <a:pt x="1198050" y="446679"/>
                </a:lnTo>
                <a:lnTo>
                  <a:pt x="1516115" y="461025"/>
                </a:lnTo>
                <a:lnTo>
                  <a:pt x="1857216" y="469989"/>
                </a:lnTo>
                <a:lnTo>
                  <a:pt x="2216789" y="473086"/>
                </a:lnTo>
                <a:lnTo>
                  <a:pt x="2576361" y="469989"/>
                </a:lnTo>
                <a:lnTo>
                  <a:pt x="2917461" y="461025"/>
                </a:lnTo>
                <a:lnTo>
                  <a:pt x="3235525" y="446679"/>
                </a:lnTo>
                <a:lnTo>
                  <a:pt x="3384492" y="437640"/>
                </a:lnTo>
                <a:lnTo>
                  <a:pt x="3525988" y="427439"/>
                </a:lnTo>
                <a:lnTo>
                  <a:pt x="3659444" y="416136"/>
                </a:lnTo>
                <a:lnTo>
                  <a:pt x="3784287" y="403791"/>
                </a:lnTo>
                <a:lnTo>
                  <a:pt x="3899949" y="390467"/>
                </a:lnTo>
                <a:lnTo>
                  <a:pt x="4005857" y="376223"/>
                </a:lnTo>
                <a:lnTo>
                  <a:pt x="4101443" y="361121"/>
                </a:lnTo>
                <a:lnTo>
                  <a:pt x="4186135" y="345222"/>
                </a:lnTo>
                <a:lnTo>
                  <a:pt x="4259362" y="328585"/>
                </a:lnTo>
                <a:lnTo>
                  <a:pt x="4320555" y="311273"/>
                </a:lnTo>
                <a:lnTo>
                  <a:pt x="4369143" y="293346"/>
                </a:lnTo>
                <a:lnTo>
                  <a:pt x="4404554" y="274865"/>
                </a:lnTo>
                <a:lnTo>
                  <a:pt x="4433568" y="236485"/>
                </a:lnTo>
                <a:lnTo>
                  <a:pt x="4426220" y="217079"/>
                </a:lnTo>
                <a:lnTo>
                  <a:pt x="4369143" y="179630"/>
                </a:lnTo>
                <a:lnTo>
                  <a:pt x="4320555" y="161708"/>
                </a:lnTo>
                <a:lnTo>
                  <a:pt x="4259362" y="144402"/>
                </a:lnTo>
                <a:lnTo>
                  <a:pt x="4186135" y="127773"/>
                </a:lnTo>
                <a:lnTo>
                  <a:pt x="4101443" y="111881"/>
                </a:lnTo>
                <a:lnTo>
                  <a:pt x="4005857" y="96787"/>
                </a:lnTo>
                <a:lnTo>
                  <a:pt x="3899949" y="82552"/>
                </a:lnTo>
                <a:lnTo>
                  <a:pt x="3784287" y="69236"/>
                </a:lnTo>
                <a:lnTo>
                  <a:pt x="3659444" y="56900"/>
                </a:lnTo>
                <a:lnTo>
                  <a:pt x="3525988" y="45606"/>
                </a:lnTo>
                <a:lnTo>
                  <a:pt x="3384492" y="35412"/>
                </a:lnTo>
                <a:lnTo>
                  <a:pt x="3235525" y="26381"/>
                </a:lnTo>
                <a:lnTo>
                  <a:pt x="2917461" y="12048"/>
                </a:lnTo>
                <a:lnTo>
                  <a:pt x="2576361" y="3093"/>
                </a:lnTo>
                <a:lnTo>
                  <a:pt x="22167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82A421CC-2081-4BFD-9673-DB42E3DA4D4F}"/>
              </a:ext>
            </a:extLst>
          </p:cNvPr>
          <p:cNvSpPr/>
          <p:nvPr/>
        </p:nvSpPr>
        <p:spPr>
          <a:xfrm>
            <a:off x="2528482" y="4394299"/>
            <a:ext cx="4433570" cy="473075"/>
          </a:xfrm>
          <a:custGeom>
            <a:avLst/>
            <a:gdLst/>
            <a:ahLst/>
            <a:cxnLst/>
            <a:rect l="l" t="t" r="r" b="b"/>
            <a:pathLst>
              <a:path w="4433570" h="473075">
                <a:moveTo>
                  <a:pt x="0" y="236485"/>
                </a:moveTo>
                <a:lnTo>
                  <a:pt x="29014" y="198107"/>
                </a:lnTo>
                <a:lnTo>
                  <a:pt x="64426" y="179630"/>
                </a:lnTo>
                <a:lnTo>
                  <a:pt x="113014" y="161708"/>
                </a:lnTo>
                <a:lnTo>
                  <a:pt x="174207" y="144402"/>
                </a:lnTo>
                <a:lnTo>
                  <a:pt x="247435" y="127773"/>
                </a:lnTo>
                <a:lnTo>
                  <a:pt x="332127" y="111881"/>
                </a:lnTo>
                <a:lnTo>
                  <a:pt x="427714" y="96787"/>
                </a:lnTo>
                <a:lnTo>
                  <a:pt x="533623" y="82552"/>
                </a:lnTo>
                <a:lnTo>
                  <a:pt x="649285" y="69236"/>
                </a:lnTo>
                <a:lnTo>
                  <a:pt x="774130" y="56900"/>
                </a:lnTo>
                <a:lnTo>
                  <a:pt x="907585" y="45606"/>
                </a:lnTo>
                <a:lnTo>
                  <a:pt x="1049082" y="35412"/>
                </a:lnTo>
                <a:lnTo>
                  <a:pt x="1198050" y="26381"/>
                </a:lnTo>
                <a:lnTo>
                  <a:pt x="1353918" y="18573"/>
                </a:lnTo>
                <a:lnTo>
                  <a:pt x="1516115" y="12048"/>
                </a:lnTo>
                <a:lnTo>
                  <a:pt x="1684071" y="6868"/>
                </a:lnTo>
                <a:lnTo>
                  <a:pt x="1857216" y="3093"/>
                </a:lnTo>
                <a:lnTo>
                  <a:pt x="2034979" y="783"/>
                </a:lnTo>
                <a:lnTo>
                  <a:pt x="2216789" y="0"/>
                </a:lnTo>
                <a:lnTo>
                  <a:pt x="2398598" y="783"/>
                </a:lnTo>
                <a:lnTo>
                  <a:pt x="2576361" y="3093"/>
                </a:lnTo>
                <a:lnTo>
                  <a:pt x="2749505" y="6868"/>
                </a:lnTo>
                <a:lnTo>
                  <a:pt x="2917461" y="12048"/>
                </a:lnTo>
                <a:lnTo>
                  <a:pt x="3079658" y="18573"/>
                </a:lnTo>
                <a:lnTo>
                  <a:pt x="3235525" y="26381"/>
                </a:lnTo>
                <a:lnTo>
                  <a:pt x="3384492" y="35412"/>
                </a:lnTo>
                <a:lnTo>
                  <a:pt x="3525988" y="45606"/>
                </a:lnTo>
                <a:lnTo>
                  <a:pt x="3659444" y="56900"/>
                </a:lnTo>
                <a:lnTo>
                  <a:pt x="3784287" y="69236"/>
                </a:lnTo>
                <a:lnTo>
                  <a:pt x="3899949" y="82552"/>
                </a:lnTo>
                <a:lnTo>
                  <a:pt x="4005857" y="96787"/>
                </a:lnTo>
                <a:lnTo>
                  <a:pt x="4101443" y="111881"/>
                </a:lnTo>
                <a:lnTo>
                  <a:pt x="4186135" y="127773"/>
                </a:lnTo>
                <a:lnTo>
                  <a:pt x="4259362" y="144402"/>
                </a:lnTo>
                <a:lnTo>
                  <a:pt x="4320555" y="161708"/>
                </a:lnTo>
                <a:lnTo>
                  <a:pt x="4369143" y="179630"/>
                </a:lnTo>
                <a:lnTo>
                  <a:pt x="4404554" y="198107"/>
                </a:lnTo>
                <a:lnTo>
                  <a:pt x="4433568" y="236485"/>
                </a:lnTo>
                <a:lnTo>
                  <a:pt x="4426220" y="255891"/>
                </a:lnTo>
                <a:lnTo>
                  <a:pt x="4369143" y="293346"/>
                </a:lnTo>
                <a:lnTo>
                  <a:pt x="4320555" y="311273"/>
                </a:lnTo>
                <a:lnTo>
                  <a:pt x="4259362" y="328585"/>
                </a:lnTo>
                <a:lnTo>
                  <a:pt x="4186135" y="345222"/>
                </a:lnTo>
                <a:lnTo>
                  <a:pt x="4101443" y="361121"/>
                </a:lnTo>
                <a:lnTo>
                  <a:pt x="4005857" y="376223"/>
                </a:lnTo>
                <a:lnTo>
                  <a:pt x="3899949" y="390467"/>
                </a:lnTo>
                <a:lnTo>
                  <a:pt x="3784287" y="403791"/>
                </a:lnTo>
                <a:lnTo>
                  <a:pt x="3659444" y="416136"/>
                </a:lnTo>
                <a:lnTo>
                  <a:pt x="3525988" y="427439"/>
                </a:lnTo>
                <a:lnTo>
                  <a:pt x="3384492" y="437640"/>
                </a:lnTo>
                <a:lnTo>
                  <a:pt x="3235525" y="446679"/>
                </a:lnTo>
                <a:lnTo>
                  <a:pt x="3079658" y="454494"/>
                </a:lnTo>
                <a:lnTo>
                  <a:pt x="2917461" y="461025"/>
                </a:lnTo>
                <a:lnTo>
                  <a:pt x="2749505" y="466210"/>
                </a:lnTo>
                <a:lnTo>
                  <a:pt x="2576361" y="469989"/>
                </a:lnTo>
                <a:lnTo>
                  <a:pt x="2398598" y="472301"/>
                </a:lnTo>
                <a:lnTo>
                  <a:pt x="2216789" y="473086"/>
                </a:lnTo>
                <a:lnTo>
                  <a:pt x="2034979" y="472301"/>
                </a:lnTo>
                <a:lnTo>
                  <a:pt x="1857216" y="469989"/>
                </a:lnTo>
                <a:lnTo>
                  <a:pt x="1684071" y="466210"/>
                </a:lnTo>
                <a:lnTo>
                  <a:pt x="1516115" y="461025"/>
                </a:lnTo>
                <a:lnTo>
                  <a:pt x="1353918" y="454494"/>
                </a:lnTo>
                <a:lnTo>
                  <a:pt x="1198050" y="446679"/>
                </a:lnTo>
                <a:lnTo>
                  <a:pt x="1049082" y="437640"/>
                </a:lnTo>
                <a:lnTo>
                  <a:pt x="907585" y="427439"/>
                </a:lnTo>
                <a:lnTo>
                  <a:pt x="774130" y="416136"/>
                </a:lnTo>
                <a:lnTo>
                  <a:pt x="649285" y="403791"/>
                </a:lnTo>
                <a:lnTo>
                  <a:pt x="533623" y="390467"/>
                </a:lnTo>
                <a:lnTo>
                  <a:pt x="427714" y="376223"/>
                </a:lnTo>
                <a:lnTo>
                  <a:pt x="332127" y="361121"/>
                </a:lnTo>
                <a:lnTo>
                  <a:pt x="247435" y="345222"/>
                </a:lnTo>
                <a:lnTo>
                  <a:pt x="174207" y="328585"/>
                </a:lnTo>
                <a:lnTo>
                  <a:pt x="113014" y="311273"/>
                </a:lnTo>
                <a:lnTo>
                  <a:pt x="64426" y="293346"/>
                </a:lnTo>
                <a:lnTo>
                  <a:pt x="29014" y="274865"/>
                </a:lnTo>
                <a:lnTo>
                  <a:pt x="0" y="236485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58F6AD41-17E9-4A23-9A83-0F88E6DF1BD0}"/>
              </a:ext>
            </a:extLst>
          </p:cNvPr>
          <p:cNvSpPr/>
          <p:nvPr/>
        </p:nvSpPr>
        <p:spPr>
          <a:xfrm>
            <a:off x="1762804" y="5560556"/>
            <a:ext cx="5896356" cy="6169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A8D78441-F1C0-4BCE-8F0C-D6E7BA9E0481}"/>
              </a:ext>
            </a:extLst>
          </p:cNvPr>
          <p:cNvSpPr/>
          <p:nvPr/>
        </p:nvSpPr>
        <p:spPr>
          <a:xfrm>
            <a:off x="1773472" y="5378306"/>
            <a:ext cx="5638800" cy="822244"/>
          </a:xfrm>
          <a:custGeom>
            <a:avLst/>
            <a:gdLst/>
            <a:ahLst/>
            <a:cxnLst/>
            <a:rect l="l" t="t" r="r" b="b"/>
            <a:pathLst>
              <a:path w="5638800" h="1318260">
                <a:moveTo>
                  <a:pt x="5419100" y="0"/>
                </a:moveTo>
                <a:lnTo>
                  <a:pt x="219705" y="0"/>
                </a:lnTo>
                <a:lnTo>
                  <a:pt x="201677" y="727"/>
                </a:lnTo>
                <a:lnTo>
                  <a:pt x="150235" y="11193"/>
                </a:lnTo>
                <a:lnTo>
                  <a:pt x="103944" y="32895"/>
                </a:lnTo>
                <a:lnTo>
                  <a:pt x="64324" y="64310"/>
                </a:lnTo>
                <a:lnTo>
                  <a:pt x="32900" y="103911"/>
                </a:lnTo>
                <a:lnTo>
                  <a:pt x="11194" y="150175"/>
                </a:lnTo>
                <a:lnTo>
                  <a:pt x="727" y="201575"/>
                </a:lnTo>
                <a:lnTo>
                  <a:pt x="0" y="219587"/>
                </a:lnTo>
                <a:lnTo>
                  <a:pt x="0" y="1098197"/>
                </a:lnTo>
                <a:lnTo>
                  <a:pt x="6381" y="1150982"/>
                </a:lnTo>
                <a:lnTo>
                  <a:pt x="24510" y="1199139"/>
                </a:lnTo>
                <a:lnTo>
                  <a:pt x="52864" y="1241142"/>
                </a:lnTo>
                <a:lnTo>
                  <a:pt x="89921" y="1275465"/>
                </a:lnTo>
                <a:lnTo>
                  <a:pt x="134157" y="1300582"/>
                </a:lnTo>
                <a:lnTo>
                  <a:pt x="184052" y="1314967"/>
                </a:lnTo>
                <a:lnTo>
                  <a:pt x="219705" y="1317842"/>
                </a:lnTo>
                <a:lnTo>
                  <a:pt x="5419100" y="1317842"/>
                </a:lnTo>
                <a:lnTo>
                  <a:pt x="5471917" y="1311459"/>
                </a:lnTo>
                <a:lnTo>
                  <a:pt x="5520093" y="1293327"/>
                </a:lnTo>
                <a:lnTo>
                  <a:pt x="5562104" y="1264972"/>
                </a:lnTo>
                <a:lnTo>
                  <a:pt x="5596429" y="1227919"/>
                </a:lnTo>
                <a:lnTo>
                  <a:pt x="5621543" y="1183696"/>
                </a:lnTo>
                <a:lnTo>
                  <a:pt x="5635926" y="1133826"/>
                </a:lnTo>
                <a:lnTo>
                  <a:pt x="5638799" y="1098197"/>
                </a:lnTo>
                <a:lnTo>
                  <a:pt x="5638799" y="219587"/>
                </a:lnTo>
                <a:lnTo>
                  <a:pt x="5632418" y="166813"/>
                </a:lnTo>
                <a:lnTo>
                  <a:pt x="5614289" y="118667"/>
                </a:lnTo>
                <a:lnTo>
                  <a:pt x="5585935" y="76676"/>
                </a:lnTo>
                <a:lnTo>
                  <a:pt x="5548879" y="42363"/>
                </a:lnTo>
                <a:lnTo>
                  <a:pt x="5504644" y="17254"/>
                </a:lnTo>
                <a:lnTo>
                  <a:pt x="5454752" y="2873"/>
                </a:lnTo>
                <a:lnTo>
                  <a:pt x="54191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59511102-8065-4596-9732-6E2C25FDD78D}"/>
              </a:ext>
            </a:extLst>
          </p:cNvPr>
          <p:cNvSpPr/>
          <p:nvPr/>
        </p:nvSpPr>
        <p:spPr>
          <a:xfrm>
            <a:off x="1773472" y="5378307"/>
            <a:ext cx="5638800" cy="809402"/>
          </a:xfrm>
          <a:custGeom>
            <a:avLst/>
            <a:gdLst/>
            <a:ahLst/>
            <a:cxnLst/>
            <a:rect l="l" t="t" r="r" b="b"/>
            <a:pathLst>
              <a:path w="5638800" h="1318260">
                <a:moveTo>
                  <a:pt x="0" y="219587"/>
                </a:moveTo>
                <a:lnTo>
                  <a:pt x="6381" y="166813"/>
                </a:lnTo>
                <a:lnTo>
                  <a:pt x="24510" y="118667"/>
                </a:lnTo>
                <a:lnTo>
                  <a:pt x="52864" y="76676"/>
                </a:lnTo>
                <a:lnTo>
                  <a:pt x="89921" y="42363"/>
                </a:lnTo>
                <a:lnTo>
                  <a:pt x="134157" y="17254"/>
                </a:lnTo>
                <a:lnTo>
                  <a:pt x="184052" y="2873"/>
                </a:lnTo>
                <a:lnTo>
                  <a:pt x="219705" y="0"/>
                </a:lnTo>
                <a:lnTo>
                  <a:pt x="5419100" y="0"/>
                </a:lnTo>
                <a:lnTo>
                  <a:pt x="5471917" y="6380"/>
                </a:lnTo>
                <a:lnTo>
                  <a:pt x="5520093" y="24507"/>
                </a:lnTo>
                <a:lnTo>
                  <a:pt x="5562104" y="52853"/>
                </a:lnTo>
                <a:lnTo>
                  <a:pt x="5596429" y="89895"/>
                </a:lnTo>
                <a:lnTo>
                  <a:pt x="5621543" y="134107"/>
                </a:lnTo>
                <a:lnTo>
                  <a:pt x="5635926" y="183965"/>
                </a:lnTo>
                <a:lnTo>
                  <a:pt x="5638799" y="219587"/>
                </a:lnTo>
                <a:lnTo>
                  <a:pt x="5638799" y="1098197"/>
                </a:lnTo>
                <a:lnTo>
                  <a:pt x="5632418" y="1150982"/>
                </a:lnTo>
                <a:lnTo>
                  <a:pt x="5614289" y="1199139"/>
                </a:lnTo>
                <a:lnTo>
                  <a:pt x="5585935" y="1241142"/>
                </a:lnTo>
                <a:lnTo>
                  <a:pt x="5548879" y="1275465"/>
                </a:lnTo>
                <a:lnTo>
                  <a:pt x="5504644" y="1300582"/>
                </a:lnTo>
                <a:lnTo>
                  <a:pt x="5454752" y="1314967"/>
                </a:lnTo>
                <a:lnTo>
                  <a:pt x="5419100" y="1317842"/>
                </a:lnTo>
                <a:lnTo>
                  <a:pt x="219705" y="1317842"/>
                </a:lnTo>
                <a:lnTo>
                  <a:pt x="166886" y="1311459"/>
                </a:lnTo>
                <a:lnTo>
                  <a:pt x="118708" y="1293327"/>
                </a:lnTo>
                <a:lnTo>
                  <a:pt x="76696" y="1264972"/>
                </a:lnTo>
                <a:lnTo>
                  <a:pt x="42371" y="1227919"/>
                </a:lnTo>
                <a:lnTo>
                  <a:pt x="17256" y="1183696"/>
                </a:lnTo>
                <a:lnTo>
                  <a:pt x="2873" y="1133826"/>
                </a:lnTo>
                <a:lnTo>
                  <a:pt x="0" y="1098197"/>
                </a:lnTo>
                <a:lnTo>
                  <a:pt x="0" y="219587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D986E630-219E-4C7F-9EEE-0FD0FB67BF27}"/>
              </a:ext>
            </a:extLst>
          </p:cNvPr>
          <p:cNvSpPr/>
          <p:nvPr/>
        </p:nvSpPr>
        <p:spPr>
          <a:xfrm>
            <a:off x="4814492" y="2075914"/>
            <a:ext cx="914400" cy="8562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83E5A30D-5771-4FEF-BD45-54AFB5DD0F7B}"/>
              </a:ext>
            </a:extLst>
          </p:cNvPr>
          <p:cNvSpPr/>
          <p:nvPr/>
        </p:nvSpPr>
        <p:spPr>
          <a:xfrm>
            <a:off x="1016044" y="3844532"/>
            <a:ext cx="1808988" cy="11033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5E64CA83-DA13-405D-A077-28DF1746C371}"/>
              </a:ext>
            </a:extLst>
          </p:cNvPr>
          <p:cNvSpPr/>
          <p:nvPr/>
        </p:nvSpPr>
        <p:spPr>
          <a:xfrm>
            <a:off x="1059097" y="3867148"/>
            <a:ext cx="1470025" cy="892175"/>
          </a:xfrm>
          <a:custGeom>
            <a:avLst/>
            <a:gdLst/>
            <a:ahLst/>
            <a:cxnLst/>
            <a:rect l="l" t="t" r="r" b="b"/>
            <a:pathLst>
              <a:path w="1470025" h="892175">
                <a:moveTo>
                  <a:pt x="1420540" y="735061"/>
                </a:moveTo>
                <a:lnTo>
                  <a:pt x="1412747" y="735061"/>
                </a:lnTo>
                <a:lnTo>
                  <a:pt x="1412747" y="792211"/>
                </a:lnTo>
                <a:lnTo>
                  <a:pt x="1307131" y="792211"/>
                </a:lnTo>
                <a:lnTo>
                  <a:pt x="1226951" y="838955"/>
                </a:lnTo>
                <a:lnTo>
                  <a:pt x="1217921" y="847236"/>
                </a:lnTo>
                <a:lnTo>
                  <a:pt x="1213278" y="858085"/>
                </a:lnTo>
                <a:lnTo>
                  <a:pt x="1213426" y="869923"/>
                </a:lnTo>
                <a:lnTo>
                  <a:pt x="1222093" y="882380"/>
                </a:lnTo>
                <a:lnTo>
                  <a:pt x="1232072" y="889633"/>
                </a:lnTo>
                <a:lnTo>
                  <a:pt x="1242590" y="892008"/>
                </a:lnTo>
                <a:lnTo>
                  <a:pt x="1252873" y="889833"/>
                </a:lnTo>
                <a:lnTo>
                  <a:pt x="1255775" y="888354"/>
                </a:lnTo>
                <a:lnTo>
                  <a:pt x="1420545" y="792211"/>
                </a:lnTo>
                <a:lnTo>
                  <a:pt x="1412747" y="792211"/>
                </a:lnTo>
                <a:lnTo>
                  <a:pt x="1420561" y="792202"/>
                </a:lnTo>
                <a:lnTo>
                  <a:pt x="1469516" y="763636"/>
                </a:lnTo>
                <a:lnTo>
                  <a:pt x="1420540" y="735061"/>
                </a:lnTo>
                <a:close/>
              </a:path>
              <a:path w="1470025" h="892175">
                <a:moveTo>
                  <a:pt x="1356207" y="763601"/>
                </a:moveTo>
                <a:lnTo>
                  <a:pt x="1307147" y="792202"/>
                </a:lnTo>
                <a:lnTo>
                  <a:pt x="1412747" y="792211"/>
                </a:lnTo>
                <a:lnTo>
                  <a:pt x="1412747" y="788282"/>
                </a:lnTo>
                <a:lnTo>
                  <a:pt x="1398401" y="788282"/>
                </a:lnTo>
                <a:lnTo>
                  <a:pt x="1356207" y="763601"/>
                </a:lnTo>
                <a:close/>
              </a:path>
              <a:path w="1470025" h="892175">
                <a:moveTo>
                  <a:pt x="57149" y="0"/>
                </a:moveTo>
                <a:lnTo>
                  <a:pt x="0" y="0"/>
                </a:lnTo>
                <a:lnTo>
                  <a:pt x="0" y="763636"/>
                </a:lnTo>
                <a:lnTo>
                  <a:pt x="3484" y="777312"/>
                </a:lnTo>
                <a:lnTo>
                  <a:pt x="12724" y="787410"/>
                </a:lnTo>
                <a:lnTo>
                  <a:pt x="25897" y="792087"/>
                </a:lnTo>
                <a:lnTo>
                  <a:pt x="1307147" y="792202"/>
                </a:lnTo>
                <a:lnTo>
                  <a:pt x="1356146" y="763636"/>
                </a:lnTo>
                <a:lnTo>
                  <a:pt x="57149" y="763636"/>
                </a:lnTo>
                <a:lnTo>
                  <a:pt x="28574" y="735061"/>
                </a:lnTo>
                <a:lnTo>
                  <a:pt x="57149" y="735061"/>
                </a:lnTo>
                <a:lnTo>
                  <a:pt x="57149" y="0"/>
                </a:lnTo>
                <a:close/>
              </a:path>
              <a:path w="1470025" h="892175">
                <a:moveTo>
                  <a:pt x="1398401" y="739002"/>
                </a:moveTo>
                <a:lnTo>
                  <a:pt x="1356207" y="763601"/>
                </a:lnTo>
                <a:lnTo>
                  <a:pt x="1398401" y="788282"/>
                </a:lnTo>
                <a:lnTo>
                  <a:pt x="1398401" y="739002"/>
                </a:lnTo>
                <a:close/>
              </a:path>
              <a:path w="1470025" h="892175">
                <a:moveTo>
                  <a:pt x="1412747" y="739002"/>
                </a:moveTo>
                <a:lnTo>
                  <a:pt x="1398401" y="739002"/>
                </a:lnTo>
                <a:lnTo>
                  <a:pt x="1398401" y="788282"/>
                </a:lnTo>
                <a:lnTo>
                  <a:pt x="1412747" y="788282"/>
                </a:lnTo>
                <a:lnTo>
                  <a:pt x="1412747" y="739002"/>
                </a:lnTo>
                <a:close/>
              </a:path>
              <a:path w="1470025" h="892175">
                <a:moveTo>
                  <a:pt x="57149" y="735061"/>
                </a:moveTo>
                <a:lnTo>
                  <a:pt x="28574" y="735061"/>
                </a:lnTo>
                <a:lnTo>
                  <a:pt x="57149" y="763636"/>
                </a:lnTo>
                <a:lnTo>
                  <a:pt x="57149" y="735061"/>
                </a:lnTo>
                <a:close/>
              </a:path>
              <a:path w="1470025" h="892175">
                <a:moveTo>
                  <a:pt x="1307419" y="735061"/>
                </a:moveTo>
                <a:lnTo>
                  <a:pt x="57149" y="735061"/>
                </a:lnTo>
                <a:lnTo>
                  <a:pt x="57149" y="763636"/>
                </a:lnTo>
                <a:lnTo>
                  <a:pt x="1356146" y="763636"/>
                </a:lnTo>
                <a:lnTo>
                  <a:pt x="1307419" y="735061"/>
                </a:lnTo>
                <a:close/>
              </a:path>
              <a:path w="1470025" h="892175">
                <a:moveTo>
                  <a:pt x="1244086" y="635201"/>
                </a:moveTo>
                <a:lnTo>
                  <a:pt x="1232322" y="636523"/>
                </a:lnTo>
                <a:lnTo>
                  <a:pt x="1222078" y="642490"/>
                </a:lnTo>
                <a:lnTo>
                  <a:pt x="1215604" y="655915"/>
                </a:lnTo>
                <a:lnTo>
                  <a:pt x="1214107" y="667940"/>
                </a:lnTo>
                <a:lnTo>
                  <a:pt x="1216958" y="678115"/>
                </a:lnTo>
                <a:lnTo>
                  <a:pt x="1223529" y="685988"/>
                </a:lnTo>
                <a:lnTo>
                  <a:pt x="1356207" y="763601"/>
                </a:lnTo>
                <a:lnTo>
                  <a:pt x="1398401" y="739002"/>
                </a:lnTo>
                <a:lnTo>
                  <a:pt x="1412747" y="739002"/>
                </a:lnTo>
                <a:lnTo>
                  <a:pt x="1412747" y="735061"/>
                </a:lnTo>
                <a:lnTo>
                  <a:pt x="1420540" y="735061"/>
                </a:lnTo>
                <a:lnTo>
                  <a:pt x="1255775" y="638930"/>
                </a:lnTo>
                <a:lnTo>
                  <a:pt x="1244086" y="635201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5FA662DD-9BCC-4DAA-A26B-AA27DAC72B44}"/>
              </a:ext>
            </a:extLst>
          </p:cNvPr>
          <p:cNvSpPr/>
          <p:nvPr/>
        </p:nvSpPr>
        <p:spPr>
          <a:xfrm>
            <a:off x="3152692" y="3829291"/>
            <a:ext cx="594360" cy="9509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>
            <a:extLst>
              <a:ext uri="{FF2B5EF4-FFF2-40B4-BE49-F238E27FC236}">
                <a16:creationId xmlns:a16="http://schemas.microsoft.com/office/drawing/2014/main" id="{E6FFD4A1-0FAA-4839-8FDC-1CBAA04244D1}"/>
              </a:ext>
            </a:extLst>
          </p:cNvPr>
          <p:cNvSpPr/>
          <p:nvPr/>
        </p:nvSpPr>
        <p:spPr>
          <a:xfrm>
            <a:off x="3321553" y="3851511"/>
            <a:ext cx="257175" cy="612140"/>
          </a:xfrm>
          <a:custGeom>
            <a:avLst/>
            <a:gdLst/>
            <a:ahLst/>
            <a:cxnLst/>
            <a:rect l="l" t="t" r="r" b="b"/>
            <a:pathLst>
              <a:path w="257175" h="612139">
                <a:moveTo>
                  <a:pt x="33819" y="355978"/>
                </a:moveTo>
                <a:lnTo>
                  <a:pt x="21946" y="356132"/>
                </a:lnTo>
                <a:lnTo>
                  <a:pt x="9501" y="364871"/>
                </a:lnTo>
                <a:lnTo>
                  <a:pt x="2305" y="374911"/>
                </a:lnTo>
                <a:lnTo>
                  <a:pt x="0" y="385461"/>
                </a:lnTo>
                <a:lnTo>
                  <a:pt x="2230" y="395730"/>
                </a:lnTo>
                <a:lnTo>
                  <a:pt x="3594" y="398404"/>
                </a:lnTo>
                <a:lnTo>
                  <a:pt x="128318" y="612145"/>
                </a:lnTo>
                <a:lnTo>
                  <a:pt x="161368" y="555507"/>
                </a:lnTo>
                <a:lnTo>
                  <a:pt x="99758" y="555507"/>
                </a:lnTo>
                <a:lnTo>
                  <a:pt x="99758" y="449778"/>
                </a:lnTo>
                <a:lnTo>
                  <a:pt x="53002" y="369569"/>
                </a:lnTo>
                <a:lnTo>
                  <a:pt x="44703" y="360593"/>
                </a:lnTo>
                <a:lnTo>
                  <a:pt x="33819" y="355978"/>
                </a:lnTo>
                <a:close/>
              </a:path>
              <a:path w="257175" h="612139">
                <a:moveTo>
                  <a:pt x="99758" y="449778"/>
                </a:moveTo>
                <a:lnTo>
                  <a:pt x="99758" y="555507"/>
                </a:lnTo>
                <a:lnTo>
                  <a:pt x="156908" y="555507"/>
                </a:lnTo>
                <a:lnTo>
                  <a:pt x="156908" y="541019"/>
                </a:lnTo>
                <a:lnTo>
                  <a:pt x="103690" y="541019"/>
                </a:lnTo>
                <a:lnTo>
                  <a:pt x="128360" y="498843"/>
                </a:lnTo>
                <a:lnTo>
                  <a:pt x="99758" y="449778"/>
                </a:lnTo>
                <a:close/>
              </a:path>
              <a:path w="257175" h="612139">
                <a:moveTo>
                  <a:pt x="224015" y="356829"/>
                </a:moveTo>
                <a:lnTo>
                  <a:pt x="213807" y="359688"/>
                </a:lnTo>
                <a:lnTo>
                  <a:pt x="205919" y="366247"/>
                </a:lnTo>
                <a:lnTo>
                  <a:pt x="156908" y="450037"/>
                </a:lnTo>
                <a:lnTo>
                  <a:pt x="156908" y="555507"/>
                </a:lnTo>
                <a:lnTo>
                  <a:pt x="161368" y="555507"/>
                </a:lnTo>
                <a:lnTo>
                  <a:pt x="253042" y="398404"/>
                </a:lnTo>
                <a:lnTo>
                  <a:pt x="256761" y="386782"/>
                </a:lnTo>
                <a:lnTo>
                  <a:pt x="255431" y="375034"/>
                </a:lnTo>
                <a:lnTo>
                  <a:pt x="249457" y="364756"/>
                </a:lnTo>
                <a:lnTo>
                  <a:pt x="236059" y="358307"/>
                </a:lnTo>
                <a:lnTo>
                  <a:pt x="224015" y="356829"/>
                </a:lnTo>
                <a:close/>
              </a:path>
              <a:path w="257175" h="612139">
                <a:moveTo>
                  <a:pt x="128360" y="498843"/>
                </a:moveTo>
                <a:lnTo>
                  <a:pt x="103690" y="541019"/>
                </a:lnTo>
                <a:lnTo>
                  <a:pt x="152946" y="541019"/>
                </a:lnTo>
                <a:lnTo>
                  <a:pt x="128360" y="498843"/>
                </a:lnTo>
                <a:close/>
              </a:path>
              <a:path w="257175" h="612139">
                <a:moveTo>
                  <a:pt x="156908" y="450037"/>
                </a:moveTo>
                <a:lnTo>
                  <a:pt x="128360" y="498843"/>
                </a:lnTo>
                <a:lnTo>
                  <a:pt x="152946" y="541019"/>
                </a:lnTo>
                <a:lnTo>
                  <a:pt x="156908" y="541019"/>
                </a:lnTo>
                <a:lnTo>
                  <a:pt x="156908" y="450037"/>
                </a:lnTo>
                <a:close/>
              </a:path>
              <a:path w="257175" h="612139">
                <a:moveTo>
                  <a:pt x="99758" y="306080"/>
                </a:moveTo>
                <a:lnTo>
                  <a:pt x="99758" y="449778"/>
                </a:lnTo>
                <a:lnTo>
                  <a:pt x="128360" y="498843"/>
                </a:lnTo>
                <a:lnTo>
                  <a:pt x="156908" y="450037"/>
                </a:lnTo>
                <a:lnTo>
                  <a:pt x="156908" y="333849"/>
                </a:lnTo>
                <a:lnTo>
                  <a:pt x="124426" y="333849"/>
                </a:lnTo>
                <a:lnTo>
                  <a:pt x="111316" y="328989"/>
                </a:lnTo>
                <a:lnTo>
                  <a:pt x="102841" y="318962"/>
                </a:lnTo>
                <a:lnTo>
                  <a:pt x="99758" y="306080"/>
                </a:lnTo>
                <a:close/>
              </a:path>
              <a:path w="257175" h="612139">
                <a:moveTo>
                  <a:pt x="99758" y="306080"/>
                </a:moveTo>
                <a:lnTo>
                  <a:pt x="102841" y="318962"/>
                </a:lnTo>
                <a:lnTo>
                  <a:pt x="111316" y="328989"/>
                </a:lnTo>
                <a:lnTo>
                  <a:pt x="124426" y="333849"/>
                </a:lnTo>
                <a:lnTo>
                  <a:pt x="136090" y="333471"/>
                </a:lnTo>
                <a:lnTo>
                  <a:pt x="144198" y="329824"/>
                </a:lnTo>
                <a:lnTo>
                  <a:pt x="99758" y="306080"/>
                </a:lnTo>
                <a:close/>
              </a:path>
              <a:path w="257175" h="612139">
                <a:moveTo>
                  <a:pt x="156908" y="0"/>
                </a:moveTo>
                <a:lnTo>
                  <a:pt x="99758" y="0"/>
                </a:lnTo>
                <a:lnTo>
                  <a:pt x="99758" y="306080"/>
                </a:lnTo>
                <a:lnTo>
                  <a:pt x="144198" y="329824"/>
                </a:lnTo>
                <a:lnTo>
                  <a:pt x="136090" y="333471"/>
                </a:lnTo>
                <a:lnTo>
                  <a:pt x="124426" y="333849"/>
                </a:lnTo>
                <a:lnTo>
                  <a:pt x="156908" y="333849"/>
                </a:lnTo>
                <a:lnTo>
                  <a:pt x="156908" y="306080"/>
                </a:lnTo>
                <a:lnTo>
                  <a:pt x="112438" y="282336"/>
                </a:lnTo>
                <a:lnTo>
                  <a:pt x="120670" y="278631"/>
                </a:lnTo>
                <a:lnTo>
                  <a:pt x="132314" y="278248"/>
                </a:lnTo>
                <a:lnTo>
                  <a:pt x="156908" y="278248"/>
                </a:lnTo>
                <a:lnTo>
                  <a:pt x="156908" y="0"/>
                </a:lnTo>
                <a:close/>
              </a:path>
              <a:path w="257175" h="612139">
                <a:moveTo>
                  <a:pt x="132314" y="278248"/>
                </a:moveTo>
                <a:lnTo>
                  <a:pt x="120670" y="278631"/>
                </a:lnTo>
                <a:lnTo>
                  <a:pt x="112438" y="282336"/>
                </a:lnTo>
                <a:lnTo>
                  <a:pt x="156908" y="306080"/>
                </a:lnTo>
                <a:lnTo>
                  <a:pt x="153838" y="293225"/>
                </a:lnTo>
                <a:lnTo>
                  <a:pt x="145410" y="283148"/>
                </a:lnTo>
                <a:lnTo>
                  <a:pt x="132314" y="278248"/>
                </a:lnTo>
                <a:close/>
              </a:path>
              <a:path w="257175" h="612139">
                <a:moveTo>
                  <a:pt x="156908" y="278248"/>
                </a:moveTo>
                <a:lnTo>
                  <a:pt x="132314" y="278248"/>
                </a:lnTo>
                <a:lnTo>
                  <a:pt x="145410" y="283148"/>
                </a:lnTo>
                <a:lnTo>
                  <a:pt x="153838" y="293225"/>
                </a:lnTo>
                <a:lnTo>
                  <a:pt x="156908" y="306080"/>
                </a:lnTo>
                <a:lnTo>
                  <a:pt x="156908" y="278248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8396D91E-B432-4056-BEC7-FBCE84A623B0}"/>
              </a:ext>
            </a:extLst>
          </p:cNvPr>
          <p:cNvSpPr/>
          <p:nvPr/>
        </p:nvSpPr>
        <p:spPr>
          <a:xfrm>
            <a:off x="4295692" y="4566908"/>
            <a:ext cx="594360" cy="11292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630DE85B-C311-4C84-A0F8-190866DC8962}"/>
              </a:ext>
            </a:extLst>
          </p:cNvPr>
          <p:cNvSpPr/>
          <p:nvPr/>
        </p:nvSpPr>
        <p:spPr>
          <a:xfrm>
            <a:off x="4464426" y="4844788"/>
            <a:ext cx="257175" cy="534035"/>
          </a:xfrm>
          <a:custGeom>
            <a:avLst/>
            <a:gdLst/>
            <a:ahLst/>
            <a:cxnLst/>
            <a:rect l="l" t="t" r="r" b="b"/>
            <a:pathLst>
              <a:path w="257175" h="534035">
                <a:moveTo>
                  <a:pt x="32749" y="278231"/>
                </a:moveTo>
                <a:lnTo>
                  <a:pt x="20724" y="279698"/>
                </a:lnTo>
                <a:lnTo>
                  <a:pt x="7360" y="286141"/>
                </a:lnTo>
                <a:lnTo>
                  <a:pt x="1349" y="296384"/>
                </a:lnTo>
                <a:lnTo>
                  <a:pt x="0" y="308138"/>
                </a:lnTo>
                <a:lnTo>
                  <a:pt x="3721" y="319777"/>
                </a:lnTo>
                <a:lnTo>
                  <a:pt x="128445" y="533649"/>
                </a:lnTo>
                <a:lnTo>
                  <a:pt x="161551" y="476880"/>
                </a:lnTo>
                <a:lnTo>
                  <a:pt x="99885" y="476880"/>
                </a:lnTo>
                <a:lnTo>
                  <a:pt x="99885" y="371590"/>
                </a:lnTo>
                <a:lnTo>
                  <a:pt x="50834" y="287720"/>
                </a:lnTo>
                <a:lnTo>
                  <a:pt x="42947" y="281114"/>
                </a:lnTo>
                <a:lnTo>
                  <a:pt x="32749" y="278231"/>
                </a:lnTo>
                <a:close/>
              </a:path>
              <a:path w="257175" h="534035">
                <a:moveTo>
                  <a:pt x="99885" y="371590"/>
                </a:moveTo>
                <a:lnTo>
                  <a:pt x="99885" y="476880"/>
                </a:lnTo>
                <a:lnTo>
                  <a:pt x="157035" y="476880"/>
                </a:lnTo>
                <a:lnTo>
                  <a:pt x="157035" y="462533"/>
                </a:lnTo>
                <a:lnTo>
                  <a:pt x="103817" y="462533"/>
                </a:lnTo>
                <a:lnTo>
                  <a:pt x="128405" y="420354"/>
                </a:lnTo>
                <a:lnTo>
                  <a:pt x="99885" y="371590"/>
                </a:lnTo>
                <a:close/>
              </a:path>
              <a:path w="257175" h="534035">
                <a:moveTo>
                  <a:pt x="222881" y="277411"/>
                </a:moveTo>
                <a:lnTo>
                  <a:pt x="212033" y="282053"/>
                </a:lnTo>
                <a:lnTo>
                  <a:pt x="203761" y="291083"/>
                </a:lnTo>
                <a:lnTo>
                  <a:pt x="157035" y="371240"/>
                </a:lnTo>
                <a:lnTo>
                  <a:pt x="157035" y="476880"/>
                </a:lnTo>
                <a:lnTo>
                  <a:pt x="161551" y="476880"/>
                </a:lnTo>
                <a:lnTo>
                  <a:pt x="253169" y="319777"/>
                </a:lnTo>
                <a:lnTo>
                  <a:pt x="254539" y="317092"/>
                </a:lnTo>
                <a:lnTo>
                  <a:pt x="256761" y="306832"/>
                </a:lnTo>
                <a:lnTo>
                  <a:pt x="254441" y="296293"/>
                </a:lnTo>
                <a:lnTo>
                  <a:pt x="247215" y="286271"/>
                </a:lnTo>
                <a:lnTo>
                  <a:pt x="234721" y="277560"/>
                </a:lnTo>
                <a:lnTo>
                  <a:pt x="222881" y="277411"/>
                </a:lnTo>
                <a:close/>
              </a:path>
              <a:path w="257175" h="534035">
                <a:moveTo>
                  <a:pt x="128405" y="420354"/>
                </a:moveTo>
                <a:lnTo>
                  <a:pt x="103817" y="462533"/>
                </a:lnTo>
                <a:lnTo>
                  <a:pt x="153073" y="462533"/>
                </a:lnTo>
                <a:lnTo>
                  <a:pt x="128405" y="420354"/>
                </a:lnTo>
                <a:close/>
              </a:path>
              <a:path w="257175" h="534035">
                <a:moveTo>
                  <a:pt x="157035" y="371240"/>
                </a:moveTo>
                <a:lnTo>
                  <a:pt x="128405" y="420354"/>
                </a:lnTo>
                <a:lnTo>
                  <a:pt x="153073" y="462533"/>
                </a:lnTo>
                <a:lnTo>
                  <a:pt x="157035" y="462533"/>
                </a:lnTo>
                <a:lnTo>
                  <a:pt x="157035" y="371240"/>
                </a:lnTo>
                <a:close/>
              </a:path>
              <a:path w="257175" h="534035">
                <a:moveTo>
                  <a:pt x="128485" y="113163"/>
                </a:moveTo>
                <a:lnTo>
                  <a:pt x="99885" y="162226"/>
                </a:lnTo>
                <a:lnTo>
                  <a:pt x="99885" y="371590"/>
                </a:lnTo>
                <a:lnTo>
                  <a:pt x="128405" y="420354"/>
                </a:lnTo>
                <a:lnTo>
                  <a:pt x="157035" y="371240"/>
                </a:lnTo>
                <a:lnTo>
                  <a:pt x="157035" y="161980"/>
                </a:lnTo>
                <a:lnTo>
                  <a:pt x="128485" y="113163"/>
                </a:lnTo>
                <a:close/>
              </a:path>
              <a:path w="257175" h="534035">
                <a:moveTo>
                  <a:pt x="128445" y="0"/>
                </a:moveTo>
                <a:lnTo>
                  <a:pt x="3721" y="213740"/>
                </a:lnTo>
                <a:lnTo>
                  <a:pt x="2351" y="216426"/>
                </a:lnTo>
                <a:lnTo>
                  <a:pt x="129" y="226686"/>
                </a:lnTo>
                <a:lnTo>
                  <a:pt x="2449" y="237225"/>
                </a:lnTo>
                <a:lnTo>
                  <a:pt x="9674" y="247247"/>
                </a:lnTo>
                <a:lnTo>
                  <a:pt x="22168" y="255958"/>
                </a:lnTo>
                <a:lnTo>
                  <a:pt x="34009" y="256107"/>
                </a:lnTo>
                <a:lnTo>
                  <a:pt x="44856" y="251465"/>
                </a:lnTo>
                <a:lnTo>
                  <a:pt x="53129" y="242434"/>
                </a:lnTo>
                <a:lnTo>
                  <a:pt x="99885" y="162226"/>
                </a:lnTo>
                <a:lnTo>
                  <a:pt x="99885" y="56637"/>
                </a:lnTo>
                <a:lnTo>
                  <a:pt x="161495" y="56637"/>
                </a:lnTo>
                <a:lnTo>
                  <a:pt x="128445" y="0"/>
                </a:lnTo>
                <a:close/>
              </a:path>
              <a:path w="257175" h="534035">
                <a:moveTo>
                  <a:pt x="161495" y="56637"/>
                </a:moveTo>
                <a:lnTo>
                  <a:pt x="157035" y="56637"/>
                </a:lnTo>
                <a:lnTo>
                  <a:pt x="157035" y="161980"/>
                </a:lnTo>
                <a:lnTo>
                  <a:pt x="206055" y="245798"/>
                </a:lnTo>
                <a:lnTo>
                  <a:pt x="213942" y="252404"/>
                </a:lnTo>
                <a:lnTo>
                  <a:pt x="224141" y="255286"/>
                </a:lnTo>
                <a:lnTo>
                  <a:pt x="236165" y="253819"/>
                </a:lnTo>
                <a:lnTo>
                  <a:pt x="249529" y="247377"/>
                </a:lnTo>
                <a:lnTo>
                  <a:pt x="255541" y="237133"/>
                </a:lnTo>
                <a:lnTo>
                  <a:pt x="256890" y="225380"/>
                </a:lnTo>
                <a:lnTo>
                  <a:pt x="253169" y="213740"/>
                </a:lnTo>
                <a:lnTo>
                  <a:pt x="161495" y="56637"/>
                </a:lnTo>
                <a:close/>
              </a:path>
              <a:path w="257175" h="534035">
                <a:moveTo>
                  <a:pt x="157035" y="56637"/>
                </a:moveTo>
                <a:lnTo>
                  <a:pt x="99885" y="56637"/>
                </a:lnTo>
                <a:lnTo>
                  <a:pt x="99885" y="162226"/>
                </a:lnTo>
                <a:lnTo>
                  <a:pt x="128485" y="113163"/>
                </a:lnTo>
                <a:lnTo>
                  <a:pt x="103817" y="70984"/>
                </a:lnTo>
                <a:lnTo>
                  <a:pt x="157035" y="70984"/>
                </a:lnTo>
                <a:lnTo>
                  <a:pt x="157035" y="56637"/>
                </a:lnTo>
                <a:close/>
              </a:path>
              <a:path w="257175" h="534035">
                <a:moveTo>
                  <a:pt x="157035" y="70984"/>
                </a:moveTo>
                <a:lnTo>
                  <a:pt x="153073" y="70984"/>
                </a:lnTo>
                <a:lnTo>
                  <a:pt x="128485" y="113163"/>
                </a:lnTo>
                <a:lnTo>
                  <a:pt x="157035" y="161980"/>
                </a:lnTo>
                <a:lnTo>
                  <a:pt x="157035" y="70984"/>
                </a:lnTo>
                <a:close/>
              </a:path>
              <a:path w="257175" h="534035">
                <a:moveTo>
                  <a:pt x="153073" y="70984"/>
                </a:moveTo>
                <a:lnTo>
                  <a:pt x="103817" y="70984"/>
                </a:lnTo>
                <a:lnTo>
                  <a:pt x="128485" y="113163"/>
                </a:lnTo>
                <a:lnTo>
                  <a:pt x="153073" y="70984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2">
            <a:extLst>
              <a:ext uri="{FF2B5EF4-FFF2-40B4-BE49-F238E27FC236}">
                <a16:creationId xmlns:a16="http://schemas.microsoft.com/office/drawing/2014/main" id="{4D50103C-B9FA-439E-9507-7F5CD42999A5}"/>
              </a:ext>
            </a:extLst>
          </p:cNvPr>
          <p:cNvSpPr/>
          <p:nvPr/>
        </p:nvSpPr>
        <p:spPr>
          <a:xfrm>
            <a:off x="282999" y="1651495"/>
            <a:ext cx="1685544" cy="5044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3">
            <a:extLst>
              <a:ext uri="{FF2B5EF4-FFF2-40B4-BE49-F238E27FC236}">
                <a16:creationId xmlns:a16="http://schemas.microsoft.com/office/drawing/2014/main" id="{C8FA0526-B57A-4F50-A345-E650E45E48AE}"/>
              </a:ext>
            </a:extLst>
          </p:cNvPr>
          <p:cNvSpPr/>
          <p:nvPr/>
        </p:nvSpPr>
        <p:spPr>
          <a:xfrm>
            <a:off x="203751" y="1450328"/>
            <a:ext cx="1946147" cy="104546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4">
            <a:extLst>
              <a:ext uri="{FF2B5EF4-FFF2-40B4-BE49-F238E27FC236}">
                <a16:creationId xmlns:a16="http://schemas.microsoft.com/office/drawing/2014/main" id="{687FDF3B-97F4-4C4F-8140-00BE249C3884}"/>
              </a:ext>
            </a:extLst>
          </p:cNvPr>
          <p:cNvSpPr/>
          <p:nvPr/>
        </p:nvSpPr>
        <p:spPr>
          <a:xfrm>
            <a:off x="325672" y="1671673"/>
            <a:ext cx="1600200" cy="419100"/>
          </a:xfrm>
          <a:custGeom>
            <a:avLst/>
            <a:gdLst/>
            <a:ahLst/>
            <a:cxnLst/>
            <a:rect l="l" t="t" r="r" b="b"/>
            <a:pathLst>
              <a:path w="1600200" h="419100">
                <a:moveTo>
                  <a:pt x="1530345" y="0"/>
                </a:moveTo>
                <a:lnTo>
                  <a:pt x="58506" y="915"/>
                </a:lnTo>
                <a:lnTo>
                  <a:pt x="21545" y="19382"/>
                </a:lnTo>
                <a:lnTo>
                  <a:pt x="1499" y="55383"/>
                </a:lnTo>
                <a:lnTo>
                  <a:pt x="0" y="69860"/>
                </a:lnTo>
                <a:lnTo>
                  <a:pt x="912" y="360595"/>
                </a:lnTo>
                <a:lnTo>
                  <a:pt x="19382" y="397558"/>
                </a:lnTo>
                <a:lnTo>
                  <a:pt x="55383" y="417601"/>
                </a:lnTo>
                <a:lnTo>
                  <a:pt x="69854" y="419099"/>
                </a:lnTo>
                <a:lnTo>
                  <a:pt x="1541678" y="418187"/>
                </a:lnTo>
                <a:lnTo>
                  <a:pt x="1578654" y="399729"/>
                </a:lnTo>
                <a:lnTo>
                  <a:pt x="1598701" y="363739"/>
                </a:lnTo>
                <a:lnTo>
                  <a:pt x="1600199" y="349270"/>
                </a:lnTo>
                <a:lnTo>
                  <a:pt x="1599284" y="58504"/>
                </a:lnTo>
                <a:lnTo>
                  <a:pt x="1580817" y="21537"/>
                </a:lnTo>
                <a:lnTo>
                  <a:pt x="1544820" y="1498"/>
                </a:lnTo>
                <a:lnTo>
                  <a:pt x="1530345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5">
            <a:extLst>
              <a:ext uri="{FF2B5EF4-FFF2-40B4-BE49-F238E27FC236}">
                <a16:creationId xmlns:a16="http://schemas.microsoft.com/office/drawing/2014/main" id="{49971182-3C7A-49C3-8C50-5AF3C3EBBA12}"/>
              </a:ext>
            </a:extLst>
          </p:cNvPr>
          <p:cNvSpPr/>
          <p:nvPr/>
        </p:nvSpPr>
        <p:spPr>
          <a:xfrm>
            <a:off x="2492799" y="1636256"/>
            <a:ext cx="1685544" cy="50444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6">
            <a:extLst>
              <a:ext uri="{FF2B5EF4-FFF2-40B4-BE49-F238E27FC236}">
                <a16:creationId xmlns:a16="http://schemas.microsoft.com/office/drawing/2014/main" id="{8BCCFEB5-4D55-45E8-A959-3E9070E30378}"/>
              </a:ext>
            </a:extLst>
          </p:cNvPr>
          <p:cNvSpPr/>
          <p:nvPr/>
        </p:nvSpPr>
        <p:spPr>
          <a:xfrm>
            <a:off x="2413551" y="1435087"/>
            <a:ext cx="1946147" cy="104546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7">
            <a:extLst>
              <a:ext uri="{FF2B5EF4-FFF2-40B4-BE49-F238E27FC236}">
                <a16:creationId xmlns:a16="http://schemas.microsoft.com/office/drawing/2014/main" id="{67A3AB6A-DAFA-416A-8005-1703F6F31929}"/>
              </a:ext>
            </a:extLst>
          </p:cNvPr>
          <p:cNvSpPr/>
          <p:nvPr/>
        </p:nvSpPr>
        <p:spPr>
          <a:xfrm>
            <a:off x="2535472" y="1656068"/>
            <a:ext cx="1600200" cy="419100"/>
          </a:xfrm>
          <a:custGeom>
            <a:avLst/>
            <a:gdLst/>
            <a:ahLst/>
            <a:cxnLst/>
            <a:rect l="l" t="t" r="r" b="b"/>
            <a:pathLst>
              <a:path w="1600200" h="419100">
                <a:moveTo>
                  <a:pt x="1530339" y="0"/>
                </a:moveTo>
                <a:lnTo>
                  <a:pt x="58500" y="915"/>
                </a:lnTo>
                <a:lnTo>
                  <a:pt x="21536" y="19382"/>
                </a:lnTo>
                <a:lnTo>
                  <a:pt x="1498" y="55383"/>
                </a:lnTo>
                <a:lnTo>
                  <a:pt x="0" y="69860"/>
                </a:lnTo>
                <a:lnTo>
                  <a:pt x="915" y="360595"/>
                </a:lnTo>
                <a:lnTo>
                  <a:pt x="19382" y="397562"/>
                </a:lnTo>
                <a:lnTo>
                  <a:pt x="55379" y="417601"/>
                </a:lnTo>
                <a:lnTo>
                  <a:pt x="69854" y="419099"/>
                </a:lnTo>
                <a:lnTo>
                  <a:pt x="1541699" y="418183"/>
                </a:lnTo>
                <a:lnTo>
                  <a:pt x="1578664" y="399715"/>
                </a:lnTo>
                <a:lnTo>
                  <a:pt x="1598701" y="363716"/>
                </a:lnTo>
                <a:lnTo>
                  <a:pt x="1600199" y="349239"/>
                </a:lnTo>
                <a:lnTo>
                  <a:pt x="1599283" y="58500"/>
                </a:lnTo>
                <a:lnTo>
                  <a:pt x="1580815" y="21535"/>
                </a:lnTo>
                <a:lnTo>
                  <a:pt x="1544816" y="1498"/>
                </a:lnTo>
                <a:lnTo>
                  <a:pt x="153033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8">
            <a:extLst>
              <a:ext uri="{FF2B5EF4-FFF2-40B4-BE49-F238E27FC236}">
                <a16:creationId xmlns:a16="http://schemas.microsoft.com/office/drawing/2014/main" id="{D05E6D52-0281-45C9-BA7F-305B0118E953}"/>
              </a:ext>
            </a:extLst>
          </p:cNvPr>
          <p:cNvSpPr/>
          <p:nvPr/>
        </p:nvSpPr>
        <p:spPr>
          <a:xfrm>
            <a:off x="4690407" y="2136128"/>
            <a:ext cx="2077212" cy="178612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9">
            <a:extLst>
              <a:ext uri="{FF2B5EF4-FFF2-40B4-BE49-F238E27FC236}">
                <a16:creationId xmlns:a16="http://schemas.microsoft.com/office/drawing/2014/main" id="{F6C77A58-62C1-44CF-978E-A7B583FF3446}"/>
              </a:ext>
            </a:extLst>
          </p:cNvPr>
          <p:cNvSpPr/>
          <p:nvPr/>
        </p:nvSpPr>
        <p:spPr>
          <a:xfrm>
            <a:off x="4738291" y="2159872"/>
            <a:ext cx="1981200" cy="1691639"/>
          </a:xfrm>
          <a:custGeom>
            <a:avLst/>
            <a:gdLst/>
            <a:ahLst/>
            <a:cxnLst/>
            <a:rect l="l" t="t" r="r" b="b"/>
            <a:pathLst>
              <a:path w="1981200" h="1691639">
                <a:moveTo>
                  <a:pt x="1699138" y="0"/>
                </a:moveTo>
                <a:lnTo>
                  <a:pt x="281939" y="0"/>
                </a:lnTo>
                <a:lnTo>
                  <a:pt x="258819" y="934"/>
                </a:lnTo>
                <a:lnTo>
                  <a:pt x="214192" y="8195"/>
                </a:lnTo>
                <a:lnTo>
                  <a:pt x="172204" y="22158"/>
                </a:lnTo>
                <a:lnTo>
                  <a:pt x="133434" y="42245"/>
                </a:lnTo>
                <a:lnTo>
                  <a:pt x="98464" y="67874"/>
                </a:lnTo>
                <a:lnTo>
                  <a:pt x="67874" y="98464"/>
                </a:lnTo>
                <a:lnTo>
                  <a:pt x="42245" y="133434"/>
                </a:lnTo>
                <a:lnTo>
                  <a:pt x="22158" y="172204"/>
                </a:lnTo>
                <a:lnTo>
                  <a:pt x="8195" y="214192"/>
                </a:lnTo>
                <a:lnTo>
                  <a:pt x="934" y="258819"/>
                </a:lnTo>
                <a:lnTo>
                  <a:pt x="0" y="281939"/>
                </a:lnTo>
                <a:lnTo>
                  <a:pt x="0" y="1409699"/>
                </a:lnTo>
                <a:lnTo>
                  <a:pt x="3690" y="1455427"/>
                </a:lnTo>
                <a:lnTo>
                  <a:pt x="14375" y="1498807"/>
                </a:lnTo>
                <a:lnTo>
                  <a:pt x="31473" y="1539259"/>
                </a:lnTo>
                <a:lnTo>
                  <a:pt x="54403" y="1576201"/>
                </a:lnTo>
                <a:lnTo>
                  <a:pt x="82585" y="1609054"/>
                </a:lnTo>
                <a:lnTo>
                  <a:pt x="115438" y="1637236"/>
                </a:lnTo>
                <a:lnTo>
                  <a:pt x="152380" y="1660166"/>
                </a:lnTo>
                <a:lnTo>
                  <a:pt x="192832" y="1677264"/>
                </a:lnTo>
                <a:lnTo>
                  <a:pt x="236212" y="1687949"/>
                </a:lnTo>
                <a:lnTo>
                  <a:pt x="281939" y="1691639"/>
                </a:lnTo>
                <a:lnTo>
                  <a:pt x="1699138" y="1691639"/>
                </a:lnTo>
                <a:lnTo>
                  <a:pt x="1744898" y="1687949"/>
                </a:lnTo>
                <a:lnTo>
                  <a:pt x="1788304" y="1677264"/>
                </a:lnTo>
                <a:lnTo>
                  <a:pt x="1828777" y="1660166"/>
                </a:lnTo>
                <a:lnTo>
                  <a:pt x="1865735" y="1637236"/>
                </a:lnTo>
                <a:lnTo>
                  <a:pt x="1898599" y="1609054"/>
                </a:lnTo>
                <a:lnTo>
                  <a:pt x="1926788" y="1576201"/>
                </a:lnTo>
                <a:lnTo>
                  <a:pt x="1949723" y="1539259"/>
                </a:lnTo>
                <a:lnTo>
                  <a:pt x="1966823" y="1498807"/>
                </a:lnTo>
                <a:lnTo>
                  <a:pt x="1977509" y="1455427"/>
                </a:lnTo>
                <a:lnTo>
                  <a:pt x="1981199" y="1409699"/>
                </a:lnTo>
                <a:lnTo>
                  <a:pt x="1981199" y="281939"/>
                </a:lnTo>
                <a:lnTo>
                  <a:pt x="1977509" y="236212"/>
                </a:lnTo>
                <a:lnTo>
                  <a:pt x="1966823" y="192832"/>
                </a:lnTo>
                <a:lnTo>
                  <a:pt x="1949723" y="152380"/>
                </a:lnTo>
                <a:lnTo>
                  <a:pt x="1926788" y="115438"/>
                </a:lnTo>
                <a:lnTo>
                  <a:pt x="1898599" y="82585"/>
                </a:lnTo>
                <a:lnTo>
                  <a:pt x="1865735" y="54403"/>
                </a:lnTo>
                <a:lnTo>
                  <a:pt x="1828777" y="31473"/>
                </a:lnTo>
                <a:lnTo>
                  <a:pt x="1788304" y="14375"/>
                </a:lnTo>
                <a:lnTo>
                  <a:pt x="1744898" y="3690"/>
                </a:lnTo>
                <a:lnTo>
                  <a:pt x="1699138" y="0"/>
                </a:lnTo>
                <a:close/>
              </a:path>
            </a:pathLst>
          </a:custGeom>
          <a:solidFill>
            <a:srgbClr val="91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0">
            <a:extLst>
              <a:ext uri="{FF2B5EF4-FFF2-40B4-BE49-F238E27FC236}">
                <a16:creationId xmlns:a16="http://schemas.microsoft.com/office/drawing/2014/main" id="{3675A601-AC99-4883-A949-505B984E4530}"/>
              </a:ext>
            </a:extLst>
          </p:cNvPr>
          <p:cNvSpPr/>
          <p:nvPr/>
        </p:nvSpPr>
        <p:spPr>
          <a:xfrm>
            <a:off x="4738291" y="2159872"/>
            <a:ext cx="1981200" cy="1691639"/>
          </a:xfrm>
          <a:custGeom>
            <a:avLst/>
            <a:gdLst/>
            <a:ahLst/>
            <a:cxnLst/>
            <a:rect l="l" t="t" r="r" b="b"/>
            <a:pathLst>
              <a:path w="1981200" h="1691639">
                <a:moveTo>
                  <a:pt x="0" y="281939"/>
                </a:moveTo>
                <a:lnTo>
                  <a:pt x="3690" y="236212"/>
                </a:lnTo>
                <a:lnTo>
                  <a:pt x="14375" y="192832"/>
                </a:lnTo>
                <a:lnTo>
                  <a:pt x="31473" y="152380"/>
                </a:lnTo>
                <a:lnTo>
                  <a:pt x="54403" y="115438"/>
                </a:lnTo>
                <a:lnTo>
                  <a:pt x="82585" y="82585"/>
                </a:lnTo>
                <a:lnTo>
                  <a:pt x="115438" y="54403"/>
                </a:lnTo>
                <a:lnTo>
                  <a:pt x="152380" y="31473"/>
                </a:lnTo>
                <a:lnTo>
                  <a:pt x="192832" y="14375"/>
                </a:lnTo>
                <a:lnTo>
                  <a:pt x="236212" y="3690"/>
                </a:lnTo>
                <a:lnTo>
                  <a:pt x="281939" y="0"/>
                </a:lnTo>
                <a:lnTo>
                  <a:pt x="1699138" y="0"/>
                </a:lnTo>
                <a:lnTo>
                  <a:pt x="1744898" y="3690"/>
                </a:lnTo>
                <a:lnTo>
                  <a:pt x="1788304" y="14375"/>
                </a:lnTo>
                <a:lnTo>
                  <a:pt x="1828777" y="31473"/>
                </a:lnTo>
                <a:lnTo>
                  <a:pt x="1865735" y="54403"/>
                </a:lnTo>
                <a:lnTo>
                  <a:pt x="1898599" y="82585"/>
                </a:lnTo>
                <a:lnTo>
                  <a:pt x="1926788" y="115438"/>
                </a:lnTo>
                <a:lnTo>
                  <a:pt x="1949723" y="152380"/>
                </a:lnTo>
                <a:lnTo>
                  <a:pt x="1966823" y="192832"/>
                </a:lnTo>
                <a:lnTo>
                  <a:pt x="1977509" y="236212"/>
                </a:lnTo>
                <a:lnTo>
                  <a:pt x="1981199" y="281939"/>
                </a:lnTo>
                <a:lnTo>
                  <a:pt x="1981199" y="1409699"/>
                </a:lnTo>
                <a:lnTo>
                  <a:pt x="1977509" y="1455427"/>
                </a:lnTo>
                <a:lnTo>
                  <a:pt x="1966823" y="1498807"/>
                </a:lnTo>
                <a:lnTo>
                  <a:pt x="1949723" y="1539259"/>
                </a:lnTo>
                <a:lnTo>
                  <a:pt x="1926788" y="1576201"/>
                </a:lnTo>
                <a:lnTo>
                  <a:pt x="1898599" y="1609054"/>
                </a:lnTo>
                <a:lnTo>
                  <a:pt x="1865735" y="1637236"/>
                </a:lnTo>
                <a:lnTo>
                  <a:pt x="1828777" y="1660166"/>
                </a:lnTo>
                <a:lnTo>
                  <a:pt x="1788304" y="1677264"/>
                </a:lnTo>
                <a:lnTo>
                  <a:pt x="1744898" y="1687949"/>
                </a:lnTo>
                <a:lnTo>
                  <a:pt x="1699138" y="1691639"/>
                </a:lnTo>
                <a:lnTo>
                  <a:pt x="281939" y="1691639"/>
                </a:lnTo>
                <a:lnTo>
                  <a:pt x="236212" y="1687949"/>
                </a:lnTo>
                <a:lnTo>
                  <a:pt x="192832" y="1677264"/>
                </a:lnTo>
                <a:lnTo>
                  <a:pt x="152380" y="1660166"/>
                </a:lnTo>
                <a:lnTo>
                  <a:pt x="115438" y="1637236"/>
                </a:lnTo>
                <a:lnTo>
                  <a:pt x="82585" y="1609054"/>
                </a:lnTo>
                <a:lnTo>
                  <a:pt x="54403" y="1576201"/>
                </a:lnTo>
                <a:lnTo>
                  <a:pt x="31473" y="1539259"/>
                </a:lnTo>
                <a:lnTo>
                  <a:pt x="14375" y="1498807"/>
                </a:lnTo>
                <a:lnTo>
                  <a:pt x="3690" y="1455427"/>
                </a:lnTo>
                <a:lnTo>
                  <a:pt x="0" y="1409699"/>
                </a:lnTo>
                <a:lnTo>
                  <a:pt x="0" y="28193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1">
            <a:extLst>
              <a:ext uri="{FF2B5EF4-FFF2-40B4-BE49-F238E27FC236}">
                <a16:creationId xmlns:a16="http://schemas.microsoft.com/office/drawing/2014/main" id="{18952675-6898-4C30-B3D0-7CC667C2928F}"/>
              </a:ext>
            </a:extLst>
          </p:cNvPr>
          <p:cNvSpPr/>
          <p:nvPr/>
        </p:nvSpPr>
        <p:spPr>
          <a:xfrm>
            <a:off x="4448092" y="3829291"/>
            <a:ext cx="1351788" cy="88239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2">
            <a:extLst>
              <a:ext uri="{FF2B5EF4-FFF2-40B4-BE49-F238E27FC236}">
                <a16:creationId xmlns:a16="http://schemas.microsoft.com/office/drawing/2014/main" id="{53B19643-E160-440A-B54B-3A3EBCE30B99}"/>
              </a:ext>
            </a:extLst>
          </p:cNvPr>
          <p:cNvSpPr/>
          <p:nvPr/>
        </p:nvSpPr>
        <p:spPr>
          <a:xfrm>
            <a:off x="4616826" y="3851511"/>
            <a:ext cx="1141095" cy="543560"/>
          </a:xfrm>
          <a:custGeom>
            <a:avLst/>
            <a:gdLst/>
            <a:ahLst/>
            <a:cxnLst/>
            <a:rect l="l" t="t" r="r" b="b"/>
            <a:pathLst>
              <a:path w="1141095" h="543560">
                <a:moveTo>
                  <a:pt x="32745" y="287499"/>
                </a:moveTo>
                <a:lnTo>
                  <a:pt x="20722" y="288971"/>
                </a:lnTo>
                <a:lnTo>
                  <a:pt x="7359" y="295421"/>
                </a:lnTo>
                <a:lnTo>
                  <a:pt x="1348" y="305663"/>
                </a:lnTo>
                <a:lnTo>
                  <a:pt x="0" y="317417"/>
                </a:lnTo>
                <a:lnTo>
                  <a:pt x="3721" y="329062"/>
                </a:lnTo>
                <a:lnTo>
                  <a:pt x="128445" y="542940"/>
                </a:lnTo>
                <a:lnTo>
                  <a:pt x="161559" y="486155"/>
                </a:lnTo>
                <a:lnTo>
                  <a:pt x="99885" y="486155"/>
                </a:lnTo>
                <a:lnTo>
                  <a:pt x="99885" y="380857"/>
                </a:lnTo>
                <a:lnTo>
                  <a:pt x="50830" y="296980"/>
                </a:lnTo>
                <a:lnTo>
                  <a:pt x="42943" y="290378"/>
                </a:lnTo>
                <a:lnTo>
                  <a:pt x="32745" y="287499"/>
                </a:lnTo>
                <a:close/>
              </a:path>
              <a:path w="1141095" h="543560">
                <a:moveTo>
                  <a:pt x="99885" y="380857"/>
                </a:moveTo>
                <a:lnTo>
                  <a:pt x="99885" y="486155"/>
                </a:lnTo>
                <a:lnTo>
                  <a:pt x="157035" y="486155"/>
                </a:lnTo>
                <a:lnTo>
                  <a:pt x="157035" y="471799"/>
                </a:lnTo>
                <a:lnTo>
                  <a:pt x="103817" y="471799"/>
                </a:lnTo>
                <a:lnTo>
                  <a:pt x="128404" y="429621"/>
                </a:lnTo>
                <a:lnTo>
                  <a:pt x="99885" y="380857"/>
                </a:lnTo>
                <a:close/>
              </a:path>
              <a:path w="1141095" h="543560">
                <a:moveTo>
                  <a:pt x="250402" y="299968"/>
                </a:moveTo>
                <a:lnTo>
                  <a:pt x="204105" y="299974"/>
                </a:lnTo>
                <a:lnTo>
                  <a:pt x="203761" y="300349"/>
                </a:lnTo>
                <a:lnTo>
                  <a:pt x="157035" y="380506"/>
                </a:lnTo>
                <a:lnTo>
                  <a:pt x="157035" y="486155"/>
                </a:lnTo>
                <a:lnTo>
                  <a:pt x="161559" y="486155"/>
                </a:lnTo>
                <a:lnTo>
                  <a:pt x="253169" y="329062"/>
                </a:lnTo>
                <a:lnTo>
                  <a:pt x="254543" y="326365"/>
                </a:lnTo>
                <a:lnTo>
                  <a:pt x="256761" y="316102"/>
                </a:lnTo>
                <a:lnTo>
                  <a:pt x="254438" y="305564"/>
                </a:lnTo>
                <a:lnTo>
                  <a:pt x="250402" y="299968"/>
                </a:lnTo>
                <a:close/>
              </a:path>
              <a:path w="1141095" h="543560">
                <a:moveTo>
                  <a:pt x="128404" y="429621"/>
                </a:moveTo>
                <a:lnTo>
                  <a:pt x="103817" y="471799"/>
                </a:lnTo>
                <a:lnTo>
                  <a:pt x="153073" y="471799"/>
                </a:lnTo>
                <a:lnTo>
                  <a:pt x="128404" y="429621"/>
                </a:lnTo>
                <a:close/>
              </a:path>
              <a:path w="1141095" h="543560">
                <a:moveTo>
                  <a:pt x="157035" y="380506"/>
                </a:moveTo>
                <a:lnTo>
                  <a:pt x="128404" y="429621"/>
                </a:lnTo>
                <a:lnTo>
                  <a:pt x="153073" y="471799"/>
                </a:lnTo>
                <a:lnTo>
                  <a:pt x="157035" y="471799"/>
                </a:lnTo>
                <a:lnTo>
                  <a:pt x="157035" y="380506"/>
                </a:lnTo>
                <a:close/>
              </a:path>
              <a:path w="1141095" h="543560">
                <a:moveTo>
                  <a:pt x="1083475" y="242837"/>
                </a:moveTo>
                <a:lnTo>
                  <a:pt x="125795" y="242956"/>
                </a:lnTo>
                <a:lnTo>
                  <a:pt x="112625" y="247628"/>
                </a:lnTo>
                <a:lnTo>
                  <a:pt x="103376" y="257725"/>
                </a:lnTo>
                <a:lnTo>
                  <a:pt x="99885" y="271393"/>
                </a:lnTo>
                <a:lnTo>
                  <a:pt x="99885" y="380857"/>
                </a:lnTo>
                <a:lnTo>
                  <a:pt x="128404" y="429621"/>
                </a:lnTo>
                <a:lnTo>
                  <a:pt x="157035" y="380506"/>
                </a:lnTo>
                <a:lnTo>
                  <a:pt x="157035" y="299984"/>
                </a:lnTo>
                <a:lnTo>
                  <a:pt x="128445" y="299984"/>
                </a:lnTo>
                <a:lnTo>
                  <a:pt x="157035" y="271393"/>
                </a:lnTo>
                <a:lnTo>
                  <a:pt x="1083475" y="271393"/>
                </a:lnTo>
                <a:lnTo>
                  <a:pt x="1083475" y="242837"/>
                </a:lnTo>
                <a:close/>
              </a:path>
              <a:path w="1141095" h="543560">
                <a:moveTo>
                  <a:pt x="157035" y="271393"/>
                </a:moveTo>
                <a:lnTo>
                  <a:pt x="128445" y="299984"/>
                </a:lnTo>
                <a:lnTo>
                  <a:pt x="157035" y="299980"/>
                </a:lnTo>
                <a:lnTo>
                  <a:pt x="157035" y="271393"/>
                </a:lnTo>
                <a:close/>
              </a:path>
              <a:path w="1141095" h="543560">
                <a:moveTo>
                  <a:pt x="157035" y="299980"/>
                </a:moveTo>
                <a:lnTo>
                  <a:pt x="128445" y="299984"/>
                </a:lnTo>
                <a:lnTo>
                  <a:pt x="157035" y="299984"/>
                </a:lnTo>
                <a:close/>
              </a:path>
              <a:path w="1141095" h="543560">
                <a:moveTo>
                  <a:pt x="1140625" y="242834"/>
                </a:moveTo>
                <a:lnTo>
                  <a:pt x="1112065" y="242834"/>
                </a:lnTo>
                <a:lnTo>
                  <a:pt x="1083475" y="271393"/>
                </a:lnTo>
                <a:lnTo>
                  <a:pt x="157035" y="271393"/>
                </a:lnTo>
                <a:lnTo>
                  <a:pt x="157035" y="299980"/>
                </a:lnTo>
                <a:lnTo>
                  <a:pt x="204105" y="299974"/>
                </a:lnTo>
                <a:lnTo>
                  <a:pt x="212031" y="291321"/>
                </a:lnTo>
                <a:lnTo>
                  <a:pt x="222877" y="286680"/>
                </a:lnTo>
                <a:lnTo>
                  <a:pt x="1135670" y="286680"/>
                </a:lnTo>
                <a:lnTo>
                  <a:pt x="1137137" y="285076"/>
                </a:lnTo>
                <a:lnTo>
                  <a:pt x="1140625" y="271393"/>
                </a:lnTo>
                <a:lnTo>
                  <a:pt x="1140625" y="242834"/>
                </a:lnTo>
                <a:close/>
              </a:path>
              <a:path w="1141095" h="543560">
                <a:moveTo>
                  <a:pt x="222877" y="286680"/>
                </a:moveTo>
                <a:lnTo>
                  <a:pt x="212031" y="291321"/>
                </a:lnTo>
                <a:lnTo>
                  <a:pt x="204105" y="299974"/>
                </a:lnTo>
                <a:lnTo>
                  <a:pt x="250402" y="299968"/>
                </a:lnTo>
                <a:lnTo>
                  <a:pt x="247210" y="295543"/>
                </a:lnTo>
                <a:lnTo>
                  <a:pt x="234715" y="286832"/>
                </a:lnTo>
                <a:lnTo>
                  <a:pt x="222877" y="286680"/>
                </a:lnTo>
                <a:close/>
              </a:path>
              <a:path w="1141095" h="543560">
                <a:moveTo>
                  <a:pt x="1135670" y="286680"/>
                </a:moveTo>
                <a:lnTo>
                  <a:pt x="222877" y="286680"/>
                </a:lnTo>
                <a:lnTo>
                  <a:pt x="234715" y="286832"/>
                </a:lnTo>
                <a:lnTo>
                  <a:pt x="247210" y="295543"/>
                </a:lnTo>
                <a:lnTo>
                  <a:pt x="250402" y="299968"/>
                </a:lnTo>
                <a:lnTo>
                  <a:pt x="1114738" y="299860"/>
                </a:lnTo>
                <a:lnTo>
                  <a:pt x="1127897" y="295180"/>
                </a:lnTo>
                <a:lnTo>
                  <a:pt x="1135670" y="286680"/>
                </a:lnTo>
                <a:close/>
              </a:path>
              <a:path w="1141095" h="543560">
                <a:moveTo>
                  <a:pt x="1112065" y="242834"/>
                </a:moveTo>
                <a:lnTo>
                  <a:pt x="1083475" y="242837"/>
                </a:lnTo>
                <a:lnTo>
                  <a:pt x="1083475" y="271393"/>
                </a:lnTo>
                <a:lnTo>
                  <a:pt x="1112065" y="242834"/>
                </a:lnTo>
                <a:close/>
              </a:path>
              <a:path w="1141095" h="543560">
                <a:moveTo>
                  <a:pt x="1140625" y="0"/>
                </a:moveTo>
                <a:lnTo>
                  <a:pt x="1083475" y="0"/>
                </a:lnTo>
                <a:lnTo>
                  <a:pt x="1083475" y="242837"/>
                </a:lnTo>
                <a:lnTo>
                  <a:pt x="1140625" y="242834"/>
                </a:lnTo>
                <a:lnTo>
                  <a:pt x="1140625" y="0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3">
            <a:extLst>
              <a:ext uri="{FF2B5EF4-FFF2-40B4-BE49-F238E27FC236}">
                <a16:creationId xmlns:a16="http://schemas.microsoft.com/office/drawing/2014/main" id="{1078333E-BD59-4722-A0B9-959457DB853E}"/>
              </a:ext>
            </a:extLst>
          </p:cNvPr>
          <p:cNvSpPr/>
          <p:nvPr/>
        </p:nvSpPr>
        <p:spPr>
          <a:xfrm>
            <a:off x="4771180" y="1636256"/>
            <a:ext cx="1685544" cy="50444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4">
            <a:extLst>
              <a:ext uri="{FF2B5EF4-FFF2-40B4-BE49-F238E27FC236}">
                <a16:creationId xmlns:a16="http://schemas.microsoft.com/office/drawing/2014/main" id="{1D344549-7650-481F-8603-51F81372A74B}"/>
              </a:ext>
            </a:extLst>
          </p:cNvPr>
          <p:cNvSpPr/>
          <p:nvPr/>
        </p:nvSpPr>
        <p:spPr>
          <a:xfrm>
            <a:off x="4693456" y="1435087"/>
            <a:ext cx="1946148" cy="104546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5">
            <a:extLst>
              <a:ext uri="{FF2B5EF4-FFF2-40B4-BE49-F238E27FC236}">
                <a16:creationId xmlns:a16="http://schemas.microsoft.com/office/drawing/2014/main" id="{638A4C34-17A0-40E7-AED1-02C3A12B5169}"/>
              </a:ext>
            </a:extLst>
          </p:cNvPr>
          <p:cNvSpPr/>
          <p:nvPr/>
        </p:nvSpPr>
        <p:spPr>
          <a:xfrm>
            <a:off x="4814491" y="1656068"/>
            <a:ext cx="1600200" cy="419100"/>
          </a:xfrm>
          <a:custGeom>
            <a:avLst/>
            <a:gdLst/>
            <a:ahLst/>
            <a:cxnLst/>
            <a:rect l="l" t="t" r="r" b="b"/>
            <a:pathLst>
              <a:path w="1600200" h="419100">
                <a:moveTo>
                  <a:pt x="1530339" y="0"/>
                </a:moveTo>
                <a:lnTo>
                  <a:pt x="58500" y="916"/>
                </a:lnTo>
                <a:lnTo>
                  <a:pt x="21535" y="19384"/>
                </a:lnTo>
                <a:lnTo>
                  <a:pt x="1498" y="55383"/>
                </a:lnTo>
                <a:lnTo>
                  <a:pt x="0" y="69860"/>
                </a:lnTo>
                <a:lnTo>
                  <a:pt x="916" y="360599"/>
                </a:lnTo>
                <a:lnTo>
                  <a:pt x="19384" y="397564"/>
                </a:lnTo>
                <a:lnTo>
                  <a:pt x="55383" y="417601"/>
                </a:lnTo>
                <a:lnTo>
                  <a:pt x="69860" y="419099"/>
                </a:lnTo>
                <a:lnTo>
                  <a:pt x="1541670" y="418183"/>
                </a:lnTo>
                <a:lnTo>
                  <a:pt x="1578617" y="399715"/>
                </a:lnTo>
                <a:lnTo>
                  <a:pt x="1598696" y="363716"/>
                </a:lnTo>
                <a:lnTo>
                  <a:pt x="1600199" y="349239"/>
                </a:lnTo>
                <a:lnTo>
                  <a:pt x="1599280" y="58500"/>
                </a:lnTo>
                <a:lnTo>
                  <a:pt x="1580771" y="21535"/>
                </a:lnTo>
                <a:lnTo>
                  <a:pt x="1544780" y="1498"/>
                </a:lnTo>
                <a:lnTo>
                  <a:pt x="153033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6">
            <a:extLst>
              <a:ext uri="{FF2B5EF4-FFF2-40B4-BE49-F238E27FC236}">
                <a16:creationId xmlns:a16="http://schemas.microsoft.com/office/drawing/2014/main" id="{3D469DE4-BEE3-424A-B1DA-AFA245A62815}"/>
              </a:ext>
            </a:extLst>
          </p:cNvPr>
          <p:cNvSpPr/>
          <p:nvPr/>
        </p:nvSpPr>
        <p:spPr>
          <a:xfrm>
            <a:off x="6984028" y="2136128"/>
            <a:ext cx="2075688" cy="1786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7">
            <a:extLst>
              <a:ext uri="{FF2B5EF4-FFF2-40B4-BE49-F238E27FC236}">
                <a16:creationId xmlns:a16="http://schemas.microsoft.com/office/drawing/2014/main" id="{7FA091BB-1125-4260-B80F-FE6B226B9C6E}"/>
              </a:ext>
            </a:extLst>
          </p:cNvPr>
          <p:cNvSpPr/>
          <p:nvPr/>
        </p:nvSpPr>
        <p:spPr>
          <a:xfrm>
            <a:off x="7031272" y="2159872"/>
            <a:ext cx="1981200" cy="1691639"/>
          </a:xfrm>
          <a:custGeom>
            <a:avLst/>
            <a:gdLst/>
            <a:ahLst/>
            <a:cxnLst/>
            <a:rect l="l" t="t" r="r" b="b"/>
            <a:pathLst>
              <a:path w="1981200" h="1691639">
                <a:moveTo>
                  <a:pt x="1699259" y="0"/>
                </a:moveTo>
                <a:lnTo>
                  <a:pt x="281939" y="0"/>
                </a:lnTo>
                <a:lnTo>
                  <a:pt x="258819" y="934"/>
                </a:lnTo>
                <a:lnTo>
                  <a:pt x="214192" y="8195"/>
                </a:lnTo>
                <a:lnTo>
                  <a:pt x="172204" y="22158"/>
                </a:lnTo>
                <a:lnTo>
                  <a:pt x="133434" y="42245"/>
                </a:lnTo>
                <a:lnTo>
                  <a:pt x="98464" y="67874"/>
                </a:lnTo>
                <a:lnTo>
                  <a:pt x="67874" y="98464"/>
                </a:lnTo>
                <a:lnTo>
                  <a:pt x="42245" y="133434"/>
                </a:lnTo>
                <a:lnTo>
                  <a:pt x="22158" y="172204"/>
                </a:lnTo>
                <a:lnTo>
                  <a:pt x="8195" y="214192"/>
                </a:lnTo>
                <a:lnTo>
                  <a:pt x="934" y="258819"/>
                </a:lnTo>
                <a:lnTo>
                  <a:pt x="0" y="281939"/>
                </a:lnTo>
                <a:lnTo>
                  <a:pt x="0" y="1409699"/>
                </a:lnTo>
                <a:lnTo>
                  <a:pt x="3690" y="1455427"/>
                </a:lnTo>
                <a:lnTo>
                  <a:pt x="14375" y="1498807"/>
                </a:lnTo>
                <a:lnTo>
                  <a:pt x="31473" y="1539259"/>
                </a:lnTo>
                <a:lnTo>
                  <a:pt x="54403" y="1576201"/>
                </a:lnTo>
                <a:lnTo>
                  <a:pt x="82585" y="1609054"/>
                </a:lnTo>
                <a:lnTo>
                  <a:pt x="115438" y="1637236"/>
                </a:lnTo>
                <a:lnTo>
                  <a:pt x="152380" y="1660166"/>
                </a:lnTo>
                <a:lnTo>
                  <a:pt x="192832" y="1677264"/>
                </a:lnTo>
                <a:lnTo>
                  <a:pt x="236212" y="1687949"/>
                </a:lnTo>
                <a:lnTo>
                  <a:pt x="281939" y="1691639"/>
                </a:lnTo>
                <a:lnTo>
                  <a:pt x="1699259" y="1691639"/>
                </a:lnTo>
                <a:lnTo>
                  <a:pt x="1744987" y="1687949"/>
                </a:lnTo>
                <a:lnTo>
                  <a:pt x="1788367" y="1677264"/>
                </a:lnTo>
                <a:lnTo>
                  <a:pt x="1828819" y="1660166"/>
                </a:lnTo>
                <a:lnTo>
                  <a:pt x="1865761" y="1637236"/>
                </a:lnTo>
                <a:lnTo>
                  <a:pt x="1898614" y="1609054"/>
                </a:lnTo>
                <a:lnTo>
                  <a:pt x="1926796" y="1576201"/>
                </a:lnTo>
                <a:lnTo>
                  <a:pt x="1949726" y="1539259"/>
                </a:lnTo>
                <a:lnTo>
                  <a:pt x="1966824" y="1498807"/>
                </a:lnTo>
                <a:lnTo>
                  <a:pt x="1977509" y="1455427"/>
                </a:lnTo>
                <a:lnTo>
                  <a:pt x="1981199" y="1409699"/>
                </a:lnTo>
                <a:lnTo>
                  <a:pt x="1981199" y="281939"/>
                </a:lnTo>
                <a:lnTo>
                  <a:pt x="1977509" y="236212"/>
                </a:lnTo>
                <a:lnTo>
                  <a:pt x="1966824" y="192832"/>
                </a:lnTo>
                <a:lnTo>
                  <a:pt x="1949726" y="152380"/>
                </a:lnTo>
                <a:lnTo>
                  <a:pt x="1926796" y="115438"/>
                </a:lnTo>
                <a:lnTo>
                  <a:pt x="1898614" y="82585"/>
                </a:lnTo>
                <a:lnTo>
                  <a:pt x="1865761" y="54403"/>
                </a:lnTo>
                <a:lnTo>
                  <a:pt x="1828819" y="31473"/>
                </a:lnTo>
                <a:lnTo>
                  <a:pt x="1788367" y="14375"/>
                </a:lnTo>
                <a:lnTo>
                  <a:pt x="1744987" y="3690"/>
                </a:lnTo>
                <a:lnTo>
                  <a:pt x="169925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8">
            <a:extLst>
              <a:ext uri="{FF2B5EF4-FFF2-40B4-BE49-F238E27FC236}">
                <a16:creationId xmlns:a16="http://schemas.microsoft.com/office/drawing/2014/main" id="{7F6E4783-9871-4022-98EF-C46725AEBF04}"/>
              </a:ext>
            </a:extLst>
          </p:cNvPr>
          <p:cNvSpPr/>
          <p:nvPr/>
        </p:nvSpPr>
        <p:spPr>
          <a:xfrm>
            <a:off x="7031272" y="2159872"/>
            <a:ext cx="1981200" cy="1691639"/>
          </a:xfrm>
          <a:custGeom>
            <a:avLst/>
            <a:gdLst/>
            <a:ahLst/>
            <a:cxnLst/>
            <a:rect l="l" t="t" r="r" b="b"/>
            <a:pathLst>
              <a:path w="1981200" h="1691639">
                <a:moveTo>
                  <a:pt x="0" y="281939"/>
                </a:moveTo>
                <a:lnTo>
                  <a:pt x="3690" y="236212"/>
                </a:lnTo>
                <a:lnTo>
                  <a:pt x="14375" y="192832"/>
                </a:lnTo>
                <a:lnTo>
                  <a:pt x="31473" y="152380"/>
                </a:lnTo>
                <a:lnTo>
                  <a:pt x="54403" y="115438"/>
                </a:lnTo>
                <a:lnTo>
                  <a:pt x="82585" y="82585"/>
                </a:lnTo>
                <a:lnTo>
                  <a:pt x="115438" y="54403"/>
                </a:lnTo>
                <a:lnTo>
                  <a:pt x="152380" y="31473"/>
                </a:lnTo>
                <a:lnTo>
                  <a:pt x="192832" y="14375"/>
                </a:lnTo>
                <a:lnTo>
                  <a:pt x="236212" y="3690"/>
                </a:lnTo>
                <a:lnTo>
                  <a:pt x="281939" y="0"/>
                </a:lnTo>
                <a:lnTo>
                  <a:pt x="1699259" y="0"/>
                </a:lnTo>
                <a:lnTo>
                  <a:pt x="1744987" y="3690"/>
                </a:lnTo>
                <a:lnTo>
                  <a:pt x="1788367" y="14375"/>
                </a:lnTo>
                <a:lnTo>
                  <a:pt x="1828819" y="31473"/>
                </a:lnTo>
                <a:lnTo>
                  <a:pt x="1865761" y="54403"/>
                </a:lnTo>
                <a:lnTo>
                  <a:pt x="1898614" y="82585"/>
                </a:lnTo>
                <a:lnTo>
                  <a:pt x="1926796" y="115438"/>
                </a:lnTo>
                <a:lnTo>
                  <a:pt x="1949726" y="152380"/>
                </a:lnTo>
                <a:lnTo>
                  <a:pt x="1966824" y="192832"/>
                </a:lnTo>
                <a:lnTo>
                  <a:pt x="1977509" y="236212"/>
                </a:lnTo>
                <a:lnTo>
                  <a:pt x="1981199" y="281939"/>
                </a:lnTo>
                <a:lnTo>
                  <a:pt x="1981199" y="1409699"/>
                </a:lnTo>
                <a:lnTo>
                  <a:pt x="1977509" y="1455427"/>
                </a:lnTo>
                <a:lnTo>
                  <a:pt x="1966824" y="1498807"/>
                </a:lnTo>
                <a:lnTo>
                  <a:pt x="1949726" y="1539259"/>
                </a:lnTo>
                <a:lnTo>
                  <a:pt x="1926796" y="1576201"/>
                </a:lnTo>
                <a:lnTo>
                  <a:pt x="1898614" y="1609054"/>
                </a:lnTo>
                <a:lnTo>
                  <a:pt x="1865761" y="1637236"/>
                </a:lnTo>
                <a:lnTo>
                  <a:pt x="1828819" y="1660166"/>
                </a:lnTo>
                <a:lnTo>
                  <a:pt x="1788367" y="1677264"/>
                </a:lnTo>
                <a:lnTo>
                  <a:pt x="1744987" y="1687949"/>
                </a:lnTo>
                <a:lnTo>
                  <a:pt x="1699259" y="1691639"/>
                </a:lnTo>
                <a:lnTo>
                  <a:pt x="281939" y="1691639"/>
                </a:lnTo>
                <a:lnTo>
                  <a:pt x="236212" y="1687949"/>
                </a:lnTo>
                <a:lnTo>
                  <a:pt x="192832" y="1677264"/>
                </a:lnTo>
                <a:lnTo>
                  <a:pt x="152380" y="1660166"/>
                </a:lnTo>
                <a:lnTo>
                  <a:pt x="115438" y="1637236"/>
                </a:lnTo>
                <a:lnTo>
                  <a:pt x="82585" y="1609054"/>
                </a:lnTo>
                <a:lnTo>
                  <a:pt x="54403" y="1576201"/>
                </a:lnTo>
                <a:lnTo>
                  <a:pt x="31473" y="1539259"/>
                </a:lnTo>
                <a:lnTo>
                  <a:pt x="14375" y="1498807"/>
                </a:lnTo>
                <a:lnTo>
                  <a:pt x="3690" y="1455427"/>
                </a:lnTo>
                <a:lnTo>
                  <a:pt x="0" y="1409699"/>
                </a:lnTo>
                <a:lnTo>
                  <a:pt x="0" y="28193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39">
            <a:extLst>
              <a:ext uri="{FF2B5EF4-FFF2-40B4-BE49-F238E27FC236}">
                <a16:creationId xmlns:a16="http://schemas.microsoft.com/office/drawing/2014/main" id="{1197DF5D-6676-45A6-9080-83E44BE32AA5}"/>
              </a:ext>
            </a:extLst>
          </p:cNvPr>
          <p:cNvSpPr/>
          <p:nvPr/>
        </p:nvSpPr>
        <p:spPr>
          <a:xfrm>
            <a:off x="6014763" y="3829291"/>
            <a:ext cx="2078736" cy="95097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0">
            <a:extLst>
              <a:ext uri="{FF2B5EF4-FFF2-40B4-BE49-F238E27FC236}">
                <a16:creationId xmlns:a16="http://schemas.microsoft.com/office/drawing/2014/main" id="{61DBC1E6-6DC2-4C7A-B93A-CB0853536AE5}"/>
              </a:ext>
            </a:extLst>
          </p:cNvPr>
          <p:cNvSpPr/>
          <p:nvPr/>
        </p:nvSpPr>
        <p:spPr>
          <a:xfrm>
            <a:off x="6184348" y="3851511"/>
            <a:ext cx="1866264" cy="612140"/>
          </a:xfrm>
          <a:custGeom>
            <a:avLst/>
            <a:gdLst/>
            <a:ahLst/>
            <a:cxnLst/>
            <a:rect l="l" t="t" r="r" b="b"/>
            <a:pathLst>
              <a:path w="1866265" h="612139">
                <a:moveTo>
                  <a:pt x="32719" y="356840"/>
                </a:moveTo>
                <a:lnTo>
                  <a:pt x="20669" y="358356"/>
                </a:lnTo>
                <a:lnTo>
                  <a:pt x="7251" y="364843"/>
                </a:lnTo>
                <a:lnTo>
                  <a:pt x="1304" y="375107"/>
                </a:lnTo>
                <a:lnTo>
                  <a:pt x="0" y="386821"/>
                </a:lnTo>
                <a:lnTo>
                  <a:pt x="3786" y="398404"/>
                </a:lnTo>
                <a:lnTo>
                  <a:pt x="128479" y="612145"/>
                </a:lnTo>
                <a:lnTo>
                  <a:pt x="161529" y="555507"/>
                </a:lnTo>
                <a:lnTo>
                  <a:pt x="99920" y="555507"/>
                </a:lnTo>
                <a:lnTo>
                  <a:pt x="99920" y="450078"/>
                </a:lnTo>
                <a:lnTo>
                  <a:pt x="50820" y="366174"/>
                </a:lnTo>
                <a:lnTo>
                  <a:pt x="42927" y="359659"/>
                </a:lnTo>
                <a:lnTo>
                  <a:pt x="32719" y="356840"/>
                </a:lnTo>
                <a:close/>
              </a:path>
              <a:path w="1866265" h="612139">
                <a:moveTo>
                  <a:pt x="99920" y="450078"/>
                </a:moveTo>
                <a:lnTo>
                  <a:pt x="99920" y="555507"/>
                </a:lnTo>
                <a:lnTo>
                  <a:pt x="157070" y="555507"/>
                </a:lnTo>
                <a:lnTo>
                  <a:pt x="157070" y="541019"/>
                </a:lnTo>
                <a:lnTo>
                  <a:pt x="103730" y="541019"/>
                </a:lnTo>
                <a:lnTo>
                  <a:pt x="128401" y="498748"/>
                </a:lnTo>
                <a:lnTo>
                  <a:pt x="99920" y="450078"/>
                </a:lnTo>
                <a:close/>
              </a:path>
              <a:path w="1866265" h="612139">
                <a:moveTo>
                  <a:pt x="222940" y="355978"/>
                </a:moveTo>
                <a:lnTo>
                  <a:pt x="212088" y="360593"/>
                </a:lnTo>
                <a:lnTo>
                  <a:pt x="203795" y="369569"/>
                </a:lnTo>
                <a:lnTo>
                  <a:pt x="157070" y="449628"/>
                </a:lnTo>
                <a:lnTo>
                  <a:pt x="157070" y="555507"/>
                </a:lnTo>
                <a:lnTo>
                  <a:pt x="161529" y="555507"/>
                </a:lnTo>
                <a:lnTo>
                  <a:pt x="253203" y="398404"/>
                </a:lnTo>
                <a:lnTo>
                  <a:pt x="254576" y="395710"/>
                </a:lnTo>
                <a:lnTo>
                  <a:pt x="256797" y="385446"/>
                </a:lnTo>
                <a:lnTo>
                  <a:pt x="254482" y="374901"/>
                </a:lnTo>
                <a:lnTo>
                  <a:pt x="247272" y="364866"/>
                </a:lnTo>
                <a:lnTo>
                  <a:pt x="234809" y="356132"/>
                </a:lnTo>
                <a:lnTo>
                  <a:pt x="222940" y="355978"/>
                </a:lnTo>
                <a:close/>
              </a:path>
              <a:path w="1866265" h="612139">
                <a:moveTo>
                  <a:pt x="128401" y="498748"/>
                </a:moveTo>
                <a:lnTo>
                  <a:pt x="103730" y="541019"/>
                </a:lnTo>
                <a:lnTo>
                  <a:pt x="153138" y="541019"/>
                </a:lnTo>
                <a:lnTo>
                  <a:pt x="128401" y="498748"/>
                </a:lnTo>
                <a:close/>
              </a:path>
              <a:path w="1866265" h="612139">
                <a:moveTo>
                  <a:pt x="157070" y="449628"/>
                </a:moveTo>
                <a:lnTo>
                  <a:pt x="128401" y="498748"/>
                </a:lnTo>
                <a:lnTo>
                  <a:pt x="153138" y="541019"/>
                </a:lnTo>
                <a:lnTo>
                  <a:pt x="157070" y="541019"/>
                </a:lnTo>
                <a:lnTo>
                  <a:pt x="157070" y="449628"/>
                </a:lnTo>
                <a:close/>
              </a:path>
              <a:path w="1866265" h="612139">
                <a:moveTo>
                  <a:pt x="1808964" y="277491"/>
                </a:moveTo>
                <a:lnTo>
                  <a:pt x="125811" y="277613"/>
                </a:lnTo>
                <a:lnTo>
                  <a:pt x="112661" y="282294"/>
                </a:lnTo>
                <a:lnTo>
                  <a:pt x="103413" y="292397"/>
                </a:lnTo>
                <a:lnTo>
                  <a:pt x="99920" y="306080"/>
                </a:lnTo>
                <a:lnTo>
                  <a:pt x="99920" y="450078"/>
                </a:lnTo>
                <a:lnTo>
                  <a:pt x="128401" y="498748"/>
                </a:lnTo>
                <a:lnTo>
                  <a:pt x="157070" y="449628"/>
                </a:lnTo>
                <a:lnTo>
                  <a:pt x="157070" y="334639"/>
                </a:lnTo>
                <a:lnTo>
                  <a:pt x="128479" y="334639"/>
                </a:lnTo>
                <a:lnTo>
                  <a:pt x="157070" y="306080"/>
                </a:lnTo>
                <a:lnTo>
                  <a:pt x="1808964" y="306080"/>
                </a:lnTo>
                <a:lnTo>
                  <a:pt x="1808964" y="277491"/>
                </a:lnTo>
                <a:close/>
              </a:path>
              <a:path w="1866265" h="612139">
                <a:moveTo>
                  <a:pt x="157070" y="306080"/>
                </a:moveTo>
                <a:lnTo>
                  <a:pt x="128479" y="334639"/>
                </a:lnTo>
                <a:lnTo>
                  <a:pt x="157070" y="334637"/>
                </a:lnTo>
                <a:lnTo>
                  <a:pt x="157070" y="306080"/>
                </a:lnTo>
                <a:close/>
              </a:path>
              <a:path w="1866265" h="612139">
                <a:moveTo>
                  <a:pt x="157070" y="334637"/>
                </a:moveTo>
                <a:lnTo>
                  <a:pt x="128479" y="334639"/>
                </a:lnTo>
                <a:lnTo>
                  <a:pt x="157070" y="334639"/>
                </a:lnTo>
                <a:close/>
              </a:path>
              <a:path w="1866265" h="612139">
                <a:moveTo>
                  <a:pt x="1866114" y="277489"/>
                </a:moveTo>
                <a:lnTo>
                  <a:pt x="1837521" y="277491"/>
                </a:lnTo>
                <a:lnTo>
                  <a:pt x="1808964" y="306080"/>
                </a:lnTo>
                <a:lnTo>
                  <a:pt x="157070" y="306080"/>
                </a:lnTo>
                <a:lnTo>
                  <a:pt x="157070" y="334637"/>
                </a:lnTo>
                <a:lnTo>
                  <a:pt x="1840196" y="334515"/>
                </a:lnTo>
                <a:lnTo>
                  <a:pt x="1853365" y="329837"/>
                </a:lnTo>
                <a:lnTo>
                  <a:pt x="1862619" y="319741"/>
                </a:lnTo>
                <a:lnTo>
                  <a:pt x="1866114" y="306080"/>
                </a:lnTo>
                <a:lnTo>
                  <a:pt x="1866114" y="277489"/>
                </a:lnTo>
                <a:close/>
              </a:path>
              <a:path w="1866265" h="612139">
                <a:moveTo>
                  <a:pt x="1837523" y="277489"/>
                </a:moveTo>
                <a:lnTo>
                  <a:pt x="1808964" y="277491"/>
                </a:lnTo>
                <a:lnTo>
                  <a:pt x="1808964" y="306080"/>
                </a:lnTo>
                <a:lnTo>
                  <a:pt x="1837523" y="277489"/>
                </a:lnTo>
                <a:close/>
              </a:path>
              <a:path w="1866265" h="612139">
                <a:moveTo>
                  <a:pt x="1866114" y="0"/>
                </a:moveTo>
                <a:lnTo>
                  <a:pt x="1808964" y="0"/>
                </a:lnTo>
                <a:lnTo>
                  <a:pt x="1808964" y="277491"/>
                </a:lnTo>
                <a:lnTo>
                  <a:pt x="1866114" y="277489"/>
                </a:lnTo>
                <a:lnTo>
                  <a:pt x="1866114" y="0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1">
            <a:extLst>
              <a:ext uri="{FF2B5EF4-FFF2-40B4-BE49-F238E27FC236}">
                <a16:creationId xmlns:a16="http://schemas.microsoft.com/office/drawing/2014/main" id="{BEFD763E-B6D9-4D83-B818-09E48FAFE113}"/>
              </a:ext>
            </a:extLst>
          </p:cNvPr>
          <p:cNvSpPr/>
          <p:nvPr/>
        </p:nvSpPr>
        <p:spPr>
          <a:xfrm>
            <a:off x="7064800" y="1636256"/>
            <a:ext cx="1685544" cy="50444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2">
            <a:extLst>
              <a:ext uri="{FF2B5EF4-FFF2-40B4-BE49-F238E27FC236}">
                <a16:creationId xmlns:a16="http://schemas.microsoft.com/office/drawing/2014/main" id="{D3D95F02-7536-4D24-AA38-7E035F587028}"/>
              </a:ext>
            </a:extLst>
          </p:cNvPr>
          <p:cNvSpPr/>
          <p:nvPr/>
        </p:nvSpPr>
        <p:spPr>
          <a:xfrm>
            <a:off x="6985552" y="1435087"/>
            <a:ext cx="1946148" cy="104546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3">
            <a:extLst>
              <a:ext uri="{FF2B5EF4-FFF2-40B4-BE49-F238E27FC236}">
                <a16:creationId xmlns:a16="http://schemas.microsoft.com/office/drawing/2014/main" id="{1197CD28-8D24-4329-ACD9-51AACE2EF9C9}"/>
              </a:ext>
            </a:extLst>
          </p:cNvPr>
          <p:cNvSpPr/>
          <p:nvPr/>
        </p:nvSpPr>
        <p:spPr>
          <a:xfrm>
            <a:off x="7107472" y="1656068"/>
            <a:ext cx="1600200" cy="419100"/>
          </a:xfrm>
          <a:custGeom>
            <a:avLst/>
            <a:gdLst/>
            <a:ahLst/>
            <a:cxnLst/>
            <a:rect l="l" t="t" r="r" b="b"/>
            <a:pathLst>
              <a:path w="1600200" h="419100">
                <a:moveTo>
                  <a:pt x="1530339" y="0"/>
                </a:moveTo>
                <a:lnTo>
                  <a:pt x="58500" y="916"/>
                </a:lnTo>
                <a:lnTo>
                  <a:pt x="21535" y="19384"/>
                </a:lnTo>
                <a:lnTo>
                  <a:pt x="1498" y="55383"/>
                </a:lnTo>
                <a:lnTo>
                  <a:pt x="0" y="69860"/>
                </a:lnTo>
                <a:lnTo>
                  <a:pt x="916" y="360599"/>
                </a:lnTo>
                <a:lnTo>
                  <a:pt x="19384" y="397564"/>
                </a:lnTo>
                <a:lnTo>
                  <a:pt x="55383" y="417601"/>
                </a:lnTo>
                <a:lnTo>
                  <a:pt x="69860" y="419099"/>
                </a:lnTo>
                <a:lnTo>
                  <a:pt x="1541699" y="418183"/>
                </a:lnTo>
                <a:lnTo>
                  <a:pt x="1578664" y="399715"/>
                </a:lnTo>
                <a:lnTo>
                  <a:pt x="1598701" y="363716"/>
                </a:lnTo>
                <a:lnTo>
                  <a:pt x="1600199" y="349239"/>
                </a:lnTo>
                <a:lnTo>
                  <a:pt x="1599283" y="58500"/>
                </a:lnTo>
                <a:lnTo>
                  <a:pt x="1580815" y="21535"/>
                </a:lnTo>
                <a:lnTo>
                  <a:pt x="1544816" y="1498"/>
                </a:lnTo>
                <a:lnTo>
                  <a:pt x="153033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4">
            <a:extLst>
              <a:ext uri="{FF2B5EF4-FFF2-40B4-BE49-F238E27FC236}">
                <a16:creationId xmlns:a16="http://schemas.microsoft.com/office/drawing/2014/main" id="{18F0FAD0-9FA8-4E68-9A7C-2CA0AD540B9F}"/>
              </a:ext>
            </a:extLst>
          </p:cNvPr>
          <p:cNvSpPr/>
          <p:nvPr/>
        </p:nvSpPr>
        <p:spPr>
          <a:xfrm>
            <a:off x="9803428" y="2136128"/>
            <a:ext cx="2075688" cy="1786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5">
            <a:extLst>
              <a:ext uri="{FF2B5EF4-FFF2-40B4-BE49-F238E27FC236}">
                <a16:creationId xmlns:a16="http://schemas.microsoft.com/office/drawing/2014/main" id="{DF6D98EE-9FC1-45EA-A745-0527A64530AE}"/>
              </a:ext>
            </a:extLst>
          </p:cNvPr>
          <p:cNvSpPr/>
          <p:nvPr/>
        </p:nvSpPr>
        <p:spPr>
          <a:xfrm>
            <a:off x="9850672" y="2159872"/>
            <a:ext cx="1981200" cy="1691639"/>
          </a:xfrm>
          <a:custGeom>
            <a:avLst/>
            <a:gdLst/>
            <a:ahLst/>
            <a:cxnLst/>
            <a:rect l="l" t="t" r="r" b="b"/>
            <a:pathLst>
              <a:path w="1981200" h="1691639">
                <a:moveTo>
                  <a:pt x="1699259" y="0"/>
                </a:moveTo>
                <a:lnTo>
                  <a:pt x="281939" y="0"/>
                </a:lnTo>
                <a:lnTo>
                  <a:pt x="258819" y="934"/>
                </a:lnTo>
                <a:lnTo>
                  <a:pt x="214192" y="8195"/>
                </a:lnTo>
                <a:lnTo>
                  <a:pt x="172204" y="22158"/>
                </a:lnTo>
                <a:lnTo>
                  <a:pt x="133434" y="42245"/>
                </a:lnTo>
                <a:lnTo>
                  <a:pt x="98464" y="67874"/>
                </a:lnTo>
                <a:lnTo>
                  <a:pt x="67874" y="98464"/>
                </a:lnTo>
                <a:lnTo>
                  <a:pt x="42245" y="133434"/>
                </a:lnTo>
                <a:lnTo>
                  <a:pt x="22158" y="172204"/>
                </a:lnTo>
                <a:lnTo>
                  <a:pt x="8195" y="214192"/>
                </a:lnTo>
                <a:lnTo>
                  <a:pt x="934" y="258819"/>
                </a:lnTo>
                <a:lnTo>
                  <a:pt x="0" y="281939"/>
                </a:lnTo>
                <a:lnTo>
                  <a:pt x="0" y="1409699"/>
                </a:lnTo>
                <a:lnTo>
                  <a:pt x="3690" y="1455427"/>
                </a:lnTo>
                <a:lnTo>
                  <a:pt x="14375" y="1498807"/>
                </a:lnTo>
                <a:lnTo>
                  <a:pt x="31473" y="1539259"/>
                </a:lnTo>
                <a:lnTo>
                  <a:pt x="54403" y="1576201"/>
                </a:lnTo>
                <a:lnTo>
                  <a:pt x="82585" y="1609054"/>
                </a:lnTo>
                <a:lnTo>
                  <a:pt x="115438" y="1637236"/>
                </a:lnTo>
                <a:lnTo>
                  <a:pt x="152380" y="1660166"/>
                </a:lnTo>
                <a:lnTo>
                  <a:pt x="192832" y="1677264"/>
                </a:lnTo>
                <a:lnTo>
                  <a:pt x="236212" y="1687949"/>
                </a:lnTo>
                <a:lnTo>
                  <a:pt x="281939" y="1691639"/>
                </a:lnTo>
                <a:lnTo>
                  <a:pt x="1699259" y="1691639"/>
                </a:lnTo>
                <a:lnTo>
                  <a:pt x="1744987" y="1687949"/>
                </a:lnTo>
                <a:lnTo>
                  <a:pt x="1788367" y="1677264"/>
                </a:lnTo>
                <a:lnTo>
                  <a:pt x="1828819" y="1660166"/>
                </a:lnTo>
                <a:lnTo>
                  <a:pt x="1865761" y="1637236"/>
                </a:lnTo>
                <a:lnTo>
                  <a:pt x="1898614" y="1609054"/>
                </a:lnTo>
                <a:lnTo>
                  <a:pt x="1926796" y="1576201"/>
                </a:lnTo>
                <a:lnTo>
                  <a:pt x="1949726" y="1539259"/>
                </a:lnTo>
                <a:lnTo>
                  <a:pt x="1966824" y="1498807"/>
                </a:lnTo>
                <a:lnTo>
                  <a:pt x="1977509" y="1455427"/>
                </a:lnTo>
                <a:lnTo>
                  <a:pt x="1981199" y="1409699"/>
                </a:lnTo>
                <a:lnTo>
                  <a:pt x="1981199" y="281939"/>
                </a:lnTo>
                <a:lnTo>
                  <a:pt x="1977509" y="236212"/>
                </a:lnTo>
                <a:lnTo>
                  <a:pt x="1966824" y="192832"/>
                </a:lnTo>
                <a:lnTo>
                  <a:pt x="1949726" y="152380"/>
                </a:lnTo>
                <a:lnTo>
                  <a:pt x="1926796" y="115438"/>
                </a:lnTo>
                <a:lnTo>
                  <a:pt x="1898614" y="82585"/>
                </a:lnTo>
                <a:lnTo>
                  <a:pt x="1865761" y="54403"/>
                </a:lnTo>
                <a:lnTo>
                  <a:pt x="1828819" y="31473"/>
                </a:lnTo>
                <a:lnTo>
                  <a:pt x="1788367" y="14375"/>
                </a:lnTo>
                <a:lnTo>
                  <a:pt x="1744987" y="3690"/>
                </a:lnTo>
                <a:lnTo>
                  <a:pt x="169925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6">
            <a:extLst>
              <a:ext uri="{FF2B5EF4-FFF2-40B4-BE49-F238E27FC236}">
                <a16:creationId xmlns:a16="http://schemas.microsoft.com/office/drawing/2014/main" id="{FFBEBAFC-7C74-4E06-B9FE-71222D852F27}"/>
              </a:ext>
            </a:extLst>
          </p:cNvPr>
          <p:cNvSpPr/>
          <p:nvPr/>
        </p:nvSpPr>
        <p:spPr>
          <a:xfrm>
            <a:off x="9850672" y="2159872"/>
            <a:ext cx="1981200" cy="1691639"/>
          </a:xfrm>
          <a:custGeom>
            <a:avLst/>
            <a:gdLst/>
            <a:ahLst/>
            <a:cxnLst/>
            <a:rect l="l" t="t" r="r" b="b"/>
            <a:pathLst>
              <a:path w="1981200" h="1691639">
                <a:moveTo>
                  <a:pt x="0" y="281939"/>
                </a:moveTo>
                <a:lnTo>
                  <a:pt x="3690" y="236212"/>
                </a:lnTo>
                <a:lnTo>
                  <a:pt x="14375" y="192832"/>
                </a:lnTo>
                <a:lnTo>
                  <a:pt x="31473" y="152380"/>
                </a:lnTo>
                <a:lnTo>
                  <a:pt x="54403" y="115438"/>
                </a:lnTo>
                <a:lnTo>
                  <a:pt x="82585" y="82585"/>
                </a:lnTo>
                <a:lnTo>
                  <a:pt x="115438" y="54403"/>
                </a:lnTo>
                <a:lnTo>
                  <a:pt x="152380" y="31473"/>
                </a:lnTo>
                <a:lnTo>
                  <a:pt x="192832" y="14375"/>
                </a:lnTo>
                <a:lnTo>
                  <a:pt x="236212" y="3690"/>
                </a:lnTo>
                <a:lnTo>
                  <a:pt x="281939" y="0"/>
                </a:lnTo>
                <a:lnTo>
                  <a:pt x="1699259" y="0"/>
                </a:lnTo>
                <a:lnTo>
                  <a:pt x="1744987" y="3690"/>
                </a:lnTo>
                <a:lnTo>
                  <a:pt x="1788367" y="14375"/>
                </a:lnTo>
                <a:lnTo>
                  <a:pt x="1828819" y="31473"/>
                </a:lnTo>
                <a:lnTo>
                  <a:pt x="1865761" y="54403"/>
                </a:lnTo>
                <a:lnTo>
                  <a:pt x="1898614" y="82585"/>
                </a:lnTo>
                <a:lnTo>
                  <a:pt x="1926796" y="115438"/>
                </a:lnTo>
                <a:lnTo>
                  <a:pt x="1949726" y="152380"/>
                </a:lnTo>
                <a:lnTo>
                  <a:pt x="1966824" y="192832"/>
                </a:lnTo>
                <a:lnTo>
                  <a:pt x="1977509" y="236212"/>
                </a:lnTo>
                <a:lnTo>
                  <a:pt x="1981199" y="281939"/>
                </a:lnTo>
                <a:lnTo>
                  <a:pt x="1981199" y="1409699"/>
                </a:lnTo>
                <a:lnTo>
                  <a:pt x="1977509" y="1455427"/>
                </a:lnTo>
                <a:lnTo>
                  <a:pt x="1966824" y="1498807"/>
                </a:lnTo>
                <a:lnTo>
                  <a:pt x="1949726" y="1539259"/>
                </a:lnTo>
                <a:lnTo>
                  <a:pt x="1926796" y="1576201"/>
                </a:lnTo>
                <a:lnTo>
                  <a:pt x="1898614" y="1609054"/>
                </a:lnTo>
                <a:lnTo>
                  <a:pt x="1865761" y="1637236"/>
                </a:lnTo>
                <a:lnTo>
                  <a:pt x="1828819" y="1660166"/>
                </a:lnTo>
                <a:lnTo>
                  <a:pt x="1788367" y="1677264"/>
                </a:lnTo>
                <a:lnTo>
                  <a:pt x="1744987" y="1687949"/>
                </a:lnTo>
                <a:lnTo>
                  <a:pt x="1699259" y="1691639"/>
                </a:lnTo>
                <a:lnTo>
                  <a:pt x="281939" y="1691639"/>
                </a:lnTo>
                <a:lnTo>
                  <a:pt x="236212" y="1687949"/>
                </a:lnTo>
                <a:lnTo>
                  <a:pt x="192832" y="1677264"/>
                </a:lnTo>
                <a:lnTo>
                  <a:pt x="152380" y="1660166"/>
                </a:lnTo>
                <a:lnTo>
                  <a:pt x="115438" y="1637236"/>
                </a:lnTo>
                <a:lnTo>
                  <a:pt x="82585" y="1609054"/>
                </a:lnTo>
                <a:lnTo>
                  <a:pt x="54403" y="1576201"/>
                </a:lnTo>
                <a:lnTo>
                  <a:pt x="31473" y="1539259"/>
                </a:lnTo>
                <a:lnTo>
                  <a:pt x="14375" y="1498807"/>
                </a:lnTo>
                <a:lnTo>
                  <a:pt x="3690" y="1455427"/>
                </a:lnTo>
                <a:lnTo>
                  <a:pt x="0" y="1409699"/>
                </a:lnTo>
                <a:lnTo>
                  <a:pt x="0" y="28193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7">
            <a:extLst>
              <a:ext uri="{FF2B5EF4-FFF2-40B4-BE49-F238E27FC236}">
                <a16:creationId xmlns:a16="http://schemas.microsoft.com/office/drawing/2014/main" id="{9120353A-31C4-425A-B905-C1808A06601E}"/>
              </a:ext>
            </a:extLst>
          </p:cNvPr>
          <p:cNvSpPr/>
          <p:nvPr/>
        </p:nvSpPr>
        <p:spPr>
          <a:xfrm>
            <a:off x="6421672" y="3829291"/>
            <a:ext cx="4491228" cy="111861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48">
            <a:extLst>
              <a:ext uri="{FF2B5EF4-FFF2-40B4-BE49-F238E27FC236}">
                <a16:creationId xmlns:a16="http://schemas.microsoft.com/office/drawing/2014/main" id="{8BDD997E-31E2-46D1-ABA3-6075BE98389A}"/>
              </a:ext>
            </a:extLst>
          </p:cNvPr>
          <p:cNvSpPr/>
          <p:nvPr/>
        </p:nvSpPr>
        <p:spPr>
          <a:xfrm>
            <a:off x="6719370" y="3851511"/>
            <a:ext cx="4150995" cy="908050"/>
          </a:xfrm>
          <a:custGeom>
            <a:avLst/>
            <a:gdLst/>
            <a:ahLst/>
            <a:cxnLst/>
            <a:rect l="l" t="t" r="r" b="b"/>
            <a:pathLst>
              <a:path w="4150995" h="908050">
                <a:moveTo>
                  <a:pt x="225367" y="650835"/>
                </a:moveTo>
                <a:lnTo>
                  <a:pt x="213725" y="654567"/>
                </a:lnTo>
                <a:lnTo>
                  <a:pt x="0" y="779272"/>
                </a:lnTo>
                <a:lnTo>
                  <a:pt x="213725" y="903991"/>
                </a:lnTo>
                <a:lnTo>
                  <a:pt x="216540" y="905441"/>
                </a:lnTo>
                <a:lnTo>
                  <a:pt x="226780" y="907644"/>
                </a:lnTo>
                <a:lnTo>
                  <a:pt x="237286" y="905283"/>
                </a:lnTo>
                <a:lnTo>
                  <a:pt x="247273" y="898029"/>
                </a:lnTo>
                <a:lnTo>
                  <a:pt x="255956" y="885552"/>
                </a:lnTo>
                <a:lnTo>
                  <a:pt x="256106" y="873717"/>
                </a:lnTo>
                <a:lnTo>
                  <a:pt x="251466" y="862870"/>
                </a:lnTo>
                <a:lnTo>
                  <a:pt x="242437" y="854592"/>
                </a:lnTo>
                <a:lnTo>
                  <a:pt x="162257" y="807847"/>
                </a:lnTo>
                <a:lnTo>
                  <a:pt x="56631" y="807847"/>
                </a:lnTo>
                <a:lnTo>
                  <a:pt x="56631" y="750697"/>
                </a:lnTo>
                <a:lnTo>
                  <a:pt x="161977" y="750697"/>
                </a:lnTo>
                <a:lnTo>
                  <a:pt x="245816" y="701659"/>
                </a:lnTo>
                <a:lnTo>
                  <a:pt x="252413" y="693789"/>
                </a:lnTo>
                <a:lnTo>
                  <a:pt x="255287" y="683615"/>
                </a:lnTo>
                <a:lnTo>
                  <a:pt x="253811" y="671594"/>
                </a:lnTo>
                <a:lnTo>
                  <a:pt x="247359" y="658182"/>
                </a:lnTo>
                <a:lnTo>
                  <a:pt x="237119" y="652176"/>
                </a:lnTo>
                <a:lnTo>
                  <a:pt x="225367" y="650835"/>
                </a:lnTo>
                <a:close/>
              </a:path>
              <a:path w="4150995" h="908050">
                <a:moveTo>
                  <a:pt x="161977" y="750697"/>
                </a:moveTo>
                <a:lnTo>
                  <a:pt x="56631" y="750697"/>
                </a:lnTo>
                <a:lnTo>
                  <a:pt x="56631" y="807847"/>
                </a:lnTo>
                <a:lnTo>
                  <a:pt x="162251" y="807844"/>
                </a:lnTo>
                <a:lnTo>
                  <a:pt x="155518" y="803919"/>
                </a:lnTo>
                <a:lnTo>
                  <a:pt x="70987" y="803919"/>
                </a:lnTo>
                <a:lnTo>
                  <a:pt x="70987" y="754639"/>
                </a:lnTo>
                <a:lnTo>
                  <a:pt x="155239" y="754639"/>
                </a:lnTo>
                <a:lnTo>
                  <a:pt x="161977" y="750697"/>
                </a:lnTo>
                <a:close/>
              </a:path>
              <a:path w="4150995" h="908050">
                <a:moveTo>
                  <a:pt x="162251" y="807844"/>
                </a:moveTo>
                <a:lnTo>
                  <a:pt x="56631" y="807847"/>
                </a:lnTo>
                <a:lnTo>
                  <a:pt x="162257" y="807847"/>
                </a:lnTo>
                <a:close/>
              </a:path>
              <a:path w="4150995" h="908050">
                <a:moveTo>
                  <a:pt x="4093341" y="750697"/>
                </a:moveTo>
                <a:lnTo>
                  <a:pt x="161977" y="750697"/>
                </a:lnTo>
                <a:lnTo>
                  <a:pt x="113183" y="779238"/>
                </a:lnTo>
                <a:lnTo>
                  <a:pt x="162251" y="807844"/>
                </a:lnTo>
                <a:lnTo>
                  <a:pt x="4124586" y="807722"/>
                </a:lnTo>
                <a:lnTo>
                  <a:pt x="4137749" y="803042"/>
                </a:lnTo>
                <a:lnTo>
                  <a:pt x="4146999" y="792945"/>
                </a:lnTo>
                <a:lnTo>
                  <a:pt x="4150491" y="779272"/>
                </a:lnTo>
                <a:lnTo>
                  <a:pt x="4093341" y="779272"/>
                </a:lnTo>
                <a:lnTo>
                  <a:pt x="4093341" y="750697"/>
                </a:lnTo>
                <a:close/>
              </a:path>
              <a:path w="4150995" h="908050">
                <a:moveTo>
                  <a:pt x="70987" y="754639"/>
                </a:moveTo>
                <a:lnTo>
                  <a:pt x="70987" y="803919"/>
                </a:lnTo>
                <a:lnTo>
                  <a:pt x="113183" y="779238"/>
                </a:lnTo>
                <a:lnTo>
                  <a:pt x="70987" y="754639"/>
                </a:lnTo>
                <a:close/>
              </a:path>
              <a:path w="4150995" h="908050">
                <a:moveTo>
                  <a:pt x="113183" y="779238"/>
                </a:moveTo>
                <a:lnTo>
                  <a:pt x="70987" y="803919"/>
                </a:lnTo>
                <a:lnTo>
                  <a:pt x="155518" y="803919"/>
                </a:lnTo>
                <a:lnTo>
                  <a:pt x="113183" y="779238"/>
                </a:lnTo>
                <a:close/>
              </a:path>
              <a:path w="4150995" h="908050">
                <a:moveTo>
                  <a:pt x="4150491" y="0"/>
                </a:moveTo>
                <a:lnTo>
                  <a:pt x="4093341" y="0"/>
                </a:lnTo>
                <a:lnTo>
                  <a:pt x="4093341" y="779272"/>
                </a:lnTo>
                <a:lnTo>
                  <a:pt x="4121901" y="750697"/>
                </a:lnTo>
                <a:lnTo>
                  <a:pt x="4150491" y="750697"/>
                </a:lnTo>
                <a:lnTo>
                  <a:pt x="4150491" y="0"/>
                </a:lnTo>
                <a:close/>
              </a:path>
              <a:path w="4150995" h="908050">
                <a:moveTo>
                  <a:pt x="4150491" y="750697"/>
                </a:moveTo>
                <a:lnTo>
                  <a:pt x="4121901" y="750697"/>
                </a:lnTo>
                <a:lnTo>
                  <a:pt x="4093341" y="779272"/>
                </a:lnTo>
                <a:lnTo>
                  <a:pt x="4150491" y="779272"/>
                </a:lnTo>
                <a:lnTo>
                  <a:pt x="4150491" y="750697"/>
                </a:lnTo>
                <a:close/>
              </a:path>
              <a:path w="4150995" h="908050">
                <a:moveTo>
                  <a:pt x="155239" y="754639"/>
                </a:moveTo>
                <a:lnTo>
                  <a:pt x="70987" y="754639"/>
                </a:lnTo>
                <a:lnTo>
                  <a:pt x="113183" y="779238"/>
                </a:lnTo>
                <a:lnTo>
                  <a:pt x="155239" y="754639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49">
            <a:extLst>
              <a:ext uri="{FF2B5EF4-FFF2-40B4-BE49-F238E27FC236}">
                <a16:creationId xmlns:a16="http://schemas.microsoft.com/office/drawing/2014/main" id="{69A04D5D-C290-43D4-8DDB-CCD92C38486A}"/>
              </a:ext>
            </a:extLst>
          </p:cNvPr>
          <p:cNvSpPr txBox="1"/>
          <p:nvPr/>
        </p:nvSpPr>
        <p:spPr>
          <a:xfrm>
            <a:off x="2211242" y="2945014"/>
            <a:ext cx="7456805" cy="326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1720" indent="5984240">
              <a:lnSpc>
                <a:spcPct val="100000"/>
              </a:lnSpc>
            </a:pPr>
            <a:r>
              <a:rPr sz="4400" b="1" dirty="0">
                <a:latin typeface="Calibri"/>
                <a:cs typeface="Calibri"/>
              </a:rPr>
              <a:t>…</a:t>
            </a:r>
            <a:endParaRPr sz="4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4400" dirty="0">
              <a:latin typeface="Times New Roman"/>
              <a:cs typeface="Times New Roman"/>
            </a:endParaRPr>
          </a:p>
          <a:p>
            <a:pPr marL="1061720">
              <a:lnSpc>
                <a:spcPct val="100000"/>
              </a:lnSpc>
            </a:pPr>
            <a:r>
              <a:rPr sz="4400" b="1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400" b="1" spc="-6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400" b="1" spc="-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4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400" b="1" spc="-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400" b="1" spc="-2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400" b="1" dirty="0">
                <a:solidFill>
                  <a:srgbClr val="FFFFFF"/>
                </a:solidFill>
                <a:latin typeface="Calibri"/>
                <a:cs typeface="Calibri"/>
              </a:rPr>
              <a:t>onnect</a:t>
            </a:r>
            <a:endParaRPr sz="4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US" sz="4000" b="1" spc="-2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000" b="1" spc="-25" dirty="0">
                <a:solidFill>
                  <a:srgbClr val="FFFFFF"/>
                </a:solidFill>
                <a:latin typeface="Calibri"/>
                <a:cs typeface="Calibri"/>
              </a:rPr>
              <a:t>Cache</a:t>
            </a:r>
            <a:r>
              <a:rPr sz="4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15" dirty="0">
                <a:solidFill>
                  <a:srgbClr val="FFFFFF"/>
                </a:solidFill>
                <a:latin typeface="Calibri"/>
                <a:cs typeface="Calibri"/>
              </a:rPr>
              <a:t>(Pri</a:t>
            </a:r>
            <a:r>
              <a:rPr sz="4000" b="1" spc="-8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4000" b="1" spc="-6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b="1" spc="-7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b="1" spc="-25" dirty="0">
                <a:solidFill>
                  <a:srgbClr val="FFFFFF"/>
                </a:solidFill>
                <a:latin typeface="Calibri"/>
                <a:cs typeface="Calibri"/>
              </a:rPr>
              <a:t>e/Sha</a:t>
            </a:r>
            <a:r>
              <a:rPr sz="4000" b="1" spc="-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b="1" spc="-25" dirty="0">
                <a:solidFill>
                  <a:srgbClr val="FFFFFF"/>
                </a:solidFill>
                <a:latin typeface="Calibri"/>
                <a:cs typeface="Calibri"/>
              </a:rPr>
              <a:t>ed)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54" name="object 50">
            <a:extLst>
              <a:ext uri="{FF2B5EF4-FFF2-40B4-BE49-F238E27FC236}">
                <a16:creationId xmlns:a16="http://schemas.microsoft.com/office/drawing/2014/main" id="{B9008075-4301-4E18-914C-ED05A8746000}"/>
              </a:ext>
            </a:extLst>
          </p:cNvPr>
          <p:cNvSpPr txBox="1"/>
          <p:nvPr/>
        </p:nvSpPr>
        <p:spPr>
          <a:xfrm>
            <a:off x="508651" y="1612205"/>
            <a:ext cx="123380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3600" b="1" spc="-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2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55" name="object 51">
            <a:extLst>
              <a:ext uri="{FF2B5EF4-FFF2-40B4-BE49-F238E27FC236}">
                <a16:creationId xmlns:a16="http://schemas.microsoft.com/office/drawing/2014/main" id="{1C493067-7436-4C18-8A09-00B73A65FCCB}"/>
              </a:ext>
            </a:extLst>
          </p:cNvPr>
          <p:cNvSpPr txBox="1"/>
          <p:nvPr/>
        </p:nvSpPr>
        <p:spPr>
          <a:xfrm>
            <a:off x="2718735" y="1620471"/>
            <a:ext cx="5808345" cy="457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91715" algn="l"/>
                <a:tab pos="4584700" algn="l"/>
              </a:tabLst>
            </a:pPr>
            <a:r>
              <a:rPr sz="36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3600" b="1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6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3600" b="1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6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3600" b="1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56" name="object 52">
            <a:extLst>
              <a:ext uri="{FF2B5EF4-FFF2-40B4-BE49-F238E27FC236}">
                <a16:creationId xmlns:a16="http://schemas.microsoft.com/office/drawing/2014/main" id="{DF4F0431-43E7-4E75-ADE8-220A1E04E6F7}"/>
              </a:ext>
            </a:extLst>
          </p:cNvPr>
          <p:cNvSpPr/>
          <p:nvPr/>
        </p:nvSpPr>
        <p:spPr>
          <a:xfrm>
            <a:off x="9884200" y="1636256"/>
            <a:ext cx="1990344" cy="50444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3">
            <a:extLst>
              <a:ext uri="{FF2B5EF4-FFF2-40B4-BE49-F238E27FC236}">
                <a16:creationId xmlns:a16="http://schemas.microsoft.com/office/drawing/2014/main" id="{F81A1005-46CA-4BA2-A386-468CD8B246F9}"/>
              </a:ext>
            </a:extLst>
          </p:cNvPr>
          <p:cNvSpPr/>
          <p:nvPr/>
        </p:nvSpPr>
        <p:spPr>
          <a:xfrm>
            <a:off x="9679222" y="1469869"/>
            <a:ext cx="2324100" cy="104546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4">
            <a:extLst>
              <a:ext uri="{FF2B5EF4-FFF2-40B4-BE49-F238E27FC236}">
                <a16:creationId xmlns:a16="http://schemas.microsoft.com/office/drawing/2014/main" id="{A6C608CD-D88D-4DD8-BFF8-5FDA1B9C7AF4}"/>
              </a:ext>
            </a:extLst>
          </p:cNvPr>
          <p:cNvSpPr/>
          <p:nvPr/>
        </p:nvSpPr>
        <p:spPr>
          <a:xfrm>
            <a:off x="9926872" y="1656068"/>
            <a:ext cx="1905000" cy="419100"/>
          </a:xfrm>
          <a:custGeom>
            <a:avLst/>
            <a:gdLst/>
            <a:ahLst/>
            <a:cxnLst/>
            <a:rect l="l" t="t" r="r" b="b"/>
            <a:pathLst>
              <a:path w="1905000" h="419100">
                <a:moveTo>
                  <a:pt x="1835139" y="0"/>
                </a:moveTo>
                <a:lnTo>
                  <a:pt x="58500" y="916"/>
                </a:lnTo>
                <a:lnTo>
                  <a:pt x="21535" y="19384"/>
                </a:lnTo>
                <a:lnTo>
                  <a:pt x="1498" y="55383"/>
                </a:lnTo>
                <a:lnTo>
                  <a:pt x="0" y="69860"/>
                </a:lnTo>
                <a:lnTo>
                  <a:pt x="916" y="360599"/>
                </a:lnTo>
                <a:lnTo>
                  <a:pt x="19384" y="397564"/>
                </a:lnTo>
                <a:lnTo>
                  <a:pt x="55383" y="417601"/>
                </a:lnTo>
                <a:lnTo>
                  <a:pt x="69860" y="419099"/>
                </a:lnTo>
                <a:lnTo>
                  <a:pt x="1846499" y="418183"/>
                </a:lnTo>
                <a:lnTo>
                  <a:pt x="1883464" y="399715"/>
                </a:lnTo>
                <a:lnTo>
                  <a:pt x="1903501" y="363716"/>
                </a:lnTo>
                <a:lnTo>
                  <a:pt x="1904999" y="349239"/>
                </a:lnTo>
                <a:lnTo>
                  <a:pt x="1904083" y="58500"/>
                </a:lnTo>
                <a:lnTo>
                  <a:pt x="1885615" y="21535"/>
                </a:lnTo>
                <a:lnTo>
                  <a:pt x="1849616" y="1498"/>
                </a:lnTo>
                <a:lnTo>
                  <a:pt x="183513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5">
            <a:extLst>
              <a:ext uri="{FF2B5EF4-FFF2-40B4-BE49-F238E27FC236}">
                <a16:creationId xmlns:a16="http://schemas.microsoft.com/office/drawing/2014/main" id="{169ADF3D-1AF5-4CC5-AF78-ED876D167009}"/>
              </a:ext>
            </a:extLst>
          </p:cNvPr>
          <p:cNvSpPr txBox="1"/>
          <p:nvPr/>
        </p:nvSpPr>
        <p:spPr>
          <a:xfrm>
            <a:off x="10042450" y="1596482"/>
            <a:ext cx="1676400" cy="483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3600" b="1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N-1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C5EE5EE-5F5C-697A-3DAF-480C6A0B4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39981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2578-D7CE-4C9C-876C-A5A6FE9F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behavior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D2B6A8-66D3-4B1F-B540-FFA7B6BE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629A6FD0-0EF8-41CD-92C2-DE7971F97CE1}"/>
              </a:ext>
            </a:extLst>
          </p:cNvPr>
          <p:cNvSpPr/>
          <p:nvPr/>
        </p:nvSpPr>
        <p:spPr>
          <a:xfrm>
            <a:off x="184685" y="5394381"/>
            <a:ext cx="5638800" cy="951570"/>
          </a:xfrm>
          <a:custGeom>
            <a:avLst/>
            <a:gdLst/>
            <a:ahLst/>
            <a:cxnLst/>
            <a:rect l="l" t="t" r="r" b="b"/>
            <a:pathLst>
              <a:path w="5638800" h="1318260">
                <a:moveTo>
                  <a:pt x="0" y="658928"/>
                </a:moveTo>
                <a:lnTo>
                  <a:pt x="9346" y="604888"/>
                </a:lnTo>
                <a:lnTo>
                  <a:pt x="36900" y="552050"/>
                </a:lnTo>
                <a:lnTo>
                  <a:pt x="81938" y="500584"/>
                </a:lnTo>
                <a:lnTo>
                  <a:pt x="143732" y="450661"/>
                </a:lnTo>
                <a:lnTo>
                  <a:pt x="221559" y="402449"/>
                </a:lnTo>
                <a:lnTo>
                  <a:pt x="314692" y="356118"/>
                </a:lnTo>
                <a:lnTo>
                  <a:pt x="422406" y="311838"/>
                </a:lnTo>
                <a:lnTo>
                  <a:pt x="543974" y="269779"/>
                </a:lnTo>
                <a:lnTo>
                  <a:pt x="678673" y="230110"/>
                </a:lnTo>
                <a:lnTo>
                  <a:pt x="825775" y="193000"/>
                </a:lnTo>
                <a:lnTo>
                  <a:pt x="984556" y="158620"/>
                </a:lnTo>
                <a:lnTo>
                  <a:pt x="1154290" y="127138"/>
                </a:lnTo>
                <a:lnTo>
                  <a:pt x="1334251" y="98725"/>
                </a:lnTo>
                <a:lnTo>
                  <a:pt x="1523714" y="73550"/>
                </a:lnTo>
                <a:lnTo>
                  <a:pt x="1721953" y="51783"/>
                </a:lnTo>
                <a:lnTo>
                  <a:pt x="1928243" y="33593"/>
                </a:lnTo>
                <a:lnTo>
                  <a:pt x="2141858" y="19150"/>
                </a:lnTo>
                <a:lnTo>
                  <a:pt x="2362073" y="8624"/>
                </a:lnTo>
                <a:lnTo>
                  <a:pt x="2588162" y="2184"/>
                </a:lnTo>
                <a:lnTo>
                  <a:pt x="2819399" y="0"/>
                </a:lnTo>
                <a:lnTo>
                  <a:pt x="3050641" y="2184"/>
                </a:lnTo>
                <a:lnTo>
                  <a:pt x="3276733" y="8624"/>
                </a:lnTo>
                <a:lnTo>
                  <a:pt x="3496950" y="19150"/>
                </a:lnTo>
                <a:lnTo>
                  <a:pt x="3710567" y="33593"/>
                </a:lnTo>
                <a:lnTo>
                  <a:pt x="3916858" y="51783"/>
                </a:lnTo>
                <a:lnTo>
                  <a:pt x="4115098" y="73550"/>
                </a:lnTo>
                <a:lnTo>
                  <a:pt x="4304561" y="98725"/>
                </a:lnTo>
                <a:lnTo>
                  <a:pt x="4484522" y="127138"/>
                </a:lnTo>
                <a:lnTo>
                  <a:pt x="4654255" y="158620"/>
                </a:lnTo>
                <a:lnTo>
                  <a:pt x="4813035" y="193000"/>
                </a:lnTo>
                <a:lnTo>
                  <a:pt x="4960136" y="230110"/>
                </a:lnTo>
                <a:lnTo>
                  <a:pt x="5094833" y="269779"/>
                </a:lnTo>
                <a:lnTo>
                  <a:pt x="5216401" y="311838"/>
                </a:lnTo>
                <a:lnTo>
                  <a:pt x="5324113" y="356118"/>
                </a:lnTo>
                <a:lnTo>
                  <a:pt x="5417244" y="402449"/>
                </a:lnTo>
                <a:lnTo>
                  <a:pt x="5495069" y="450661"/>
                </a:lnTo>
                <a:lnTo>
                  <a:pt x="5556863" y="500584"/>
                </a:lnTo>
                <a:lnTo>
                  <a:pt x="5601900" y="552050"/>
                </a:lnTo>
                <a:lnTo>
                  <a:pt x="5629454" y="604888"/>
                </a:lnTo>
                <a:lnTo>
                  <a:pt x="5638799" y="658928"/>
                </a:lnTo>
                <a:lnTo>
                  <a:pt x="5629454" y="712972"/>
                </a:lnTo>
                <a:lnTo>
                  <a:pt x="5601900" y="765813"/>
                </a:lnTo>
                <a:lnTo>
                  <a:pt x="5556863" y="817281"/>
                </a:lnTo>
                <a:lnTo>
                  <a:pt x="5495069" y="867206"/>
                </a:lnTo>
                <a:lnTo>
                  <a:pt x="5417244" y="915420"/>
                </a:lnTo>
                <a:lnTo>
                  <a:pt x="5324113" y="961753"/>
                </a:lnTo>
                <a:lnTo>
                  <a:pt x="5216401" y="1006034"/>
                </a:lnTo>
                <a:lnTo>
                  <a:pt x="5094833" y="1048094"/>
                </a:lnTo>
                <a:lnTo>
                  <a:pt x="4960136" y="1087765"/>
                </a:lnTo>
                <a:lnTo>
                  <a:pt x="4813035" y="1124875"/>
                </a:lnTo>
                <a:lnTo>
                  <a:pt x="4654255" y="1159256"/>
                </a:lnTo>
                <a:lnTo>
                  <a:pt x="4484522" y="1190738"/>
                </a:lnTo>
                <a:lnTo>
                  <a:pt x="4304561" y="1219152"/>
                </a:lnTo>
                <a:lnTo>
                  <a:pt x="4115098" y="1244327"/>
                </a:lnTo>
                <a:lnTo>
                  <a:pt x="3916858" y="1266094"/>
                </a:lnTo>
                <a:lnTo>
                  <a:pt x="3710567" y="1284284"/>
                </a:lnTo>
                <a:lnTo>
                  <a:pt x="3496950" y="1298727"/>
                </a:lnTo>
                <a:lnTo>
                  <a:pt x="3276733" y="1309254"/>
                </a:lnTo>
                <a:lnTo>
                  <a:pt x="3050641" y="1315694"/>
                </a:lnTo>
                <a:lnTo>
                  <a:pt x="2819399" y="1317878"/>
                </a:lnTo>
                <a:lnTo>
                  <a:pt x="2588162" y="1315694"/>
                </a:lnTo>
                <a:lnTo>
                  <a:pt x="2362073" y="1309254"/>
                </a:lnTo>
                <a:lnTo>
                  <a:pt x="2141858" y="1298727"/>
                </a:lnTo>
                <a:lnTo>
                  <a:pt x="1928243" y="1284284"/>
                </a:lnTo>
                <a:lnTo>
                  <a:pt x="1721953" y="1266094"/>
                </a:lnTo>
                <a:lnTo>
                  <a:pt x="1523714" y="1244327"/>
                </a:lnTo>
                <a:lnTo>
                  <a:pt x="1334251" y="1219152"/>
                </a:lnTo>
                <a:lnTo>
                  <a:pt x="1154290" y="1190738"/>
                </a:lnTo>
                <a:lnTo>
                  <a:pt x="984556" y="1159256"/>
                </a:lnTo>
                <a:lnTo>
                  <a:pt x="825775" y="1124875"/>
                </a:lnTo>
                <a:lnTo>
                  <a:pt x="678673" y="1087765"/>
                </a:lnTo>
                <a:lnTo>
                  <a:pt x="543974" y="1048094"/>
                </a:lnTo>
                <a:lnTo>
                  <a:pt x="422406" y="1006034"/>
                </a:lnTo>
                <a:lnTo>
                  <a:pt x="314692" y="961753"/>
                </a:lnTo>
                <a:lnTo>
                  <a:pt x="221559" y="915420"/>
                </a:lnTo>
                <a:lnTo>
                  <a:pt x="143732" y="867206"/>
                </a:lnTo>
                <a:lnTo>
                  <a:pt x="81938" y="817281"/>
                </a:lnTo>
                <a:lnTo>
                  <a:pt x="36900" y="765813"/>
                </a:lnTo>
                <a:lnTo>
                  <a:pt x="9346" y="712972"/>
                </a:lnTo>
                <a:lnTo>
                  <a:pt x="0" y="65892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4E345CE1-7FFD-48AF-930C-5E0F90805572}"/>
              </a:ext>
            </a:extLst>
          </p:cNvPr>
          <p:cNvSpPr/>
          <p:nvPr/>
        </p:nvSpPr>
        <p:spPr>
          <a:xfrm>
            <a:off x="2880640" y="1858320"/>
            <a:ext cx="2075688" cy="1786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C7488739-1296-468B-9ED0-4884CF93A276}"/>
              </a:ext>
            </a:extLst>
          </p:cNvPr>
          <p:cNvSpPr/>
          <p:nvPr/>
        </p:nvSpPr>
        <p:spPr>
          <a:xfrm>
            <a:off x="2927885" y="1882064"/>
            <a:ext cx="1981200" cy="1691639"/>
          </a:xfrm>
          <a:custGeom>
            <a:avLst/>
            <a:gdLst/>
            <a:ahLst/>
            <a:cxnLst/>
            <a:rect l="l" t="t" r="r" b="b"/>
            <a:pathLst>
              <a:path w="1981200" h="1691639">
                <a:moveTo>
                  <a:pt x="1699259" y="0"/>
                </a:moveTo>
                <a:lnTo>
                  <a:pt x="281939" y="0"/>
                </a:lnTo>
                <a:lnTo>
                  <a:pt x="258819" y="934"/>
                </a:lnTo>
                <a:lnTo>
                  <a:pt x="214192" y="8195"/>
                </a:lnTo>
                <a:lnTo>
                  <a:pt x="172204" y="22158"/>
                </a:lnTo>
                <a:lnTo>
                  <a:pt x="133434" y="42245"/>
                </a:lnTo>
                <a:lnTo>
                  <a:pt x="98464" y="67874"/>
                </a:lnTo>
                <a:lnTo>
                  <a:pt x="67874" y="98464"/>
                </a:lnTo>
                <a:lnTo>
                  <a:pt x="42245" y="133434"/>
                </a:lnTo>
                <a:lnTo>
                  <a:pt x="22158" y="172204"/>
                </a:lnTo>
                <a:lnTo>
                  <a:pt x="8195" y="214192"/>
                </a:lnTo>
                <a:lnTo>
                  <a:pt x="934" y="258819"/>
                </a:lnTo>
                <a:lnTo>
                  <a:pt x="0" y="281939"/>
                </a:lnTo>
                <a:lnTo>
                  <a:pt x="0" y="1409699"/>
                </a:lnTo>
                <a:lnTo>
                  <a:pt x="3690" y="1455427"/>
                </a:lnTo>
                <a:lnTo>
                  <a:pt x="14375" y="1498807"/>
                </a:lnTo>
                <a:lnTo>
                  <a:pt x="31473" y="1539259"/>
                </a:lnTo>
                <a:lnTo>
                  <a:pt x="54403" y="1576201"/>
                </a:lnTo>
                <a:lnTo>
                  <a:pt x="82585" y="1609054"/>
                </a:lnTo>
                <a:lnTo>
                  <a:pt x="115438" y="1637236"/>
                </a:lnTo>
                <a:lnTo>
                  <a:pt x="152380" y="1660166"/>
                </a:lnTo>
                <a:lnTo>
                  <a:pt x="192832" y="1677264"/>
                </a:lnTo>
                <a:lnTo>
                  <a:pt x="236212" y="1687949"/>
                </a:lnTo>
                <a:lnTo>
                  <a:pt x="281939" y="1691639"/>
                </a:lnTo>
                <a:lnTo>
                  <a:pt x="1699259" y="1691639"/>
                </a:lnTo>
                <a:lnTo>
                  <a:pt x="1744987" y="1687949"/>
                </a:lnTo>
                <a:lnTo>
                  <a:pt x="1788367" y="1677264"/>
                </a:lnTo>
                <a:lnTo>
                  <a:pt x="1828819" y="1660166"/>
                </a:lnTo>
                <a:lnTo>
                  <a:pt x="1865761" y="1637236"/>
                </a:lnTo>
                <a:lnTo>
                  <a:pt x="1898614" y="1609054"/>
                </a:lnTo>
                <a:lnTo>
                  <a:pt x="1926796" y="1576201"/>
                </a:lnTo>
                <a:lnTo>
                  <a:pt x="1949726" y="1539259"/>
                </a:lnTo>
                <a:lnTo>
                  <a:pt x="1966824" y="1498807"/>
                </a:lnTo>
                <a:lnTo>
                  <a:pt x="1977509" y="1455427"/>
                </a:lnTo>
                <a:lnTo>
                  <a:pt x="1981199" y="1409699"/>
                </a:lnTo>
                <a:lnTo>
                  <a:pt x="1981199" y="281939"/>
                </a:lnTo>
                <a:lnTo>
                  <a:pt x="1977509" y="236212"/>
                </a:lnTo>
                <a:lnTo>
                  <a:pt x="1966824" y="192832"/>
                </a:lnTo>
                <a:lnTo>
                  <a:pt x="1949726" y="152380"/>
                </a:lnTo>
                <a:lnTo>
                  <a:pt x="1926796" y="115438"/>
                </a:lnTo>
                <a:lnTo>
                  <a:pt x="1898614" y="82585"/>
                </a:lnTo>
                <a:lnTo>
                  <a:pt x="1865761" y="54403"/>
                </a:lnTo>
                <a:lnTo>
                  <a:pt x="1828819" y="31473"/>
                </a:lnTo>
                <a:lnTo>
                  <a:pt x="1788367" y="14375"/>
                </a:lnTo>
                <a:lnTo>
                  <a:pt x="1744987" y="3690"/>
                </a:lnTo>
                <a:lnTo>
                  <a:pt x="1699259" y="0"/>
                </a:lnTo>
                <a:close/>
              </a:path>
            </a:pathLst>
          </a:custGeom>
          <a:solidFill>
            <a:srgbClr val="E4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1FE0A3CD-26D7-40D0-B207-C2904A918D38}"/>
              </a:ext>
            </a:extLst>
          </p:cNvPr>
          <p:cNvSpPr/>
          <p:nvPr/>
        </p:nvSpPr>
        <p:spPr>
          <a:xfrm>
            <a:off x="2927885" y="1882064"/>
            <a:ext cx="1981200" cy="1691639"/>
          </a:xfrm>
          <a:custGeom>
            <a:avLst/>
            <a:gdLst/>
            <a:ahLst/>
            <a:cxnLst/>
            <a:rect l="l" t="t" r="r" b="b"/>
            <a:pathLst>
              <a:path w="1981200" h="1691639">
                <a:moveTo>
                  <a:pt x="0" y="281939"/>
                </a:moveTo>
                <a:lnTo>
                  <a:pt x="3690" y="236212"/>
                </a:lnTo>
                <a:lnTo>
                  <a:pt x="14375" y="192832"/>
                </a:lnTo>
                <a:lnTo>
                  <a:pt x="31473" y="152380"/>
                </a:lnTo>
                <a:lnTo>
                  <a:pt x="54403" y="115438"/>
                </a:lnTo>
                <a:lnTo>
                  <a:pt x="82585" y="82585"/>
                </a:lnTo>
                <a:lnTo>
                  <a:pt x="115438" y="54403"/>
                </a:lnTo>
                <a:lnTo>
                  <a:pt x="152380" y="31473"/>
                </a:lnTo>
                <a:lnTo>
                  <a:pt x="192832" y="14375"/>
                </a:lnTo>
                <a:lnTo>
                  <a:pt x="236212" y="3690"/>
                </a:lnTo>
                <a:lnTo>
                  <a:pt x="281939" y="0"/>
                </a:lnTo>
                <a:lnTo>
                  <a:pt x="1699259" y="0"/>
                </a:lnTo>
                <a:lnTo>
                  <a:pt x="1744987" y="3690"/>
                </a:lnTo>
                <a:lnTo>
                  <a:pt x="1788367" y="14375"/>
                </a:lnTo>
                <a:lnTo>
                  <a:pt x="1828819" y="31473"/>
                </a:lnTo>
                <a:lnTo>
                  <a:pt x="1865761" y="54403"/>
                </a:lnTo>
                <a:lnTo>
                  <a:pt x="1898614" y="82585"/>
                </a:lnTo>
                <a:lnTo>
                  <a:pt x="1926796" y="115438"/>
                </a:lnTo>
                <a:lnTo>
                  <a:pt x="1949726" y="152380"/>
                </a:lnTo>
                <a:lnTo>
                  <a:pt x="1966824" y="192832"/>
                </a:lnTo>
                <a:lnTo>
                  <a:pt x="1977509" y="236212"/>
                </a:lnTo>
                <a:lnTo>
                  <a:pt x="1981199" y="281939"/>
                </a:lnTo>
                <a:lnTo>
                  <a:pt x="1981199" y="1409699"/>
                </a:lnTo>
                <a:lnTo>
                  <a:pt x="1977509" y="1455427"/>
                </a:lnTo>
                <a:lnTo>
                  <a:pt x="1966824" y="1498807"/>
                </a:lnTo>
                <a:lnTo>
                  <a:pt x="1949726" y="1539259"/>
                </a:lnTo>
                <a:lnTo>
                  <a:pt x="1926796" y="1576201"/>
                </a:lnTo>
                <a:lnTo>
                  <a:pt x="1898614" y="1609054"/>
                </a:lnTo>
                <a:lnTo>
                  <a:pt x="1865761" y="1637236"/>
                </a:lnTo>
                <a:lnTo>
                  <a:pt x="1828819" y="1660166"/>
                </a:lnTo>
                <a:lnTo>
                  <a:pt x="1788367" y="1677264"/>
                </a:lnTo>
                <a:lnTo>
                  <a:pt x="1744987" y="1687949"/>
                </a:lnTo>
                <a:lnTo>
                  <a:pt x="1699259" y="1691639"/>
                </a:lnTo>
                <a:lnTo>
                  <a:pt x="281939" y="1691639"/>
                </a:lnTo>
                <a:lnTo>
                  <a:pt x="236212" y="1687949"/>
                </a:lnTo>
                <a:lnTo>
                  <a:pt x="192832" y="1677264"/>
                </a:lnTo>
                <a:lnTo>
                  <a:pt x="152380" y="1660166"/>
                </a:lnTo>
                <a:lnTo>
                  <a:pt x="115438" y="1637236"/>
                </a:lnTo>
                <a:lnTo>
                  <a:pt x="82585" y="1609054"/>
                </a:lnTo>
                <a:lnTo>
                  <a:pt x="54403" y="1576201"/>
                </a:lnTo>
                <a:lnTo>
                  <a:pt x="31473" y="1539259"/>
                </a:lnTo>
                <a:lnTo>
                  <a:pt x="14375" y="1498807"/>
                </a:lnTo>
                <a:lnTo>
                  <a:pt x="3690" y="1455427"/>
                </a:lnTo>
                <a:lnTo>
                  <a:pt x="0" y="1409699"/>
                </a:lnTo>
                <a:lnTo>
                  <a:pt x="0" y="28193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B546C41F-3EED-48B3-B887-46FE367253DF}"/>
              </a:ext>
            </a:extLst>
          </p:cNvPr>
          <p:cNvSpPr/>
          <p:nvPr/>
        </p:nvSpPr>
        <p:spPr>
          <a:xfrm>
            <a:off x="518440" y="1864415"/>
            <a:ext cx="2075688" cy="17952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715F8964-3467-4676-B122-009E67C86AAB}"/>
              </a:ext>
            </a:extLst>
          </p:cNvPr>
          <p:cNvSpPr/>
          <p:nvPr/>
        </p:nvSpPr>
        <p:spPr>
          <a:xfrm>
            <a:off x="565685" y="1889165"/>
            <a:ext cx="1981200" cy="1700530"/>
          </a:xfrm>
          <a:custGeom>
            <a:avLst/>
            <a:gdLst/>
            <a:ahLst/>
            <a:cxnLst/>
            <a:rect l="l" t="t" r="r" b="b"/>
            <a:pathLst>
              <a:path w="1981200" h="1700529">
                <a:moveTo>
                  <a:pt x="1697857" y="0"/>
                </a:moveTo>
                <a:lnTo>
                  <a:pt x="283332" y="0"/>
                </a:lnTo>
                <a:lnTo>
                  <a:pt x="260098" y="939"/>
                </a:lnTo>
                <a:lnTo>
                  <a:pt x="215251" y="8236"/>
                </a:lnTo>
                <a:lnTo>
                  <a:pt x="173055" y="22270"/>
                </a:lnTo>
                <a:lnTo>
                  <a:pt x="134094" y="42458"/>
                </a:lnTo>
                <a:lnTo>
                  <a:pt x="98951" y="68216"/>
                </a:lnTo>
                <a:lnTo>
                  <a:pt x="68210" y="98959"/>
                </a:lnTo>
                <a:lnTo>
                  <a:pt x="42454" y="134103"/>
                </a:lnTo>
                <a:lnTo>
                  <a:pt x="22268" y="173065"/>
                </a:lnTo>
                <a:lnTo>
                  <a:pt x="8235" y="215261"/>
                </a:lnTo>
                <a:lnTo>
                  <a:pt x="939" y="260107"/>
                </a:lnTo>
                <a:lnTo>
                  <a:pt x="0" y="283342"/>
                </a:lnTo>
                <a:lnTo>
                  <a:pt x="0" y="1416832"/>
                </a:lnTo>
                <a:lnTo>
                  <a:pt x="3708" y="1462784"/>
                </a:lnTo>
                <a:lnTo>
                  <a:pt x="14446" y="1506378"/>
                </a:lnTo>
                <a:lnTo>
                  <a:pt x="31628" y="1547030"/>
                </a:lnTo>
                <a:lnTo>
                  <a:pt x="54672" y="1584156"/>
                </a:lnTo>
                <a:lnTo>
                  <a:pt x="82993" y="1617173"/>
                </a:lnTo>
                <a:lnTo>
                  <a:pt x="116009" y="1645496"/>
                </a:lnTo>
                <a:lnTo>
                  <a:pt x="153134" y="1668542"/>
                </a:lnTo>
                <a:lnTo>
                  <a:pt x="193785" y="1685726"/>
                </a:lnTo>
                <a:lnTo>
                  <a:pt x="237379" y="1696465"/>
                </a:lnTo>
                <a:lnTo>
                  <a:pt x="283332" y="1700174"/>
                </a:lnTo>
                <a:lnTo>
                  <a:pt x="1697857" y="1700174"/>
                </a:lnTo>
                <a:lnTo>
                  <a:pt x="1743817" y="1696465"/>
                </a:lnTo>
                <a:lnTo>
                  <a:pt x="1787415" y="1685726"/>
                </a:lnTo>
                <a:lnTo>
                  <a:pt x="1828069" y="1668542"/>
                </a:lnTo>
                <a:lnTo>
                  <a:pt x="1865195" y="1645496"/>
                </a:lnTo>
                <a:lnTo>
                  <a:pt x="1898210" y="1617173"/>
                </a:lnTo>
                <a:lnTo>
                  <a:pt x="1926531" y="1584156"/>
                </a:lnTo>
                <a:lnTo>
                  <a:pt x="1949573" y="1547030"/>
                </a:lnTo>
                <a:lnTo>
                  <a:pt x="1966754" y="1506378"/>
                </a:lnTo>
                <a:lnTo>
                  <a:pt x="1977491" y="1462784"/>
                </a:lnTo>
                <a:lnTo>
                  <a:pt x="1981199" y="1416832"/>
                </a:lnTo>
                <a:lnTo>
                  <a:pt x="1981199" y="283342"/>
                </a:lnTo>
                <a:lnTo>
                  <a:pt x="1977491" y="237390"/>
                </a:lnTo>
                <a:lnTo>
                  <a:pt x="1966754" y="193796"/>
                </a:lnTo>
                <a:lnTo>
                  <a:pt x="1949573" y="153144"/>
                </a:lnTo>
                <a:lnTo>
                  <a:pt x="1926531" y="116017"/>
                </a:lnTo>
                <a:lnTo>
                  <a:pt x="1898210" y="83000"/>
                </a:lnTo>
                <a:lnTo>
                  <a:pt x="1865195" y="54677"/>
                </a:lnTo>
                <a:lnTo>
                  <a:pt x="1828069" y="31632"/>
                </a:lnTo>
                <a:lnTo>
                  <a:pt x="1787415" y="14448"/>
                </a:lnTo>
                <a:lnTo>
                  <a:pt x="1743817" y="3709"/>
                </a:lnTo>
                <a:lnTo>
                  <a:pt x="1697857" y="0"/>
                </a:lnTo>
                <a:close/>
              </a:path>
            </a:pathLst>
          </a:custGeom>
          <a:solidFill>
            <a:srgbClr val="91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7">
            <a:extLst>
              <a:ext uri="{FF2B5EF4-FFF2-40B4-BE49-F238E27FC236}">
                <a16:creationId xmlns:a16="http://schemas.microsoft.com/office/drawing/2014/main" id="{DC3A3B76-F561-4650-9652-9182F40765BA}"/>
              </a:ext>
            </a:extLst>
          </p:cNvPr>
          <p:cNvSpPr/>
          <p:nvPr/>
        </p:nvSpPr>
        <p:spPr>
          <a:xfrm>
            <a:off x="565685" y="1889165"/>
            <a:ext cx="1981200" cy="1700530"/>
          </a:xfrm>
          <a:custGeom>
            <a:avLst/>
            <a:gdLst/>
            <a:ahLst/>
            <a:cxnLst/>
            <a:rect l="l" t="t" r="r" b="b"/>
            <a:pathLst>
              <a:path w="1981200" h="1700529">
                <a:moveTo>
                  <a:pt x="0" y="283342"/>
                </a:moveTo>
                <a:lnTo>
                  <a:pt x="3708" y="237390"/>
                </a:lnTo>
                <a:lnTo>
                  <a:pt x="14446" y="193796"/>
                </a:lnTo>
                <a:lnTo>
                  <a:pt x="31628" y="153144"/>
                </a:lnTo>
                <a:lnTo>
                  <a:pt x="54672" y="116017"/>
                </a:lnTo>
                <a:lnTo>
                  <a:pt x="82993" y="83000"/>
                </a:lnTo>
                <a:lnTo>
                  <a:pt x="116009" y="54677"/>
                </a:lnTo>
                <a:lnTo>
                  <a:pt x="153134" y="31632"/>
                </a:lnTo>
                <a:lnTo>
                  <a:pt x="193785" y="14448"/>
                </a:lnTo>
                <a:lnTo>
                  <a:pt x="237379" y="3709"/>
                </a:lnTo>
                <a:lnTo>
                  <a:pt x="283332" y="0"/>
                </a:lnTo>
                <a:lnTo>
                  <a:pt x="1697857" y="0"/>
                </a:lnTo>
                <a:lnTo>
                  <a:pt x="1743817" y="3709"/>
                </a:lnTo>
                <a:lnTo>
                  <a:pt x="1787415" y="14448"/>
                </a:lnTo>
                <a:lnTo>
                  <a:pt x="1828069" y="31632"/>
                </a:lnTo>
                <a:lnTo>
                  <a:pt x="1865195" y="54677"/>
                </a:lnTo>
                <a:lnTo>
                  <a:pt x="1898210" y="83000"/>
                </a:lnTo>
                <a:lnTo>
                  <a:pt x="1926531" y="116017"/>
                </a:lnTo>
                <a:lnTo>
                  <a:pt x="1949573" y="153144"/>
                </a:lnTo>
                <a:lnTo>
                  <a:pt x="1966754" y="193796"/>
                </a:lnTo>
                <a:lnTo>
                  <a:pt x="1977491" y="237390"/>
                </a:lnTo>
                <a:lnTo>
                  <a:pt x="1981199" y="283342"/>
                </a:lnTo>
                <a:lnTo>
                  <a:pt x="1981199" y="1416832"/>
                </a:lnTo>
                <a:lnTo>
                  <a:pt x="1977491" y="1462784"/>
                </a:lnTo>
                <a:lnTo>
                  <a:pt x="1966754" y="1506378"/>
                </a:lnTo>
                <a:lnTo>
                  <a:pt x="1949573" y="1547030"/>
                </a:lnTo>
                <a:lnTo>
                  <a:pt x="1926531" y="1584156"/>
                </a:lnTo>
                <a:lnTo>
                  <a:pt x="1898210" y="1617173"/>
                </a:lnTo>
                <a:lnTo>
                  <a:pt x="1865195" y="1645496"/>
                </a:lnTo>
                <a:lnTo>
                  <a:pt x="1828069" y="1668542"/>
                </a:lnTo>
                <a:lnTo>
                  <a:pt x="1787415" y="1685726"/>
                </a:lnTo>
                <a:lnTo>
                  <a:pt x="1743817" y="1696465"/>
                </a:lnTo>
                <a:lnTo>
                  <a:pt x="1697857" y="1700174"/>
                </a:lnTo>
                <a:lnTo>
                  <a:pt x="283332" y="1700174"/>
                </a:lnTo>
                <a:lnTo>
                  <a:pt x="237379" y="1696465"/>
                </a:lnTo>
                <a:lnTo>
                  <a:pt x="193785" y="1685726"/>
                </a:lnTo>
                <a:lnTo>
                  <a:pt x="153134" y="1668542"/>
                </a:lnTo>
                <a:lnTo>
                  <a:pt x="116009" y="1645496"/>
                </a:lnTo>
                <a:lnTo>
                  <a:pt x="82993" y="1617173"/>
                </a:lnTo>
                <a:lnTo>
                  <a:pt x="54672" y="1584156"/>
                </a:lnTo>
                <a:lnTo>
                  <a:pt x="31628" y="1547030"/>
                </a:lnTo>
                <a:lnTo>
                  <a:pt x="14446" y="1506378"/>
                </a:lnTo>
                <a:lnTo>
                  <a:pt x="3708" y="1462784"/>
                </a:lnTo>
                <a:lnTo>
                  <a:pt x="0" y="1416832"/>
                </a:lnTo>
                <a:lnTo>
                  <a:pt x="0" y="283342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8">
            <a:extLst>
              <a:ext uri="{FF2B5EF4-FFF2-40B4-BE49-F238E27FC236}">
                <a16:creationId xmlns:a16="http://schemas.microsoft.com/office/drawing/2014/main" id="{41E7A69F-3528-4571-B1DF-5EC7B9FCA8F1}"/>
              </a:ext>
            </a:extLst>
          </p:cNvPr>
          <p:cNvSpPr/>
          <p:nvPr/>
        </p:nvSpPr>
        <p:spPr>
          <a:xfrm>
            <a:off x="939695" y="4116491"/>
            <a:ext cx="4433570" cy="614680"/>
          </a:xfrm>
          <a:custGeom>
            <a:avLst/>
            <a:gdLst/>
            <a:ahLst/>
            <a:cxnLst/>
            <a:rect l="l" t="t" r="r" b="b"/>
            <a:pathLst>
              <a:path w="4433570" h="614679">
                <a:moveTo>
                  <a:pt x="2216789" y="0"/>
                </a:moveTo>
                <a:lnTo>
                  <a:pt x="2034979" y="1018"/>
                </a:lnTo>
                <a:lnTo>
                  <a:pt x="1857216" y="4021"/>
                </a:lnTo>
                <a:lnTo>
                  <a:pt x="1684071" y="8929"/>
                </a:lnTo>
                <a:lnTo>
                  <a:pt x="1516115" y="15663"/>
                </a:lnTo>
                <a:lnTo>
                  <a:pt x="1353918" y="24144"/>
                </a:lnTo>
                <a:lnTo>
                  <a:pt x="1198050" y="34293"/>
                </a:lnTo>
                <a:lnTo>
                  <a:pt x="1049082" y="46031"/>
                </a:lnTo>
                <a:lnTo>
                  <a:pt x="907585" y="59279"/>
                </a:lnTo>
                <a:lnTo>
                  <a:pt x="774130" y="73957"/>
                </a:lnTo>
                <a:lnTo>
                  <a:pt x="649285" y="89987"/>
                </a:lnTo>
                <a:lnTo>
                  <a:pt x="533623" y="107290"/>
                </a:lnTo>
                <a:lnTo>
                  <a:pt x="427714" y="125786"/>
                </a:lnTo>
                <a:lnTo>
                  <a:pt x="332127" y="145397"/>
                </a:lnTo>
                <a:lnTo>
                  <a:pt x="247435" y="166042"/>
                </a:lnTo>
                <a:lnTo>
                  <a:pt x="174207" y="187645"/>
                </a:lnTo>
                <a:lnTo>
                  <a:pt x="113014" y="210124"/>
                </a:lnTo>
                <a:lnTo>
                  <a:pt x="64426" y="233402"/>
                </a:lnTo>
                <a:lnTo>
                  <a:pt x="29014" y="257398"/>
                </a:lnTo>
                <a:lnTo>
                  <a:pt x="0" y="307232"/>
                </a:lnTo>
                <a:lnTo>
                  <a:pt x="7348" y="332446"/>
                </a:lnTo>
                <a:lnTo>
                  <a:pt x="64426" y="381107"/>
                </a:lnTo>
                <a:lnTo>
                  <a:pt x="113014" y="404396"/>
                </a:lnTo>
                <a:lnTo>
                  <a:pt x="174207" y="426885"/>
                </a:lnTo>
                <a:lnTo>
                  <a:pt x="247435" y="448496"/>
                </a:lnTo>
                <a:lnTo>
                  <a:pt x="332127" y="469149"/>
                </a:lnTo>
                <a:lnTo>
                  <a:pt x="427714" y="488765"/>
                </a:lnTo>
                <a:lnTo>
                  <a:pt x="533623" y="507266"/>
                </a:lnTo>
                <a:lnTo>
                  <a:pt x="649285" y="524573"/>
                </a:lnTo>
                <a:lnTo>
                  <a:pt x="774130" y="540606"/>
                </a:lnTo>
                <a:lnTo>
                  <a:pt x="907585" y="555286"/>
                </a:lnTo>
                <a:lnTo>
                  <a:pt x="1049082" y="568536"/>
                </a:lnTo>
                <a:lnTo>
                  <a:pt x="1198050" y="580274"/>
                </a:lnTo>
                <a:lnTo>
                  <a:pt x="1353918" y="590424"/>
                </a:lnTo>
                <a:lnTo>
                  <a:pt x="1516115" y="598905"/>
                </a:lnTo>
                <a:lnTo>
                  <a:pt x="1684071" y="605639"/>
                </a:lnTo>
                <a:lnTo>
                  <a:pt x="1857216" y="610547"/>
                </a:lnTo>
                <a:lnTo>
                  <a:pt x="2034979" y="613549"/>
                </a:lnTo>
                <a:lnTo>
                  <a:pt x="2216789" y="614568"/>
                </a:lnTo>
                <a:lnTo>
                  <a:pt x="2398598" y="613549"/>
                </a:lnTo>
                <a:lnTo>
                  <a:pt x="2576361" y="610547"/>
                </a:lnTo>
                <a:lnTo>
                  <a:pt x="2749505" y="605639"/>
                </a:lnTo>
                <a:lnTo>
                  <a:pt x="2917461" y="598905"/>
                </a:lnTo>
                <a:lnTo>
                  <a:pt x="3079658" y="590424"/>
                </a:lnTo>
                <a:lnTo>
                  <a:pt x="3235525" y="580274"/>
                </a:lnTo>
                <a:lnTo>
                  <a:pt x="3384492" y="568536"/>
                </a:lnTo>
                <a:lnTo>
                  <a:pt x="3525988" y="555286"/>
                </a:lnTo>
                <a:lnTo>
                  <a:pt x="3659444" y="540606"/>
                </a:lnTo>
                <a:lnTo>
                  <a:pt x="3784287" y="524573"/>
                </a:lnTo>
                <a:lnTo>
                  <a:pt x="3899949" y="507266"/>
                </a:lnTo>
                <a:lnTo>
                  <a:pt x="4005857" y="488765"/>
                </a:lnTo>
                <a:lnTo>
                  <a:pt x="4101443" y="469149"/>
                </a:lnTo>
                <a:lnTo>
                  <a:pt x="4186135" y="448496"/>
                </a:lnTo>
                <a:lnTo>
                  <a:pt x="4259362" y="426885"/>
                </a:lnTo>
                <a:lnTo>
                  <a:pt x="4320555" y="404396"/>
                </a:lnTo>
                <a:lnTo>
                  <a:pt x="4369143" y="381107"/>
                </a:lnTo>
                <a:lnTo>
                  <a:pt x="4404554" y="357097"/>
                </a:lnTo>
                <a:lnTo>
                  <a:pt x="4433568" y="307232"/>
                </a:lnTo>
                <a:lnTo>
                  <a:pt x="4426220" y="282034"/>
                </a:lnTo>
                <a:lnTo>
                  <a:pt x="4369143" y="233402"/>
                </a:lnTo>
                <a:lnTo>
                  <a:pt x="4320555" y="210124"/>
                </a:lnTo>
                <a:lnTo>
                  <a:pt x="4259362" y="187645"/>
                </a:lnTo>
                <a:lnTo>
                  <a:pt x="4186135" y="166042"/>
                </a:lnTo>
                <a:lnTo>
                  <a:pt x="4101443" y="145397"/>
                </a:lnTo>
                <a:lnTo>
                  <a:pt x="4005857" y="125786"/>
                </a:lnTo>
                <a:lnTo>
                  <a:pt x="3899949" y="107290"/>
                </a:lnTo>
                <a:lnTo>
                  <a:pt x="3784287" y="89987"/>
                </a:lnTo>
                <a:lnTo>
                  <a:pt x="3659444" y="73957"/>
                </a:lnTo>
                <a:lnTo>
                  <a:pt x="3525988" y="59279"/>
                </a:lnTo>
                <a:lnTo>
                  <a:pt x="3384492" y="46031"/>
                </a:lnTo>
                <a:lnTo>
                  <a:pt x="3235525" y="34293"/>
                </a:lnTo>
                <a:lnTo>
                  <a:pt x="3079658" y="24144"/>
                </a:lnTo>
                <a:lnTo>
                  <a:pt x="2917461" y="15663"/>
                </a:lnTo>
                <a:lnTo>
                  <a:pt x="2749505" y="8929"/>
                </a:lnTo>
                <a:lnTo>
                  <a:pt x="2576361" y="4021"/>
                </a:lnTo>
                <a:lnTo>
                  <a:pt x="2398598" y="1018"/>
                </a:lnTo>
                <a:lnTo>
                  <a:pt x="22167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9">
            <a:extLst>
              <a:ext uri="{FF2B5EF4-FFF2-40B4-BE49-F238E27FC236}">
                <a16:creationId xmlns:a16="http://schemas.microsoft.com/office/drawing/2014/main" id="{F90B66E7-A5B9-4C89-8500-ABD765932A01}"/>
              </a:ext>
            </a:extLst>
          </p:cNvPr>
          <p:cNvSpPr/>
          <p:nvPr/>
        </p:nvSpPr>
        <p:spPr>
          <a:xfrm>
            <a:off x="960777" y="4106092"/>
            <a:ext cx="4433570" cy="614680"/>
          </a:xfrm>
          <a:custGeom>
            <a:avLst/>
            <a:gdLst/>
            <a:ahLst/>
            <a:cxnLst/>
            <a:rect l="l" t="t" r="r" b="b"/>
            <a:pathLst>
              <a:path w="4433570" h="614679">
                <a:moveTo>
                  <a:pt x="0" y="307232"/>
                </a:moveTo>
                <a:lnTo>
                  <a:pt x="29014" y="257398"/>
                </a:lnTo>
                <a:lnTo>
                  <a:pt x="64426" y="233402"/>
                </a:lnTo>
                <a:lnTo>
                  <a:pt x="113014" y="210124"/>
                </a:lnTo>
                <a:lnTo>
                  <a:pt x="174207" y="187645"/>
                </a:lnTo>
                <a:lnTo>
                  <a:pt x="247435" y="166042"/>
                </a:lnTo>
                <a:lnTo>
                  <a:pt x="332127" y="145397"/>
                </a:lnTo>
                <a:lnTo>
                  <a:pt x="427714" y="125786"/>
                </a:lnTo>
                <a:lnTo>
                  <a:pt x="533623" y="107290"/>
                </a:lnTo>
                <a:lnTo>
                  <a:pt x="649285" y="89987"/>
                </a:lnTo>
                <a:lnTo>
                  <a:pt x="774130" y="73957"/>
                </a:lnTo>
                <a:lnTo>
                  <a:pt x="907585" y="59279"/>
                </a:lnTo>
                <a:lnTo>
                  <a:pt x="1049082" y="46031"/>
                </a:lnTo>
                <a:lnTo>
                  <a:pt x="1198050" y="34293"/>
                </a:lnTo>
                <a:lnTo>
                  <a:pt x="1353918" y="24144"/>
                </a:lnTo>
                <a:lnTo>
                  <a:pt x="1516115" y="15663"/>
                </a:lnTo>
                <a:lnTo>
                  <a:pt x="1684071" y="8929"/>
                </a:lnTo>
                <a:lnTo>
                  <a:pt x="1857216" y="4021"/>
                </a:lnTo>
                <a:lnTo>
                  <a:pt x="2034979" y="1018"/>
                </a:lnTo>
                <a:lnTo>
                  <a:pt x="2216789" y="0"/>
                </a:lnTo>
                <a:lnTo>
                  <a:pt x="2398598" y="1018"/>
                </a:lnTo>
                <a:lnTo>
                  <a:pt x="2576361" y="4021"/>
                </a:lnTo>
                <a:lnTo>
                  <a:pt x="2749505" y="8929"/>
                </a:lnTo>
                <a:lnTo>
                  <a:pt x="2917461" y="15663"/>
                </a:lnTo>
                <a:lnTo>
                  <a:pt x="3079658" y="24144"/>
                </a:lnTo>
                <a:lnTo>
                  <a:pt x="3235525" y="34293"/>
                </a:lnTo>
                <a:lnTo>
                  <a:pt x="3384492" y="46031"/>
                </a:lnTo>
                <a:lnTo>
                  <a:pt x="3525988" y="59279"/>
                </a:lnTo>
                <a:lnTo>
                  <a:pt x="3659444" y="73957"/>
                </a:lnTo>
                <a:lnTo>
                  <a:pt x="3784287" y="89987"/>
                </a:lnTo>
                <a:lnTo>
                  <a:pt x="3899949" y="107290"/>
                </a:lnTo>
                <a:lnTo>
                  <a:pt x="4005857" y="125786"/>
                </a:lnTo>
                <a:lnTo>
                  <a:pt x="4101443" y="145397"/>
                </a:lnTo>
                <a:lnTo>
                  <a:pt x="4186135" y="166042"/>
                </a:lnTo>
                <a:lnTo>
                  <a:pt x="4259362" y="187645"/>
                </a:lnTo>
                <a:lnTo>
                  <a:pt x="4320555" y="210124"/>
                </a:lnTo>
                <a:lnTo>
                  <a:pt x="4369143" y="233402"/>
                </a:lnTo>
                <a:lnTo>
                  <a:pt x="4404554" y="257398"/>
                </a:lnTo>
                <a:lnTo>
                  <a:pt x="4433568" y="307232"/>
                </a:lnTo>
                <a:lnTo>
                  <a:pt x="4426220" y="332446"/>
                </a:lnTo>
                <a:lnTo>
                  <a:pt x="4369143" y="381107"/>
                </a:lnTo>
                <a:lnTo>
                  <a:pt x="4320555" y="404396"/>
                </a:lnTo>
                <a:lnTo>
                  <a:pt x="4259362" y="426885"/>
                </a:lnTo>
                <a:lnTo>
                  <a:pt x="4186135" y="448496"/>
                </a:lnTo>
                <a:lnTo>
                  <a:pt x="4101443" y="469149"/>
                </a:lnTo>
                <a:lnTo>
                  <a:pt x="4005857" y="488765"/>
                </a:lnTo>
                <a:lnTo>
                  <a:pt x="3899949" y="507266"/>
                </a:lnTo>
                <a:lnTo>
                  <a:pt x="3784287" y="524573"/>
                </a:lnTo>
                <a:lnTo>
                  <a:pt x="3659444" y="540606"/>
                </a:lnTo>
                <a:lnTo>
                  <a:pt x="3525988" y="555286"/>
                </a:lnTo>
                <a:lnTo>
                  <a:pt x="3384492" y="568536"/>
                </a:lnTo>
                <a:lnTo>
                  <a:pt x="3235525" y="580274"/>
                </a:lnTo>
                <a:lnTo>
                  <a:pt x="3079658" y="590424"/>
                </a:lnTo>
                <a:lnTo>
                  <a:pt x="2917461" y="598905"/>
                </a:lnTo>
                <a:lnTo>
                  <a:pt x="2749505" y="605639"/>
                </a:lnTo>
                <a:lnTo>
                  <a:pt x="2576361" y="610547"/>
                </a:lnTo>
                <a:lnTo>
                  <a:pt x="2398598" y="613549"/>
                </a:lnTo>
                <a:lnTo>
                  <a:pt x="2216789" y="614568"/>
                </a:lnTo>
                <a:lnTo>
                  <a:pt x="2034979" y="613549"/>
                </a:lnTo>
                <a:lnTo>
                  <a:pt x="1857216" y="610547"/>
                </a:lnTo>
                <a:lnTo>
                  <a:pt x="1684071" y="605639"/>
                </a:lnTo>
                <a:lnTo>
                  <a:pt x="1516115" y="598905"/>
                </a:lnTo>
                <a:lnTo>
                  <a:pt x="1353918" y="590424"/>
                </a:lnTo>
                <a:lnTo>
                  <a:pt x="1198050" y="580274"/>
                </a:lnTo>
                <a:lnTo>
                  <a:pt x="1049082" y="568536"/>
                </a:lnTo>
                <a:lnTo>
                  <a:pt x="907585" y="555286"/>
                </a:lnTo>
                <a:lnTo>
                  <a:pt x="774130" y="540606"/>
                </a:lnTo>
                <a:lnTo>
                  <a:pt x="649285" y="524573"/>
                </a:lnTo>
                <a:lnTo>
                  <a:pt x="533623" y="507266"/>
                </a:lnTo>
                <a:lnTo>
                  <a:pt x="427714" y="488765"/>
                </a:lnTo>
                <a:lnTo>
                  <a:pt x="332127" y="469149"/>
                </a:lnTo>
                <a:lnTo>
                  <a:pt x="247435" y="448496"/>
                </a:lnTo>
                <a:lnTo>
                  <a:pt x="174207" y="426885"/>
                </a:lnTo>
                <a:lnTo>
                  <a:pt x="113014" y="404396"/>
                </a:lnTo>
                <a:lnTo>
                  <a:pt x="64426" y="381107"/>
                </a:lnTo>
                <a:lnTo>
                  <a:pt x="29014" y="357097"/>
                </a:lnTo>
                <a:lnTo>
                  <a:pt x="0" y="307232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0">
            <a:extLst>
              <a:ext uri="{FF2B5EF4-FFF2-40B4-BE49-F238E27FC236}">
                <a16:creationId xmlns:a16="http://schemas.microsoft.com/office/drawing/2014/main" id="{8CEDBD19-A002-4A0A-AB64-177DA16EB9D6}"/>
              </a:ext>
            </a:extLst>
          </p:cNvPr>
          <p:cNvSpPr txBox="1"/>
          <p:nvPr/>
        </p:nvSpPr>
        <p:spPr>
          <a:xfrm>
            <a:off x="1705947" y="4066903"/>
            <a:ext cx="2975610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b="1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400" b="1" spc="-6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400" b="1" spc="-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4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400" b="1" spc="-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400" b="1" spc="-2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400" b="1" dirty="0">
                <a:solidFill>
                  <a:srgbClr val="FFFFFF"/>
                </a:solidFill>
                <a:latin typeface="Calibri"/>
                <a:cs typeface="Calibri"/>
              </a:rPr>
              <a:t>onnect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19" name="object 21">
            <a:extLst>
              <a:ext uri="{FF2B5EF4-FFF2-40B4-BE49-F238E27FC236}">
                <a16:creationId xmlns:a16="http://schemas.microsoft.com/office/drawing/2014/main" id="{0B5A48CB-614B-4790-B8DB-8598F4690473}"/>
              </a:ext>
            </a:extLst>
          </p:cNvPr>
          <p:cNvSpPr/>
          <p:nvPr/>
        </p:nvSpPr>
        <p:spPr>
          <a:xfrm>
            <a:off x="1259105" y="3566724"/>
            <a:ext cx="594359" cy="935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2">
            <a:extLst>
              <a:ext uri="{FF2B5EF4-FFF2-40B4-BE49-F238E27FC236}">
                <a16:creationId xmlns:a16="http://schemas.microsoft.com/office/drawing/2014/main" id="{0D840C01-D52C-4143-8244-7591A4423C46}"/>
              </a:ext>
            </a:extLst>
          </p:cNvPr>
          <p:cNvSpPr/>
          <p:nvPr/>
        </p:nvSpPr>
        <p:spPr>
          <a:xfrm>
            <a:off x="1427966" y="3589340"/>
            <a:ext cx="257175" cy="596900"/>
          </a:xfrm>
          <a:custGeom>
            <a:avLst/>
            <a:gdLst/>
            <a:ahLst/>
            <a:cxnLst/>
            <a:rect l="l" t="t" r="r" b="b"/>
            <a:pathLst>
              <a:path w="257175" h="596900">
                <a:moveTo>
                  <a:pt x="33819" y="340341"/>
                </a:moveTo>
                <a:lnTo>
                  <a:pt x="21946" y="340496"/>
                </a:lnTo>
                <a:lnTo>
                  <a:pt x="9501" y="349235"/>
                </a:lnTo>
                <a:lnTo>
                  <a:pt x="2305" y="359275"/>
                </a:lnTo>
                <a:lnTo>
                  <a:pt x="0" y="369825"/>
                </a:lnTo>
                <a:lnTo>
                  <a:pt x="2230" y="380094"/>
                </a:lnTo>
                <a:lnTo>
                  <a:pt x="3594" y="382767"/>
                </a:lnTo>
                <a:lnTo>
                  <a:pt x="128318" y="596508"/>
                </a:lnTo>
                <a:lnTo>
                  <a:pt x="161368" y="539870"/>
                </a:lnTo>
                <a:lnTo>
                  <a:pt x="99758" y="539870"/>
                </a:lnTo>
                <a:lnTo>
                  <a:pt x="99758" y="434142"/>
                </a:lnTo>
                <a:lnTo>
                  <a:pt x="53002" y="353933"/>
                </a:lnTo>
                <a:lnTo>
                  <a:pt x="44703" y="344957"/>
                </a:lnTo>
                <a:lnTo>
                  <a:pt x="33819" y="340341"/>
                </a:lnTo>
                <a:close/>
              </a:path>
              <a:path w="257175" h="596900">
                <a:moveTo>
                  <a:pt x="99758" y="434142"/>
                </a:moveTo>
                <a:lnTo>
                  <a:pt x="99758" y="539870"/>
                </a:lnTo>
                <a:lnTo>
                  <a:pt x="156908" y="539870"/>
                </a:lnTo>
                <a:lnTo>
                  <a:pt x="156908" y="525383"/>
                </a:lnTo>
                <a:lnTo>
                  <a:pt x="103690" y="525383"/>
                </a:lnTo>
                <a:lnTo>
                  <a:pt x="128360" y="483207"/>
                </a:lnTo>
                <a:lnTo>
                  <a:pt x="99758" y="434142"/>
                </a:lnTo>
                <a:close/>
              </a:path>
              <a:path w="257175" h="596900">
                <a:moveTo>
                  <a:pt x="224015" y="341193"/>
                </a:moveTo>
                <a:lnTo>
                  <a:pt x="213807" y="344052"/>
                </a:lnTo>
                <a:lnTo>
                  <a:pt x="205919" y="350611"/>
                </a:lnTo>
                <a:lnTo>
                  <a:pt x="156908" y="434400"/>
                </a:lnTo>
                <a:lnTo>
                  <a:pt x="156908" y="539870"/>
                </a:lnTo>
                <a:lnTo>
                  <a:pt x="161368" y="539870"/>
                </a:lnTo>
                <a:lnTo>
                  <a:pt x="253042" y="382767"/>
                </a:lnTo>
                <a:lnTo>
                  <a:pt x="256761" y="371146"/>
                </a:lnTo>
                <a:lnTo>
                  <a:pt x="255431" y="359398"/>
                </a:lnTo>
                <a:lnTo>
                  <a:pt x="249457" y="349120"/>
                </a:lnTo>
                <a:lnTo>
                  <a:pt x="236059" y="342670"/>
                </a:lnTo>
                <a:lnTo>
                  <a:pt x="224015" y="341193"/>
                </a:lnTo>
                <a:close/>
              </a:path>
              <a:path w="257175" h="596900">
                <a:moveTo>
                  <a:pt x="128360" y="483207"/>
                </a:moveTo>
                <a:lnTo>
                  <a:pt x="103690" y="525383"/>
                </a:lnTo>
                <a:lnTo>
                  <a:pt x="152946" y="525383"/>
                </a:lnTo>
                <a:lnTo>
                  <a:pt x="128360" y="483207"/>
                </a:lnTo>
                <a:close/>
              </a:path>
              <a:path w="257175" h="596900">
                <a:moveTo>
                  <a:pt x="156908" y="434400"/>
                </a:moveTo>
                <a:lnTo>
                  <a:pt x="128360" y="483207"/>
                </a:lnTo>
                <a:lnTo>
                  <a:pt x="152946" y="525383"/>
                </a:lnTo>
                <a:lnTo>
                  <a:pt x="156908" y="525383"/>
                </a:lnTo>
                <a:lnTo>
                  <a:pt x="156908" y="434400"/>
                </a:lnTo>
                <a:close/>
              </a:path>
              <a:path w="257175" h="596900">
                <a:moveTo>
                  <a:pt x="99758" y="298185"/>
                </a:moveTo>
                <a:lnTo>
                  <a:pt x="99758" y="434142"/>
                </a:lnTo>
                <a:lnTo>
                  <a:pt x="128360" y="483207"/>
                </a:lnTo>
                <a:lnTo>
                  <a:pt x="156908" y="434400"/>
                </a:lnTo>
                <a:lnTo>
                  <a:pt x="156908" y="326745"/>
                </a:lnTo>
                <a:lnTo>
                  <a:pt x="128318" y="326745"/>
                </a:lnTo>
                <a:lnTo>
                  <a:pt x="125669" y="326623"/>
                </a:lnTo>
                <a:lnTo>
                  <a:pt x="112498" y="321959"/>
                </a:lnTo>
                <a:lnTo>
                  <a:pt x="103250" y="311867"/>
                </a:lnTo>
                <a:lnTo>
                  <a:pt x="99758" y="298185"/>
                </a:lnTo>
                <a:close/>
              </a:path>
              <a:path w="257175" h="596900">
                <a:moveTo>
                  <a:pt x="99758" y="298185"/>
                </a:moveTo>
                <a:lnTo>
                  <a:pt x="103250" y="311867"/>
                </a:lnTo>
                <a:lnTo>
                  <a:pt x="112498" y="321959"/>
                </a:lnTo>
                <a:lnTo>
                  <a:pt x="125669" y="326623"/>
                </a:lnTo>
                <a:lnTo>
                  <a:pt x="128318" y="326745"/>
                </a:lnTo>
                <a:lnTo>
                  <a:pt x="99758" y="298185"/>
                </a:lnTo>
                <a:close/>
              </a:path>
              <a:path w="257175" h="596900">
                <a:moveTo>
                  <a:pt x="156908" y="0"/>
                </a:moveTo>
                <a:lnTo>
                  <a:pt x="99758" y="0"/>
                </a:lnTo>
                <a:lnTo>
                  <a:pt x="99758" y="298185"/>
                </a:lnTo>
                <a:lnTo>
                  <a:pt x="128318" y="326745"/>
                </a:lnTo>
                <a:lnTo>
                  <a:pt x="156908" y="326745"/>
                </a:lnTo>
                <a:lnTo>
                  <a:pt x="156908" y="298185"/>
                </a:lnTo>
                <a:lnTo>
                  <a:pt x="128318" y="269595"/>
                </a:lnTo>
                <a:lnTo>
                  <a:pt x="156908" y="269595"/>
                </a:lnTo>
                <a:lnTo>
                  <a:pt x="156908" y="0"/>
                </a:lnTo>
                <a:close/>
              </a:path>
              <a:path w="257175" h="596900">
                <a:moveTo>
                  <a:pt x="128318" y="269595"/>
                </a:moveTo>
                <a:lnTo>
                  <a:pt x="156908" y="298185"/>
                </a:lnTo>
                <a:lnTo>
                  <a:pt x="153417" y="284509"/>
                </a:lnTo>
                <a:lnTo>
                  <a:pt x="144172" y="274407"/>
                </a:lnTo>
                <a:lnTo>
                  <a:pt x="131015" y="269721"/>
                </a:lnTo>
                <a:lnTo>
                  <a:pt x="128318" y="269595"/>
                </a:lnTo>
                <a:close/>
              </a:path>
              <a:path w="257175" h="596900">
                <a:moveTo>
                  <a:pt x="156908" y="269595"/>
                </a:moveTo>
                <a:lnTo>
                  <a:pt x="128318" y="269595"/>
                </a:lnTo>
                <a:lnTo>
                  <a:pt x="131015" y="269721"/>
                </a:lnTo>
                <a:lnTo>
                  <a:pt x="144172" y="274407"/>
                </a:lnTo>
                <a:lnTo>
                  <a:pt x="153417" y="284509"/>
                </a:lnTo>
                <a:lnTo>
                  <a:pt x="156908" y="298185"/>
                </a:lnTo>
                <a:lnTo>
                  <a:pt x="156908" y="269595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3">
            <a:extLst>
              <a:ext uri="{FF2B5EF4-FFF2-40B4-BE49-F238E27FC236}">
                <a16:creationId xmlns:a16="http://schemas.microsoft.com/office/drawing/2014/main" id="{044D2E2E-01D1-42A6-90F2-BBDECBF2E7F4}"/>
              </a:ext>
            </a:extLst>
          </p:cNvPr>
          <p:cNvSpPr/>
          <p:nvPr/>
        </p:nvSpPr>
        <p:spPr>
          <a:xfrm>
            <a:off x="3621305" y="3551483"/>
            <a:ext cx="594360" cy="9509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4">
            <a:extLst>
              <a:ext uri="{FF2B5EF4-FFF2-40B4-BE49-F238E27FC236}">
                <a16:creationId xmlns:a16="http://schemas.microsoft.com/office/drawing/2014/main" id="{27D6DC4C-EB1D-4833-B4E7-B33AD4315FD0}"/>
              </a:ext>
            </a:extLst>
          </p:cNvPr>
          <p:cNvSpPr/>
          <p:nvPr/>
        </p:nvSpPr>
        <p:spPr>
          <a:xfrm>
            <a:off x="3790166" y="3573703"/>
            <a:ext cx="257175" cy="612140"/>
          </a:xfrm>
          <a:custGeom>
            <a:avLst/>
            <a:gdLst/>
            <a:ahLst/>
            <a:cxnLst/>
            <a:rect l="l" t="t" r="r" b="b"/>
            <a:pathLst>
              <a:path w="257175" h="612139">
                <a:moveTo>
                  <a:pt x="33819" y="355978"/>
                </a:moveTo>
                <a:lnTo>
                  <a:pt x="21946" y="356132"/>
                </a:lnTo>
                <a:lnTo>
                  <a:pt x="9501" y="364871"/>
                </a:lnTo>
                <a:lnTo>
                  <a:pt x="2305" y="374911"/>
                </a:lnTo>
                <a:lnTo>
                  <a:pt x="0" y="385461"/>
                </a:lnTo>
                <a:lnTo>
                  <a:pt x="2230" y="395730"/>
                </a:lnTo>
                <a:lnTo>
                  <a:pt x="3594" y="398404"/>
                </a:lnTo>
                <a:lnTo>
                  <a:pt x="128318" y="612145"/>
                </a:lnTo>
                <a:lnTo>
                  <a:pt x="161368" y="555507"/>
                </a:lnTo>
                <a:lnTo>
                  <a:pt x="99758" y="555507"/>
                </a:lnTo>
                <a:lnTo>
                  <a:pt x="99758" y="449778"/>
                </a:lnTo>
                <a:lnTo>
                  <a:pt x="53002" y="369569"/>
                </a:lnTo>
                <a:lnTo>
                  <a:pt x="44703" y="360593"/>
                </a:lnTo>
                <a:lnTo>
                  <a:pt x="33819" y="355978"/>
                </a:lnTo>
                <a:close/>
              </a:path>
              <a:path w="257175" h="612139">
                <a:moveTo>
                  <a:pt x="99758" y="449778"/>
                </a:moveTo>
                <a:lnTo>
                  <a:pt x="99758" y="555507"/>
                </a:lnTo>
                <a:lnTo>
                  <a:pt x="156908" y="555507"/>
                </a:lnTo>
                <a:lnTo>
                  <a:pt x="156908" y="541019"/>
                </a:lnTo>
                <a:lnTo>
                  <a:pt x="103690" y="541019"/>
                </a:lnTo>
                <a:lnTo>
                  <a:pt x="128360" y="498843"/>
                </a:lnTo>
                <a:lnTo>
                  <a:pt x="99758" y="449778"/>
                </a:lnTo>
                <a:close/>
              </a:path>
              <a:path w="257175" h="612139">
                <a:moveTo>
                  <a:pt x="224015" y="356829"/>
                </a:moveTo>
                <a:lnTo>
                  <a:pt x="213807" y="359688"/>
                </a:lnTo>
                <a:lnTo>
                  <a:pt x="205919" y="366247"/>
                </a:lnTo>
                <a:lnTo>
                  <a:pt x="156908" y="450037"/>
                </a:lnTo>
                <a:lnTo>
                  <a:pt x="156908" y="555507"/>
                </a:lnTo>
                <a:lnTo>
                  <a:pt x="161368" y="555507"/>
                </a:lnTo>
                <a:lnTo>
                  <a:pt x="253042" y="398404"/>
                </a:lnTo>
                <a:lnTo>
                  <a:pt x="256761" y="386782"/>
                </a:lnTo>
                <a:lnTo>
                  <a:pt x="255431" y="375034"/>
                </a:lnTo>
                <a:lnTo>
                  <a:pt x="249457" y="364756"/>
                </a:lnTo>
                <a:lnTo>
                  <a:pt x="236059" y="358307"/>
                </a:lnTo>
                <a:lnTo>
                  <a:pt x="224015" y="356829"/>
                </a:lnTo>
                <a:close/>
              </a:path>
              <a:path w="257175" h="612139">
                <a:moveTo>
                  <a:pt x="128360" y="498843"/>
                </a:moveTo>
                <a:lnTo>
                  <a:pt x="103690" y="541019"/>
                </a:lnTo>
                <a:lnTo>
                  <a:pt x="152946" y="541019"/>
                </a:lnTo>
                <a:lnTo>
                  <a:pt x="128360" y="498843"/>
                </a:lnTo>
                <a:close/>
              </a:path>
              <a:path w="257175" h="612139">
                <a:moveTo>
                  <a:pt x="156908" y="450037"/>
                </a:moveTo>
                <a:lnTo>
                  <a:pt x="128360" y="498843"/>
                </a:lnTo>
                <a:lnTo>
                  <a:pt x="152946" y="541019"/>
                </a:lnTo>
                <a:lnTo>
                  <a:pt x="156908" y="541019"/>
                </a:lnTo>
                <a:lnTo>
                  <a:pt x="156908" y="450037"/>
                </a:lnTo>
                <a:close/>
              </a:path>
              <a:path w="257175" h="612139">
                <a:moveTo>
                  <a:pt x="99758" y="306080"/>
                </a:moveTo>
                <a:lnTo>
                  <a:pt x="99758" y="449778"/>
                </a:lnTo>
                <a:lnTo>
                  <a:pt x="128360" y="498843"/>
                </a:lnTo>
                <a:lnTo>
                  <a:pt x="156908" y="450037"/>
                </a:lnTo>
                <a:lnTo>
                  <a:pt x="156908" y="333480"/>
                </a:lnTo>
                <a:lnTo>
                  <a:pt x="125580" y="333480"/>
                </a:lnTo>
                <a:lnTo>
                  <a:pt x="111473" y="329141"/>
                </a:lnTo>
                <a:lnTo>
                  <a:pt x="102898" y="319088"/>
                </a:lnTo>
                <a:lnTo>
                  <a:pt x="99758" y="306080"/>
                </a:lnTo>
                <a:close/>
              </a:path>
              <a:path w="257175" h="612139">
                <a:moveTo>
                  <a:pt x="99758" y="306080"/>
                </a:moveTo>
                <a:lnTo>
                  <a:pt x="102898" y="319088"/>
                </a:lnTo>
                <a:lnTo>
                  <a:pt x="111473" y="329141"/>
                </a:lnTo>
                <a:lnTo>
                  <a:pt x="125580" y="333480"/>
                </a:lnTo>
                <a:lnTo>
                  <a:pt x="137271" y="332859"/>
                </a:lnTo>
                <a:lnTo>
                  <a:pt x="146568" y="328037"/>
                </a:lnTo>
                <a:lnTo>
                  <a:pt x="148526" y="326257"/>
                </a:lnTo>
                <a:lnTo>
                  <a:pt x="99758" y="306080"/>
                </a:lnTo>
                <a:close/>
              </a:path>
              <a:path w="257175" h="612139">
                <a:moveTo>
                  <a:pt x="156908" y="0"/>
                </a:moveTo>
                <a:lnTo>
                  <a:pt x="99758" y="0"/>
                </a:lnTo>
                <a:lnTo>
                  <a:pt x="99758" y="306080"/>
                </a:lnTo>
                <a:lnTo>
                  <a:pt x="148526" y="326257"/>
                </a:lnTo>
                <a:lnTo>
                  <a:pt x="146568" y="328037"/>
                </a:lnTo>
                <a:lnTo>
                  <a:pt x="137271" y="332859"/>
                </a:lnTo>
                <a:lnTo>
                  <a:pt x="125580" y="333480"/>
                </a:lnTo>
                <a:lnTo>
                  <a:pt x="156908" y="333480"/>
                </a:lnTo>
                <a:lnTo>
                  <a:pt x="156908" y="306080"/>
                </a:lnTo>
                <a:lnTo>
                  <a:pt x="108140" y="285871"/>
                </a:lnTo>
                <a:lnTo>
                  <a:pt x="110166" y="284005"/>
                </a:lnTo>
                <a:lnTo>
                  <a:pt x="119438" y="279168"/>
                </a:lnTo>
                <a:lnTo>
                  <a:pt x="131108" y="278589"/>
                </a:lnTo>
                <a:lnTo>
                  <a:pt x="156908" y="278589"/>
                </a:lnTo>
                <a:lnTo>
                  <a:pt x="156908" y="0"/>
                </a:lnTo>
                <a:close/>
              </a:path>
              <a:path w="257175" h="612139">
                <a:moveTo>
                  <a:pt x="131108" y="278589"/>
                </a:moveTo>
                <a:lnTo>
                  <a:pt x="119438" y="279168"/>
                </a:lnTo>
                <a:lnTo>
                  <a:pt x="110166" y="284005"/>
                </a:lnTo>
                <a:lnTo>
                  <a:pt x="108140" y="285871"/>
                </a:lnTo>
                <a:lnTo>
                  <a:pt x="156908" y="306080"/>
                </a:lnTo>
                <a:lnTo>
                  <a:pt x="153767" y="293085"/>
                </a:lnTo>
                <a:lnTo>
                  <a:pt x="145195" y="283024"/>
                </a:lnTo>
                <a:lnTo>
                  <a:pt x="131108" y="278589"/>
                </a:lnTo>
                <a:close/>
              </a:path>
              <a:path w="257175" h="612139">
                <a:moveTo>
                  <a:pt x="156908" y="278589"/>
                </a:moveTo>
                <a:lnTo>
                  <a:pt x="131108" y="278589"/>
                </a:lnTo>
                <a:lnTo>
                  <a:pt x="145195" y="283024"/>
                </a:lnTo>
                <a:lnTo>
                  <a:pt x="153767" y="293085"/>
                </a:lnTo>
                <a:lnTo>
                  <a:pt x="156908" y="306080"/>
                </a:lnTo>
                <a:lnTo>
                  <a:pt x="156908" y="278589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5">
            <a:extLst>
              <a:ext uri="{FF2B5EF4-FFF2-40B4-BE49-F238E27FC236}">
                <a16:creationId xmlns:a16="http://schemas.microsoft.com/office/drawing/2014/main" id="{7B52DE59-0C46-4A6F-A7F1-68BA39E9DB8B}"/>
              </a:ext>
            </a:extLst>
          </p:cNvPr>
          <p:cNvSpPr/>
          <p:nvPr/>
        </p:nvSpPr>
        <p:spPr>
          <a:xfrm>
            <a:off x="2859305" y="4453692"/>
            <a:ext cx="594360" cy="12572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>
            <a:extLst>
              <a:ext uri="{FF2B5EF4-FFF2-40B4-BE49-F238E27FC236}">
                <a16:creationId xmlns:a16="http://schemas.microsoft.com/office/drawing/2014/main" id="{3A0E5511-D5B2-4546-B30D-76CDB50D0CB6}"/>
              </a:ext>
            </a:extLst>
          </p:cNvPr>
          <p:cNvSpPr/>
          <p:nvPr/>
        </p:nvSpPr>
        <p:spPr>
          <a:xfrm>
            <a:off x="3028042" y="4730929"/>
            <a:ext cx="257175" cy="663575"/>
          </a:xfrm>
          <a:custGeom>
            <a:avLst/>
            <a:gdLst/>
            <a:ahLst/>
            <a:cxnLst/>
            <a:rect l="l" t="t" r="r" b="b"/>
            <a:pathLst>
              <a:path w="257175" h="663575">
                <a:moveTo>
                  <a:pt x="34006" y="407377"/>
                </a:moveTo>
                <a:lnTo>
                  <a:pt x="22165" y="407492"/>
                </a:lnTo>
                <a:lnTo>
                  <a:pt x="9690" y="416236"/>
                </a:lnTo>
                <a:lnTo>
                  <a:pt x="2464" y="426248"/>
                </a:lnTo>
                <a:lnTo>
                  <a:pt x="126" y="436773"/>
                </a:lnTo>
                <a:lnTo>
                  <a:pt x="2315" y="447059"/>
                </a:lnTo>
                <a:lnTo>
                  <a:pt x="3718" y="449842"/>
                </a:lnTo>
                <a:lnTo>
                  <a:pt x="128442" y="663583"/>
                </a:lnTo>
                <a:lnTo>
                  <a:pt x="161568" y="606814"/>
                </a:lnTo>
                <a:lnTo>
                  <a:pt x="99882" y="606814"/>
                </a:lnTo>
                <a:lnTo>
                  <a:pt x="99882" y="501213"/>
                </a:lnTo>
                <a:lnTo>
                  <a:pt x="53126" y="421004"/>
                </a:lnTo>
                <a:lnTo>
                  <a:pt x="44854" y="412031"/>
                </a:lnTo>
                <a:lnTo>
                  <a:pt x="34006" y="407377"/>
                </a:lnTo>
                <a:close/>
              </a:path>
              <a:path w="257175" h="663575">
                <a:moveTo>
                  <a:pt x="99882" y="501213"/>
                </a:moveTo>
                <a:lnTo>
                  <a:pt x="99882" y="606814"/>
                </a:lnTo>
                <a:lnTo>
                  <a:pt x="157032" y="606814"/>
                </a:lnTo>
                <a:lnTo>
                  <a:pt x="157032" y="592454"/>
                </a:lnTo>
                <a:lnTo>
                  <a:pt x="103814" y="592454"/>
                </a:lnTo>
                <a:lnTo>
                  <a:pt x="128486" y="550282"/>
                </a:lnTo>
                <a:lnTo>
                  <a:pt x="99882" y="501213"/>
                </a:lnTo>
                <a:close/>
              </a:path>
              <a:path w="257175" h="663575">
                <a:moveTo>
                  <a:pt x="224196" y="408213"/>
                </a:moveTo>
                <a:lnTo>
                  <a:pt x="214000" y="411066"/>
                </a:lnTo>
                <a:lnTo>
                  <a:pt x="206109" y="417599"/>
                </a:lnTo>
                <a:lnTo>
                  <a:pt x="157032" y="501487"/>
                </a:lnTo>
                <a:lnTo>
                  <a:pt x="157032" y="606814"/>
                </a:lnTo>
                <a:lnTo>
                  <a:pt x="161568" y="606814"/>
                </a:lnTo>
                <a:lnTo>
                  <a:pt x="253166" y="449842"/>
                </a:lnTo>
                <a:lnTo>
                  <a:pt x="256884" y="438171"/>
                </a:lnTo>
                <a:lnTo>
                  <a:pt x="255557" y="426434"/>
                </a:lnTo>
                <a:lnTo>
                  <a:pt x="249589" y="416181"/>
                </a:lnTo>
                <a:lnTo>
                  <a:pt x="236218" y="409698"/>
                </a:lnTo>
                <a:lnTo>
                  <a:pt x="224196" y="408213"/>
                </a:lnTo>
                <a:close/>
              </a:path>
              <a:path w="257175" h="663575">
                <a:moveTo>
                  <a:pt x="128486" y="550282"/>
                </a:moveTo>
                <a:lnTo>
                  <a:pt x="103814" y="592454"/>
                </a:lnTo>
                <a:lnTo>
                  <a:pt x="153070" y="592454"/>
                </a:lnTo>
                <a:lnTo>
                  <a:pt x="128486" y="550282"/>
                </a:lnTo>
                <a:close/>
              </a:path>
              <a:path w="257175" h="663575">
                <a:moveTo>
                  <a:pt x="157032" y="501487"/>
                </a:moveTo>
                <a:lnTo>
                  <a:pt x="128486" y="550282"/>
                </a:lnTo>
                <a:lnTo>
                  <a:pt x="153070" y="592454"/>
                </a:lnTo>
                <a:lnTo>
                  <a:pt x="157032" y="592454"/>
                </a:lnTo>
                <a:lnTo>
                  <a:pt x="157032" y="501487"/>
                </a:lnTo>
                <a:close/>
              </a:path>
              <a:path w="257175" h="663575">
                <a:moveTo>
                  <a:pt x="128400" y="113304"/>
                </a:moveTo>
                <a:lnTo>
                  <a:pt x="99882" y="162058"/>
                </a:lnTo>
                <a:lnTo>
                  <a:pt x="99882" y="501213"/>
                </a:lnTo>
                <a:lnTo>
                  <a:pt x="128486" y="550282"/>
                </a:lnTo>
                <a:lnTo>
                  <a:pt x="157032" y="501487"/>
                </a:lnTo>
                <a:lnTo>
                  <a:pt x="157032" y="162421"/>
                </a:lnTo>
                <a:lnTo>
                  <a:pt x="128400" y="113304"/>
                </a:lnTo>
                <a:close/>
              </a:path>
              <a:path w="257175" h="663575">
                <a:moveTo>
                  <a:pt x="161499" y="56650"/>
                </a:moveTo>
                <a:lnTo>
                  <a:pt x="157032" y="56650"/>
                </a:lnTo>
                <a:lnTo>
                  <a:pt x="157032" y="162421"/>
                </a:lnTo>
                <a:lnTo>
                  <a:pt x="203758" y="242578"/>
                </a:lnTo>
                <a:lnTo>
                  <a:pt x="212061" y="251552"/>
                </a:lnTo>
                <a:lnTo>
                  <a:pt x="222950" y="256167"/>
                </a:lnTo>
                <a:lnTo>
                  <a:pt x="234829" y="256016"/>
                </a:lnTo>
                <a:lnTo>
                  <a:pt x="247266" y="247275"/>
                </a:lnTo>
                <a:lnTo>
                  <a:pt x="254459" y="237233"/>
                </a:lnTo>
                <a:lnTo>
                  <a:pt x="256761" y="226681"/>
                </a:lnTo>
                <a:lnTo>
                  <a:pt x="254528" y="216410"/>
                </a:lnTo>
                <a:lnTo>
                  <a:pt x="253166" y="213740"/>
                </a:lnTo>
                <a:lnTo>
                  <a:pt x="161499" y="56650"/>
                </a:lnTo>
                <a:close/>
              </a:path>
              <a:path w="257175" h="663575">
                <a:moveTo>
                  <a:pt x="128442" y="0"/>
                </a:moveTo>
                <a:lnTo>
                  <a:pt x="3718" y="213740"/>
                </a:lnTo>
                <a:lnTo>
                  <a:pt x="0" y="225360"/>
                </a:lnTo>
                <a:lnTo>
                  <a:pt x="1327" y="237108"/>
                </a:lnTo>
                <a:lnTo>
                  <a:pt x="7295" y="247391"/>
                </a:lnTo>
                <a:lnTo>
                  <a:pt x="20698" y="253836"/>
                </a:lnTo>
                <a:lnTo>
                  <a:pt x="32745" y="255311"/>
                </a:lnTo>
                <a:lnTo>
                  <a:pt x="42954" y="252452"/>
                </a:lnTo>
                <a:lnTo>
                  <a:pt x="50843" y="245896"/>
                </a:lnTo>
                <a:lnTo>
                  <a:pt x="99882" y="162058"/>
                </a:lnTo>
                <a:lnTo>
                  <a:pt x="99882" y="56650"/>
                </a:lnTo>
                <a:lnTo>
                  <a:pt x="161499" y="56650"/>
                </a:lnTo>
                <a:lnTo>
                  <a:pt x="128442" y="0"/>
                </a:lnTo>
                <a:close/>
              </a:path>
              <a:path w="257175" h="663575">
                <a:moveTo>
                  <a:pt x="157032" y="71128"/>
                </a:moveTo>
                <a:lnTo>
                  <a:pt x="153070" y="71128"/>
                </a:lnTo>
                <a:lnTo>
                  <a:pt x="128400" y="113304"/>
                </a:lnTo>
                <a:lnTo>
                  <a:pt x="157032" y="162421"/>
                </a:lnTo>
                <a:lnTo>
                  <a:pt x="157032" y="71128"/>
                </a:lnTo>
                <a:close/>
              </a:path>
              <a:path w="257175" h="663575">
                <a:moveTo>
                  <a:pt x="157032" y="56650"/>
                </a:moveTo>
                <a:lnTo>
                  <a:pt x="99882" y="56650"/>
                </a:lnTo>
                <a:lnTo>
                  <a:pt x="99882" y="162058"/>
                </a:lnTo>
                <a:lnTo>
                  <a:pt x="128400" y="113304"/>
                </a:lnTo>
                <a:lnTo>
                  <a:pt x="103814" y="71128"/>
                </a:lnTo>
                <a:lnTo>
                  <a:pt x="157032" y="71128"/>
                </a:lnTo>
                <a:lnTo>
                  <a:pt x="157032" y="56650"/>
                </a:lnTo>
                <a:close/>
              </a:path>
              <a:path w="257175" h="663575">
                <a:moveTo>
                  <a:pt x="153070" y="71128"/>
                </a:moveTo>
                <a:lnTo>
                  <a:pt x="103814" y="71128"/>
                </a:lnTo>
                <a:lnTo>
                  <a:pt x="128400" y="113304"/>
                </a:lnTo>
                <a:lnTo>
                  <a:pt x="153070" y="71128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0731E939-74D6-4D39-BA25-D561D96623C0}"/>
              </a:ext>
            </a:extLst>
          </p:cNvPr>
          <p:cNvSpPr/>
          <p:nvPr/>
        </p:nvSpPr>
        <p:spPr>
          <a:xfrm>
            <a:off x="751612" y="1373687"/>
            <a:ext cx="1685544" cy="504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9">
            <a:extLst>
              <a:ext uri="{FF2B5EF4-FFF2-40B4-BE49-F238E27FC236}">
                <a16:creationId xmlns:a16="http://schemas.microsoft.com/office/drawing/2014/main" id="{53F85CCC-0B34-4D73-8AE6-CE0915A7CC41}"/>
              </a:ext>
            </a:extLst>
          </p:cNvPr>
          <p:cNvSpPr/>
          <p:nvPr/>
        </p:nvSpPr>
        <p:spPr>
          <a:xfrm>
            <a:off x="794285" y="1393865"/>
            <a:ext cx="1600200" cy="419100"/>
          </a:xfrm>
          <a:custGeom>
            <a:avLst/>
            <a:gdLst/>
            <a:ahLst/>
            <a:cxnLst/>
            <a:rect l="l" t="t" r="r" b="b"/>
            <a:pathLst>
              <a:path w="1600200" h="419100">
                <a:moveTo>
                  <a:pt x="1530339" y="0"/>
                </a:moveTo>
                <a:lnTo>
                  <a:pt x="58500" y="915"/>
                </a:lnTo>
                <a:lnTo>
                  <a:pt x="21536" y="19382"/>
                </a:lnTo>
                <a:lnTo>
                  <a:pt x="1498" y="55383"/>
                </a:lnTo>
                <a:lnTo>
                  <a:pt x="0" y="69860"/>
                </a:lnTo>
                <a:lnTo>
                  <a:pt x="912" y="360595"/>
                </a:lnTo>
                <a:lnTo>
                  <a:pt x="19373" y="397558"/>
                </a:lnTo>
                <a:lnTo>
                  <a:pt x="55376" y="417601"/>
                </a:lnTo>
                <a:lnTo>
                  <a:pt x="69854" y="419099"/>
                </a:lnTo>
                <a:lnTo>
                  <a:pt x="1541677" y="418186"/>
                </a:lnTo>
                <a:lnTo>
                  <a:pt x="1578655" y="399727"/>
                </a:lnTo>
                <a:lnTo>
                  <a:pt x="1598701" y="363739"/>
                </a:lnTo>
                <a:lnTo>
                  <a:pt x="1600199" y="349270"/>
                </a:lnTo>
                <a:lnTo>
                  <a:pt x="1599283" y="58500"/>
                </a:lnTo>
                <a:lnTo>
                  <a:pt x="1580815" y="21535"/>
                </a:lnTo>
                <a:lnTo>
                  <a:pt x="1544816" y="1498"/>
                </a:lnTo>
                <a:lnTo>
                  <a:pt x="153033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510478E2-0F95-49E7-9232-41C70CD55377}"/>
              </a:ext>
            </a:extLst>
          </p:cNvPr>
          <p:cNvSpPr txBox="1"/>
          <p:nvPr/>
        </p:nvSpPr>
        <p:spPr>
          <a:xfrm>
            <a:off x="977548" y="1334397"/>
            <a:ext cx="123380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3600" b="1" spc="-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2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28" name="object 31">
            <a:extLst>
              <a:ext uri="{FF2B5EF4-FFF2-40B4-BE49-F238E27FC236}">
                <a16:creationId xmlns:a16="http://schemas.microsoft.com/office/drawing/2014/main" id="{DBD0F4E7-20FD-4E78-94D9-C5410760FD5C}"/>
              </a:ext>
            </a:extLst>
          </p:cNvPr>
          <p:cNvSpPr/>
          <p:nvPr/>
        </p:nvSpPr>
        <p:spPr>
          <a:xfrm>
            <a:off x="2961413" y="1358448"/>
            <a:ext cx="1685544" cy="50444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33">
            <a:extLst>
              <a:ext uri="{FF2B5EF4-FFF2-40B4-BE49-F238E27FC236}">
                <a16:creationId xmlns:a16="http://schemas.microsoft.com/office/drawing/2014/main" id="{38F19C79-342E-4A9B-B780-F9C67EBAA332}"/>
              </a:ext>
            </a:extLst>
          </p:cNvPr>
          <p:cNvSpPr/>
          <p:nvPr/>
        </p:nvSpPr>
        <p:spPr>
          <a:xfrm>
            <a:off x="3004085" y="1378260"/>
            <a:ext cx="1600200" cy="419100"/>
          </a:xfrm>
          <a:custGeom>
            <a:avLst/>
            <a:gdLst/>
            <a:ahLst/>
            <a:cxnLst/>
            <a:rect l="l" t="t" r="r" b="b"/>
            <a:pathLst>
              <a:path w="1600200" h="419100">
                <a:moveTo>
                  <a:pt x="1530339" y="0"/>
                </a:moveTo>
                <a:lnTo>
                  <a:pt x="58500" y="916"/>
                </a:lnTo>
                <a:lnTo>
                  <a:pt x="21535" y="19384"/>
                </a:lnTo>
                <a:lnTo>
                  <a:pt x="1498" y="55383"/>
                </a:lnTo>
                <a:lnTo>
                  <a:pt x="0" y="69860"/>
                </a:lnTo>
                <a:lnTo>
                  <a:pt x="916" y="360599"/>
                </a:lnTo>
                <a:lnTo>
                  <a:pt x="19384" y="397564"/>
                </a:lnTo>
                <a:lnTo>
                  <a:pt x="55383" y="417601"/>
                </a:lnTo>
                <a:lnTo>
                  <a:pt x="69860" y="419099"/>
                </a:lnTo>
                <a:lnTo>
                  <a:pt x="1541699" y="418183"/>
                </a:lnTo>
                <a:lnTo>
                  <a:pt x="1578664" y="399715"/>
                </a:lnTo>
                <a:lnTo>
                  <a:pt x="1598701" y="363716"/>
                </a:lnTo>
                <a:lnTo>
                  <a:pt x="1600199" y="349239"/>
                </a:lnTo>
                <a:lnTo>
                  <a:pt x="1599283" y="58500"/>
                </a:lnTo>
                <a:lnTo>
                  <a:pt x="1580815" y="21535"/>
                </a:lnTo>
                <a:lnTo>
                  <a:pt x="1544816" y="1498"/>
                </a:lnTo>
                <a:lnTo>
                  <a:pt x="153033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4">
            <a:extLst>
              <a:ext uri="{FF2B5EF4-FFF2-40B4-BE49-F238E27FC236}">
                <a16:creationId xmlns:a16="http://schemas.microsoft.com/office/drawing/2014/main" id="{8F85C028-C90D-4D72-AC8C-23EFA0DAACEF}"/>
              </a:ext>
            </a:extLst>
          </p:cNvPr>
          <p:cNvSpPr txBox="1"/>
          <p:nvPr/>
        </p:nvSpPr>
        <p:spPr>
          <a:xfrm>
            <a:off x="3187730" y="1341252"/>
            <a:ext cx="1234440" cy="483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3600" b="1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31" name="object 35">
            <a:extLst>
              <a:ext uri="{FF2B5EF4-FFF2-40B4-BE49-F238E27FC236}">
                <a16:creationId xmlns:a16="http://schemas.microsoft.com/office/drawing/2014/main" id="{E1A1C1A4-8A8C-4BFF-8072-BB5A73ED320F}"/>
              </a:ext>
            </a:extLst>
          </p:cNvPr>
          <p:cNvSpPr txBox="1"/>
          <p:nvPr/>
        </p:nvSpPr>
        <p:spPr>
          <a:xfrm>
            <a:off x="1200052" y="2928896"/>
            <a:ext cx="7061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L1/L2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2" name="object 36">
            <a:extLst>
              <a:ext uri="{FF2B5EF4-FFF2-40B4-BE49-F238E27FC236}">
                <a16:creationId xmlns:a16="http://schemas.microsoft.com/office/drawing/2014/main" id="{C17610C0-96CC-43E5-9E35-BCA34FA0CBEF}"/>
              </a:ext>
            </a:extLst>
          </p:cNvPr>
          <p:cNvSpPr txBox="1"/>
          <p:nvPr/>
        </p:nvSpPr>
        <p:spPr>
          <a:xfrm>
            <a:off x="3562636" y="2928896"/>
            <a:ext cx="7061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L1/L2</a:t>
            </a:r>
          </a:p>
        </p:txBody>
      </p:sp>
      <p:sp>
        <p:nvSpPr>
          <p:cNvPr id="33" name="object 37">
            <a:extLst>
              <a:ext uri="{FF2B5EF4-FFF2-40B4-BE49-F238E27FC236}">
                <a16:creationId xmlns:a16="http://schemas.microsoft.com/office/drawing/2014/main" id="{48FE19D0-45F0-4B18-943B-4DBAB31ACE9A}"/>
              </a:ext>
            </a:extLst>
          </p:cNvPr>
          <p:cNvSpPr/>
          <p:nvPr/>
        </p:nvSpPr>
        <p:spPr>
          <a:xfrm>
            <a:off x="594640" y="1992432"/>
            <a:ext cx="1847088" cy="9326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8">
            <a:extLst>
              <a:ext uri="{FF2B5EF4-FFF2-40B4-BE49-F238E27FC236}">
                <a16:creationId xmlns:a16="http://schemas.microsoft.com/office/drawing/2014/main" id="{A5F503A2-23E0-49EB-AFE9-DD1F59999950}"/>
              </a:ext>
            </a:extLst>
          </p:cNvPr>
          <p:cNvSpPr/>
          <p:nvPr/>
        </p:nvSpPr>
        <p:spPr>
          <a:xfrm>
            <a:off x="641885" y="2016419"/>
            <a:ext cx="1752600" cy="838200"/>
          </a:xfrm>
          <a:custGeom>
            <a:avLst/>
            <a:gdLst/>
            <a:ahLst/>
            <a:cxnLst/>
            <a:rect l="l" t="t" r="r" b="b"/>
            <a:pathLst>
              <a:path w="1752600" h="838200">
                <a:moveTo>
                  <a:pt x="876299" y="0"/>
                </a:moveTo>
                <a:lnTo>
                  <a:pt x="804425" y="1389"/>
                </a:lnTo>
                <a:lnTo>
                  <a:pt x="734151" y="5484"/>
                </a:lnTo>
                <a:lnTo>
                  <a:pt x="665703" y="12178"/>
                </a:lnTo>
                <a:lnTo>
                  <a:pt x="599308" y="21362"/>
                </a:lnTo>
                <a:lnTo>
                  <a:pt x="535190" y="32930"/>
                </a:lnTo>
                <a:lnTo>
                  <a:pt x="473574" y="46772"/>
                </a:lnTo>
                <a:lnTo>
                  <a:pt x="414687" y="62782"/>
                </a:lnTo>
                <a:lnTo>
                  <a:pt x="358753" y="80852"/>
                </a:lnTo>
                <a:lnTo>
                  <a:pt x="305999" y="100873"/>
                </a:lnTo>
                <a:lnTo>
                  <a:pt x="256649" y="122739"/>
                </a:lnTo>
                <a:lnTo>
                  <a:pt x="210929" y="146340"/>
                </a:lnTo>
                <a:lnTo>
                  <a:pt x="169065" y="171570"/>
                </a:lnTo>
                <a:lnTo>
                  <a:pt x="131281" y="198321"/>
                </a:lnTo>
                <a:lnTo>
                  <a:pt x="97804" y="226484"/>
                </a:lnTo>
                <a:lnTo>
                  <a:pt x="68859" y="255953"/>
                </a:lnTo>
                <a:lnTo>
                  <a:pt x="44671" y="286619"/>
                </a:lnTo>
                <a:lnTo>
                  <a:pt x="11468" y="351111"/>
                </a:lnTo>
                <a:lnTo>
                  <a:pt x="0" y="419099"/>
                </a:lnTo>
                <a:lnTo>
                  <a:pt x="2904" y="453464"/>
                </a:lnTo>
                <a:lnTo>
                  <a:pt x="25465" y="519795"/>
                </a:lnTo>
                <a:lnTo>
                  <a:pt x="68859" y="582207"/>
                </a:lnTo>
                <a:lnTo>
                  <a:pt x="97804" y="611674"/>
                </a:lnTo>
                <a:lnTo>
                  <a:pt x="131281" y="639838"/>
                </a:lnTo>
                <a:lnTo>
                  <a:pt x="169065" y="666589"/>
                </a:lnTo>
                <a:lnTo>
                  <a:pt x="210929" y="691821"/>
                </a:lnTo>
                <a:lnTo>
                  <a:pt x="256649" y="715426"/>
                </a:lnTo>
                <a:lnTo>
                  <a:pt x="305999" y="737295"/>
                </a:lnTo>
                <a:lnTo>
                  <a:pt x="358753" y="757321"/>
                </a:lnTo>
                <a:lnTo>
                  <a:pt x="414687" y="775395"/>
                </a:lnTo>
                <a:lnTo>
                  <a:pt x="473574" y="791409"/>
                </a:lnTo>
                <a:lnTo>
                  <a:pt x="535190" y="805256"/>
                </a:lnTo>
                <a:lnTo>
                  <a:pt x="599308" y="816828"/>
                </a:lnTo>
                <a:lnTo>
                  <a:pt x="665703" y="826016"/>
                </a:lnTo>
                <a:lnTo>
                  <a:pt x="734151" y="832713"/>
                </a:lnTo>
                <a:lnTo>
                  <a:pt x="804425" y="836810"/>
                </a:lnTo>
                <a:lnTo>
                  <a:pt x="876299" y="838199"/>
                </a:lnTo>
                <a:lnTo>
                  <a:pt x="948173" y="836810"/>
                </a:lnTo>
                <a:lnTo>
                  <a:pt x="1018446" y="832713"/>
                </a:lnTo>
                <a:lnTo>
                  <a:pt x="1086893" y="826016"/>
                </a:lnTo>
                <a:lnTo>
                  <a:pt x="1153288" y="816828"/>
                </a:lnTo>
                <a:lnTo>
                  <a:pt x="1217405" y="805256"/>
                </a:lnTo>
                <a:lnTo>
                  <a:pt x="1279021" y="791409"/>
                </a:lnTo>
                <a:lnTo>
                  <a:pt x="1337908" y="775395"/>
                </a:lnTo>
                <a:lnTo>
                  <a:pt x="1393842" y="757321"/>
                </a:lnTo>
                <a:lnTo>
                  <a:pt x="1446596" y="737295"/>
                </a:lnTo>
                <a:lnTo>
                  <a:pt x="1495946" y="715426"/>
                </a:lnTo>
                <a:lnTo>
                  <a:pt x="1541667" y="691821"/>
                </a:lnTo>
                <a:lnTo>
                  <a:pt x="1583532" y="666589"/>
                </a:lnTo>
                <a:lnTo>
                  <a:pt x="1621316" y="639838"/>
                </a:lnTo>
                <a:lnTo>
                  <a:pt x="1654793" y="611674"/>
                </a:lnTo>
                <a:lnTo>
                  <a:pt x="1683739" y="582207"/>
                </a:lnTo>
                <a:lnTo>
                  <a:pt x="1707927" y="551545"/>
                </a:lnTo>
                <a:lnTo>
                  <a:pt x="1741131" y="487065"/>
                </a:lnTo>
                <a:lnTo>
                  <a:pt x="1752599" y="419099"/>
                </a:lnTo>
                <a:lnTo>
                  <a:pt x="1749695" y="384722"/>
                </a:lnTo>
                <a:lnTo>
                  <a:pt x="1727133" y="318374"/>
                </a:lnTo>
                <a:lnTo>
                  <a:pt x="1683739" y="255953"/>
                </a:lnTo>
                <a:lnTo>
                  <a:pt x="1654793" y="226484"/>
                </a:lnTo>
                <a:lnTo>
                  <a:pt x="1621316" y="198321"/>
                </a:lnTo>
                <a:lnTo>
                  <a:pt x="1583532" y="171570"/>
                </a:lnTo>
                <a:lnTo>
                  <a:pt x="1541667" y="146340"/>
                </a:lnTo>
                <a:lnTo>
                  <a:pt x="1495946" y="122739"/>
                </a:lnTo>
                <a:lnTo>
                  <a:pt x="1446596" y="100873"/>
                </a:lnTo>
                <a:lnTo>
                  <a:pt x="1393842" y="80852"/>
                </a:lnTo>
                <a:lnTo>
                  <a:pt x="1337908" y="62782"/>
                </a:lnTo>
                <a:lnTo>
                  <a:pt x="1279021" y="46772"/>
                </a:lnTo>
                <a:lnTo>
                  <a:pt x="1217405" y="32930"/>
                </a:lnTo>
                <a:lnTo>
                  <a:pt x="1153288" y="21362"/>
                </a:lnTo>
                <a:lnTo>
                  <a:pt x="1086893" y="12178"/>
                </a:lnTo>
                <a:lnTo>
                  <a:pt x="1018446" y="5484"/>
                </a:lnTo>
                <a:lnTo>
                  <a:pt x="948173" y="1389"/>
                </a:lnTo>
                <a:lnTo>
                  <a:pt x="8762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9">
            <a:extLst>
              <a:ext uri="{FF2B5EF4-FFF2-40B4-BE49-F238E27FC236}">
                <a16:creationId xmlns:a16="http://schemas.microsoft.com/office/drawing/2014/main" id="{DF0C47D4-4704-4DB9-962D-6F4A847A18E5}"/>
              </a:ext>
            </a:extLst>
          </p:cNvPr>
          <p:cNvSpPr/>
          <p:nvPr/>
        </p:nvSpPr>
        <p:spPr>
          <a:xfrm>
            <a:off x="641885" y="2016419"/>
            <a:ext cx="1752600" cy="838200"/>
          </a:xfrm>
          <a:custGeom>
            <a:avLst/>
            <a:gdLst/>
            <a:ahLst/>
            <a:cxnLst/>
            <a:rect l="l" t="t" r="r" b="b"/>
            <a:pathLst>
              <a:path w="1752600" h="838200">
                <a:moveTo>
                  <a:pt x="0" y="419099"/>
                </a:moveTo>
                <a:lnTo>
                  <a:pt x="11468" y="351111"/>
                </a:lnTo>
                <a:lnTo>
                  <a:pt x="44671" y="286619"/>
                </a:lnTo>
                <a:lnTo>
                  <a:pt x="68859" y="255953"/>
                </a:lnTo>
                <a:lnTo>
                  <a:pt x="97804" y="226484"/>
                </a:lnTo>
                <a:lnTo>
                  <a:pt x="131281" y="198321"/>
                </a:lnTo>
                <a:lnTo>
                  <a:pt x="169065" y="171570"/>
                </a:lnTo>
                <a:lnTo>
                  <a:pt x="210929" y="146340"/>
                </a:lnTo>
                <a:lnTo>
                  <a:pt x="256649" y="122739"/>
                </a:lnTo>
                <a:lnTo>
                  <a:pt x="305999" y="100873"/>
                </a:lnTo>
                <a:lnTo>
                  <a:pt x="358753" y="80852"/>
                </a:lnTo>
                <a:lnTo>
                  <a:pt x="414687" y="62782"/>
                </a:lnTo>
                <a:lnTo>
                  <a:pt x="473574" y="46772"/>
                </a:lnTo>
                <a:lnTo>
                  <a:pt x="535190" y="32930"/>
                </a:lnTo>
                <a:lnTo>
                  <a:pt x="599308" y="21362"/>
                </a:lnTo>
                <a:lnTo>
                  <a:pt x="665703" y="12178"/>
                </a:lnTo>
                <a:lnTo>
                  <a:pt x="734151" y="5484"/>
                </a:lnTo>
                <a:lnTo>
                  <a:pt x="804425" y="1389"/>
                </a:lnTo>
                <a:lnTo>
                  <a:pt x="876299" y="0"/>
                </a:lnTo>
                <a:lnTo>
                  <a:pt x="948173" y="1389"/>
                </a:lnTo>
                <a:lnTo>
                  <a:pt x="1018446" y="5484"/>
                </a:lnTo>
                <a:lnTo>
                  <a:pt x="1086893" y="12178"/>
                </a:lnTo>
                <a:lnTo>
                  <a:pt x="1153288" y="21362"/>
                </a:lnTo>
                <a:lnTo>
                  <a:pt x="1217405" y="32930"/>
                </a:lnTo>
                <a:lnTo>
                  <a:pt x="1279021" y="46772"/>
                </a:lnTo>
                <a:lnTo>
                  <a:pt x="1337908" y="62782"/>
                </a:lnTo>
                <a:lnTo>
                  <a:pt x="1393842" y="80852"/>
                </a:lnTo>
                <a:lnTo>
                  <a:pt x="1446596" y="100873"/>
                </a:lnTo>
                <a:lnTo>
                  <a:pt x="1495946" y="122739"/>
                </a:lnTo>
                <a:lnTo>
                  <a:pt x="1541667" y="146340"/>
                </a:lnTo>
                <a:lnTo>
                  <a:pt x="1583532" y="171570"/>
                </a:lnTo>
                <a:lnTo>
                  <a:pt x="1621316" y="198321"/>
                </a:lnTo>
                <a:lnTo>
                  <a:pt x="1654793" y="226484"/>
                </a:lnTo>
                <a:lnTo>
                  <a:pt x="1683739" y="255953"/>
                </a:lnTo>
                <a:lnTo>
                  <a:pt x="1707927" y="286619"/>
                </a:lnTo>
                <a:lnTo>
                  <a:pt x="1741131" y="351111"/>
                </a:lnTo>
                <a:lnTo>
                  <a:pt x="1752599" y="419099"/>
                </a:lnTo>
                <a:lnTo>
                  <a:pt x="1749695" y="453464"/>
                </a:lnTo>
                <a:lnTo>
                  <a:pt x="1727133" y="519795"/>
                </a:lnTo>
                <a:lnTo>
                  <a:pt x="1683739" y="582207"/>
                </a:lnTo>
                <a:lnTo>
                  <a:pt x="1654793" y="611674"/>
                </a:lnTo>
                <a:lnTo>
                  <a:pt x="1621316" y="639838"/>
                </a:lnTo>
                <a:lnTo>
                  <a:pt x="1583532" y="666589"/>
                </a:lnTo>
                <a:lnTo>
                  <a:pt x="1541667" y="691821"/>
                </a:lnTo>
                <a:lnTo>
                  <a:pt x="1495946" y="715426"/>
                </a:lnTo>
                <a:lnTo>
                  <a:pt x="1446596" y="737295"/>
                </a:lnTo>
                <a:lnTo>
                  <a:pt x="1393842" y="757321"/>
                </a:lnTo>
                <a:lnTo>
                  <a:pt x="1337908" y="775395"/>
                </a:lnTo>
                <a:lnTo>
                  <a:pt x="1279021" y="791409"/>
                </a:lnTo>
                <a:lnTo>
                  <a:pt x="1217405" y="805256"/>
                </a:lnTo>
                <a:lnTo>
                  <a:pt x="1153288" y="816828"/>
                </a:lnTo>
                <a:lnTo>
                  <a:pt x="1086893" y="826016"/>
                </a:lnTo>
                <a:lnTo>
                  <a:pt x="1018446" y="832713"/>
                </a:lnTo>
                <a:lnTo>
                  <a:pt x="948173" y="836810"/>
                </a:lnTo>
                <a:lnTo>
                  <a:pt x="876299" y="838199"/>
                </a:lnTo>
                <a:lnTo>
                  <a:pt x="804425" y="836810"/>
                </a:lnTo>
                <a:lnTo>
                  <a:pt x="734151" y="832713"/>
                </a:lnTo>
                <a:lnTo>
                  <a:pt x="665703" y="826016"/>
                </a:lnTo>
                <a:lnTo>
                  <a:pt x="599308" y="816828"/>
                </a:lnTo>
                <a:lnTo>
                  <a:pt x="535190" y="805256"/>
                </a:lnTo>
                <a:lnTo>
                  <a:pt x="473574" y="791409"/>
                </a:lnTo>
                <a:lnTo>
                  <a:pt x="414687" y="775395"/>
                </a:lnTo>
                <a:lnTo>
                  <a:pt x="358753" y="757321"/>
                </a:lnTo>
                <a:lnTo>
                  <a:pt x="305999" y="737295"/>
                </a:lnTo>
                <a:lnTo>
                  <a:pt x="256649" y="715426"/>
                </a:lnTo>
                <a:lnTo>
                  <a:pt x="210929" y="691821"/>
                </a:lnTo>
                <a:lnTo>
                  <a:pt x="169065" y="666589"/>
                </a:lnTo>
                <a:lnTo>
                  <a:pt x="131281" y="639838"/>
                </a:lnTo>
                <a:lnTo>
                  <a:pt x="97804" y="611674"/>
                </a:lnTo>
                <a:lnTo>
                  <a:pt x="68859" y="582207"/>
                </a:lnTo>
                <a:lnTo>
                  <a:pt x="44671" y="551545"/>
                </a:lnTo>
                <a:lnTo>
                  <a:pt x="11468" y="487065"/>
                </a:lnTo>
                <a:lnTo>
                  <a:pt x="0" y="41909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40">
            <a:extLst>
              <a:ext uri="{FF2B5EF4-FFF2-40B4-BE49-F238E27FC236}">
                <a16:creationId xmlns:a16="http://schemas.microsoft.com/office/drawing/2014/main" id="{FD199144-09C9-48C7-AFF2-C5E20BD48D05}"/>
              </a:ext>
            </a:extLst>
          </p:cNvPr>
          <p:cNvSpPr txBox="1"/>
          <p:nvPr/>
        </p:nvSpPr>
        <p:spPr>
          <a:xfrm>
            <a:off x="6207920" y="5872766"/>
            <a:ext cx="441959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L</a:t>
            </a:r>
            <a:r>
              <a:rPr sz="2000" spc="-10" dirty="0">
                <a:latin typeface="Cambria"/>
                <a:cs typeface="Cambria"/>
              </a:rPr>
              <a:t>L</a:t>
            </a:r>
            <a:r>
              <a:rPr sz="2000" dirty="0">
                <a:latin typeface="Cambria"/>
                <a:cs typeface="Cambria"/>
              </a:rPr>
              <a:t>C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7" name="object 41">
            <a:extLst>
              <a:ext uri="{FF2B5EF4-FFF2-40B4-BE49-F238E27FC236}">
                <a16:creationId xmlns:a16="http://schemas.microsoft.com/office/drawing/2014/main" id="{DE3CF66A-A226-4BBE-AE1A-30967D52D6B3}"/>
              </a:ext>
            </a:extLst>
          </p:cNvPr>
          <p:cNvSpPr/>
          <p:nvPr/>
        </p:nvSpPr>
        <p:spPr>
          <a:xfrm>
            <a:off x="5578120" y="1449887"/>
            <a:ext cx="4559808" cy="6370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42">
            <a:extLst>
              <a:ext uri="{FF2B5EF4-FFF2-40B4-BE49-F238E27FC236}">
                <a16:creationId xmlns:a16="http://schemas.microsoft.com/office/drawing/2014/main" id="{9237F64D-FA66-44AE-A56D-3D4C6EC3698F}"/>
              </a:ext>
            </a:extLst>
          </p:cNvPr>
          <p:cNvSpPr/>
          <p:nvPr/>
        </p:nvSpPr>
        <p:spPr>
          <a:xfrm>
            <a:off x="5495825" y="1417884"/>
            <a:ext cx="3461004" cy="8046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43">
            <a:extLst>
              <a:ext uri="{FF2B5EF4-FFF2-40B4-BE49-F238E27FC236}">
                <a16:creationId xmlns:a16="http://schemas.microsoft.com/office/drawing/2014/main" id="{7AA9D7C3-3B94-4B5E-BE68-43319A25C7AD}"/>
              </a:ext>
            </a:extLst>
          </p:cNvPr>
          <p:cNvSpPr/>
          <p:nvPr/>
        </p:nvSpPr>
        <p:spPr>
          <a:xfrm>
            <a:off x="5626126" y="1474028"/>
            <a:ext cx="4464685" cy="542925"/>
          </a:xfrm>
          <a:custGeom>
            <a:avLst/>
            <a:gdLst/>
            <a:ahLst/>
            <a:cxnLst/>
            <a:rect l="l" t="t" r="r" b="b"/>
            <a:pathLst>
              <a:path w="4464684" h="542925">
                <a:moveTo>
                  <a:pt x="4374123" y="0"/>
                </a:moveTo>
                <a:lnTo>
                  <a:pt x="89414" y="5"/>
                </a:lnTo>
                <a:lnTo>
                  <a:pt x="48290" y="10406"/>
                </a:lnTo>
                <a:lnTo>
                  <a:pt x="17230" y="37333"/>
                </a:lnTo>
                <a:lnTo>
                  <a:pt x="1168" y="75845"/>
                </a:lnTo>
                <a:lnTo>
                  <a:pt x="0" y="90403"/>
                </a:lnTo>
                <a:lnTo>
                  <a:pt x="5" y="453006"/>
                </a:lnTo>
                <a:lnTo>
                  <a:pt x="10407" y="494111"/>
                </a:lnTo>
                <a:lnTo>
                  <a:pt x="37339" y="525163"/>
                </a:lnTo>
                <a:lnTo>
                  <a:pt x="75867" y="541223"/>
                </a:lnTo>
                <a:lnTo>
                  <a:pt x="90434" y="542391"/>
                </a:lnTo>
                <a:lnTo>
                  <a:pt x="4375143" y="542385"/>
                </a:lnTo>
                <a:lnTo>
                  <a:pt x="4416267" y="531984"/>
                </a:lnTo>
                <a:lnTo>
                  <a:pt x="4447327" y="505058"/>
                </a:lnTo>
                <a:lnTo>
                  <a:pt x="4463389" y="466546"/>
                </a:lnTo>
                <a:lnTo>
                  <a:pt x="4464557" y="451987"/>
                </a:lnTo>
                <a:lnTo>
                  <a:pt x="4464552" y="89384"/>
                </a:lnTo>
                <a:lnTo>
                  <a:pt x="4454150" y="48280"/>
                </a:lnTo>
                <a:lnTo>
                  <a:pt x="4427218" y="17228"/>
                </a:lnTo>
                <a:lnTo>
                  <a:pt x="4388690" y="1168"/>
                </a:lnTo>
                <a:lnTo>
                  <a:pt x="437412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4">
            <a:extLst>
              <a:ext uri="{FF2B5EF4-FFF2-40B4-BE49-F238E27FC236}">
                <a16:creationId xmlns:a16="http://schemas.microsoft.com/office/drawing/2014/main" id="{8DECBA68-6DE8-4AE7-8E67-E8B7AD7892D0}"/>
              </a:ext>
            </a:extLst>
          </p:cNvPr>
          <p:cNvSpPr/>
          <p:nvPr/>
        </p:nvSpPr>
        <p:spPr>
          <a:xfrm>
            <a:off x="5626126" y="1474028"/>
            <a:ext cx="4464685" cy="542925"/>
          </a:xfrm>
          <a:custGeom>
            <a:avLst/>
            <a:gdLst/>
            <a:ahLst/>
            <a:cxnLst/>
            <a:rect l="l" t="t" r="r" b="b"/>
            <a:pathLst>
              <a:path w="4464684" h="542925">
                <a:moveTo>
                  <a:pt x="0" y="90403"/>
                </a:moveTo>
                <a:lnTo>
                  <a:pt x="9966" y="49127"/>
                </a:lnTo>
                <a:lnTo>
                  <a:pt x="36575" y="17790"/>
                </a:lnTo>
                <a:lnTo>
                  <a:pt x="74892" y="1331"/>
                </a:lnTo>
                <a:lnTo>
                  <a:pt x="4374123" y="0"/>
                </a:lnTo>
                <a:lnTo>
                  <a:pt x="4388690" y="1168"/>
                </a:lnTo>
                <a:lnTo>
                  <a:pt x="4427218" y="17228"/>
                </a:lnTo>
                <a:lnTo>
                  <a:pt x="4454150" y="48280"/>
                </a:lnTo>
                <a:lnTo>
                  <a:pt x="4464552" y="89384"/>
                </a:lnTo>
                <a:lnTo>
                  <a:pt x="4464557" y="451987"/>
                </a:lnTo>
                <a:lnTo>
                  <a:pt x="4463389" y="466546"/>
                </a:lnTo>
                <a:lnTo>
                  <a:pt x="4447327" y="505058"/>
                </a:lnTo>
                <a:lnTo>
                  <a:pt x="4416267" y="531984"/>
                </a:lnTo>
                <a:lnTo>
                  <a:pt x="4375143" y="542385"/>
                </a:lnTo>
                <a:lnTo>
                  <a:pt x="90434" y="542391"/>
                </a:lnTo>
                <a:lnTo>
                  <a:pt x="75867" y="541223"/>
                </a:lnTo>
                <a:lnTo>
                  <a:pt x="37339" y="525163"/>
                </a:lnTo>
                <a:lnTo>
                  <a:pt x="10407" y="494111"/>
                </a:lnTo>
                <a:lnTo>
                  <a:pt x="5" y="453006"/>
                </a:lnTo>
                <a:lnTo>
                  <a:pt x="0" y="90403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5">
            <a:extLst>
              <a:ext uri="{FF2B5EF4-FFF2-40B4-BE49-F238E27FC236}">
                <a16:creationId xmlns:a16="http://schemas.microsoft.com/office/drawing/2014/main" id="{DFE0BF58-7B5C-4B1C-A26D-BF66DDD4CAE3}"/>
              </a:ext>
            </a:extLst>
          </p:cNvPr>
          <p:cNvSpPr/>
          <p:nvPr/>
        </p:nvSpPr>
        <p:spPr>
          <a:xfrm>
            <a:off x="5578120" y="2288087"/>
            <a:ext cx="4559808" cy="6370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6">
            <a:extLst>
              <a:ext uri="{FF2B5EF4-FFF2-40B4-BE49-F238E27FC236}">
                <a16:creationId xmlns:a16="http://schemas.microsoft.com/office/drawing/2014/main" id="{E5A6C3AF-F0A9-4775-91D7-FCF0F96FB472}"/>
              </a:ext>
            </a:extLst>
          </p:cNvPr>
          <p:cNvSpPr/>
          <p:nvPr/>
        </p:nvSpPr>
        <p:spPr>
          <a:xfrm>
            <a:off x="5495825" y="2256083"/>
            <a:ext cx="2260091" cy="80467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7">
            <a:extLst>
              <a:ext uri="{FF2B5EF4-FFF2-40B4-BE49-F238E27FC236}">
                <a16:creationId xmlns:a16="http://schemas.microsoft.com/office/drawing/2014/main" id="{43155100-0456-46A8-841C-736A771BEE38}"/>
              </a:ext>
            </a:extLst>
          </p:cNvPr>
          <p:cNvSpPr/>
          <p:nvPr/>
        </p:nvSpPr>
        <p:spPr>
          <a:xfrm>
            <a:off x="5626126" y="2312228"/>
            <a:ext cx="4464685" cy="542925"/>
          </a:xfrm>
          <a:custGeom>
            <a:avLst/>
            <a:gdLst/>
            <a:ahLst/>
            <a:cxnLst/>
            <a:rect l="l" t="t" r="r" b="b"/>
            <a:pathLst>
              <a:path w="4464684" h="542925">
                <a:moveTo>
                  <a:pt x="4374123" y="0"/>
                </a:moveTo>
                <a:lnTo>
                  <a:pt x="89414" y="5"/>
                </a:lnTo>
                <a:lnTo>
                  <a:pt x="48290" y="10406"/>
                </a:lnTo>
                <a:lnTo>
                  <a:pt x="17230" y="37333"/>
                </a:lnTo>
                <a:lnTo>
                  <a:pt x="1168" y="75845"/>
                </a:lnTo>
                <a:lnTo>
                  <a:pt x="0" y="90403"/>
                </a:lnTo>
                <a:lnTo>
                  <a:pt x="5" y="453006"/>
                </a:lnTo>
                <a:lnTo>
                  <a:pt x="10407" y="494111"/>
                </a:lnTo>
                <a:lnTo>
                  <a:pt x="37339" y="525163"/>
                </a:lnTo>
                <a:lnTo>
                  <a:pt x="75867" y="541223"/>
                </a:lnTo>
                <a:lnTo>
                  <a:pt x="90434" y="542391"/>
                </a:lnTo>
                <a:lnTo>
                  <a:pt x="4375143" y="542385"/>
                </a:lnTo>
                <a:lnTo>
                  <a:pt x="4416267" y="531984"/>
                </a:lnTo>
                <a:lnTo>
                  <a:pt x="4447327" y="505058"/>
                </a:lnTo>
                <a:lnTo>
                  <a:pt x="4463389" y="466546"/>
                </a:lnTo>
                <a:lnTo>
                  <a:pt x="4464557" y="451987"/>
                </a:lnTo>
                <a:lnTo>
                  <a:pt x="4464552" y="89384"/>
                </a:lnTo>
                <a:lnTo>
                  <a:pt x="4454150" y="48280"/>
                </a:lnTo>
                <a:lnTo>
                  <a:pt x="4427218" y="17228"/>
                </a:lnTo>
                <a:lnTo>
                  <a:pt x="4388690" y="1168"/>
                </a:lnTo>
                <a:lnTo>
                  <a:pt x="437412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8">
            <a:extLst>
              <a:ext uri="{FF2B5EF4-FFF2-40B4-BE49-F238E27FC236}">
                <a16:creationId xmlns:a16="http://schemas.microsoft.com/office/drawing/2014/main" id="{03FBD854-ED2A-4273-92F0-8C5AD5548E6C}"/>
              </a:ext>
            </a:extLst>
          </p:cNvPr>
          <p:cNvSpPr/>
          <p:nvPr/>
        </p:nvSpPr>
        <p:spPr>
          <a:xfrm>
            <a:off x="5626126" y="2312228"/>
            <a:ext cx="4464685" cy="542925"/>
          </a:xfrm>
          <a:custGeom>
            <a:avLst/>
            <a:gdLst/>
            <a:ahLst/>
            <a:cxnLst/>
            <a:rect l="l" t="t" r="r" b="b"/>
            <a:pathLst>
              <a:path w="4464684" h="542925">
                <a:moveTo>
                  <a:pt x="0" y="90403"/>
                </a:moveTo>
                <a:lnTo>
                  <a:pt x="9966" y="49127"/>
                </a:lnTo>
                <a:lnTo>
                  <a:pt x="36575" y="17790"/>
                </a:lnTo>
                <a:lnTo>
                  <a:pt x="74892" y="1331"/>
                </a:lnTo>
                <a:lnTo>
                  <a:pt x="4374123" y="0"/>
                </a:lnTo>
                <a:lnTo>
                  <a:pt x="4388690" y="1168"/>
                </a:lnTo>
                <a:lnTo>
                  <a:pt x="4427218" y="17228"/>
                </a:lnTo>
                <a:lnTo>
                  <a:pt x="4454150" y="48280"/>
                </a:lnTo>
                <a:lnTo>
                  <a:pt x="4464552" y="89384"/>
                </a:lnTo>
                <a:lnTo>
                  <a:pt x="4464557" y="451987"/>
                </a:lnTo>
                <a:lnTo>
                  <a:pt x="4463389" y="466546"/>
                </a:lnTo>
                <a:lnTo>
                  <a:pt x="4447327" y="505058"/>
                </a:lnTo>
                <a:lnTo>
                  <a:pt x="4416267" y="531984"/>
                </a:lnTo>
                <a:lnTo>
                  <a:pt x="4375143" y="542385"/>
                </a:lnTo>
                <a:lnTo>
                  <a:pt x="90434" y="542391"/>
                </a:lnTo>
                <a:lnTo>
                  <a:pt x="75867" y="541223"/>
                </a:lnTo>
                <a:lnTo>
                  <a:pt x="37339" y="525163"/>
                </a:lnTo>
                <a:lnTo>
                  <a:pt x="10407" y="494111"/>
                </a:lnTo>
                <a:lnTo>
                  <a:pt x="5" y="453006"/>
                </a:lnTo>
                <a:lnTo>
                  <a:pt x="0" y="90403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9">
            <a:extLst>
              <a:ext uri="{FF2B5EF4-FFF2-40B4-BE49-F238E27FC236}">
                <a16:creationId xmlns:a16="http://schemas.microsoft.com/office/drawing/2014/main" id="{2DAC0746-B237-403D-A481-980E5D91733E}"/>
              </a:ext>
            </a:extLst>
          </p:cNvPr>
          <p:cNvSpPr txBox="1"/>
          <p:nvPr/>
        </p:nvSpPr>
        <p:spPr>
          <a:xfrm>
            <a:off x="5732178" y="1582936"/>
            <a:ext cx="3764148" cy="12772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-25" dirty="0">
                <a:solidFill>
                  <a:srgbClr val="C00000"/>
                </a:solidFill>
                <a:latin typeface="Cambria"/>
                <a:cs typeface="Cambria"/>
              </a:rPr>
              <a:t>C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o</a:t>
            </a:r>
            <a:r>
              <a:rPr sz="2700" spc="-35" dirty="0">
                <a:solidFill>
                  <a:srgbClr val="C00000"/>
                </a:solidFill>
                <a:latin typeface="Cambria"/>
                <a:cs typeface="Cambria"/>
              </a:rPr>
              <a:t>r</a:t>
            </a:r>
            <a:r>
              <a:rPr sz="2700" spc="-20" dirty="0">
                <a:solidFill>
                  <a:srgbClr val="C00000"/>
                </a:solidFill>
                <a:latin typeface="Cambria"/>
                <a:cs typeface="Cambria"/>
              </a:rPr>
              <a:t>e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-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Ca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c</a:t>
            </a:r>
            <a:r>
              <a:rPr sz="2700" spc="-20" dirty="0">
                <a:solidFill>
                  <a:srgbClr val="C00000"/>
                </a:solidFill>
                <a:latin typeface="Cambria"/>
                <a:cs typeface="Cambria"/>
              </a:rPr>
              <a:t>he</a:t>
            </a:r>
            <a:r>
              <a:rPr sz="27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Fitting</a:t>
            </a:r>
            <a:endParaRPr sz="2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700" spc="-15" dirty="0">
                <a:solidFill>
                  <a:srgbClr val="C00000"/>
                </a:solidFill>
                <a:latin typeface="Cambria"/>
                <a:cs typeface="Cambria"/>
              </a:rPr>
              <a:t>L</a:t>
            </a:r>
            <a:r>
              <a:rPr sz="2700" spc="-50" dirty="0">
                <a:solidFill>
                  <a:srgbClr val="C00000"/>
                </a:solidFill>
                <a:latin typeface="Cambria"/>
                <a:cs typeface="Cambria"/>
              </a:rPr>
              <a:t>L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C</a:t>
            </a:r>
            <a:r>
              <a:rPr sz="2700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F</a:t>
            </a:r>
            <a:r>
              <a:rPr sz="2700" spc="5" dirty="0">
                <a:solidFill>
                  <a:srgbClr val="C00000"/>
                </a:solidFill>
                <a:latin typeface="Cambria"/>
                <a:cs typeface="Cambria"/>
              </a:rPr>
              <a:t>i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tting</a:t>
            </a:r>
            <a:r>
              <a:rPr lang="en-IN" sz="2700" spc="-5" dirty="0">
                <a:solidFill>
                  <a:srgbClr val="C00000"/>
                </a:solidFill>
                <a:latin typeface="Cambria"/>
                <a:cs typeface="Cambria"/>
              </a:rPr>
              <a:t>/thrashing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46" name="object 50">
            <a:extLst>
              <a:ext uri="{FF2B5EF4-FFF2-40B4-BE49-F238E27FC236}">
                <a16:creationId xmlns:a16="http://schemas.microsoft.com/office/drawing/2014/main" id="{89FE0FE2-AC59-46A4-AA3A-CB2246824ECD}"/>
              </a:ext>
            </a:extLst>
          </p:cNvPr>
          <p:cNvSpPr/>
          <p:nvPr/>
        </p:nvSpPr>
        <p:spPr>
          <a:xfrm>
            <a:off x="2350288" y="1609907"/>
            <a:ext cx="3432048" cy="77723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51">
            <a:extLst>
              <a:ext uri="{FF2B5EF4-FFF2-40B4-BE49-F238E27FC236}">
                <a16:creationId xmlns:a16="http://schemas.microsoft.com/office/drawing/2014/main" id="{97EEAB3E-37A7-4C9B-8486-A135BE7900AD}"/>
              </a:ext>
            </a:extLst>
          </p:cNvPr>
          <p:cNvSpPr/>
          <p:nvPr/>
        </p:nvSpPr>
        <p:spPr>
          <a:xfrm>
            <a:off x="2392320" y="1704639"/>
            <a:ext cx="3234055" cy="620395"/>
          </a:xfrm>
          <a:custGeom>
            <a:avLst/>
            <a:gdLst/>
            <a:ahLst/>
            <a:cxnLst/>
            <a:rect l="l" t="t" r="r" b="b"/>
            <a:pathLst>
              <a:path w="3234054" h="620394">
                <a:moveTo>
                  <a:pt x="3160683" y="40508"/>
                </a:moveTo>
                <a:lnTo>
                  <a:pt x="0" y="595121"/>
                </a:lnTo>
                <a:lnTo>
                  <a:pt x="4328" y="620146"/>
                </a:lnTo>
                <a:lnTo>
                  <a:pt x="3164978" y="65559"/>
                </a:lnTo>
                <a:lnTo>
                  <a:pt x="3184290" y="49231"/>
                </a:lnTo>
                <a:lnTo>
                  <a:pt x="3160683" y="40508"/>
                </a:lnTo>
                <a:close/>
              </a:path>
              <a:path w="3234054" h="620394">
                <a:moveTo>
                  <a:pt x="3211985" y="32400"/>
                </a:moveTo>
                <a:lnTo>
                  <a:pt x="3206892" y="32400"/>
                </a:lnTo>
                <a:lnTo>
                  <a:pt x="3211342" y="57424"/>
                </a:lnTo>
                <a:lnTo>
                  <a:pt x="3164978" y="65559"/>
                </a:lnTo>
                <a:lnTo>
                  <a:pt x="3133465" y="92201"/>
                </a:lnTo>
                <a:lnTo>
                  <a:pt x="3128131" y="96652"/>
                </a:lnTo>
                <a:lnTo>
                  <a:pt x="3127522" y="104668"/>
                </a:lnTo>
                <a:lnTo>
                  <a:pt x="3132094" y="110124"/>
                </a:lnTo>
                <a:lnTo>
                  <a:pt x="3136513" y="115458"/>
                </a:lnTo>
                <a:lnTo>
                  <a:pt x="3144530" y="116098"/>
                </a:lnTo>
                <a:lnTo>
                  <a:pt x="3149864" y="111526"/>
                </a:lnTo>
                <a:lnTo>
                  <a:pt x="3233927" y="40507"/>
                </a:lnTo>
                <a:lnTo>
                  <a:pt x="3211985" y="32400"/>
                </a:lnTo>
                <a:close/>
              </a:path>
              <a:path w="3234054" h="620394">
                <a:moveTo>
                  <a:pt x="3184290" y="49231"/>
                </a:moveTo>
                <a:lnTo>
                  <a:pt x="3164978" y="65559"/>
                </a:lnTo>
                <a:lnTo>
                  <a:pt x="3211342" y="57424"/>
                </a:lnTo>
                <a:lnTo>
                  <a:pt x="3211228" y="56784"/>
                </a:lnTo>
                <a:lnTo>
                  <a:pt x="3204728" y="56784"/>
                </a:lnTo>
                <a:lnTo>
                  <a:pt x="3184290" y="49231"/>
                </a:lnTo>
                <a:close/>
              </a:path>
              <a:path w="3234054" h="620394">
                <a:moveTo>
                  <a:pt x="3200918" y="35173"/>
                </a:moveTo>
                <a:lnTo>
                  <a:pt x="3184290" y="49231"/>
                </a:lnTo>
                <a:lnTo>
                  <a:pt x="3204728" y="56784"/>
                </a:lnTo>
                <a:lnTo>
                  <a:pt x="3200918" y="35173"/>
                </a:lnTo>
                <a:close/>
              </a:path>
              <a:path w="3234054" h="620394">
                <a:moveTo>
                  <a:pt x="3207385" y="35173"/>
                </a:moveTo>
                <a:lnTo>
                  <a:pt x="3200918" y="35173"/>
                </a:lnTo>
                <a:lnTo>
                  <a:pt x="3204728" y="56784"/>
                </a:lnTo>
                <a:lnTo>
                  <a:pt x="3211228" y="56784"/>
                </a:lnTo>
                <a:lnTo>
                  <a:pt x="3207385" y="35173"/>
                </a:lnTo>
                <a:close/>
              </a:path>
              <a:path w="3234054" h="620394">
                <a:moveTo>
                  <a:pt x="3206892" y="32400"/>
                </a:moveTo>
                <a:lnTo>
                  <a:pt x="3160683" y="40508"/>
                </a:lnTo>
                <a:lnTo>
                  <a:pt x="3184290" y="49231"/>
                </a:lnTo>
                <a:lnTo>
                  <a:pt x="3200918" y="35173"/>
                </a:lnTo>
                <a:lnTo>
                  <a:pt x="3207385" y="35173"/>
                </a:lnTo>
                <a:lnTo>
                  <a:pt x="3206892" y="32400"/>
                </a:lnTo>
                <a:close/>
              </a:path>
              <a:path w="3234054" h="620394">
                <a:moveTo>
                  <a:pt x="3124199" y="0"/>
                </a:moveTo>
                <a:lnTo>
                  <a:pt x="3116854" y="3322"/>
                </a:lnTo>
                <a:lnTo>
                  <a:pt x="3114415" y="9905"/>
                </a:lnTo>
                <a:lnTo>
                  <a:pt x="3112007" y="16520"/>
                </a:lnTo>
                <a:lnTo>
                  <a:pt x="3115330" y="23743"/>
                </a:lnTo>
                <a:lnTo>
                  <a:pt x="3160687" y="40507"/>
                </a:lnTo>
                <a:lnTo>
                  <a:pt x="3206892" y="32400"/>
                </a:lnTo>
                <a:lnTo>
                  <a:pt x="3211985" y="32400"/>
                </a:lnTo>
                <a:lnTo>
                  <a:pt x="31241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52">
            <a:extLst>
              <a:ext uri="{FF2B5EF4-FFF2-40B4-BE49-F238E27FC236}">
                <a16:creationId xmlns:a16="http://schemas.microsoft.com/office/drawing/2014/main" id="{63AEA744-DD0E-416C-835C-9CA302324392}"/>
              </a:ext>
            </a:extLst>
          </p:cNvPr>
          <p:cNvSpPr/>
          <p:nvPr/>
        </p:nvSpPr>
        <p:spPr>
          <a:xfrm>
            <a:off x="5317516" y="2448108"/>
            <a:ext cx="464820" cy="329336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3">
            <a:extLst>
              <a:ext uri="{FF2B5EF4-FFF2-40B4-BE49-F238E27FC236}">
                <a16:creationId xmlns:a16="http://schemas.microsoft.com/office/drawing/2014/main" id="{75991D6B-1571-47E5-886A-4AF7C5D6BF4E}"/>
              </a:ext>
            </a:extLst>
          </p:cNvPr>
          <p:cNvSpPr/>
          <p:nvPr/>
        </p:nvSpPr>
        <p:spPr>
          <a:xfrm>
            <a:off x="5360707" y="2583347"/>
            <a:ext cx="316230" cy="3095625"/>
          </a:xfrm>
          <a:custGeom>
            <a:avLst/>
            <a:gdLst/>
            <a:ahLst/>
            <a:cxnLst/>
            <a:rect l="l" t="t" r="r" b="b"/>
            <a:pathLst>
              <a:path w="316229" h="3095625">
                <a:moveTo>
                  <a:pt x="261358" y="50267"/>
                </a:moveTo>
                <a:lnTo>
                  <a:pt x="246988" y="70901"/>
                </a:lnTo>
                <a:lnTo>
                  <a:pt x="0" y="3093485"/>
                </a:lnTo>
                <a:lnTo>
                  <a:pt x="25267" y="3095509"/>
                </a:lnTo>
                <a:lnTo>
                  <a:pt x="272260" y="73013"/>
                </a:lnTo>
                <a:lnTo>
                  <a:pt x="261358" y="50267"/>
                </a:lnTo>
                <a:close/>
              </a:path>
              <a:path w="316229" h="3095625">
                <a:moveTo>
                  <a:pt x="276916" y="24018"/>
                </a:moveTo>
                <a:lnTo>
                  <a:pt x="250819" y="24018"/>
                </a:lnTo>
                <a:lnTo>
                  <a:pt x="276087" y="26182"/>
                </a:lnTo>
                <a:lnTo>
                  <a:pt x="272260" y="73013"/>
                </a:lnTo>
                <a:lnTo>
                  <a:pt x="293095" y="116464"/>
                </a:lnTo>
                <a:lnTo>
                  <a:pt x="300715" y="119146"/>
                </a:lnTo>
                <a:lnTo>
                  <a:pt x="306964" y="116098"/>
                </a:lnTo>
                <a:lnTo>
                  <a:pt x="313303" y="113172"/>
                </a:lnTo>
                <a:lnTo>
                  <a:pt x="315955" y="105552"/>
                </a:lnTo>
                <a:lnTo>
                  <a:pt x="276916" y="24018"/>
                </a:lnTo>
                <a:close/>
              </a:path>
              <a:path w="316229" h="3095625">
                <a:moveTo>
                  <a:pt x="265419" y="0"/>
                </a:moveTo>
                <a:lnTo>
                  <a:pt x="202570" y="90190"/>
                </a:lnTo>
                <a:lnTo>
                  <a:pt x="198485" y="95890"/>
                </a:lnTo>
                <a:lnTo>
                  <a:pt x="199887" y="103906"/>
                </a:lnTo>
                <a:lnTo>
                  <a:pt x="205618" y="107838"/>
                </a:lnTo>
                <a:lnTo>
                  <a:pt x="211439" y="111892"/>
                </a:lnTo>
                <a:lnTo>
                  <a:pt x="219334" y="110489"/>
                </a:lnTo>
                <a:lnTo>
                  <a:pt x="223387" y="104790"/>
                </a:lnTo>
                <a:lnTo>
                  <a:pt x="246988" y="70901"/>
                </a:lnTo>
                <a:lnTo>
                  <a:pt x="250819" y="24018"/>
                </a:lnTo>
                <a:lnTo>
                  <a:pt x="276916" y="24018"/>
                </a:lnTo>
                <a:lnTo>
                  <a:pt x="265419" y="0"/>
                </a:lnTo>
                <a:close/>
              </a:path>
              <a:path w="316229" h="3095625">
                <a:moveTo>
                  <a:pt x="275724" y="30632"/>
                </a:moveTo>
                <a:lnTo>
                  <a:pt x="251947" y="30632"/>
                </a:lnTo>
                <a:lnTo>
                  <a:pt x="273801" y="32400"/>
                </a:lnTo>
                <a:lnTo>
                  <a:pt x="261358" y="50267"/>
                </a:lnTo>
                <a:lnTo>
                  <a:pt x="272260" y="73013"/>
                </a:lnTo>
                <a:lnTo>
                  <a:pt x="275724" y="30632"/>
                </a:lnTo>
                <a:close/>
              </a:path>
              <a:path w="316229" h="3095625">
                <a:moveTo>
                  <a:pt x="250819" y="24018"/>
                </a:moveTo>
                <a:lnTo>
                  <a:pt x="246988" y="70901"/>
                </a:lnTo>
                <a:lnTo>
                  <a:pt x="261358" y="50267"/>
                </a:lnTo>
                <a:lnTo>
                  <a:pt x="251947" y="30632"/>
                </a:lnTo>
                <a:lnTo>
                  <a:pt x="275724" y="30632"/>
                </a:lnTo>
                <a:lnTo>
                  <a:pt x="276087" y="26182"/>
                </a:lnTo>
                <a:lnTo>
                  <a:pt x="250819" y="24018"/>
                </a:lnTo>
                <a:close/>
              </a:path>
              <a:path w="316229" h="3095625">
                <a:moveTo>
                  <a:pt x="251947" y="30632"/>
                </a:moveTo>
                <a:lnTo>
                  <a:pt x="261358" y="50267"/>
                </a:lnTo>
                <a:lnTo>
                  <a:pt x="273801" y="32400"/>
                </a:lnTo>
                <a:lnTo>
                  <a:pt x="251947" y="306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6">
            <a:extLst>
              <a:ext uri="{FF2B5EF4-FFF2-40B4-BE49-F238E27FC236}">
                <a16:creationId xmlns:a16="http://schemas.microsoft.com/office/drawing/2014/main" id="{F02CBBA0-FE21-4F28-850F-DBD7E23C607F}"/>
              </a:ext>
            </a:extLst>
          </p:cNvPr>
          <p:cNvSpPr txBox="1"/>
          <p:nvPr/>
        </p:nvSpPr>
        <p:spPr>
          <a:xfrm>
            <a:off x="2803420" y="5694013"/>
            <a:ext cx="70612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dirty="0">
                <a:latin typeface="Cambria"/>
                <a:cs typeface="Cambria"/>
              </a:rPr>
              <a:t>LLC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2E6D0BD-D044-86F9-6CFA-3B3B9095E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945287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96C7-29D9-4EF1-959A-90F453A4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70" y="97120"/>
            <a:ext cx="11916793" cy="1325563"/>
          </a:xfrm>
        </p:spPr>
        <p:txBody>
          <a:bodyPr/>
          <a:lstStyle/>
          <a:p>
            <a:r>
              <a:rPr lang="en-US" dirty="0"/>
              <a:t>Sliced/Banked LLC: NUCA (Non-uniform(local/remote) Cache)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D091D-AC51-4D52-9C1A-AA2FEB0AF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E123BDF2-8660-4135-9F10-DA0F942D9A98}"/>
              </a:ext>
            </a:extLst>
          </p:cNvPr>
          <p:cNvSpPr/>
          <p:nvPr/>
        </p:nvSpPr>
        <p:spPr>
          <a:xfrm>
            <a:off x="3416945" y="1248732"/>
            <a:ext cx="2527396" cy="2270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F466CA3C-7A38-41D8-A986-5492048B36B2}"/>
              </a:ext>
            </a:extLst>
          </p:cNvPr>
          <p:cNvSpPr/>
          <p:nvPr/>
        </p:nvSpPr>
        <p:spPr>
          <a:xfrm>
            <a:off x="3465550" y="1271272"/>
            <a:ext cx="2430188" cy="2183533"/>
          </a:xfrm>
          <a:custGeom>
            <a:avLst/>
            <a:gdLst/>
            <a:ahLst/>
            <a:cxnLst/>
            <a:rect l="l" t="t" r="r" b="b"/>
            <a:pathLst>
              <a:path w="2362200" h="2362200">
                <a:moveTo>
                  <a:pt x="1968489" y="0"/>
                </a:moveTo>
                <a:lnTo>
                  <a:pt x="393710" y="0"/>
                </a:lnTo>
                <a:lnTo>
                  <a:pt x="361419" y="1305"/>
                </a:lnTo>
                <a:lnTo>
                  <a:pt x="299095" y="11442"/>
                </a:lnTo>
                <a:lnTo>
                  <a:pt x="240458" y="30939"/>
                </a:lnTo>
                <a:lnTo>
                  <a:pt x="186318" y="58985"/>
                </a:lnTo>
                <a:lnTo>
                  <a:pt x="137486" y="94771"/>
                </a:lnTo>
                <a:lnTo>
                  <a:pt x="94771" y="137486"/>
                </a:lnTo>
                <a:lnTo>
                  <a:pt x="58985" y="186318"/>
                </a:lnTo>
                <a:lnTo>
                  <a:pt x="30939" y="240458"/>
                </a:lnTo>
                <a:lnTo>
                  <a:pt x="11442" y="299095"/>
                </a:lnTo>
                <a:lnTo>
                  <a:pt x="1305" y="361419"/>
                </a:lnTo>
                <a:lnTo>
                  <a:pt x="0" y="393710"/>
                </a:lnTo>
                <a:lnTo>
                  <a:pt x="0" y="1968489"/>
                </a:lnTo>
                <a:lnTo>
                  <a:pt x="5152" y="2032352"/>
                </a:lnTo>
                <a:lnTo>
                  <a:pt x="20071" y="2092934"/>
                </a:lnTo>
                <a:lnTo>
                  <a:pt x="43944" y="2149424"/>
                </a:lnTo>
                <a:lnTo>
                  <a:pt x="75962" y="2201011"/>
                </a:lnTo>
                <a:lnTo>
                  <a:pt x="115313" y="2246886"/>
                </a:lnTo>
                <a:lnTo>
                  <a:pt x="161188" y="2286237"/>
                </a:lnTo>
                <a:lnTo>
                  <a:pt x="212775" y="2318255"/>
                </a:lnTo>
                <a:lnTo>
                  <a:pt x="269265" y="2342128"/>
                </a:lnTo>
                <a:lnTo>
                  <a:pt x="329847" y="2357047"/>
                </a:lnTo>
                <a:lnTo>
                  <a:pt x="393710" y="2362199"/>
                </a:lnTo>
                <a:lnTo>
                  <a:pt x="1968489" y="2362199"/>
                </a:lnTo>
                <a:lnTo>
                  <a:pt x="2032352" y="2357047"/>
                </a:lnTo>
                <a:lnTo>
                  <a:pt x="2092934" y="2342128"/>
                </a:lnTo>
                <a:lnTo>
                  <a:pt x="2149424" y="2318255"/>
                </a:lnTo>
                <a:lnTo>
                  <a:pt x="2201011" y="2286237"/>
                </a:lnTo>
                <a:lnTo>
                  <a:pt x="2246886" y="2246886"/>
                </a:lnTo>
                <a:lnTo>
                  <a:pt x="2286237" y="2201011"/>
                </a:lnTo>
                <a:lnTo>
                  <a:pt x="2318255" y="2149424"/>
                </a:lnTo>
                <a:lnTo>
                  <a:pt x="2342128" y="2092934"/>
                </a:lnTo>
                <a:lnTo>
                  <a:pt x="2357047" y="2032352"/>
                </a:lnTo>
                <a:lnTo>
                  <a:pt x="2362199" y="1968489"/>
                </a:lnTo>
                <a:lnTo>
                  <a:pt x="2362199" y="393710"/>
                </a:lnTo>
                <a:lnTo>
                  <a:pt x="2357047" y="329847"/>
                </a:lnTo>
                <a:lnTo>
                  <a:pt x="2342128" y="269265"/>
                </a:lnTo>
                <a:lnTo>
                  <a:pt x="2318255" y="212775"/>
                </a:lnTo>
                <a:lnTo>
                  <a:pt x="2286237" y="161188"/>
                </a:lnTo>
                <a:lnTo>
                  <a:pt x="2246886" y="115313"/>
                </a:lnTo>
                <a:lnTo>
                  <a:pt x="2201011" y="75962"/>
                </a:lnTo>
                <a:lnTo>
                  <a:pt x="2149424" y="43944"/>
                </a:lnTo>
                <a:lnTo>
                  <a:pt x="2092934" y="20071"/>
                </a:lnTo>
                <a:lnTo>
                  <a:pt x="2032352" y="5152"/>
                </a:lnTo>
                <a:lnTo>
                  <a:pt x="19684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6C9A36FA-26E0-4FFC-91E3-BC361443BE5A}"/>
              </a:ext>
            </a:extLst>
          </p:cNvPr>
          <p:cNvSpPr/>
          <p:nvPr/>
        </p:nvSpPr>
        <p:spPr>
          <a:xfrm>
            <a:off x="3465550" y="1271272"/>
            <a:ext cx="2430188" cy="2183533"/>
          </a:xfrm>
          <a:custGeom>
            <a:avLst/>
            <a:gdLst/>
            <a:ahLst/>
            <a:cxnLst/>
            <a:rect l="l" t="t" r="r" b="b"/>
            <a:pathLst>
              <a:path w="2362200" h="2362200">
                <a:moveTo>
                  <a:pt x="0" y="393710"/>
                </a:moveTo>
                <a:lnTo>
                  <a:pt x="5152" y="329847"/>
                </a:lnTo>
                <a:lnTo>
                  <a:pt x="20071" y="269265"/>
                </a:lnTo>
                <a:lnTo>
                  <a:pt x="43944" y="212775"/>
                </a:lnTo>
                <a:lnTo>
                  <a:pt x="75962" y="161188"/>
                </a:lnTo>
                <a:lnTo>
                  <a:pt x="115313" y="115313"/>
                </a:lnTo>
                <a:lnTo>
                  <a:pt x="161188" y="75962"/>
                </a:lnTo>
                <a:lnTo>
                  <a:pt x="212775" y="43944"/>
                </a:lnTo>
                <a:lnTo>
                  <a:pt x="269265" y="20071"/>
                </a:lnTo>
                <a:lnTo>
                  <a:pt x="329847" y="5152"/>
                </a:lnTo>
                <a:lnTo>
                  <a:pt x="393710" y="0"/>
                </a:lnTo>
                <a:lnTo>
                  <a:pt x="1968489" y="0"/>
                </a:lnTo>
                <a:lnTo>
                  <a:pt x="2032352" y="5152"/>
                </a:lnTo>
                <a:lnTo>
                  <a:pt x="2092934" y="20071"/>
                </a:lnTo>
                <a:lnTo>
                  <a:pt x="2149424" y="43944"/>
                </a:lnTo>
                <a:lnTo>
                  <a:pt x="2201011" y="75962"/>
                </a:lnTo>
                <a:lnTo>
                  <a:pt x="2246886" y="115313"/>
                </a:lnTo>
                <a:lnTo>
                  <a:pt x="2286237" y="161188"/>
                </a:lnTo>
                <a:lnTo>
                  <a:pt x="2318255" y="212775"/>
                </a:lnTo>
                <a:lnTo>
                  <a:pt x="2342128" y="269265"/>
                </a:lnTo>
                <a:lnTo>
                  <a:pt x="2357047" y="329847"/>
                </a:lnTo>
                <a:lnTo>
                  <a:pt x="2362199" y="393710"/>
                </a:lnTo>
                <a:lnTo>
                  <a:pt x="2362199" y="1968489"/>
                </a:lnTo>
                <a:lnTo>
                  <a:pt x="2357047" y="2032352"/>
                </a:lnTo>
                <a:lnTo>
                  <a:pt x="2342128" y="2092934"/>
                </a:lnTo>
                <a:lnTo>
                  <a:pt x="2318255" y="2149424"/>
                </a:lnTo>
                <a:lnTo>
                  <a:pt x="2286237" y="2201011"/>
                </a:lnTo>
                <a:lnTo>
                  <a:pt x="2246886" y="2246886"/>
                </a:lnTo>
                <a:lnTo>
                  <a:pt x="2201011" y="2286237"/>
                </a:lnTo>
                <a:lnTo>
                  <a:pt x="2149424" y="2318255"/>
                </a:lnTo>
                <a:lnTo>
                  <a:pt x="2092934" y="2342128"/>
                </a:lnTo>
                <a:lnTo>
                  <a:pt x="2032352" y="2357047"/>
                </a:lnTo>
                <a:lnTo>
                  <a:pt x="1968489" y="2362199"/>
                </a:lnTo>
                <a:lnTo>
                  <a:pt x="393710" y="2362199"/>
                </a:lnTo>
                <a:lnTo>
                  <a:pt x="329847" y="2357047"/>
                </a:lnTo>
                <a:lnTo>
                  <a:pt x="269265" y="2342128"/>
                </a:lnTo>
                <a:lnTo>
                  <a:pt x="212775" y="2318255"/>
                </a:lnTo>
                <a:lnTo>
                  <a:pt x="161188" y="2286237"/>
                </a:lnTo>
                <a:lnTo>
                  <a:pt x="115313" y="2246886"/>
                </a:lnTo>
                <a:lnTo>
                  <a:pt x="75962" y="2201011"/>
                </a:lnTo>
                <a:lnTo>
                  <a:pt x="43944" y="2149424"/>
                </a:lnTo>
                <a:lnTo>
                  <a:pt x="20071" y="2092934"/>
                </a:lnTo>
                <a:lnTo>
                  <a:pt x="5152" y="2032352"/>
                </a:lnTo>
                <a:lnTo>
                  <a:pt x="0" y="1968489"/>
                </a:lnTo>
                <a:lnTo>
                  <a:pt x="0" y="393710"/>
                </a:lnTo>
                <a:close/>
              </a:path>
            </a:pathLst>
          </a:custGeom>
          <a:ln w="952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1B424C87-2E16-4831-96EB-8DE2EF36F2B9}"/>
              </a:ext>
            </a:extLst>
          </p:cNvPr>
          <p:cNvSpPr/>
          <p:nvPr/>
        </p:nvSpPr>
        <p:spPr>
          <a:xfrm>
            <a:off x="5925527" y="1248732"/>
            <a:ext cx="2527396" cy="2270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A9ECA427-3AC1-4323-B022-B6D607A2936C}"/>
              </a:ext>
            </a:extLst>
          </p:cNvPr>
          <p:cNvSpPr/>
          <p:nvPr/>
        </p:nvSpPr>
        <p:spPr>
          <a:xfrm>
            <a:off x="5974132" y="1271272"/>
            <a:ext cx="2430188" cy="2183533"/>
          </a:xfrm>
          <a:custGeom>
            <a:avLst/>
            <a:gdLst/>
            <a:ahLst/>
            <a:cxnLst/>
            <a:rect l="l" t="t" r="r" b="b"/>
            <a:pathLst>
              <a:path w="2362200" h="2362200">
                <a:moveTo>
                  <a:pt x="1968489" y="0"/>
                </a:moveTo>
                <a:lnTo>
                  <a:pt x="393710" y="0"/>
                </a:lnTo>
                <a:lnTo>
                  <a:pt x="361419" y="1305"/>
                </a:lnTo>
                <a:lnTo>
                  <a:pt x="299095" y="11442"/>
                </a:lnTo>
                <a:lnTo>
                  <a:pt x="240458" y="30939"/>
                </a:lnTo>
                <a:lnTo>
                  <a:pt x="186318" y="58985"/>
                </a:lnTo>
                <a:lnTo>
                  <a:pt x="137486" y="94771"/>
                </a:lnTo>
                <a:lnTo>
                  <a:pt x="94771" y="137486"/>
                </a:lnTo>
                <a:lnTo>
                  <a:pt x="58985" y="186318"/>
                </a:lnTo>
                <a:lnTo>
                  <a:pt x="30939" y="240458"/>
                </a:lnTo>
                <a:lnTo>
                  <a:pt x="11442" y="299095"/>
                </a:lnTo>
                <a:lnTo>
                  <a:pt x="1305" y="361419"/>
                </a:lnTo>
                <a:lnTo>
                  <a:pt x="0" y="393710"/>
                </a:lnTo>
                <a:lnTo>
                  <a:pt x="0" y="1968489"/>
                </a:lnTo>
                <a:lnTo>
                  <a:pt x="5152" y="2032352"/>
                </a:lnTo>
                <a:lnTo>
                  <a:pt x="20071" y="2092934"/>
                </a:lnTo>
                <a:lnTo>
                  <a:pt x="43944" y="2149424"/>
                </a:lnTo>
                <a:lnTo>
                  <a:pt x="75962" y="2201011"/>
                </a:lnTo>
                <a:lnTo>
                  <a:pt x="115313" y="2246886"/>
                </a:lnTo>
                <a:lnTo>
                  <a:pt x="161188" y="2286237"/>
                </a:lnTo>
                <a:lnTo>
                  <a:pt x="212775" y="2318255"/>
                </a:lnTo>
                <a:lnTo>
                  <a:pt x="269265" y="2342128"/>
                </a:lnTo>
                <a:lnTo>
                  <a:pt x="329847" y="2357047"/>
                </a:lnTo>
                <a:lnTo>
                  <a:pt x="393710" y="2362199"/>
                </a:lnTo>
                <a:lnTo>
                  <a:pt x="1968489" y="2362199"/>
                </a:lnTo>
                <a:lnTo>
                  <a:pt x="2032352" y="2357047"/>
                </a:lnTo>
                <a:lnTo>
                  <a:pt x="2092934" y="2342128"/>
                </a:lnTo>
                <a:lnTo>
                  <a:pt x="2149424" y="2318255"/>
                </a:lnTo>
                <a:lnTo>
                  <a:pt x="2201011" y="2286237"/>
                </a:lnTo>
                <a:lnTo>
                  <a:pt x="2246886" y="2246886"/>
                </a:lnTo>
                <a:lnTo>
                  <a:pt x="2286237" y="2201011"/>
                </a:lnTo>
                <a:lnTo>
                  <a:pt x="2318255" y="2149424"/>
                </a:lnTo>
                <a:lnTo>
                  <a:pt x="2342128" y="2092934"/>
                </a:lnTo>
                <a:lnTo>
                  <a:pt x="2357047" y="2032352"/>
                </a:lnTo>
                <a:lnTo>
                  <a:pt x="2362199" y="1968489"/>
                </a:lnTo>
                <a:lnTo>
                  <a:pt x="2362199" y="393710"/>
                </a:lnTo>
                <a:lnTo>
                  <a:pt x="2357047" y="329847"/>
                </a:lnTo>
                <a:lnTo>
                  <a:pt x="2342128" y="269265"/>
                </a:lnTo>
                <a:lnTo>
                  <a:pt x="2318255" y="212775"/>
                </a:lnTo>
                <a:lnTo>
                  <a:pt x="2286237" y="161188"/>
                </a:lnTo>
                <a:lnTo>
                  <a:pt x="2246886" y="115313"/>
                </a:lnTo>
                <a:lnTo>
                  <a:pt x="2201011" y="75962"/>
                </a:lnTo>
                <a:lnTo>
                  <a:pt x="2149424" y="43944"/>
                </a:lnTo>
                <a:lnTo>
                  <a:pt x="2092934" y="20071"/>
                </a:lnTo>
                <a:lnTo>
                  <a:pt x="2032352" y="5152"/>
                </a:lnTo>
                <a:lnTo>
                  <a:pt x="19684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5D608843-E137-4B67-BFCF-66FCD4D6AA62}"/>
              </a:ext>
            </a:extLst>
          </p:cNvPr>
          <p:cNvSpPr/>
          <p:nvPr/>
        </p:nvSpPr>
        <p:spPr>
          <a:xfrm>
            <a:off x="5974132" y="1271272"/>
            <a:ext cx="2430188" cy="2183533"/>
          </a:xfrm>
          <a:custGeom>
            <a:avLst/>
            <a:gdLst/>
            <a:ahLst/>
            <a:cxnLst/>
            <a:rect l="l" t="t" r="r" b="b"/>
            <a:pathLst>
              <a:path w="2362200" h="2362200">
                <a:moveTo>
                  <a:pt x="0" y="393710"/>
                </a:moveTo>
                <a:lnTo>
                  <a:pt x="5152" y="329847"/>
                </a:lnTo>
                <a:lnTo>
                  <a:pt x="20071" y="269265"/>
                </a:lnTo>
                <a:lnTo>
                  <a:pt x="43944" y="212775"/>
                </a:lnTo>
                <a:lnTo>
                  <a:pt x="75962" y="161188"/>
                </a:lnTo>
                <a:lnTo>
                  <a:pt x="115313" y="115313"/>
                </a:lnTo>
                <a:lnTo>
                  <a:pt x="161188" y="75962"/>
                </a:lnTo>
                <a:lnTo>
                  <a:pt x="212775" y="43944"/>
                </a:lnTo>
                <a:lnTo>
                  <a:pt x="269265" y="20071"/>
                </a:lnTo>
                <a:lnTo>
                  <a:pt x="329847" y="5152"/>
                </a:lnTo>
                <a:lnTo>
                  <a:pt x="393710" y="0"/>
                </a:lnTo>
                <a:lnTo>
                  <a:pt x="1968489" y="0"/>
                </a:lnTo>
                <a:lnTo>
                  <a:pt x="2032352" y="5152"/>
                </a:lnTo>
                <a:lnTo>
                  <a:pt x="2092934" y="20071"/>
                </a:lnTo>
                <a:lnTo>
                  <a:pt x="2149424" y="43944"/>
                </a:lnTo>
                <a:lnTo>
                  <a:pt x="2201011" y="75962"/>
                </a:lnTo>
                <a:lnTo>
                  <a:pt x="2246886" y="115313"/>
                </a:lnTo>
                <a:lnTo>
                  <a:pt x="2286237" y="161188"/>
                </a:lnTo>
                <a:lnTo>
                  <a:pt x="2318255" y="212775"/>
                </a:lnTo>
                <a:lnTo>
                  <a:pt x="2342128" y="269265"/>
                </a:lnTo>
                <a:lnTo>
                  <a:pt x="2357047" y="329847"/>
                </a:lnTo>
                <a:lnTo>
                  <a:pt x="2362199" y="393710"/>
                </a:lnTo>
                <a:lnTo>
                  <a:pt x="2362199" y="1968489"/>
                </a:lnTo>
                <a:lnTo>
                  <a:pt x="2357047" y="2032352"/>
                </a:lnTo>
                <a:lnTo>
                  <a:pt x="2342128" y="2092934"/>
                </a:lnTo>
                <a:lnTo>
                  <a:pt x="2318255" y="2149424"/>
                </a:lnTo>
                <a:lnTo>
                  <a:pt x="2286237" y="2201011"/>
                </a:lnTo>
                <a:lnTo>
                  <a:pt x="2246886" y="2246886"/>
                </a:lnTo>
                <a:lnTo>
                  <a:pt x="2201011" y="2286237"/>
                </a:lnTo>
                <a:lnTo>
                  <a:pt x="2149424" y="2318255"/>
                </a:lnTo>
                <a:lnTo>
                  <a:pt x="2092934" y="2342128"/>
                </a:lnTo>
                <a:lnTo>
                  <a:pt x="2032352" y="2357047"/>
                </a:lnTo>
                <a:lnTo>
                  <a:pt x="1968489" y="2362199"/>
                </a:lnTo>
                <a:lnTo>
                  <a:pt x="393710" y="2362199"/>
                </a:lnTo>
                <a:lnTo>
                  <a:pt x="329847" y="2357047"/>
                </a:lnTo>
                <a:lnTo>
                  <a:pt x="269265" y="2342128"/>
                </a:lnTo>
                <a:lnTo>
                  <a:pt x="212775" y="2318255"/>
                </a:lnTo>
                <a:lnTo>
                  <a:pt x="161188" y="2286237"/>
                </a:lnTo>
                <a:lnTo>
                  <a:pt x="115313" y="2246886"/>
                </a:lnTo>
                <a:lnTo>
                  <a:pt x="75962" y="2201011"/>
                </a:lnTo>
                <a:lnTo>
                  <a:pt x="43944" y="2149424"/>
                </a:lnTo>
                <a:lnTo>
                  <a:pt x="20071" y="2092934"/>
                </a:lnTo>
                <a:lnTo>
                  <a:pt x="5152" y="2032352"/>
                </a:lnTo>
                <a:lnTo>
                  <a:pt x="0" y="1968489"/>
                </a:lnTo>
                <a:lnTo>
                  <a:pt x="0" y="393710"/>
                </a:lnTo>
                <a:close/>
              </a:path>
            </a:pathLst>
          </a:custGeom>
          <a:ln w="952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5553E16C-CDC2-466D-83F5-E6623607070C}"/>
              </a:ext>
            </a:extLst>
          </p:cNvPr>
          <p:cNvSpPr/>
          <p:nvPr/>
        </p:nvSpPr>
        <p:spPr>
          <a:xfrm>
            <a:off x="8434109" y="1248732"/>
            <a:ext cx="2527396" cy="2270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1DCE6C59-29B8-401E-897E-442C88377D9D}"/>
              </a:ext>
            </a:extLst>
          </p:cNvPr>
          <p:cNvSpPr/>
          <p:nvPr/>
        </p:nvSpPr>
        <p:spPr>
          <a:xfrm>
            <a:off x="8482713" y="1271272"/>
            <a:ext cx="2430188" cy="2183533"/>
          </a:xfrm>
          <a:custGeom>
            <a:avLst/>
            <a:gdLst/>
            <a:ahLst/>
            <a:cxnLst/>
            <a:rect l="l" t="t" r="r" b="b"/>
            <a:pathLst>
              <a:path w="2362200" h="2362200">
                <a:moveTo>
                  <a:pt x="1968489" y="0"/>
                </a:moveTo>
                <a:lnTo>
                  <a:pt x="393710" y="0"/>
                </a:lnTo>
                <a:lnTo>
                  <a:pt x="361419" y="1305"/>
                </a:lnTo>
                <a:lnTo>
                  <a:pt x="299095" y="11442"/>
                </a:lnTo>
                <a:lnTo>
                  <a:pt x="240458" y="30939"/>
                </a:lnTo>
                <a:lnTo>
                  <a:pt x="186318" y="58985"/>
                </a:lnTo>
                <a:lnTo>
                  <a:pt x="137486" y="94771"/>
                </a:lnTo>
                <a:lnTo>
                  <a:pt x="94771" y="137486"/>
                </a:lnTo>
                <a:lnTo>
                  <a:pt x="58985" y="186318"/>
                </a:lnTo>
                <a:lnTo>
                  <a:pt x="30939" y="240458"/>
                </a:lnTo>
                <a:lnTo>
                  <a:pt x="11442" y="299095"/>
                </a:lnTo>
                <a:lnTo>
                  <a:pt x="1305" y="361419"/>
                </a:lnTo>
                <a:lnTo>
                  <a:pt x="0" y="393710"/>
                </a:lnTo>
                <a:lnTo>
                  <a:pt x="0" y="1968489"/>
                </a:lnTo>
                <a:lnTo>
                  <a:pt x="5152" y="2032352"/>
                </a:lnTo>
                <a:lnTo>
                  <a:pt x="20071" y="2092934"/>
                </a:lnTo>
                <a:lnTo>
                  <a:pt x="43944" y="2149424"/>
                </a:lnTo>
                <a:lnTo>
                  <a:pt x="75962" y="2201011"/>
                </a:lnTo>
                <a:lnTo>
                  <a:pt x="115313" y="2246886"/>
                </a:lnTo>
                <a:lnTo>
                  <a:pt x="161188" y="2286237"/>
                </a:lnTo>
                <a:lnTo>
                  <a:pt x="212775" y="2318255"/>
                </a:lnTo>
                <a:lnTo>
                  <a:pt x="269265" y="2342128"/>
                </a:lnTo>
                <a:lnTo>
                  <a:pt x="329847" y="2357047"/>
                </a:lnTo>
                <a:lnTo>
                  <a:pt x="393710" y="2362199"/>
                </a:lnTo>
                <a:lnTo>
                  <a:pt x="1968489" y="2362199"/>
                </a:lnTo>
                <a:lnTo>
                  <a:pt x="2032352" y="2357047"/>
                </a:lnTo>
                <a:lnTo>
                  <a:pt x="2092934" y="2342128"/>
                </a:lnTo>
                <a:lnTo>
                  <a:pt x="2149424" y="2318255"/>
                </a:lnTo>
                <a:lnTo>
                  <a:pt x="2201011" y="2286237"/>
                </a:lnTo>
                <a:lnTo>
                  <a:pt x="2246886" y="2246886"/>
                </a:lnTo>
                <a:lnTo>
                  <a:pt x="2286237" y="2201011"/>
                </a:lnTo>
                <a:lnTo>
                  <a:pt x="2318255" y="2149424"/>
                </a:lnTo>
                <a:lnTo>
                  <a:pt x="2342128" y="2092934"/>
                </a:lnTo>
                <a:lnTo>
                  <a:pt x="2357047" y="2032352"/>
                </a:lnTo>
                <a:lnTo>
                  <a:pt x="2362199" y="1968489"/>
                </a:lnTo>
                <a:lnTo>
                  <a:pt x="2362199" y="393710"/>
                </a:lnTo>
                <a:lnTo>
                  <a:pt x="2357047" y="329847"/>
                </a:lnTo>
                <a:lnTo>
                  <a:pt x="2342128" y="269265"/>
                </a:lnTo>
                <a:lnTo>
                  <a:pt x="2318255" y="212775"/>
                </a:lnTo>
                <a:lnTo>
                  <a:pt x="2286237" y="161188"/>
                </a:lnTo>
                <a:lnTo>
                  <a:pt x="2246886" y="115313"/>
                </a:lnTo>
                <a:lnTo>
                  <a:pt x="2201011" y="75962"/>
                </a:lnTo>
                <a:lnTo>
                  <a:pt x="2149424" y="43944"/>
                </a:lnTo>
                <a:lnTo>
                  <a:pt x="2092934" y="20071"/>
                </a:lnTo>
                <a:lnTo>
                  <a:pt x="2032352" y="5152"/>
                </a:lnTo>
                <a:lnTo>
                  <a:pt x="19684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9421CE32-31C2-48BB-A0B8-4B4539658539}"/>
              </a:ext>
            </a:extLst>
          </p:cNvPr>
          <p:cNvSpPr/>
          <p:nvPr/>
        </p:nvSpPr>
        <p:spPr>
          <a:xfrm>
            <a:off x="8482713" y="1271272"/>
            <a:ext cx="2430188" cy="2183533"/>
          </a:xfrm>
          <a:custGeom>
            <a:avLst/>
            <a:gdLst/>
            <a:ahLst/>
            <a:cxnLst/>
            <a:rect l="l" t="t" r="r" b="b"/>
            <a:pathLst>
              <a:path w="2362200" h="2362200">
                <a:moveTo>
                  <a:pt x="0" y="393710"/>
                </a:moveTo>
                <a:lnTo>
                  <a:pt x="5152" y="329847"/>
                </a:lnTo>
                <a:lnTo>
                  <a:pt x="20071" y="269265"/>
                </a:lnTo>
                <a:lnTo>
                  <a:pt x="43944" y="212775"/>
                </a:lnTo>
                <a:lnTo>
                  <a:pt x="75962" y="161188"/>
                </a:lnTo>
                <a:lnTo>
                  <a:pt x="115313" y="115313"/>
                </a:lnTo>
                <a:lnTo>
                  <a:pt x="161188" y="75962"/>
                </a:lnTo>
                <a:lnTo>
                  <a:pt x="212775" y="43944"/>
                </a:lnTo>
                <a:lnTo>
                  <a:pt x="269265" y="20071"/>
                </a:lnTo>
                <a:lnTo>
                  <a:pt x="329847" y="5152"/>
                </a:lnTo>
                <a:lnTo>
                  <a:pt x="393710" y="0"/>
                </a:lnTo>
                <a:lnTo>
                  <a:pt x="1968489" y="0"/>
                </a:lnTo>
                <a:lnTo>
                  <a:pt x="2032352" y="5152"/>
                </a:lnTo>
                <a:lnTo>
                  <a:pt x="2092934" y="20071"/>
                </a:lnTo>
                <a:lnTo>
                  <a:pt x="2149424" y="43944"/>
                </a:lnTo>
                <a:lnTo>
                  <a:pt x="2201011" y="75962"/>
                </a:lnTo>
                <a:lnTo>
                  <a:pt x="2246886" y="115313"/>
                </a:lnTo>
                <a:lnTo>
                  <a:pt x="2286237" y="161188"/>
                </a:lnTo>
                <a:lnTo>
                  <a:pt x="2318255" y="212775"/>
                </a:lnTo>
                <a:lnTo>
                  <a:pt x="2342128" y="269265"/>
                </a:lnTo>
                <a:lnTo>
                  <a:pt x="2357047" y="329847"/>
                </a:lnTo>
                <a:lnTo>
                  <a:pt x="2362199" y="393710"/>
                </a:lnTo>
                <a:lnTo>
                  <a:pt x="2362199" y="1968489"/>
                </a:lnTo>
                <a:lnTo>
                  <a:pt x="2357047" y="2032352"/>
                </a:lnTo>
                <a:lnTo>
                  <a:pt x="2342128" y="2092934"/>
                </a:lnTo>
                <a:lnTo>
                  <a:pt x="2318255" y="2149424"/>
                </a:lnTo>
                <a:lnTo>
                  <a:pt x="2286237" y="2201011"/>
                </a:lnTo>
                <a:lnTo>
                  <a:pt x="2246886" y="2246886"/>
                </a:lnTo>
                <a:lnTo>
                  <a:pt x="2201011" y="2286237"/>
                </a:lnTo>
                <a:lnTo>
                  <a:pt x="2149424" y="2318255"/>
                </a:lnTo>
                <a:lnTo>
                  <a:pt x="2092934" y="2342128"/>
                </a:lnTo>
                <a:lnTo>
                  <a:pt x="2032352" y="2357047"/>
                </a:lnTo>
                <a:lnTo>
                  <a:pt x="1968489" y="2362199"/>
                </a:lnTo>
                <a:lnTo>
                  <a:pt x="393710" y="2362199"/>
                </a:lnTo>
                <a:lnTo>
                  <a:pt x="329847" y="2357047"/>
                </a:lnTo>
                <a:lnTo>
                  <a:pt x="269265" y="2342128"/>
                </a:lnTo>
                <a:lnTo>
                  <a:pt x="212775" y="2318255"/>
                </a:lnTo>
                <a:lnTo>
                  <a:pt x="161188" y="2286237"/>
                </a:lnTo>
                <a:lnTo>
                  <a:pt x="115313" y="2246886"/>
                </a:lnTo>
                <a:lnTo>
                  <a:pt x="75962" y="2201011"/>
                </a:lnTo>
                <a:lnTo>
                  <a:pt x="43944" y="2149424"/>
                </a:lnTo>
                <a:lnTo>
                  <a:pt x="20071" y="2092934"/>
                </a:lnTo>
                <a:lnTo>
                  <a:pt x="5152" y="2032352"/>
                </a:lnTo>
                <a:lnTo>
                  <a:pt x="0" y="1968489"/>
                </a:lnTo>
                <a:lnTo>
                  <a:pt x="0" y="393710"/>
                </a:lnTo>
                <a:close/>
              </a:path>
            </a:pathLst>
          </a:custGeom>
          <a:ln w="952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383D609C-5939-4F2C-8EBB-02DDAB3BB3A3}"/>
              </a:ext>
            </a:extLst>
          </p:cNvPr>
          <p:cNvSpPr/>
          <p:nvPr/>
        </p:nvSpPr>
        <p:spPr>
          <a:xfrm>
            <a:off x="829970" y="1248732"/>
            <a:ext cx="2527396" cy="2270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75A0BB04-1FB7-4732-B566-4425DC462261}"/>
              </a:ext>
            </a:extLst>
          </p:cNvPr>
          <p:cNvSpPr/>
          <p:nvPr/>
        </p:nvSpPr>
        <p:spPr>
          <a:xfrm>
            <a:off x="878575" y="1271272"/>
            <a:ext cx="2430188" cy="2183533"/>
          </a:xfrm>
          <a:custGeom>
            <a:avLst/>
            <a:gdLst/>
            <a:ahLst/>
            <a:cxnLst/>
            <a:rect l="l" t="t" r="r" b="b"/>
            <a:pathLst>
              <a:path w="2362200" h="2362200">
                <a:moveTo>
                  <a:pt x="1968489" y="0"/>
                </a:moveTo>
                <a:lnTo>
                  <a:pt x="393704" y="0"/>
                </a:lnTo>
                <a:lnTo>
                  <a:pt x="361414" y="1305"/>
                </a:lnTo>
                <a:lnTo>
                  <a:pt x="299093" y="11442"/>
                </a:lnTo>
                <a:lnTo>
                  <a:pt x="240458" y="30939"/>
                </a:lnTo>
                <a:lnTo>
                  <a:pt x="186319" y="58985"/>
                </a:lnTo>
                <a:lnTo>
                  <a:pt x="137487" y="94771"/>
                </a:lnTo>
                <a:lnTo>
                  <a:pt x="94773" y="137486"/>
                </a:lnTo>
                <a:lnTo>
                  <a:pt x="58987" y="186318"/>
                </a:lnTo>
                <a:lnTo>
                  <a:pt x="30939" y="240458"/>
                </a:lnTo>
                <a:lnTo>
                  <a:pt x="11442" y="299095"/>
                </a:lnTo>
                <a:lnTo>
                  <a:pt x="1305" y="361419"/>
                </a:lnTo>
                <a:lnTo>
                  <a:pt x="0" y="393710"/>
                </a:lnTo>
                <a:lnTo>
                  <a:pt x="0" y="1968489"/>
                </a:lnTo>
                <a:lnTo>
                  <a:pt x="5153" y="2032352"/>
                </a:lnTo>
                <a:lnTo>
                  <a:pt x="20071" y="2092934"/>
                </a:lnTo>
                <a:lnTo>
                  <a:pt x="43945" y="2149424"/>
                </a:lnTo>
                <a:lnTo>
                  <a:pt x="75963" y="2201011"/>
                </a:lnTo>
                <a:lnTo>
                  <a:pt x="115314" y="2246886"/>
                </a:lnTo>
                <a:lnTo>
                  <a:pt x="161189" y="2286237"/>
                </a:lnTo>
                <a:lnTo>
                  <a:pt x="212776" y="2318255"/>
                </a:lnTo>
                <a:lnTo>
                  <a:pt x="269264" y="2342128"/>
                </a:lnTo>
                <a:lnTo>
                  <a:pt x="329844" y="2357047"/>
                </a:lnTo>
                <a:lnTo>
                  <a:pt x="393704" y="2362199"/>
                </a:lnTo>
                <a:lnTo>
                  <a:pt x="1968489" y="2362199"/>
                </a:lnTo>
                <a:lnTo>
                  <a:pt x="2032352" y="2357047"/>
                </a:lnTo>
                <a:lnTo>
                  <a:pt x="2092934" y="2342128"/>
                </a:lnTo>
                <a:lnTo>
                  <a:pt x="2149424" y="2318255"/>
                </a:lnTo>
                <a:lnTo>
                  <a:pt x="2201011" y="2286237"/>
                </a:lnTo>
                <a:lnTo>
                  <a:pt x="2246886" y="2246886"/>
                </a:lnTo>
                <a:lnTo>
                  <a:pt x="2286237" y="2201011"/>
                </a:lnTo>
                <a:lnTo>
                  <a:pt x="2318255" y="2149424"/>
                </a:lnTo>
                <a:lnTo>
                  <a:pt x="2342128" y="2092934"/>
                </a:lnTo>
                <a:lnTo>
                  <a:pt x="2357047" y="2032352"/>
                </a:lnTo>
                <a:lnTo>
                  <a:pt x="2362199" y="1968489"/>
                </a:lnTo>
                <a:lnTo>
                  <a:pt x="2362199" y="393710"/>
                </a:lnTo>
                <a:lnTo>
                  <a:pt x="2357047" y="329847"/>
                </a:lnTo>
                <a:lnTo>
                  <a:pt x="2342128" y="269265"/>
                </a:lnTo>
                <a:lnTo>
                  <a:pt x="2318255" y="212775"/>
                </a:lnTo>
                <a:lnTo>
                  <a:pt x="2286237" y="161188"/>
                </a:lnTo>
                <a:lnTo>
                  <a:pt x="2246886" y="115313"/>
                </a:lnTo>
                <a:lnTo>
                  <a:pt x="2201011" y="75962"/>
                </a:lnTo>
                <a:lnTo>
                  <a:pt x="2149424" y="43944"/>
                </a:lnTo>
                <a:lnTo>
                  <a:pt x="2092934" y="20071"/>
                </a:lnTo>
                <a:lnTo>
                  <a:pt x="2032352" y="5152"/>
                </a:lnTo>
                <a:lnTo>
                  <a:pt x="19684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27B20281-8C9F-452E-8176-DBA10E86E0F1}"/>
              </a:ext>
            </a:extLst>
          </p:cNvPr>
          <p:cNvSpPr/>
          <p:nvPr/>
        </p:nvSpPr>
        <p:spPr>
          <a:xfrm>
            <a:off x="878575" y="1271272"/>
            <a:ext cx="2430188" cy="2183533"/>
          </a:xfrm>
          <a:custGeom>
            <a:avLst/>
            <a:gdLst/>
            <a:ahLst/>
            <a:cxnLst/>
            <a:rect l="l" t="t" r="r" b="b"/>
            <a:pathLst>
              <a:path w="2362200" h="2362200">
                <a:moveTo>
                  <a:pt x="0" y="393710"/>
                </a:moveTo>
                <a:lnTo>
                  <a:pt x="5153" y="329847"/>
                </a:lnTo>
                <a:lnTo>
                  <a:pt x="20071" y="269265"/>
                </a:lnTo>
                <a:lnTo>
                  <a:pt x="43945" y="212775"/>
                </a:lnTo>
                <a:lnTo>
                  <a:pt x="75963" y="161188"/>
                </a:lnTo>
                <a:lnTo>
                  <a:pt x="115314" y="115313"/>
                </a:lnTo>
                <a:lnTo>
                  <a:pt x="161189" y="75962"/>
                </a:lnTo>
                <a:lnTo>
                  <a:pt x="212776" y="43944"/>
                </a:lnTo>
                <a:lnTo>
                  <a:pt x="269264" y="20071"/>
                </a:lnTo>
                <a:lnTo>
                  <a:pt x="329844" y="5152"/>
                </a:lnTo>
                <a:lnTo>
                  <a:pt x="393704" y="0"/>
                </a:lnTo>
                <a:lnTo>
                  <a:pt x="1968489" y="0"/>
                </a:lnTo>
                <a:lnTo>
                  <a:pt x="2032352" y="5152"/>
                </a:lnTo>
                <a:lnTo>
                  <a:pt x="2092934" y="20071"/>
                </a:lnTo>
                <a:lnTo>
                  <a:pt x="2149424" y="43944"/>
                </a:lnTo>
                <a:lnTo>
                  <a:pt x="2201011" y="75962"/>
                </a:lnTo>
                <a:lnTo>
                  <a:pt x="2246886" y="115313"/>
                </a:lnTo>
                <a:lnTo>
                  <a:pt x="2286237" y="161188"/>
                </a:lnTo>
                <a:lnTo>
                  <a:pt x="2318255" y="212775"/>
                </a:lnTo>
                <a:lnTo>
                  <a:pt x="2342128" y="269265"/>
                </a:lnTo>
                <a:lnTo>
                  <a:pt x="2357047" y="329847"/>
                </a:lnTo>
                <a:lnTo>
                  <a:pt x="2362199" y="393710"/>
                </a:lnTo>
                <a:lnTo>
                  <a:pt x="2362199" y="1968489"/>
                </a:lnTo>
                <a:lnTo>
                  <a:pt x="2357047" y="2032352"/>
                </a:lnTo>
                <a:lnTo>
                  <a:pt x="2342128" y="2092934"/>
                </a:lnTo>
                <a:lnTo>
                  <a:pt x="2318255" y="2149424"/>
                </a:lnTo>
                <a:lnTo>
                  <a:pt x="2286237" y="2201011"/>
                </a:lnTo>
                <a:lnTo>
                  <a:pt x="2246886" y="2246886"/>
                </a:lnTo>
                <a:lnTo>
                  <a:pt x="2201011" y="2286237"/>
                </a:lnTo>
                <a:lnTo>
                  <a:pt x="2149424" y="2318255"/>
                </a:lnTo>
                <a:lnTo>
                  <a:pt x="2092934" y="2342128"/>
                </a:lnTo>
                <a:lnTo>
                  <a:pt x="2032352" y="2357047"/>
                </a:lnTo>
                <a:lnTo>
                  <a:pt x="1968489" y="2362199"/>
                </a:lnTo>
                <a:lnTo>
                  <a:pt x="393704" y="2362199"/>
                </a:lnTo>
                <a:lnTo>
                  <a:pt x="329844" y="2357047"/>
                </a:lnTo>
                <a:lnTo>
                  <a:pt x="269264" y="2342128"/>
                </a:lnTo>
                <a:lnTo>
                  <a:pt x="212776" y="2318255"/>
                </a:lnTo>
                <a:lnTo>
                  <a:pt x="161189" y="2286237"/>
                </a:lnTo>
                <a:lnTo>
                  <a:pt x="115314" y="2246886"/>
                </a:lnTo>
                <a:lnTo>
                  <a:pt x="75963" y="2201011"/>
                </a:lnTo>
                <a:lnTo>
                  <a:pt x="43945" y="2149424"/>
                </a:lnTo>
                <a:lnTo>
                  <a:pt x="20071" y="2092934"/>
                </a:lnTo>
                <a:lnTo>
                  <a:pt x="5153" y="2032352"/>
                </a:lnTo>
                <a:lnTo>
                  <a:pt x="0" y="1968489"/>
                </a:lnTo>
                <a:lnTo>
                  <a:pt x="0" y="393710"/>
                </a:lnTo>
                <a:close/>
              </a:path>
            </a:pathLst>
          </a:custGeom>
          <a:ln w="952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2CFEBAE0-5828-408C-8123-847A0AF36AD8}"/>
              </a:ext>
            </a:extLst>
          </p:cNvPr>
          <p:cNvSpPr/>
          <p:nvPr/>
        </p:nvSpPr>
        <p:spPr>
          <a:xfrm>
            <a:off x="1226640" y="1429049"/>
            <a:ext cx="1734057" cy="466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1D5E39BB-FC65-46CF-AD82-012CF47810CF}"/>
              </a:ext>
            </a:extLst>
          </p:cNvPr>
          <p:cNvSpPr/>
          <p:nvPr/>
        </p:nvSpPr>
        <p:spPr>
          <a:xfrm>
            <a:off x="1145112" y="1243096"/>
            <a:ext cx="2002162" cy="9663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A8D2357A-1568-4935-9ECE-B34C7E1010D1}"/>
              </a:ext>
            </a:extLst>
          </p:cNvPr>
          <p:cNvSpPr/>
          <p:nvPr/>
        </p:nvSpPr>
        <p:spPr>
          <a:xfrm>
            <a:off x="1270541" y="1447363"/>
            <a:ext cx="1646257" cy="387401"/>
          </a:xfrm>
          <a:custGeom>
            <a:avLst/>
            <a:gdLst/>
            <a:ahLst/>
            <a:cxnLst/>
            <a:rect l="l" t="t" r="r" b="b"/>
            <a:pathLst>
              <a:path w="1600200" h="419100">
                <a:moveTo>
                  <a:pt x="1530339" y="0"/>
                </a:moveTo>
                <a:lnTo>
                  <a:pt x="58500" y="915"/>
                </a:lnTo>
                <a:lnTo>
                  <a:pt x="21536" y="19382"/>
                </a:lnTo>
                <a:lnTo>
                  <a:pt x="1498" y="55383"/>
                </a:lnTo>
                <a:lnTo>
                  <a:pt x="0" y="69860"/>
                </a:lnTo>
                <a:lnTo>
                  <a:pt x="915" y="360595"/>
                </a:lnTo>
                <a:lnTo>
                  <a:pt x="19382" y="397562"/>
                </a:lnTo>
                <a:lnTo>
                  <a:pt x="55379" y="417601"/>
                </a:lnTo>
                <a:lnTo>
                  <a:pt x="69854" y="419099"/>
                </a:lnTo>
                <a:lnTo>
                  <a:pt x="1541699" y="418183"/>
                </a:lnTo>
                <a:lnTo>
                  <a:pt x="1578664" y="399715"/>
                </a:lnTo>
                <a:lnTo>
                  <a:pt x="1598701" y="363716"/>
                </a:lnTo>
                <a:lnTo>
                  <a:pt x="1600199" y="349239"/>
                </a:lnTo>
                <a:lnTo>
                  <a:pt x="1599283" y="58500"/>
                </a:lnTo>
                <a:lnTo>
                  <a:pt x="1580815" y="21535"/>
                </a:lnTo>
                <a:lnTo>
                  <a:pt x="1544816" y="1498"/>
                </a:lnTo>
                <a:lnTo>
                  <a:pt x="153033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E217CE6D-1EF9-4D69-BA6A-5F2F3B07D8EB}"/>
              </a:ext>
            </a:extLst>
          </p:cNvPr>
          <p:cNvSpPr/>
          <p:nvPr/>
        </p:nvSpPr>
        <p:spPr>
          <a:xfrm>
            <a:off x="3500043" y="1414961"/>
            <a:ext cx="1734057" cy="4662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D298FFA1-EE39-431B-9854-903503255D07}"/>
              </a:ext>
            </a:extLst>
          </p:cNvPr>
          <p:cNvSpPr/>
          <p:nvPr/>
        </p:nvSpPr>
        <p:spPr>
          <a:xfrm>
            <a:off x="3418513" y="1227600"/>
            <a:ext cx="2002162" cy="9663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832DDC7B-BF2D-449D-AA93-F596B04B30AA}"/>
              </a:ext>
            </a:extLst>
          </p:cNvPr>
          <p:cNvSpPr/>
          <p:nvPr/>
        </p:nvSpPr>
        <p:spPr>
          <a:xfrm>
            <a:off x="3543943" y="1432909"/>
            <a:ext cx="1646257" cy="387401"/>
          </a:xfrm>
          <a:custGeom>
            <a:avLst/>
            <a:gdLst/>
            <a:ahLst/>
            <a:cxnLst/>
            <a:rect l="l" t="t" r="r" b="b"/>
            <a:pathLst>
              <a:path w="1600200" h="419100">
                <a:moveTo>
                  <a:pt x="1530339" y="0"/>
                </a:moveTo>
                <a:lnTo>
                  <a:pt x="58500" y="916"/>
                </a:lnTo>
                <a:lnTo>
                  <a:pt x="21535" y="19384"/>
                </a:lnTo>
                <a:lnTo>
                  <a:pt x="1498" y="55383"/>
                </a:lnTo>
                <a:lnTo>
                  <a:pt x="0" y="69860"/>
                </a:lnTo>
                <a:lnTo>
                  <a:pt x="913" y="360600"/>
                </a:lnTo>
                <a:lnTo>
                  <a:pt x="19376" y="397560"/>
                </a:lnTo>
                <a:lnTo>
                  <a:pt x="55380" y="417601"/>
                </a:lnTo>
                <a:lnTo>
                  <a:pt x="69860" y="419099"/>
                </a:lnTo>
                <a:lnTo>
                  <a:pt x="1541677" y="418186"/>
                </a:lnTo>
                <a:lnTo>
                  <a:pt x="1578655" y="399727"/>
                </a:lnTo>
                <a:lnTo>
                  <a:pt x="1598701" y="363739"/>
                </a:lnTo>
                <a:lnTo>
                  <a:pt x="1600199" y="349270"/>
                </a:lnTo>
                <a:lnTo>
                  <a:pt x="1599283" y="58500"/>
                </a:lnTo>
                <a:lnTo>
                  <a:pt x="1580815" y="21535"/>
                </a:lnTo>
                <a:lnTo>
                  <a:pt x="1544816" y="1498"/>
                </a:lnTo>
                <a:lnTo>
                  <a:pt x="153033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D18DB937-EE9E-4726-A738-C6B5C99F47D7}"/>
              </a:ext>
            </a:extLst>
          </p:cNvPr>
          <p:cNvSpPr/>
          <p:nvPr/>
        </p:nvSpPr>
        <p:spPr>
          <a:xfrm>
            <a:off x="6087018" y="1407918"/>
            <a:ext cx="1734057" cy="4662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EDAA7EE1-99AC-4238-9D32-431016F1E493}"/>
              </a:ext>
            </a:extLst>
          </p:cNvPr>
          <p:cNvSpPr/>
          <p:nvPr/>
        </p:nvSpPr>
        <p:spPr>
          <a:xfrm>
            <a:off x="6005488" y="1221966"/>
            <a:ext cx="2002162" cy="966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AF8266F6-034C-4A40-8AEA-5586E1E3F07E}"/>
              </a:ext>
            </a:extLst>
          </p:cNvPr>
          <p:cNvSpPr/>
          <p:nvPr/>
        </p:nvSpPr>
        <p:spPr>
          <a:xfrm>
            <a:off x="6130918" y="1426569"/>
            <a:ext cx="1646257" cy="387401"/>
          </a:xfrm>
          <a:custGeom>
            <a:avLst/>
            <a:gdLst/>
            <a:ahLst/>
            <a:cxnLst/>
            <a:rect l="l" t="t" r="r" b="b"/>
            <a:pathLst>
              <a:path w="1600200" h="419100">
                <a:moveTo>
                  <a:pt x="1530339" y="0"/>
                </a:moveTo>
                <a:lnTo>
                  <a:pt x="58500" y="916"/>
                </a:lnTo>
                <a:lnTo>
                  <a:pt x="21535" y="19384"/>
                </a:lnTo>
                <a:lnTo>
                  <a:pt x="1498" y="55383"/>
                </a:lnTo>
                <a:lnTo>
                  <a:pt x="0" y="69860"/>
                </a:lnTo>
                <a:lnTo>
                  <a:pt x="913" y="360600"/>
                </a:lnTo>
                <a:lnTo>
                  <a:pt x="19376" y="397560"/>
                </a:lnTo>
                <a:lnTo>
                  <a:pt x="55380" y="417601"/>
                </a:lnTo>
                <a:lnTo>
                  <a:pt x="69860" y="419099"/>
                </a:lnTo>
                <a:lnTo>
                  <a:pt x="1541677" y="418186"/>
                </a:lnTo>
                <a:lnTo>
                  <a:pt x="1578655" y="399727"/>
                </a:lnTo>
                <a:lnTo>
                  <a:pt x="1598701" y="363739"/>
                </a:lnTo>
                <a:lnTo>
                  <a:pt x="1600199" y="349270"/>
                </a:lnTo>
                <a:lnTo>
                  <a:pt x="1599283" y="58500"/>
                </a:lnTo>
                <a:lnTo>
                  <a:pt x="1580815" y="21535"/>
                </a:lnTo>
                <a:lnTo>
                  <a:pt x="1544816" y="1498"/>
                </a:lnTo>
                <a:lnTo>
                  <a:pt x="153033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4E4B2B01-F494-4ACB-A51D-0504F1EED593}"/>
              </a:ext>
            </a:extLst>
          </p:cNvPr>
          <p:cNvSpPr/>
          <p:nvPr/>
        </p:nvSpPr>
        <p:spPr>
          <a:xfrm>
            <a:off x="8517206" y="1393831"/>
            <a:ext cx="1734057" cy="466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0A243286-AEFF-4879-85EE-05DED9317C82}"/>
              </a:ext>
            </a:extLst>
          </p:cNvPr>
          <p:cNvSpPr/>
          <p:nvPr/>
        </p:nvSpPr>
        <p:spPr>
          <a:xfrm>
            <a:off x="8561106" y="1412145"/>
            <a:ext cx="1646257" cy="387401"/>
          </a:xfrm>
          <a:custGeom>
            <a:avLst/>
            <a:gdLst/>
            <a:ahLst/>
            <a:cxnLst/>
            <a:rect l="l" t="t" r="r" b="b"/>
            <a:pathLst>
              <a:path w="1600200" h="419100">
                <a:moveTo>
                  <a:pt x="1530339" y="0"/>
                </a:moveTo>
                <a:lnTo>
                  <a:pt x="58500" y="916"/>
                </a:lnTo>
                <a:lnTo>
                  <a:pt x="21535" y="19384"/>
                </a:lnTo>
                <a:lnTo>
                  <a:pt x="1498" y="55383"/>
                </a:lnTo>
                <a:lnTo>
                  <a:pt x="0" y="69860"/>
                </a:lnTo>
                <a:lnTo>
                  <a:pt x="916" y="360599"/>
                </a:lnTo>
                <a:lnTo>
                  <a:pt x="19384" y="397564"/>
                </a:lnTo>
                <a:lnTo>
                  <a:pt x="55383" y="417601"/>
                </a:lnTo>
                <a:lnTo>
                  <a:pt x="69860" y="419099"/>
                </a:lnTo>
                <a:lnTo>
                  <a:pt x="1541699" y="418183"/>
                </a:lnTo>
                <a:lnTo>
                  <a:pt x="1578664" y="399715"/>
                </a:lnTo>
                <a:lnTo>
                  <a:pt x="1598701" y="363716"/>
                </a:lnTo>
                <a:lnTo>
                  <a:pt x="1600199" y="349239"/>
                </a:lnTo>
                <a:lnTo>
                  <a:pt x="1599283" y="58500"/>
                </a:lnTo>
                <a:lnTo>
                  <a:pt x="1580815" y="21535"/>
                </a:lnTo>
                <a:lnTo>
                  <a:pt x="1544816" y="1498"/>
                </a:lnTo>
                <a:lnTo>
                  <a:pt x="153033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F6F1F786-7BC2-4097-B99E-57B7211FFD56}"/>
              </a:ext>
            </a:extLst>
          </p:cNvPr>
          <p:cNvSpPr/>
          <p:nvPr/>
        </p:nvSpPr>
        <p:spPr>
          <a:xfrm>
            <a:off x="1452412" y="2734069"/>
            <a:ext cx="1360906" cy="66069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7EC90ADC-570E-437C-BC5A-76C9FE1DDA00}"/>
              </a:ext>
            </a:extLst>
          </p:cNvPr>
          <p:cNvSpPr/>
          <p:nvPr/>
        </p:nvSpPr>
        <p:spPr>
          <a:xfrm>
            <a:off x="1532373" y="2522224"/>
            <a:ext cx="1318572" cy="1065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DA199C12-A077-4E2B-B1B2-F1DA1A5AD763}"/>
              </a:ext>
            </a:extLst>
          </p:cNvPr>
          <p:cNvSpPr/>
          <p:nvPr/>
        </p:nvSpPr>
        <p:spPr>
          <a:xfrm>
            <a:off x="1505720" y="2760835"/>
            <a:ext cx="1254291" cy="564666"/>
          </a:xfrm>
          <a:custGeom>
            <a:avLst/>
            <a:gdLst/>
            <a:ahLst/>
            <a:cxnLst/>
            <a:rect l="l" t="t" r="r" b="b"/>
            <a:pathLst>
              <a:path w="1219200" h="610869">
                <a:moveTo>
                  <a:pt x="1117341" y="0"/>
                </a:moveTo>
                <a:lnTo>
                  <a:pt x="96786" y="123"/>
                </a:lnTo>
                <a:lnTo>
                  <a:pt x="55785" y="10986"/>
                </a:lnTo>
                <a:lnTo>
                  <a:pt x="23585" y="36667"/>
                </a:lnTo>
                <a:lnTo>
                  <a:pt x="4060" y="73287"/>
                </a:lnTo>
                <a:lnTo>
                  <a:pt x="0" y="101864"/>
                </a:lnTo>
                <a:lnTo>
                  <a:pt x="123" y="514086"/>
                </a:lnTo>
                <a:lnTo>
                  <a:pt x="10984" y="555088"/>
                </a:lnTo>
                <a:lnTo>
                  <a:pt x="36662" y="587291"/>
                </a:lnTo>
                <a:lnTo>
                  <a:pt x="73280" y="606818"/>
                </a:lnTo>
                <a:lnTo>
                  <a:pt x="101858" y="610880"/>
                </a:lnTo>
                <a:lnTo>
                  <a:pt x="1122413" y="610756"/>
                </a:lnTo>
                <a:lnTo>
                  <a:pt x="1163414" y="599893"/>
                </a:lnTo>
                <a:lnTo>
                  <a:pt x="1195614" y="574213"/>
                </a:lnTo>
                <a:lnTo>
                  <a:pt x="1215139" y="537592"/>
                </a:lnTo>
                <a:lnTo>
                  <a:pt x="1219199" y="509015"/>
                </a:lnTo>
                <a:lnTo>
                  <a:pt x="1219076" y="96793"/>
                </a:lnTo>
                <a:lnTo>
                  <a:pt x="1208215" y="55791"/>
                </a:lnTo>
                <a:lnTo>
                  <a:pt x="1182537" y="23588"/>
                </a:lnTo>
                <a:lnTo>
                  <a:pt x="1145919" y="4061"/>
                </a:lnTo>
                <a:lnTo>
                  <a:pt x="1117341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0038998E-E226-4331-9976-2A1093409567}"/>
              </a:ext>
            </a:extLst>
          </p:cNvPr>
          <p:cNvSpPr/>
          <p:nvPr/>
        </p:nvSpPr>
        <p:spPr>
          <a:xfrm>
            <a:off x="1505720" y="2760835"/>
            <a:ext cx="1254291" cy="564666"/>
          </a:xfrm>
          <a:custGeom>
            <a:avLst/>
            <a:gdLst/>
            <a:ahLst/>
            <a:cxnLst/>
            <a:rect l="l" t="t" r="r" b="b"/>
            <a:pathLst>
              <a:path w="1219200" h="610869">
                <a:moveTo>
                  <a:pt x="0" y="101864"/>
                </a:moveTo>
                <a:lnTo>
                  <a:pt x="8921" y="60104"/>
                </a:lnTo>
                <a:lnTo>
                  <a:pt x="33101" y="26699"/>
                </a:lnTo>
                <a:lnTo>
                  <a:pt x="68666" y="5527"/>
                </a:lnTo>
                <a:lnTo>
                  <a:pt x="1117341" y="0"/>
                </a:lnTo>
                <a:lnTo>
                  <a:pt x="1131951" y="1039"/>
                </a:lnTo>
                <a:lnTo>
                  <a:pt x="1171355" y="15479"/>
                </a:lnTo>
                <a:lnTo>
                  <a:pt x="1201110" y="43888"/>
                </a:lnTo>
                <a:lnTo>
                  <a:pt x="1217341" y="82387"/>
                </a:lnTo>
                <a:lnTo>
                  <a:pt x="1219199" y="509015"/>
                </a:lnTo>
                <a:lnTo>
                  <a:pt x="1218160" y="523624"/>
                </a:lnTo>
                <a:lnTo>
                  <a:pt x="1203722" y="563030"/>
                </a:lnTo>
                <a:lnTo>
                  <a:pt x="1175316" y="592788"/>
                </a:lnTo>
                <a:lnTo>
                  <a:pt x="1136818" y="609021"/>
                </a:lnTo>
                <a:lnTo>
                  <a:pt x="101858" y="610880"/>
                </a:lnTo>
                <a:lnTo>
                  <a:pt x="87248" y="609840"/>
                </a:lnTo>
                <a:lnTo>
                  <a:pt x="47844" y="595400"/>
                </a:lnTo>
                <a:lnTo>
                  <a:pt x="18089" y="566991"/>
                </a:lnTo>
                <a:lnTo>
                  <a:pt x="1858" y="528492"/>
                </a:lnTo>
                <a:lnTo>
                  <a:pt x="0" y="101864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B0B04163-0A20-4E30-88C5-D4F3E53B971A}"/>
              </a:ext>
            </a:extLst>
          </p:cNvPr>
          <p:cNvSpPr/>
          <p:nvPr/>
        </p:nvSpPr>
        <p:spPr>
          <a:xfrm>
            <a:off x="1687592" y="1948871"/>
            <a:ext cx="890546" cy="6606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48F92D86-CB51-41E8-9F1B-3C55DDAEBD2C}"/>
              </a:ext>
            </a:extLst>
          </p:cNvPr>
          <p:cNvSpPr/>
          <p:nvPr/>
        </p:nvSpPr>
        <p:spPr>
          <a:xfrm>
            <a:off x="1532373" y="1817858"/>
            <a:ext cx="1318572" cy="1065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AEF6AF5B-F0B5-4B2D-96B3-627780C395CC}"/>
              </a:ext>
            </a:extLst>
          </p:cNvPr>
          <p:cNvSpPr/>
          <p:nvPr/>
        </p:nvSpPr>
        <p:spPr>
          <a:xfrm>
            <a:off x="1740900" y="2056469"/>
            <a:ext cx="783932" cy="564666"/>
          </a:xfrm>
          <a:custGeom>
            <a:avLst/>
            <a:gdLst/>
            <a:ahLst/>
            <a:cxnLst/>
            <a:rect l="l" t="t" r="r" b="b"/>
            <a:pathLst>
              <a:path w="762000" h="610869">
                <a:moveTo>
                  <a:pt x="660141" y="0"/>
                </a:moveTo>
                <a:lnTo>
                  <a:pt x="96786" y="123"/>
                </a:lnTo>
                <a:lnTo>
                  <a:pt x="55785" y="10986"/>
                </a:lnTo>
                <a:lnTo>
                  <a:pt x="23585" y="36667"/>
                </a:lnTo>
                <a:lnTo>
                  <a:pt x="4060" y="73287"/>
                </a:lnTo>
                <a:lnTo>
                  <a:pt x="0" y="101864"/>
                </a:lnTo>
                <a:lnTo>
                  <a:pt x="123" y="514086"/>
                </a:lnTo>
                <a:lnTo>
                  <a:pt x="10984" y="555088"/>
                </a:lnTo>
                <a:lnTo>
                  <a:pt x="36662" y="587291"/>
                </a:lnTo>
                <a:lnTo>
                  <a:pt x="73280" y="606818"/>
                </a:lnTo>
                <a:lnTo>
                  <a:pt x="101858" y="610880"/>
                </a:lnTo>
                <a:lnTo>
                  <a:pt x="665213" y="610756"/>
                </a:lnTo>
                <a:lnTo>
                  <a:pt x="706214" y="599893"/>
                </a:lnTo>
                <a:lnTo>
                  <a:pt x="738414" y="574213"/>
                </a:lnTo>
                <a:lnTo>
                  <a:pt x="757939" y="537592"/>
                </a:lnTo>
                <a:lnTo>
                  <a:pt x="761999" y="509015"/>
                </a:lnTo>
                <a:lnTo>
                  <a:pt x="761876" y="96793"/>
                </a:lnTo>
                <a:lnTo>
                  <a:pt x="751015" y="55791"/>
                </a:lnTo>
                <a:lnTo>
                  <a:pt x="725337" y="23588"/>
                </a:lnTo>
                <a:lnTo>
                  <a:pt x="688719" y="4061"/>
                </a:lnTo>
                <a:lnTo>
                  <a:pt x="660141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96A9E583-CF11-462E-ABD8-C97970E3B2EA}"/>
              </a:ext>
            </a:extLst>
          </p:cNvPr>
          <p:cNvSpPr/>
          <p:nvPr/>
        </p:nvSpPr>
        <p:spPr>
          <a:xfrm>
            <a:off x="1740900" y="2056469"/>
            <a:ext cx="783932" cy="564666"/>
          </a:xfrm>
          <a:custGeom>
            <a:avLst/>
            <a:gdLst/>
            <a:ahLst/>
            <a:cxnLst/>
            <a:rect l="l" t="t" r="r" b="b"/>
            <a:pathLst>
              <a:path w="762000" h="610869">
                <a:moveTo>
                  <a:pt x="0" y="101864"/>
                </a:moveTo>
                <a:lnTo>
                  <a:pt x="8921" y="60104"/>
                </a:lnTo>
                <a:lnTo>
                  <a:pt x="33101" y="26699"/>
                </a:lnTo>
                <a:lnTo>
                  <a:pt x="68666" y="5527"/>
                </a:lnTo>
                <a:lnTo>
                  <a:pt x="660141" y="0"/>
                </a:lnTo>
                <a:lnTo>
                  <a:pt x="674751" y="1039"/>
                </a:lnTo>
                <a:lnTo>
                  <a:pt x="714155" y="15479"/>
                </a:lnTo>
                <a:lnTo>
                  <a:pt x="743910" y="43888"/>
                </a:lnTo>
                <a:lnTo>
                  <a:pt x="760141" y="82387"/>
                </a:lnTo>
                <a:lnTo>
                  <a:pt x="761999" y="509015"/>
                </a:lnTo>
                <a:lnTo>
                  <a:pt x="760960" y="523624"/>
                </a:lnTo>
                <a:lnTo>
                  <a:pt x="746522" y="563030"/>
                </a:lnTo>
                <a:lnTo>
                  <a:pt x="718116" y="592788"/>
                </a:lnTo>
                <a:lnTo>
                  <a:pt x="679618" y="609021"/>
                </a:lnTo>
                <a:lnTo>
                  <a:pt x="101858" y="610880"/>
                </a:lnTo>
                <a:lnTo>
                  <a:pt x="87248" y="609840"/>
                </a:lnTo>
                <a:lnTo>
                  <a:pt x="47844" y="595400"/>
                </a:lnTo>
                <a:lnTo>
                  <a:pt x="18089" y="566991"/>
                </a:lnTo>
                <a:lnTo>
                  <a:pt x="1858" y="528492"/>
                </a:lnTo>
                <a:lnTo>
                  <a:pt x="0" y="101864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52D82ADC-A154-441E-A2DD-8E1ABC8E81CA}"/>
              </a:ext>
            </a:extLst>
          </p:cNvPr>
          <p:cNvSpPr txBox="1"/>
          <p:nvPr/>
        </p:nvSpPr>
        <p:spPr>
          <a:xfrm>
            <a:off x="1458816" y="1329673"/>
            <a:ext cx="1269969" cy="1795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8465" marR="5080" indent="-406400">
              <a:lnSpc>
                <a:spcPct val="120300"/>
              </a:lnSpc>
            </a:pPr>
            <a:r>
              <a:rPr sz="36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3600" b="1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20" dirty="0">
                <a:solidFill>
                  <a:srgbClr val="FFFFFF"/>
                </a:solidFill>
                <a:latin typeface="Calibri"/>
                <a:cs typeface="Calibri"/>
              </a:rPr>
              <a:t>L1</a:t>
            </a:r>
            <a:r>
              <a:rPr sz="4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20" dirty="0">
                <a:solidFill>
                  <a:srgbClr val="FFFFFF"/>
                </a:solidFill>
                <a:latin typeface="Calibri"/>
                <a:cs typeface="Calibri"/>
              </a:rPr>
              <a:t>L2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52FDEB0D-FEB2-4D1C-B5D1-DF032E01E122}"/>
              </a:ext>
            </a:extLst>
          </p:cNvPr>
          <p:cNvSpPr/>
          <p:nvPr/>
        </p:nvSpPr>
        <p:spPr>
          <a:xfrm>
            <a:off x="3647422" y="2734069"/>
            <a:ext cx="1360906" cy="66069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2189581E-F9D6-4F0E-AB12-631738896795}"/>
              </a:ext>
            </a:extLst>
          </p:cNvPr>
          <p:cNvSpPr/>
          <p:nvPr/>
        </p:nvSpPr>
        <p:spPr>
          <a:xfrm>
            <a:off x="3727383" y="2522224"/>
            <a:ext cx="1318573" cy="1065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9D718576-61CA-4A51-8A31-5B6C7A7C2A71}"/>
              </a:ext>
            </a:extLst>
          </p:cNvPr>
          <p:cNvSpPr/>
          <p:nvPr/>
        </p:nvSpPr>
        <p:spPr>
          <a:xfrm>
            <a:off x="3700729" y="2760835"/>
            <a:ext cx="1254291" cy="564666"/>
          </a:xfrm>
          <a:custGeom>
            <a:avLst/>
            <a:gdLst/>
            <a:ahLst/>
            <a:cxnLst/>
            <a:rect l="l" t="t" r="r" b="b"/>
            <a:pathLst>
              <a:path w="1219200" h="610869">
                <a:moveTo>
                  <a:pt x="1117335" y="0"/>
                </a:moveTo>
                <a:lnTo>
                  <a:pt x="96788" y="124"/>
                </a:lnTo>
                <a:lnTo>
                  <a:pt x="55789" y="10988"/>
                </a:lnTo>
                <a:lnTo>
                  <a:pt x="23587" y="36668"/>
                </a:lnTo>
                <a:lnTo>
                  <a:pt x="4061" y="73288"/>
                </a:lnTo>
                <a:lnTo>
                  <a:pt x="0" y="101864"/>
                </a:lnTo>
                <a:lnTo>
                  <a:pt x="124" y="514091"/>
                </a:lnTo>
                <a:lnTo>
                  <a:pt x="10988" y="555091"/>
                </a:lnTo>
                <a:lnTo>
                  <a:pt x="36668" y="587292"/>
                </a:lnTo>
                <a:lnTo>
                  <a:pt x="73288" y="606818"/>
                </a:lnTo>
                <a:lnTo>
                  <a:pt x="101864" y="610880"/>
                </a:lnTo>
                <a:lnTo>
                  <a:pt x="1122411" y="610755"/>
                </a:lnTo>
                <a:lnTo>
                  <a:pt x="1163410" y="599891"/>
                </a:lnTo>
                <a:lnTo>
                  <a:pt x="1195612" y="574211"/>
                </a:lnTo>
                <a:lnTo>
                  <a:pt x="1215138" y="537591"/>
                </a:lnTo>
                <a:lnTo>
                  <a:pt x="1219199" y="509015"/>
                </a:lnTo>
                <a:lnTo>
                  <a:pt x="1219075" y="96788"/>
                </a:lnTo>
                <a:lnTo>
                  <a:pt x="1208211" y="55789"/>
                </a:lnTo>
                <a:lnTo>
                  <a:pt x="1182531" y="23587"/>
                </a:lnTo>
                <a:lnTo>
                  <a:pt x="1145911" y="4061"/>
                </a:lnTo>
                <a:lnTo>
                  <a:pt x="11173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83129DE7-1523-4A36-B18F-87160E148673}"/>
              </a:ext>
            </a:extLst>
          </p:cNvPr>
          <p:cNvSpPr/>
          <p:nvPr/>
        </p:nvSpPr>
        <p:spPr>
          <a:xfrm>
            <a:off x="3700729" y="2760835"/>
            <a:ext cx="1254291" cy="564666"/>
          </a:xfrm>
          <a:custGeom>
            <a:avLst/>
            <a:gdLst/>
            <a:ahLst/>
            <a:cxnLst/>
            <a:rect l="l" t="t" r="r" b="b"/>
            <a:pathLst>
              <a:path w="1219200" h="610869">
                <a:moveTo>
                  <a:pt x="0" y="101864"/>
                </a:moveTo>
                <a:lnTo>
                  <a:pt x="8922" y="60105"/>
                </a:lnTo>
                <a:lnTo>
                  <a:pt x="33104" y="26701"/>
                </a:lnTo>
                <a:lnTo>
                  <a:pt x="68669" y="5529"/>
                </a:lnTo>
                <a:lnTo>
                  <a:pt x="1117335" y="0"/>
                </a:lnTo>
                <a:lnTo>
                  <a:pt x="1131944" y="1039"/>
                </a:lnTo>
                <a:lnTo>
                  <a:pt x="1171348" y="15478"/>
                </a:lnTo>
                <a:lnTo>
                  <a:pt x="1201106" y="43886"/>
                </a:lnTo>
                <a:lnTo>
                  <a:pt x="1217340" y="82383"/>
                </a:lnTo>
                <a:lnTo>
                  <a:pt x="1219199" y="509015"/>
                </a:lnTo>
                <a:lnTo>
                  <a:pt x="1218160" y="523624"/>
                </a:lnTo>
                <a:lnTo>
                  <a:pt x="1203720" y="563028"/>
                </a:lnTo>
                <a:lnTo>
                  <a:pt x="1175313" y="592786"/>
                </a:lnTo>
                <a:lnTo>
                  <a:pt x="1136816" y="609020"/>
                </a:lnTo>
                <a:lnTo>
                  <a:pt x="101864" y="610880"/>
                </a:lnTo>
                <a:lnTo>
                  <a:pt x="87255" y="609840"/>
                </a:lnTo>
                <a:lnTo>
                  <a:pt x="47851" y="595401"/>
                </a:lnTo>
                <a:lnTo>
                  <a:pt x="18093" y="566993"/>
                </a:lnTo>
                <a:lnTo>
                  <a:pt x="1859" y="528496"/>
                </a:lnTo>
                <a:lnTo>
                  <a:pt x="0" y="101864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610E7D4E-78CB-4D55-95B8-19A8C595825B}"/>
              </a:ext>
            </a:extLst>
          </p:cNvPr>
          <p:cNvSpPr/>
          <p:nvPr/>
        </p:nvSpPr>
        <p:spPr>
          <a:xfrm>
            <a:off x="3882602" y="1948871"/>
            <a:ext cx="890546" cy="6606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37DD5DF0-5C13-4006-A6DB-413B4335B814}"/>
              </a:ext>
            </a:extLst>
          </p:cNvPr>
          <p:cNvSpPr/>
          <p:nvPr/>
        </p:nvSpPr>
        <p:spPr>
          <a:xfrm>
            <a:off x="3727383" y="1817858"/>
            <a:ext cx="1318573" cy="1065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A398AB4D-11E9-4B9C-9279-3C020444FFD0}"/>
              </a:ext>
            </a:extLst>
          </p:cNvPr>
          <p:cNvSpPr/>
          <p:nvPr/>
        </p:nvSpPr>
        <p:spPr>
          <a:xfrm>
            <a:off x="3935909" y="2056469"/>
            <a:ext cx="783932" cy="564666"/>
          </a:xfrm>
          <a:custGeom>
            <a:avLst/>
            <a:gdLst/>
            <a:ahLst/>
            <a:cxnLst/>
            <a:rect l="l" t="t" r="r" b="b"/>
            <a:pathLst>
              <a:path w="762000" h="610869">
                <a:moveTo>
                  <a:pt x="660135" y="0"/>
                </a:moveTo>
                <a:lnTo>
                  <a:pt x="96788" y="124"/>
                </a:lnTo>
                <a:lnTo>
                  <a:pt x="55789" y="10988"/>
                </a:lnTo>
                <a:lnTo>
                  <a:pt x="23587" y="36668"/>
                </a:lnTo>
                <a:lnTo>
                  <a:pt x="4061" y="73288"/>
                </a:lnTo>
                <a:lnTo>
                  <a:pt x="0" y="101864"/>
                </a:lnTo>
                <a:lnTo>
                  <a:pt x="124" y="514091"/>
                </a:lnTo>
                <a:lnTo>
                  <a:pt x="10988" y="555091"/>
                </a:lnTo>
                <a:lnTo>
                  <a:pt x="36668" y="587292"/>
                </a:lnTo>
                <a:lnTo>
                  <a:pt x="73288" y="606818"/>
                </a:lnTo>
                <a:lnTo>
                  <a:pt x="101864" y="610880"/>
                </a:lnTo>
                <a:lnTo>
                  <a:pt x="665211" y="610755"/>
                </a:lnTo>
                <a:lnTo>
                  <a:pt x="706210" y="599891"/>
                </a:lnTo>
                <a:lnTo>
                  <a:pt x="738412" y="574211"/>
                </a:lnTo>
                <a:lnTo>
                  <a:pt x="757938" y="537591"/>
                </a:lnTo>
                <a:lnTo>
                  <a:pt x="761999" y="509015"/>
                </a:lnTo>
                <a:lnTo>
                  <a:pt x="761875" y="96788"/>
                </a:lnTo>
                <a:lnTo>
                  <a:pt x="751011" y="55789"/>
                </a:lnTo>
                <a:lnTo>
                  <a:pt x="725331" y="23587"/>
                </a:lnTo>
                <a:lnTo>
                  <a:pt x="688711" y="4061"/>
                </a:lnTo>
                <a:lnTo>
                  <a:pt x="6601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654772EC-B117-4758-B536-D15F0A36B369}"/>
              </a:ext>
            </a:extLst>
          </p:cNvPr>
          <p:cNvSpPr/>
          <p:nvPr/>
        </p:nvSpPr>
        <p:spPr>
          <a:xfrm>
            <a:off x="3935909" y="2056469"/>
            <a:ext cx="783932" cy="564666"/>
          </a:xfrm>
          <a:custGeom>
            <a:avLst/>
            <a:gdLst/>
            <a:ahLst/>
            <a:cxnLst/>
            <a:rect l="l" t="t" r="r" b="b"/>
            <a:pathLst>
              <a:path w="762000" h="610869">
                <a:moveTo>
                  <a:pt x="0" y="101864"/>
                </a:moveTo>
                <a:lnTo>
                  <a:pt x="8922" y="60105"/>
                </a:lnTo>
                <a:lnTo>
                  <a:pt x="33104" y="26701"/>
                </a:lnTo>
                <a:lnTo>
                  <a:pt x="68669" y="5529"/>
                </a:lnTo>
                <a:lnTo>
                  <a:pt x="660135" y="0"/>
                </a:lnTo>
                <a:lnTo>
                  <a:pt x="674744" y="1039"/>
                </a:lnTo>
                <a:lnTo>
                  <a:pt x="714148" y="15478"/>
                </a:lnTo>
                <a:lnTo>
                  <a:pt x="743906" y="43886"/>
                </a:lnTo>
                <a:lnTo>
                  <a:pt x="760140" y="82383"/>
                </a:lnTo>
                <a:lnTo>
                  <a:pt x="761999" y="509015"/>
                </a:lnTo>
                <a:lnTo>
                  <a:pt x="760960" y="523624"/>
                </a:lnTo>
                <a:lnTo>
                  <a:pt x="746521" y="563028"/>
                </a:lnTo>
                <a:lnTo>
                  <a:pt x="718113" y="592786"/>
                </a:lnTo>
                <a:lnTo>
                  <a:pt x="679616" y="609020"/>
                </a:lnTo>
                <a:lnTo>
                  <a:pt x="101864" y="610880"/>
                </a:lnTo>
                <a:lnTo>
                  <a:pt x="87255" y="609840"/>
                </a:lnTo>
                <a:lnTo>
                  <a:pt x="47851" y="595401"/>
                </a:lnTo>
                <a:lnTo>
                  <a:pt x="18093" y="566993"/>
                </a:lnTo>
                <a:lnTo>
                  <a:pt x="1859" y="528496"/>
                </a:lnTo>
                <a:lnTo>
                  <a:pt x="0" y="101864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DD1A1BDE-9E42-4009-8C6F-25A5378C9790}"/>
              </a:ext>
            </a:extLst>
          </p:cNvPr>
          <p:cNvSpPr txBox="1"/>
          <p:nvPr/>
        </p:nvSpPr>
        <p:spPr>
          <a:xfrm>
            <a:off x="3732482" y="1294363"/>
            <a:ext cx="1269969" cy="18096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265" marR="5080" indent="-330200">
              <a:lnSpc>
                <a:spcPct val="121700"/>
              </a:lnSpc>
            </a:pPr>
            <a:r>
              <a:rPr sz="36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3600" b="1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20" dirty="0">
                <a:solidFill>
                  <a:srgbClr val="FFFFFF"/>
                </a:solidFill>
                <a:latin typeface="Calibri"/>
                <a:cs typeface="Calibri"/>
              </a:rPr>
              <a:t>L1</a:t>
            </a:r>
            <a:r>
              <a:rPr sz="4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20" dirty="0">
                <a:solidFill>
                  <a:srgbClr val="FFFFFF"/>
                </a:solidFill>
                <a:latin typeface="Calibri"/>
                <a:cs typeface="Calibri"/>
              </a:rPr>
              <a:t>L2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48BF66CD-3634-4A2B-BB1A-5D8E5D7175AE}"/>
              </a:ext>
            </a:extLst>
          </p:cNvPr>
          <p:cNvSpPr/>
          <p:nvPr/>
        </p:nvSpPr>
        <p:spPr>
          <a:xfrm>
            <a:off x="6234397" y="2734069"/>
            <a:ext cx="1360905" cy="66069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D45EE151-5313-4D12-BA1E-D64EB2228E51}"/>
              </a:ext>
            </a:extLst>
          </p:cNvPr>
          <p:cNvSpPr/>
          <p:nvPr/>
        </p:nvSpPr>
        <p:spPr>
          <a:xfrm>
            <a:off x="6314358" y="2522224"/>
            <a:ext cx="1318572" cy="1065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663B24DF-C5AE-4D18-981E-00419AA979FA}"/>
              </a:ext>
            </a:extLst>
          </p:cNvPr>
          <p:cNvSpPr/>
          <p:nvPr/>
        </p:nvSpPr>
        <p:spPr>
          <a:xfrm>
            <a:off x="6287704" y="2760835"/>
            <a:ext cx="1254291" cy="564666"/>
          </a:xfrm>
          <a:custGeom>
            <a:avLst/>
            <a:gdLst/>
            <a:ahLst/>
            <a:cxnLst/>
            <a:rect l="l" t="t" r="r" b="b"/>
            <a:pathLst>
              <a:path w="1219200" h="610869">
                <a:moveTo>
                  <a:pt x="1117335" y="0"/>
                </a:moveTo>
                <a:lnTo>
                  <a:pt x="96788" y="124"/>
                </a:lnTo>
                <a:lnTo>
                  <a:pt x="55789" y="10988"/>
                </a:lnTo>
                <a:lnTo>
                  <a:pt x="23587" y="36668"/>
                </a:lnTo>
                <a:lnTo>
                  <a:pt x="4061" y="73288"/>
                </a:lnTo>
                <a:lnTo>
                  <a:pt x="0" y="101864"/>
                </a:lnTo>
                <a:lnTo>
                  <a:pt x="124" y="514091"/>
                </a:lnTo>
                <a:lnTo>
                  <a:pt x="10988" y="555091"/>
                </a:lnTo>
                <a:lnTo>
                  <a:pt x="36668" y="587292"/>
                </a:lnTo>
                <a:lnTo>
                  <a:pt x="73288" y="606818"/>
                </a:lnTo>
                <a:lnTo>
                  <a:pt x="101864" y="610880"/>
                </a:lnTo>
                <a:lnTo>
                  <a:pt x="1122411" y="610755"/>
                </a:lnTo>
                <a:lnTo>
                  <a:pt x="1163410" y="599891"/>
                </a:lnTo>
                <a:lnTo>
                  <a:pt x="1195612" y="574211"/>
                </a:lnTo>
                <a:lnTo>
                  <a:pt x="1215138" y="537591"/>
                </a:lnTo>
                <a:lnTo>
                  <a:pt x="1219199" y="509015"/>
                </a:lnTo>
                <a:lnTo>
                  <a:pt x="1219075" y="96788"/>
                </a:lnTo>
                <a:lnTo>
                  <a:pt x="1208211" y="55789"/>
                </a:lnTo>
                <a:lnTo>
                  <a:pt x="1182531" y="23587"/>
                </a:lnTo>
                <a:lnTo>
                  <a:pt x="1145911" y="4061"/>
                </a:lnTo>
                <a:lnTo>
                  <a:pt x="1117335" y="0"/>
                </a:lnTo>
                <a:close/>
              </a:path>
            </a:pathLst>
          </a:custGeom>
          <a:solidFill>
            <a:srgbClr val="4945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A16C6912-4D41-471D-9453-496DB274D2A2}"/>
              </a:ext>
            </a:extLst>
          </p:cNvPr>
          <p:cNvSpPr/>
          <p:nvPr/>
        </p:nvSpPr>
        <p:spPr>
          <a:xfrm>
            <a:off x="6287704" y="2760835"/>
            <a:ext cx="1254291" cy="564666"/>
          </a:xfrm>
          <a:custGeom>
            <a:avLst/>
            <a:gdLst/>
            <a:ahLst/>
            <a:cxnLst/>
            <a:rect l="l" t="t" r="r" b="b"/>
            <a:pathLst>
              <a:path w="1219200" h="610869">
                <a:moveTo>
                  <a:pt x="0" y="101864"/>
                </a:moveTo>
                <a:lnTo>
                  <a:pt x="8922" y="60105"/>
                </a:lnTo>
                <a:lnTo>
                  <a:pt x="33104" y="26701"/>
                </a:lnTo>
                <a:lnTo>
                  <a:pt x="68669" y="5529"/>
                </a:lnTo>
                <a:lnTo>
                  <a:pt x="1117335" y="0"/>
                </a:lnTo>
                <a:lnTo>
                  <a:pt x="1131944" y="1039"/>
                </a:lnTo>
                <a:lnTo>
                  <a:pt x="1171348" y="15478"/>
                </a:lnTo>
                <a:lnTo>
                  <a:pt x="1201106" y="43886"/>
                </a:lnTo>
                <a:lnTo>
                  <a:pt x="1217340" y="82383"/>
                </a:lnTo>
                <a:lnTo>
                  <a:pt x="1219199" y="509015"/>
                </a:lnTo>
                <a:lnTo>
                  <a:pt x="1218160" y="523624"/>
                </a:lnTo>
                <a:lnTo>
                  <a:pt x="1203720" y="563028"/>
                </a:lnTo>
                <a:lnTo>
                  <a:pt x="1175313" y="592786"/>
                </a:lnTo>
                <a:lnTo>
                  <a:pt x="1136816" y="609020"/>
                </a:lnTo>
                <a:lnTo>
                  <a:pt x="101864" y="610880"/>
                </a:lnTo>
                <a:lnTo>
                  <a:pt x="87255" y="609840"/>
                </a:lnTo>
                <a:lnTo>
                  <a:pt x="47851" y="595401"/>
                </a:lnTo>
                <a:lnTo>
                  <a:pt x="18093" y="566993"/>
                </a:lnTo>
                <a:lnTo>
                  <a:pt x="1859" y="528496"/>
                </a:lnTo>
                <a:lnTo>
                  <a:pt x="0" y="101864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78F9E4BC-6FFF-412F-BC0F-4EC1789CB5F8}"/>
              </a:ext>
            </a:extLst>
          </p:cNvPr>
          <p:cNvSpPr/>
          <p:nvPr/>
        </p:nvSpPr>
        <p:spPr>
          <a:xfrm>
            <a:off x="6469575" y="1948871"/>
            <a:ext cx="890545" cy="6606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5A496459-B63A-4B88-B994-4F71DE32C5AA}"/>
              </a:ext>
            </a:extLst>
          </p:cNvPr>
          <p:cNvSpPr/>
          <p:nvPr/>
        </p:nvSpPr>
        <p:spPr>
          <a:xfrm>
            <a:off x="6314358" y="1817858"/>
            <a:ext cx="1318572" cy="1065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F12D7DA1-EBFA-47B9-915F-13FE312DAC7C}"/>
              </a:ext>
            </a:extLst>
          </p:cNvPr>
          <p:cNvSpPr/>
          <p:nvPr/>
        </p:nvSpPr>
        <p:spPr>
          <a:xfrm>
            <a:off x="6522884" y="2056469"/>
            <a:ext cx="783932" cy="564666"/>
          </a:xfrm>
          <a:custGeom>
            <a:avLst/>
            <a:gdLst/>
            <a:ahLst/>
            <a:cxnLst/>
            <a:rect l="l" t="t" r="r" b="b"/>
            <a:pathLst>
              <a:path w="762000" h="610869">
                <a:moveTo>
                  <a:pt x="660135" y="0"/>
                </a:moveTo>
                <a:lnTo>
                  <a:pt x="96788" y="124"/>
                </a:lnTo>
                <a:lnTo>
                  <a:pt x="55789" y="10988"/>
                </a:lnTo>
                <a:lnTo>
                  <a:pt x="23587" y="36668"/>
                </a:lnTo>
                <a:lnTo>
                  <a:pt x="4061" y="73288"/>
                </a:lnTo>
                <a:lnTo>
                  <a:pt x="0" y="101864"/>
                </a:lnTo>
                <a:lnTo>
                  <a:pt x="124" y="514091"/>
                </a:lnTo>
                <a:lnTo>
                  <a:pt x="10988" y="555091"/>
                </a:lnTo>
                <a:lnTo>
                  <a:pt x="36668" y="587292"/>
                </a:lnTo>
                <a:lnTo>
                  <a:pt x="73288" y="606818"/>
                </a:lnTo>
                <a:lnTo>
                  <a:pt x="101864" y="610880"/>
                </a:lnTo>
                <a:lnTo>
                  <a:pt x="665211" y="610755"/>
                </a:lnTo>
                <a:lnTo>
                  <a:pt x="706210" y="599891"/>
                </a:lnTo>
                <a:lnTo>
                  <a:pt x="738412" y="574211"/>
                </a:lnTo>
                <a:lnTo>
                  <a:pt x="757938" y="537591"/>
                </a:lnTo>
                <a:lnTo>
                  <a:pt x="761999" y="509015"/>
                </a:lnTo>
                <a:lnTo>
                  <a:pt x="761875" y="96788"/>
                </a:lnTo>
                <a:lnTo>
                  <a:pt x="751011" y="55789"/>
                </a:lnTo>
                <a:lnTo>
                  <a:pt x="725331" y="23587"/>
                </a:lnTo>
                <a:lnTo>
                  <a:pt x="688711" y="4061"/>
                </a:lnTo>
                <a:lnTo>
                  <a:pt x="660135" y="0"/>
                </a:lnTo>
                <a:close/>
              </a:path>
            </a:pathLst>
          </a:custGeom>
          <a:solidFill>
            <a:srgbClr val="4945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EDC24EF3-4E01-4867-9DBE-55DAFBCEBC72}"/>
              </a:ext>
            </a:extLst>
          </p:cNvPr>
          <p:cNvSpPr/>
          <p:nvPr/>
        </p:nvSpPr>
        <p:spPr>
          <a:xfrm>
            <a:off x="6522884" y="2056469"/>
            <a:ext cx="783932" cy="564666"/>
          </a:xfrm>
          <a:custGeom>
            <a:avLst/>
            <a:gdLst/>
            <a:ahLst/>
            <a:cxnLst/>
            <a:rect l="l" t="t" r="r" b="b"/>
            <a:pathLst>
              <a:path w="762000" h="610869">
                <a:moveTo>
                  <a:pt x="0" y="101864"/>
                </a:moveTo>
                <a:lnTo>
                  <a:pt x="8922" y="60105"/>
                </a:lnTo>
                <a:lnTo>
                  <a:pt x="33104" y="26701"/>
                </a:lnTo>
                <a:lnTo>
                  <a:pt x="68669" y="5529"/>
                </a:lnTo>
                <a:lnTo>
                  <a:pt x="660135" y="0"/>
                </a:lnTo>
                <a:lnTo>
                  <a:pt x="674744" y="1039"/>
                </a:lnTo>
                <a:lnTo>
                  <a:pt x="714148" y="15478"/>
                </a:lnTo>
                <a:lnTo>
                  <a:pt x="743906" y="43886"/>
                </a:lnTo>
                <a:lnTo>
                  <a:pt x="760140" y="82383"/>
                </a:lnTo>
                <a:lnTo>
                  <a:pt x="761999" y="509015"/>
                </a:lnTo>
                <a:lnTo>
                  <a:pt x="760960" y="523624"/>
                </a:lnTo>
                <a:lnTo>
                  <a:pt x="746521" y="563028"/>
                </a:lnTo>
                <a:lnTo>
                  <a:pt x="718113" y="592786"/>
                </a:lnTo>
                <a:lnTo>
                  <a:pt x="679616" y="609020"/>
                </a:lnTo>
                <a:lnTo>
                  <a:pt x="101864" y="610880"/>
                </a:lnTo>
                <a:lnTo>
                  <a:pt x="87255" y="609840"/>
                </a:lnTo>
                <a:lnTo>
                  <a:pt x="47851" y="595401"/>
                </a:lnTo>
                <a:lnTo>
                  <a:pt x="18093" y="566993"/>
                </a:lnTo>
                <a:lnTo>
                  <a:pt x="1859" y="528496"/>
                </a:lnTo>
                <a:lnTo>
                  <a:pt x="0" y="101864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6F252812-0643-4F4A-B1ED-BD6117B3D811}"/>
              </a:ext>
            </a:extLst>
          </p:cNvPr>
          <p:cNvSpPr txBox="1"/>
          <p:nvPr/>
        </p:nvSpPr>
        <p:spPr>
          <a:xfrm>
            <a:off x="6319851" y="1288118"/>
            <a:ext cx="1269316" cy="1816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265" marR="5080" indent="-330200">
              <a:lnSpc>
                <a:spcPct val="122300"/>
              </a:lnSpc>
            </a:pPr>
            <a:r>
              <a:rPr sz="36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3600" b="1" spc="-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2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20" dirty="0">
                <a:solidFill>
                  <a:srgbClr val="FFFFFF"/>
                </a:solidFill>
                <a:latin typeface="Calibri"/>
                <a:cs typeface="Calibri"/>
              </a:rPr>
              <a:t>L1</a:t>
            </a:r>
            <a:r>
              <a:rPr sz="4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20" dirty="0">
                <a:solidFill>
                  <a:srgbClr val="FFFFFF"/>
                </a:solidFill>
                <a:latin typeface="Calibri"/>
                <a:cs typeface="Calibri"/>
              </a:rPr>
              <a:t>L2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EBDD0F3D-1FF5-494A-94D6-23D61B03BAFD}"/>
              </a:ext>
            </a:extLst>
          </p:cNvPr>
          <p:cNvSpPr/>
          <p:nvPr/>
        </p:nvSpPr>
        <p:spPr>
          <a:xfrm>
            <a:off x="8821371" y="2734069"/>
            <a:ext cx="1360905" cy="66069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9487E508-8FD3-4F4F-B7CE-F74D12A661FC}"/>
              </a:ext>
            </a:extLst>
          </p:cNvPr>
          <p:cNvSpPr/>
          <p:nvPr/>
        </p:nvSpPr>
        <p:spPr>
          <a:xfrm>
            <a:off x="8901332" y="2522224"/>
            <a:ext cx="1318572" cy="1065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A7F92614-CE36-4A39-9437-3E3A08038572}"/>
              </a:ext>
            </a:extLst>
          </p:cNvPr>
          <p:cNvSpPr/>
          <p:nvPr/>
        </p:nvSpPr>
        <p:spPr>
          <a:xfrm>
            <a:off x="8874679" y="2760835"/>
            <a:ext cx="1254291" cy="564666"/>
          </a:xfrm>
          <a:custGeom>
            <a:avLst/>
            <a:gdLst/>
            <a:ahLst/>
            <a:cxnLst/>
            <a:rect l="l" t="t" r="r" b="b"/>
            <a:pathLst>
              <a:path w="1219200" h="610869">
                <a:moveTo>
                  <a:pt x="1117335" y="0"/>
                </a:moveTo>
                <a:lnTo>
                  <a:pt x="96788" y="124"/>
                </a:lnTo>
                <a:lnTo>
                  <a:pt x="55789" y="10988"/>
                </a:lnTo>
                <a:lnTo>
                  <a:pt x="23587" y="36668"/>
                </a:lnTo>
                <a:lnTo>
                  <a:pt x="4061" y="73288"/>
                </a:lnTo>
                <a:lnTo>
                  <a:pt x="0" y="101864"/>
                </a:lnTo>
                <a:lnTo>
                  <a:pt x="124" y="514091"/>
                </a:lnTo>
                <a:lnTo>
                  <a:pt x="10988" y="555091"/>
                </a:lnTo>
                <a:lnTo>
                  <a:pt x="36668" y="587292"/>
                </a:lnTo>
                <a:lnTo>
                  <a:pt x="73288" y="606818"/>
                </a:lnTo>
                <a:lnTo>
                  <a:pt x="101864" y="610880"/>
                </a:lnTo>
                <a:lnTo>
                  <a:pt x="1122411" y="610755"/>
                </a:lnTo>
                <a:lnTo>
                  <a:pt x="1163410" y="599891"/>
                </a:lnTo>
                <a:lnTo>
                  <a:pt x="1195612" y="574211"/>
                </a:lnTo>
                <a:lnTo>
                  <a:pt x="1215138" y="537591"/>
                </a:lnTo>
                <a:lnTo>
                  <a:pt x="1219199" y="509015"/>
                </a:lnTo>
                <a:lnTo>
                  <a:pt x="1219075" y="96788"/>
                </a:lnTo>
                <a:lnTo>
                  <a:pt x="1208211" y="55789"/>
                </a:lnTo>
                <a:lnTo>
                  <a:pt x="1182531" y="23587"/>
                </a:lnTo>
                <a:lnTo>
                  <a:pt x="1145911" y="4061"/>
                </a:lnTo>
                <a:lnTo>
                  <a:pt x="1117335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4AA95DEE-B20A-47FA-A35F-1EB3AEC7427A}"/>
              </a:ext>
            </a:extLst>
          </p:cNvPr>
          <p:cNvSpPr/>
          <p:nvPr/>
        </p:nvSpPr>
        <p:spPr>
          <a:xfrm>
            <a:off x="8874679" y="2760835"/>
            <a:ext cx="1254291" cy="564666"/>
          </a:xfrm>
          <a:custGeom>
            <a:avLst/>
            <a:gdLst/>
            <a:ahLst/>
            <a:cxnLst/>
            <a:rect l="l" t="t" r="r" b="b"/>
            <a:pathLst>
              <a:path w="1219200" h="610869">
                <a:moveTo>
                  <a:pt x="0" y="101864"/>
                </a:moveTo>
                <a:lnTo>
                  <a:pt x="8922" y="60105"/>
                </a:lnTo>
                <a:lnTo>
                  <a:pt x="33104" y="26701"/>
                </a:lnTo>
                <a:lnTo>
                  <a:pt x="68669" y="5529"/>
                </a:lnTo>
                <a:lnTo>
                  <a:pt x="1117335" y="0"/>
                </a:lnTo>
                <a:lnTo>
                  <a:pt x="1131944" y="1039"/>
                </a:lnTo>
                <a:lnTo>
                  <a:pt x="1171348" y="15478"/>
                </a:lnTo>
                <a:lnTo>
                  <a:pt x="1201106" y="43886"/>
                </a:lnTo>
                <a:lnTo>
                  <a:pt x="1217340" y="82383"/>
                </a:lnTo>
                <a:lnTo>
                  <a:pt x="1219199" y="509015"/>
                </a:lnTo>
                <a:lnTo>
                  <a:pt x="1218160" y="523624"/>
                </a:lnTo>
                <a:lnTo>
                  <a:pt x="1203720" y="563028"/>
                </a:lnTo>
                <a:lnTo>
                  <a:pt x="1175313" y="592786"/>
                </a:lnTo>
                <a:lnTo>
                  <a:pt x="1136816" y="609020"/>
                </a:lnTo>
                <a:lnTo>
                  <a:pt x="101864" y="610880"/>
                </a:lnTo>
                <a:lnTo>
                  <a:pt x="87255" y="609840"/>
                </a:lnTo>
                <a:lnTo>
                  <a:pt x="47851" y="595401"/>
                </a:lnTo>
                <a:lnTo>
                  <a:pt x="18093" y="566993"/>
                </a:lnTo>
                <a:lnTo>
                  <a:pt x="1859" y="528496"/>
                </a:lnTo>
                <a:lnTo>
                  <a:pt x="0" y="101864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A78F4C92-B099-415D-9C00-161BAF21AF9E}"/>
              </a:ext>
            </a:extLst>
          </p:cNvPr>
          <p:cNvSpPr/>
          <p:nvPr/>
        </p:nvSpPr>
        <p:spPr>
          <a:xfrm>
            <a:off x="9056550" y="1948871"/>
            <a:ext cx="890545" cy="6606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8E68381E-9161-4520-8FE5-61101EF8D052}"/>
              </a:ext>
            </a:extLst>
          </p:cNvPr>
          <p:cNvSpPr/>
          <p:nvPr/>
        </p:nvSpPr>
        <p:spPr>
          <a:xfrm>
            <a:off x="8901332" y="1817858"/>
            <a:ext cx="1318572" cy="1065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8C6A9771-16C3-4CEE-AAEA-D36B5CF454AE}"/>
              </a:ext>
            </a:extLst>
          </p:cNvPr>
          <p:cNvSpPr/>
          <p:nvPr/>
        </p:nvSpPr>
        <p:spPr>
          <a:xfrm>
            <a:off x="9109859" y="2056469"/>
            <a:ext cx="783932" cy="564666"/>
          </a:xfrm>
          <a:custGeom>
            <a:avLst/>
            <a:gdLst/>
            <a:ahLst/>
            <a:cxnLst/>
            <a:rect l="l" t="t" r="r" b="b"/>
            <a:pathLst>
              <a:path w="762000" h="610869">
                <a:moveTo>
                  <a:pt x="660135" y="0"/>
                </a:moveTo>
                <a:lnTo>
                  <a:pt x="96788" y="124"/>
                </a:lnTo>
                <a:lnTo>
                  <a:pt x="55789" y="10988"/>
                </a:lnTo>
                <a:lnTo>
                  <a:pt x="23587" y="36668"/>
                </a:lnTo>
                <a:lnTo>
                  <a:pt x="4061" y="73288"/>
                </a:lnTo>
                <a:lnTo>
                  <a:pt x="0" y="101864"/>
                </a:lnTo>
                <a:lnTo>
                  <a:pt x="124" y="514091"/>
                </a:lnTo>
                <a:lnTo>
                  <a:pt x="10988" y="555091"/>
                </a:lnTo>
                <a:lnTo>
                  <a:pt x="36668" y="587292"/>
                </a:lnTo>
                <a:lnTo>
                  <a:pt x="73288" y="606818"/>
                </a:lnTo>
                <a:lnTo>
                  <a:pt x="101864" y="610880"/>
                </a:lnTo>
                <a:lnTo>
                  <a:pt x="665211" y="610755"/>
                </a:lnTo>
                <a:lnTo>
                  <a:pt x="706210" y="599891"/>
                </a:lnTo>
                <a:lnTo>
                  <a:pt x="738412" y="574211"/>
                </a:lnTo>
                <a:lnTo>
                  <a:pt x="757938" y="537591"/>
                </a:lnTo>
                <a:lnTo>
                  <a:pt x="761999" y="509015"/>
                </a:lnTo>
                <a:lnTo>
                  <a:pt x="761875" y="96788"/>
                </a:lnTo>
                <a:lnTo>
                  <a:pt x="751011" y="55789"/>
                </a:lnTo>
                <a:lnTo>
                  <a:pt x="725331" y="23587"/>
                </a:lnTo>
                <a:lnTo>
                  <a:pt x="688711" y="4061"/>
                </a:lnTo>
                <a:lnTo>
                  <a:pt x="660135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D0BE1A02-0085-4FB8-8680-84208C5B09BB}"/>
              </a:ext>
            </a:extLst>
          </p:cNvPr>
          <p:cNvSpPr/>
          <p:nvPr/>
        </p:nvSpPr>
        <p:spPr>
          <a:xfrm>
            <a:off x="9109859" y="2056469"/>
            <a:ext cx="783932" cy="564666"/>
          </a:xfrm>
          <a:custGeom>
            <a:avLst/>
            <a:gdLst/>
            <a:ahLst/>
            <a:cxnLst/>
            <a:rect l="l" t="t" r="r" b="b"/>
            <a:pathLst>
              <a:path w="762000" h="610869">
                <a:moveTo>
                  <a:pt x="0" y="101864"/>
                </a:moveTo>
                <a:lnTo>
                  <a:pt x="8922" y="60105"/>
                </a:lnTo>
                <a:lnTo>
                  <a:pt x="33104" y="26701"/>
                </a:lnTo>
                <a:lnTo>
                  <a:pt x="68669" y="5529"/>
                </a:lnTo>
                <a:lnTo>
                  <a:pt x="660135" y="0"/>
                </a:lnTo>
                <a:lnTo>
                  <a:pt x="674744" y="1039"/>
                </a:lnTo>
                <a:lnTo>
                  <a:pt x="714148" y="15478"/>
                </a:lnTo>
                <a:lnTo>
                  <a:pt x="743906" y="43886"/>
                </a:lnTo>
                <a:lnTo>
                  <a:pt x="760140" y="82383"/>
                </a:lnTo>
                <a:lnTo>
                  <a:pt x="761999" y="509015"/>
                </a:lnTo>
                <a:lnTo>
                  <a:pt x="760960" y="523624"/>
                </a:lnTo>
                <a:lnTo>
                  <a:pt x="746521" y="563028"/>
                </a:lnTo>
                <a:lnTo>
                  <a:pt x="718113" y="592786"/>
                </a:lnTo>
                <a:lnTo>
                  <a:pt x="679616" y="609020"/>
                </a:lnTo>
                <a:lnTo>
                  <a:pt x="101864" y="610880"/>
                </a:lnTo>
                <a:lnTo>
                  <a:pt x="87255" y="609840"/>
                </a:lnTo>
                <a:lnTo>
                  <a:pt x="47851" y="595401"/>
                </a:lnTo>
                <a:lnTo>
                  <a:pt x="18093" y="566993"/>
                </a:lnTo>
                <a:lnTo>
                  <a:pt x="1859" y="528496"/>
                </a:lnTo>
                <a:lnTo>
                  <a:pt x="0" y="101864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FA0B436D-330A-4909-8C31-75D8D6ABA425}"/>
              </a:ext>
            </a:extLst>
          </p:cNvPr>
          <p:cNvSpPr txBox="1"/>
          <p:nvPr/>
        </p:nvSpPr>
        <p:spPr>
          <a:xfrm>
            <a:off x="8749250" y="1355135"/>
            <a:ext cx="1269969" cy="1830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3600" b="1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3600" dirty="0">
              <a:latin typeface="Calibri"/>
              <a:cs typeface="Calibri"/>
            </a:endParaRPr>
          </a:p>
          <a:p>
            <a:pPr marL="494665">
              <a:lnSpc>
                <a:spcPct val="100000"/>
              </a:lnSpc>
              <a:spcBef>
                <a:spcPts val="965"/>
              </a:spcBef>
            </a:pPr>
            <a:r>
              <a:rPr sz="4000" b="1" spc="-20" dirty="0">
                <a:solidFill>
                  <a:srgbClr val="FFFFFF"/>
                </a:solidFill>
                <a:latin typeface="Calibri"/>
                <a:cs typeface="Calibri"/>
              </a:rPr>
              <a:t>L1</a:t>
            </a:r>
            <a:endParaRPr sz="4000" dirty="0">
              <a:latin typeface="Calibri"/>
              <a:cs typeface="Calibri"/>
            </a:endParaRPr>
          </a:p>
          <a:p>
            <a:pPr marL="494665">
              <a:lnSpc>
                <a:spcPct val="100000"/>
              </a:lnSpc>
              <a:spcBef>
                <a:spcPts val="1200"/>
              </a:spcBef>
            </a:pPr>
            <a:r>
              <a:rPr sz="4000" b="1" spc="-20" dirty="0">
                <a:solidFill>
                  <a:srgbClr val="FFFFFF"/>
                </a:solidFill>
                <a:latin typeface="Calibri"/>
                <a:cs typeface="Calibri"/>
              </a:rPr>
              <a:t>L2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35D13D45-6DE9-4193-A412-A528ABF6F784}"/>
              </a:ext>
            </a:extLst>
          </p:cNvPr>
          <p:cNvSpPr/>
          <p:nvPr/>
        </p:nvSpPr>
        <p:spPr>
          <a:xfrm>
            <a:off x="2946586" y="3714011"/>
            <a:ext cx="5427944" cy="114389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9A606964-C6B9-445F-ACE3-A8FE0F0B65BD}"/>
              </a:ext>
            </a:extLst>
          </p:cNvPr>
          <p:cNvSpPr/>
          <p:nvPr/>
        </p:nvSpPr>
        <p:spPr>
          <a:xfrm>
            <a:off x="2995191" y="3736551"/>
            <a:ext cx="5330736" cy="1056548"/>
          </a:xfrm>
          <a:custGeom>
            <a:avLst/>
            <a:gdLst/>
            <a:ahLst/>
            <a:cxnLst/>
            <a:rect l="l" t="t" r="r" b="b"/>
            <a:pathLst>
              <a:path w="5181600" h="1143000">
                <a:moveTo>
                  <a:pt x="2590799" y="0"/>
                </a:moveTo>
                <a:lnTo>
                  <a:pt x="2378306" y="1894"/>
                </a:lnTo>
                <a:lnTo>
                  <a:pt x="2170545" y="7480"/>
                </a:lnTo>
                <a:lnTo>
                  <a:pt x="1968182" y="16611"/>
                </a:lnTo>
                <a:lnTo>
                  <a:pt x="1771885" y="29138"/>
                </a:lnTo>
                <a:lnTo>
                  <a:pt x="1582320" y="44915"/>
                </a:lnTo>
                <a:lnTo>
                  <a:pt x="1400154" y="63795"/>
                </a:lnTo>
                <a:lnTo>
                  <a:pt x="1226052" y="85631"/>
                </a:lnTo>
                <a:lnTo>
                  <a:pt x="1060683" y="110275"/>
                </a:lnTo>
                <a:lnTo>
                  <a:pt x="904712" y="137580"/>
                </a:lnTo>
                <a:lnTo>
                  <a:pt x="758807" y="167400"/>
                </a:lnTo>
                <a:lnTo>
                  <a:pt x="623633" y="199586"/>
                </a:lnTo>
                <a:lnTo>
                  <a:pt x="499858" y="233993"/>
                </a:lnTo>
                <a:lnTo>
                  <a:pt x="388148" y="270472"/>
                </a:lnTo>
                <a:lnTo>
                  <a:pt x="289170" y="308876"/>
                </a:lnTo>
                <a:lnTo>
                  <a:pt x="203590" y="349059"/>
                </a:lnTo>
                <a:lnTo>
                  <a:pt x="132075" y="390873"/>
                </a:lnTo>
                <a:lnTo>
                  <a:pt x="75292" y="434172"/>
                </a:lnTo>
                <a:lnTo>
                  <a:pt x="33907" y="478807"/>
                </a:lnTo>
                <a:lnTo>
                  <a:pt x="8588" y="524632"/>
                </a:lnTo>
                <a:lnTo>
                  <a:pt x="0" y="571499"/>
                </a:lnTo>
                <a:lnTo>
                  <a:pt x="8588" y="618367"/>
                </a:lnTo>
                <a:lnTo>
                  <a:pt x="33907" y="664192"/>
                </a:lnTo>
                <a:lnTo>
                  <a:pt x="75292" y="708827"/>
                </a:lnTo>
                <a:lnTo>
                  <a:pt x="132075" y="752126"/>
                </a:lnTo>
                <a:lnTo>
                  <a:pt x="203590" y="793940"/>
                </a:lnTo>
                <a:lnTo>
                  <a:pt x="289170" y="834123"/>
                </a:lnTo>
                <a:lnTo>
                  <a:pt x="388148" y="872527"/>
                </a:lnTo>
                <a:lnTo>
                  <a:pt x="499858" y="909006"/>
                </a:lnTo>
                <a:lnTo>
                  <a:pt x="623633" y="943413"/>
                </a:lnTo>
                <a:lnTo>
                  <a:pt x="758807" y="975599"/>
                </a:lnTo>
                <a:lnTo>
                  <a:pt x="904712" y="1005419"/>
                </a:lnTo>
                <a:lnTo>
                  <a:pt x="1060683" y="1032724"/>
                </a:lnTo>
                <a:lnTo>
                  <a:pt x="1226052" y="1057368"/>
                </a:lnTo>
                <a:lnTo>
                  <a:pt x="1400154" y="1079204"/>
                </a:lnTo>
                <a:lnTo>
                  <a:pt x="1582320" y="1098084"/>
                </a:lnTo>
                <a:lnTo>
                  <a:pt x="1771885" y="1113861"/>
                </a:lnTo>
                <a:lnTo>
                  <a:pt x="1968182" y="1126388"/>
                </a:lnTo>
                <a:lnTo>
                  <a:pt x="2170545" y="1135519"/>
                </a:lnTo>
                <a:lnTo>
                  <a:pt x="2378306" y="1141105"/>
                </a:lnTo>
                <a:lnTo>
                  <a:pt x="2590799" y="1142999"/>
                </a:lnTo>
                <a:lnTo>
                  <a:pt x="2803293" y="1141105"/>
                </a:lnTo>
                <a:lnTo>
                  <a:pt x="3011054" y="1135519"/>
                </a:lnTo>
                <a:lnTo>
                  <a:pt x="3213416" y="1126388"/>
                </a:lnTo>
                <a:lnTo>
                  <a:pt x="3409714" y="1113861"/>
                </a:lnTo>
                <a:lnTo>
                  <a:pt x="3599279" y="1098084"/>
                </a:lnTo>
                <a:lnTo>
                  <a:pt x="3781445" y="1079204"/>
                </a:lnTo>
                <a:lnTo>
                  <a:pt x="3955547" y="1057368"/>
                </a:lnTo>
                <a:lnTo>
                  <a:pt x="4120916" y="1032724"/>
                </a:lnTo>
                <a:lnTo>
                  <a:pt x="4276887" y="1005419"/>
                </a:lnTo>
                <a:lnTo>
                  <a:pt x="4422792" y="975599"/>
                </a:lnTo>
                <a:lnTo>
                  <a:pt x="4557966" y="943413"/>
                </a:lnTo>
                <a:lnTo>
                  <a:pt x="4681741" y="909006"/>
                </a:lnTo>
                <a:lnTo>
                  <a:pt x="4793451" y="872527"/>
                </a:lnTo>
                <a:lnTo>
                  <a:pt x="4892429" y="834123"/>
                </a:lnTo>
                <a:lnTo>
                  <a:pt x="4978009" y="793940"/>
                </a:lnTo>
                <a:lnTo>
                  <a:pt x="5049524" y="752126"/>
                </a:lnTo>
                <a:lnTo>
                  <a:pt x="5106307" y="708827"/>
                </a:lnTo>
                <a:lnTo>
                  <a:pt x="5147692" y="664192"/>
                </a:lnTo>
                <a:lnTo>
                  <a:pt x="5173011" y="618367"/>
                </a:lnTo>
                <a:lnTo>
                  <a:pt x="5181599" y="571499"/>
                </a:lnTo>
                <a:lnTo>
                  <a:pt x="5173011" y="524632"/>
                </a:lnTo>
                <a:lnTo>
                  <a:pt x="5147692" y="478807"/>
                </a:lnTo>
                <a:lnTo>
                  <a:pt x="5106307" y="434172"/>
                </a:lnTo>
                <a:lnTo>
                  <a:pt x="5049524" y="390873"/>
                </a:lnTo>
                <a:lnTo>
                  <a:pt x="4978009" y="349059"/>
                </a:lnTo>
                <a:lnTo>
                  <a:pt x="4892429" y="308876"/>
                </a:lnTo>
                <a:lnTo>
                  <a:pt x="4793451" y="270472"/>
                </a:lnTo>
                <a:lnTo>
                  <a:pt x="4681741" y="233993"/>
                </a:lnTo>
                <a:lnTo>
                  <a:pt x="4557966" y="199586"/>
                </a:lnTo>
                <a:lnTo>
                  <a:pt x="4422792" y="167400"/>
                </a:lnTo>
                <a:lnTo>
                  <a:pt x="4276887" y="137580"/>
                </a:lnTo>
                <a:lnTo>
                  <a:pt x="4120916" y="110275"/>
                </a:lnTo>
                <a:lnTo>
                  <a:pt x="3955547" y="85631"/>
                </a:lnTo>
                <a:lnTo>
                  <a:pt x="3781445" y="63795"/>
                </a:lnTo>
                <a:lnTo>
                  <a:pt x="3599279" y="44915"/>
                </a:lnTo>
                <a:lnTo>
                  <a:pt x="3409714" y="29138"/>
                </a:lnTo>
                <a:lnTo>
                  <a:pt x="3213416" y="16611"/>
                </a:lnTo>
                <a:lnTo>
                  <a:pt x="3011054" y="7480"/>
                </a:lnTo>
                <a:lnTo>
                  <a:pt x="2803293" y="1894"/>
                </a:lnTo>
                <a:lnTo>
                  <a:pt x="2590799" y="0"/>
                </a:lnTo>
                <a:close/>
              </a:path>
            </a:pathLst>
          </a:custGeom>
          <a:solidFill>
            <a:srgbClr val="FAC0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FBA66AFE-41B5-43C7-BE8D-B081BD196CBF}"/>
              </a:ext>
            </a:extLst>
          </p:cNvPr>
          <p:cNvSpPr/>
          <p:nvPr/>
        </p:nvSpPr>
        <p:spPr>
          <a:xfrm>
            <a:off x="2995191" y="3736551"/>
            <a:ext cx="5330736" cy="1056548"/>
          </a:xfrm>
          <a:custGeom>
            <a:avLst/>
            <a:gdLst/>
            <a:ahLst/>
            <a:cxnLst/>
            <a:rect l="l" t="t" r="r" b="b"/>
            <a:pathLst>
              <a:path w="5181600" h="1143000">
                <a:moveTo>
                  <a:pt x="0" y="571499"/>
                </a:moveTo>
                <a:lnTo>
                  <a:pt x="8588" y="524632"/>
                </a:lnTo>
                <a:lnTo>
                  <a:pt x="33907" y="478807"/>
                </a:lnTo>
                <a:lnTo>
                  <a:pt x="75292" y="434172"/>
                </a:lnTo>
                <a:lnTo>
                  <a:pt x="132075" y="390873"/>
                </a:lnTo>
                <a:lnTo>
                  <a:pt x="203590" y="349059"/>
                </a:lnTo>
                <a:lnTo>
                  <a:pt x="289170" y="308876"/>
                </a:lnTo>
                <a:lnTo>
                  <a:pt x="388148" y="270472"/>
                </a:lnTo>
                <a:lnTo>
                  <a:pt x="499858" y="233993"/>
                </a:lnTo>
                <a:lnTo>
                  <a:pt x="623633" y="199586"/>
                </a:lnTo>
                <a:lnTo>
                  <a:pt x="758807" y="167400"/>
                </a:lnTo>
                <a:lnTo>
                  <a:pt x="904712" y="137580"/>
                </a:lnTo>
                <a:lnTo>
                  <a:pt x="1060683" y="110275"/>
                </a:lnTo>
                <a:lnTo>
                  <a:pt x="1226052" y="85631"/>
                </a:lnTo>
                <a:lnTo>
                  <a:pt x="1400154" y="63795"/>
                </a:lnTo>
                <a:lnTo>
                  <a:pt x="1582320" y="44915"/>
                </a:lnTo>
                <a:lnTo>
                  <a:pt x="1771885" y="29138"/>
                </a:lnTo>
                <a:lnTo>
                  <a:pt x="1968182" y="16611"/>
                </a:lnTo>
                <a:lnTo>
                  <a:pt x="2170545" y="7480"/>
                </a:lnTo>
                <a:lnTo>
                  <a:pt x="2378306" y="1894"/>
                </a:lnTo>
                <a:lnTo>
                  <a:pt x="2590799" y="0"/>
                </a:lnTo>
                <a:lnTo>
                  <a:pt x="2803293" y="1894"/>
                </a:lnTo>
                <a:lnTo>
                  <a:pt x="3011054" y="7480"/>
                </a:lnTo>
                <a:lnTo>
                  <a:pt x="3213416" y="16611"/>
                </a:lnTo>
                <a:lnTo>
                  <a:pt x="3409714" y="29138"/>
                </a:lnTo>
                <a:lnTo>
                  <a:pt x="3599279" y="44915"/>
                </a:lnTo>
                <a:lnTo>
                  <a:pt x="3781445" y="63795"/>
                </a:lnTo>
                <a:lnTo>
                  <a:pt x="3955547" y="85631"/>
                </a:lnTo>
                <a:lnTo>
                  <a:pt x="4120916" y="110275"/>
                </a:lnTo>
                <a:lnTo>
                  <a:pt x="4276887" y="137580"/>
                </a:lnTo>
                <a:lnTo>
                  <a:pt x="4422792" y="167400"/>
                </a:lnTo>
                <a:lnTo>
                  <a:pt x="4557966" y="199586"/>
                </a:lnTo>
                <a:lnTo>
                  <a:pt x="4681741" y="233993"/>
                </a:lnTo>
                <a:lnTo>
                  <a:pt x="4793451" y="270472"/>
                </a:lnTo>
                <a:lnTo>
                  <a:pt x="4892429" y="308876"/>
                </a:lnTo>
                <a:lnTo>
                  <a:pt x="4978009" y="349059"/>
                </a:lnTo>
                <a:lnTo>
                  <a:pt x="5049524" y="390873"/>
                </a:lnTo>
                <a:lnTo>
                  <a:pt x="5106307" y="434172"/>
                </a:lnTo>
                <a:lnTo>
                  <a:pt x="5147692" y="478807"/>
                </a:lnTo>
                <a:lnTo>
                  <a:pt x="5173011" y="524632"/>
                </a:lnTo>
                <a:lnTo>
                  <a:pt x="5181599" y="571499"/>
                </a:lnTo>
                <a:lnTo>
                  <a:pt x="5173011" y="618367"/>
                </a:lnTo>
                <a:lnTo>
                  <a:pt x="5147692" y="664192"/>
                </a:lnTo>
                <a:lnTo>
                  <a:pt x="5106307" y="708827"/>
                </a:lnTo>
                <a:lnTo>
                  <a:pt x="5049524" y="752126"/>
                </a:lnTo>
                <a:lnTo>
                  <a:pt x="4978009" y="793940"/>
                </a:lnTo>
                <a:lnTo>
                  <a:pt x="4892429" y="834123"/>
                </a:lnTo>
                <a:lnTo>
                  <a:pt x="4793451" y="872527"/>
                </a:lnTo>
                <a:lnTo>
                  <a:pt x="4681741" y="909006"/>
                </a:lnTo>
                <a:lnTo>
                  <a:pt x="4557966" y="943413"/>
                </a:lnTo>
                <a:lnTo>
                  <a:pt x="4422792" y="975599"/>
                </a:lnTo>
                <a:lnTo>
                  <a:pt x="4276887" y="1005419"/>
                </a:lnTo>
                <a:lnTo>
                  <a:pt x="4120916" y="1032724"/>
                </a:lnTo>
                <a:lnTo>
                  <a:pt x="3955547" y="1057368"/>
                </a:lnTo>
                <a:lnTo>
                  <a:pt x="3781445" y="1079204"/>
                </a:lnTo>
                <a:lnTo>
                  <a:pt x="3599279" y="1098084"/>
                </a:lnTo>
                <a:lnTo>
                  <a:pt x="3409714" y="1113861"/>
                </a:lnTo>
                <a:lnTo>
                  <a:pt x="3213416" y="1126388"/>
                </a:lnTo>
                <a:lnTo>
                  <a:pt x="3011054" y="1135519"/>
                </a:lnTo>
                <a:lnTo>
                  <a:pt x="2803293" y="1141105"/>
                </a:lnTo>
                <a:lnTo>
                  <a:pt x="2590799" y="1142999"/>
                </a:lnTo>
                <a:lnTo>
                  <a:pt x="2378306" y="1141105"/>
                </a:lnTo>
                <a:lnTo>
                  <a:pt x="2170545" y="1135519"/>
                </a:lnTo>
                <a:lnTo>
                  <a:pt x="1968182" y="1126388"/>
                </a:lnTo>
                <a:lnTo>
                  <a:pt x="1771885" y="1113861"/>
                </a:lnTo>
                <a:lnTo>
                  <a:pt x="1582320" y="1098084"/>
                </a:lnTo>
                <a:lnTo>
                  <a:pt x="1400154" y="1079204"/>
                </a:lnTo>
                <a:lnTo>
                  <a:pt x="1226052" y="1057368"/>
                </a:lnTo>
                <a:lnTo>
                  <a:pt x="1060683" y="1032724"/>
                </a:lnTo>
                <a:lnTo>
                  <a:pt x="904712" y="1005419"/>
                </a:lnTo>
                <a:lnTo>
                  <a:pt x="758807" y="975599"/>
                </a:lnTo>
                <a:lnTo>
                  <a:pt x="623633" y="943413"/>
                </a:lnTo>
                <a:lnTo>
                  <a:pt x="499858" y="909006"/>
                </a:lnTo>
                <a:lnTo>
                  <a:pt x="388148" y="872527"/>
                </a:lnTo>
                <a:lnTo>
                  <a:pt x="289170" y="834123"/>
                </a:lnTo>
                <a:lnTo>
                  <a:pt x="203590" y="793940"/>
                </a:lnTo>
                <a:lnTo>
                  <a:pt x="132075" y="752126"/>
                </a:lnTo>
                <a:lnTo>
                  <a:pt x="75292" y="708827"/>
                </a:lnTo>
                <a:lnTo>
                  <a:pt x="33907" y="664192"/>
                </a:lnTo>
                <a:lnTo>
                  <a:pt x="8588" y="618367"/>
                </a:lnTo>
                <a:lnTo>
                  <a:pt x="0" y="57149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AF43AC04-FABD-42D4-840D-77D6181BC5FE}"/>
              </a:ext>
            </a:extLst>
          </p:cNvPr>
          <p:cNvSpPr txBox="1"/>
          <p:nvPr/>
        </p:nvSpPr>
        <p:spPr>
          <a:xfrm>
            <a:off x="5248999" y="4197768"/>
            <a:ext cx="1013232" cy="305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mbria"/>
                <a:cs typeface="Cambria"/>
              </a:rPr>
              <a:t>Ri</a:t>
            </a:r>
            <a:r>
              <a:rPr sz="2400" spc="5" dirty="0">
                <a:latin typeface="Cambria"/>
                <a:cs typeface="Cambria"/>
              </a:rPr>
              <a:t>n</a:t>
            </a:r>
            <a:r>
              <a:rPr sz="2400" spc="-20" dirty="0">
                <a:latin typeface="Cambria"/>
                <a:cs typeface="Cambria"/>
              </a:rPr>
              <a:t>g(s)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F9313674-0F40-4B8E-8056-6472367503DB}"/>
              </a:ext>
            </a:extLst>
          </p:cNvPr>
          <p:cNvSpPr/>
          <p:nvPr/>
        </p:nvSpPr>
        <p:spPr>
          <a:xfrm>
            <a:off x="2037225" y="3433674"/>
            <a:ext cx="1117887" cy="9931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C2613AEC-4A60-4E59-B869-B374F4C072C9}"/>
              </a:ext>
            </a:extLst>
          </p:cNvPr>
          <p:cNvSpPr/>
          <p:nvPr/>
        </p:nvSpPr>
        <p:spPr>
          <a:xfrm>
            <a:off x="2080599" y="3454805"/>
            <a:ext cx="914587" cy="864609"/>
          </a:xfrm>
          <a:custGeom>
            <a:avLst/>
            <a:gdLst/>
            <a:ahLst/>
            <a:cxnLst/>
            <a:rect l="l" t="t" r="r" b="b"/>
            <a:pathLst>
              <a:path w="889000" h="935354">
                <a:moveTo>
                  <a:pt x="838800" y="876299"/>
                </a:moveTo>
                <a:lnTo>
                  <a:pt x="781318" y="909827"/>
                </a:lnTo>
                <a:lnTo>
                  <a:pt x="775222" y="913256"/>
                </a:lnTo>
                <a:lnTo>
                  <a:pt x="773180" y="921126"/>
                </a:lnTo>
                <a:lnTo>
                  <a:pt x="776746" y="927104"/>
                </a:lnTo>
                <a:lnTo>
                  <a:pt x="780159" y="933200"/>
                </a:lnTo>
                <a:lnTo>
                  <a:pt x="788054" y="935223"/>
                </a:lnTo>
                <a:lnTo>
                  <a:pt x="793997" y="931676"/>
                </a:lnTo>
                <a:lnTo>
                  <a:pt x="867208" y="889004"/>
                </a:lnTo>
                <a:lnTo>
                  <a:pt x="863858" y="889004"/>
                </a:lnTo>
                <a:lnTo>
                  <a:pt x="863858" y="887217"/>
                </a:lnTo>
                <a:lnTo>
                  <a:pt x="857518" y="887217"/>
                </a:lnTo>
                <a:lnTo>
                  <a:pt x="838800" y="876299"/>
                </a:lnTo>
                <a:close/>
              </a:path>
              <a:path w="889000" h="935354">
                <a:moveTo>
                  <a:pt x="25408" y="0"/>
                </a:moveTo>
                <a:lnTo>
                  <a:pt x="0" y="0"/>
                </a:lnTo>
                <a:lnTo>
                  <a:pt x="0" y="883289"/>
                </a:lnTo>
                <a:lnTo>
                  <a:pt x="5714" y="889004"/>
                </a:lnTo>
                <a:lnTo>
                  <a:pt x="817019" y="889004"/>
                </a:lnTo>
                <a:lnTo>
                  <a:pt x="838800" y="876299"/>
                </a:lnTo>
                <a:lnTo>
                  <a:pt x="25408" y="876299"/>
                </a:lnTo>
                <a:lnTo>
                  <a:pt x="12704" y="863595"/>
                </a:lnTo>
                <a:lnTo>
                  <a:pt x="25408" y="863595"/>
                </a:lnTo>
                <a:lnTo>
                  <a:pt x="25408" y="0"/>
                </a:lnTo>
                <a:close/>
              </a:path>
              <a:path w="889000" h="935354">
                <a:moveTo>
                  <a:pt x="867208" y="863595"/>
                </a:moveTo>
                <a:lnTo>
                  <a:pt x="863858" y="863595"/>
                </a:lnTo>
                <a:lnTo>
                  <a:pt x="863858" y="889004"/>
                </a:lnTo>
                <a:lnTo>
                  <a:pt x="867208" y="889004"/>
                </a:lnTo>
                <a:lnTo>
                  <a:pt x="889004" y="876299"/>
                </a:lnTo>
                <a:lnTo>
                  <a:pt x="867208" y="863595"/>
                </a:lnTo>
                <a:close/>
              </a:path>
              <a:path w="889000" h="935354">
                <a:moveTo>
                  <a:pt x="857518" y="865382"/>
                </a:moveTo>
                <a:lnTo>
                  <a:pt x="838800" y="876299"/>
                </a:lnTo>
                <a:lnTo>
                  <a:pt x="857518" y="887217"/>
                </a:lnTo>
                <a:lnTo>
                  <a:pt x="857518" y="865382"/>
                </a:lnTo>
                <a:close/>
              </a:path>
              <a:path w="889000" h="935354">
                <a:moveTo>
                  <a:pt x="863858" y="865382"/>
                </a:moveTo>
                <a:lnTo>
                  <a:pt x="857518" y="865382"/>
                </a:lnTo>
                <a:lnTo>
                  <a:pt x="857518" y="887217"/>
                </a:lnTo>
                <a:lnTo>
                  <a:pt x="863858" y="887217"/>
                </a:lnTo>
                <a:lnTo>
                  <a:pt x="863858" y="865382"/>
                </a:lnTo>
                <a:close/>
              </a:path>
              <a:path w="889000" h="935354">
                <a:moveTo>
                  <a:pt x="25408" y="863595"/>
                </a:moveTo>
                <a:lnTo>
                  <a:pt x="12704" y="863595"/>
                </a:lnTo>
                <a:lnTo>
                  <a:pt x="25408" y="876299"/>
                </a:lnTo>
                <a:lnTo>
                  <a:pt x="25408" y="863595"/>
                </a:lnTo>
                <a:close/>
              </a:path>
              <a:path w="889000" h="935354">
                <a:moveTo>
                  <a:pt x="817019" y="863595"/>
                </a:moveTo>
                <a:lnTo>
                  <a:pt x="25408" y="863595"/>
                </a:lnTo>
                <a:lnTo>
                  <a:pt x="25408" y="876299"/>
                </a:lnTo>
                <a:lnTo>
                  <a:pt x="838800" y="876299"/>
                </a:lnTo>
                <a:lnTo>
                  <a:pt x="817019" y="863595"/>
                </a:lnTo>
                <a:close/>
              </a:path>
              <a:path w="889000" h="935354">
                <a:moveTo>
                  <a:pt x="788054" y="817376"/>
                </a:moveTo>
                <a:lnTo>
                  <a:pt x="780159" y="819399"/>
                </a:lnTo>
                <a:lnTo>
                  <a:pt x="776746" y="825495"/>
                </a:lnTo>
                <a:lnTo>
                  <a:pt x="773180" y="831473"/>
                </a:lnTo>
                <a:lnTo>
                  <a:pt x="775222" y="839342"/>
                </a:lnTo>
                <a:lnTo>
                  <a:pt x="781318" y="842771"/>
                </a:lnTo>
                <a:lnTo>
                  <a:pt x="838800" y="876299"/>
                </a:lnTo>
                <a:lnTo>
                  <a:pt x="857518" y="865382"/>
                </a:lnTo>
                <a:lnTo>
                  <a:pt x="863858" y="865382"/>
                </a:lnTo>
                <a:lnTo>
                  <a:pt x="863858" y="863595"/>
                </a:lnTo>
                <a:lnTo>
                  <a:pt x="867208" y="863595"/>
                </a:lnTo>
                <a:lnTo>
                  <a:pt x="793997" y="820923"/>
                </a:lnTo>
                <a:lnTo>
                  <a:pt x="788054" y="8173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0D1607BB-6C5C-4077-BF18-3D19813AFF65}"/>
              </a:ext>
            </a:extLst>
          </p:cNvPr>
          <p:cNvSpPr/>
          <p:nvPr/>
        </p:nvSpPr>
        <p:spPr>
          <a:xfrm>
            <a:off x="3616064" y="3423812"/>
            <a:ext cx="1114751" cy="62970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436CA4B0-7B2F-4969-8B56-A08E74D173A4}"/>
              </a:ext>
            </a:extLst>
          </p:cNvPr>
          <p:cNvSpPr/>
          <p:nvPr/>
        </p:nvSpPr>
        <p:spPr>
          <a:xfrm>
            <a:off x="3775861" y="3444464"/>
            <a:ext cx="911321" cy="450794"/>
          </a:xfrm>
          <a:custGeom>
            <a:avLst/>
            <a:gdLst/>
            <a:ahLst/>
            <a:cxnLst/>
            <a:rect l="l" t="t" r="r" b="b"/>
            <a:pathLst>
              <a:path w="885825" h="487679">
                <a:moveTo>
                  <a:pt x="68945" y="381761"/>
                </a:moveTo>
                <a:lnTo>
                  <a:pt x="61081" y="383682"/>
                </a:lnTo>
                <a:lnTo>
                  <a:pt x="57393" y="389656"/>
                </a:lnTo>
                <a:lnTo>
                  <a:pt x="0" y="483376"/>
                </a:lnTo>
                <a:lnTo>
                  <a:pt x="116829" y="487567"/>
                </a:lnTo>
                <a:lnTo>
                  <a:pt x="122244" y="482614"/>
                </a:lnTo>
                <a:lnTo>
                  <a:pt x="28193" y="482614"/>
                </a:lnTo>
                <a:lnTo>
                  <a:pt x="16123" y="460247"/>
                </a:lnTo>
                <a:lnTo>
                  <a:pt x="57620" y="437971"/>
                </a:lnTo>
                <a:lnTo>
                  <a:pt x="79126" y="402854"/>
                </a:lnTo>
                <a:lnTo>
                  <a:pt x="82814" y="396880"/>
                </a:lnTo>
                <a:lnTo>
                  <a:pt x="80893" y="389138"/>
                </a:lnTo>
                <a:lnTo>
                  <a:pt x="68945" y="381761"/>
                </a:lnTo>
                <a:close/>
              </a:path>
              <a:path w="885825" h="487679">
                <a:moveTo>
                  <a:pt x="57620" y="437971"/>
                </a:moveTo>
                <a:lnTo>
                  <a:pt x="16123" y="460247"/>
                </a:lnTo>
                <a:lnTo>
                  <a:pt x="28193" y="482614"/>
                </a:lnTo>
                <a:lnTo>
                  <a:pt x="36488" y="478161"/>
                </a:lnTo>
                <a:lnTo>
                  <a:pt x="33009" y="478161"/>
                </a:lnTo>
                <a:lnTo>
                  <a:pt x="22616" y="458723"/>
                </a:lnTo>
                <a:lnTo>
                  <a:pt x="44912" y="458723"/>
                </a:lnTo>
                <a:lnTo>
                  <a:pt x="57620" y="437971"/>
                </a:lnTo>
                <a:close/>
              </a:path>
              <a:path w="885825" h="487679">
                <a:moveTo>
                  <a:pt x="69547" y="460412"/>
                </a:moveTo>
                <a:lnTo>
                  <a:pt x="28193" y="482614"/>
                </a:lnTo>
                <a:lnTo>
                  <a:pt x="122244" y="482614"/>
                </a:lnTo>
                <a:lnTo>
                  <a:pt x="122803" y="482102"/>
                </a:lnTo>
                <a:lnTo>
                  <a:pt x="123047" y="474994"/>
                </a:lnTo>
                <a:lnTo>
                  <a:pt x="123322" y="467989"/>
                </a:lnTo>
                <a:lnTo>
                  <a:pt x="117713" y="462168"/>
                </a:lnTo>
                <a:lnTo>
                  <a:pt x="69547" y="460412"/>
                </a:lnTo>
                <a:close/>
              </a:path>
              <a:path w="885825" h="487679">
                <a:moveTo>
                  <a:pt x="22616" y="458723"/>
                </a:moveTo>
                <a:lnTo>
                  <a:pt x="33009" y="478161"/>
                </a:lnTo>
                <a:lnTo>
                  <a:pt x="44432" y="459508"/>
                </a:lnTo>
                <a:lnTo>
                  <a:pt x="22616" y="458723"/>
                </a:lnTo>
                <a:close/>
              </a:path>
              <a:path w="885825" h="487679">
                <a:moveTo>
                  <a:pt x="44432" y="459508"/>
                </a:moveTo>
                <a:lnTo>
                  <a:pt x="33009" y="478161"/>
                </a:lnTo>
                <a:lnTo>
                  <a:pt x="36488" y="478161"/>
                </a:lnTo>
                <a:lnTo>
                  <a:pt x="69547" y="460412"/>
                </a:lnTo>
                <a:lnTo>
                  <a:pt x="44432" y="459508"/>
                </a:lnTo>
                <a:close/>
              </a:path>
              <a:path w="885825" h="487679">
                <a:moveTo>
                  <a:pt x="873495" y="0"/>
                </a:moveTo>
                <a:lnTo>
                  <a:pt x="57620" y="437971"/>
                </a:lnTo>
                <a:lnTo>
                  <a:pt x="44432" y="459508"/>
                </a:lnTo>
                <a:lnTo>
                  <a:pt x="69547" y="460412"/>
                </a:lnTo>
                <a:lnTo>
                  <a:pt x="885443" y="22372"/>
                </a:lnTo>
                <a:lnTo>
                  <a:pt x="873495" y="0"/>
                </a:lnTo>
                <a:close/>
              </a:path>
              <a:path w="885825" h="487679">
                <a:moveTo>
                  <a:pt x="44912" y="458723"/>
                </a:moveTo>
                <a:lnTo>
                  <a:pt x="22616" y="458723"/>
                </a:lnTo>
                <a:lnTo>
                  <a:pt x="44432" y="459508"/>
                </a:lnTo>
                <a:lnTo>
                  <a:pt x="44912" y="458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57D2B16D-3A42-40B2-82A2-C6773CD0FE7B}"/>
              </a:ext>
            </a:extLst>
          </p:cNvPr>
          <p:cNvSpPr/>
          <p:nvPr/>
        </p:nvSpPr>
        <p:spPr>
          <a:xfrm>
            <a:off x="7134349" y="3426630"/>
            <a:ext cx="570701" cy="62688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>
            <a:extLst>
              <a:ext uri="{FF2B5EF4-FFF2-40B4-BE49-F238E27FC236}">
                <a16:creationId xmlns:a16="http://schemas.microsoft.com/office/drawing/2014/main" id="{8CE479BA-53ED-4358-9CBE-18FA3072F7CB}"/>
              </a:ext>
            </a:extLst>
          </p:cNvPr>
          <p:cNvSpPr/>
          <p:nvPr/>
        </p:nvSpPr>
        <p:spPr>
          <a:xfrm>
            <a:off x="7178657" y="3447874"/>
            <a:ext cx="367141" cy="443749"/>
          </a:xfrm>
          <a:custGeom>
            <a:avLst/>
            <a:gdLst/>
            <a:ahLst/>
            <a:cxnLst/>
            <a:rect l="l" t="t" r="r" b="b"/>
            <a:pathLst>
              <a:path w="356870" h="480060">
                <a:moveTo>
                  <a:pt x="259201" y="409834"/>
                </a:moveTo>
                <a:lnTo>
                  <a:pt x="251703" y="412760"/>
                </a:lnTo>
                <a:lnTo>
                  <a:pt x="248899" y="419099"/>
                </a:lnTo>
                <a:lnTo>
                  <a:pt x="246125" y="425592"/>
                </a:lnTo>
                <a:lnTo>
                  <a:pt x="249021" y="433059"/>
                </a:lnTo>
                <a:lnTo>
                  <a:pt x="356341" y="479688"/>
                </a:lnTo>
                <a:lnTo>
                  <a:pt x="355000" y="466853"/>
                </a:lnTo>
                <a:lnTo>
                  <a:pt x="331195" y="466853"/>
                </a:lnTo>
                <a:lnTo>
                  <a:pt x="303524" y="429100"/>
                </a:lnTo>
                <a:lnTo>
                  <a:pt x="259201" y="409834"/>
                </a:lnTo>
                <a:close/>
              </a:path>
              <a:path w="356870" h="480060">
                <a:moveTo>
                  <a:pt x="303524" y="429100"/>
                </a:moveTo>
                <a:lnTo>
                  <a:pt x="331195" y="466853"/>
                </a:lnTo>
                <a:lnTo>
                  <a:pt x="339551" y="460766"/>
                </a:lnTo>
                <a:lnTo>
                  <a:pt x="328787" y="460766"/>
                </a:lnTo>
                <a:lnTo>
                  <a:pt x="326530" y="439104"/>
                </a:lnTo>
                <a:lnTo>
                  <a:pt x="303524" y="429100"/>
                </a:lnTo>
                <a:close/>
              </a:path>
              <a:path w="356870" h="480060">
                <a:moveTo>
                  <a:pt x="337931" y="358261"/>
                </a:moveTo>
                <a:lnTo>
                  <a:pt x="323971" y="359785"/>
                </a:lnTo>
                <a:lnTo>
                  <a:pt x="318881" y="366003"/>
                </a:lnTo>
                <a:lnTo>
                  <a:pt x="319643" y="373014"/>
                </a:lnTo>
                <a:lnTo>
                  <a:pt x="323897" y="413839"/>
                </a:lnTo>
                <a:lnTo>
                  <a:pt x="351769" y="451865"/>
                </a:lnTo>
                <a:lnTo>
                  <a:pt x="331195" y="466853"/>
                </a:lnTo>
                <a:lnTo>
                  <a:pt x="355000" y="466853"/>
                </a:lnTo>
                <a:lnTo>
                  <a:pt x="344911" y="370331"/>
                </a:lnTo>
                <a:lnTo>
                  <a:pt x="344149" y="363352"/>
                </a:lnTo>
                <a:lnTo>
                  <a:pt x="337931" y="358261"/>
                </a:lnTo>
                <a:close/>
              </a:path>
              <a:path w="356870" h="480060">
                <a:moveTo>
                  <a:pt x="326530" y="439104"/>
                </a:moveTo>
                <a:lnTo>
                  <a:pt x="328787" y="460766"/>
                </a:lnTo>
                <a:lnTo>
                  <a:pt x="346557" y="447812"/>
                </a:lnTo>
                <a:lnTo>
                  <a:pt x="326530" y="439104"/>
                </a:lnTo>
                <a:close/>
              </a:path>
              <a:path w="356870" h="480060">
                <a:moveTo>
                  <a:pt x="323897" y="413839"/>
                </a:moveTo>
                <a:lnTo>
                  <a:pt x="326530" y="439104"/>
                </a:lnTo>
                <a:lnTo>
                  <a:pt x="346557" y="447812"/>
                </a:lnTo>
                <a:lnTo>
                  <a:pt x="328787" y="460766"/>
                </a:lnTo>
                <a:lnTo>
                  <a:pt x="339551" y="460766"/>
                </a:lnTo>
                <a:lnTo>
                  <a:pt x="351769" y="451865"/>
                </a:lnTo>
                <a:lnTo>
                  <a:pt x="323897" y="413839"/>
                </a:lnTo>
                <a:close/>
              </a:path>
              <a:path w="356870" h="480060">
                <a:moveTo>
                  <a:pt x="20573" y="0"/>
                </a:moveTo>
                <a:lnTo>
                  <a:pt x="0" y="14996"/>
                </a:lnTo>
                <a:lnTo>
                  <a:pt x="303524" y="429100"/>
                </a:lnTo>
                <a:lnTo>
                  <a:pt x="326530" y="439104"/>
                </a:lnTo>
                <a:lnTo>
                  <a:pt x="323897" y="413839"/>
                </a:lnTo>
                <a:lnTo>
                  <a:pt x="205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>
            <a:extLst>
              <a:ext uri="{FF2B5EF4-FFF2-40B4-BE49-F238E27FC236}">
                <a16:creationId xmlns:a16="http://schemas.microsoft.com/office/drawing/2014/main" id="{7729DB43-26EE-433F-8A10-B2CF688277A4}"/>
              </a:ext>
            </a:extLst>
          </p:cNvPr>
          <p:cNvSpPr/>
          <p:nvPr/>
        </p:nvSpPr>
        <p:spPr>
          <a:xfrm>
            <a:off x="8166005" y="3433674"/>
            <a:ext cx="1588245" cy="99315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>
            <a:extLst>
              <a:ext uri="{FF2B5EF4-FFF2-40B4-BE49-F238E27FC236}">
                <a16:creationId xmlns:a16="http://schemas.microsoft.com/office/drawing/2014/main" id="{987C6C5B-4117-4044-BA9E-8099FAE7810A}"/>
              </a:ext>
            </a:extLst>
          </p:cNvPr>
          <p:cNvSpPr/>
          <p:nvPr/>
        </p:nvSpPr>
        <p:spPr>
          <a:xfrm>
            <a:off x="8325927" y="3454805"/>
            <a:ext cx="1384946" cy="864609"/>
          </a:xfrm>
          <a:custGeom>
            <a:avLst/>
            <a:gdLst/>
            <a:ahLst/>
            <a:cxnLst/>
            <a:rect l="l" t="t" r="r" b="b"/>
            <a:pathLst>
              <a:path w="1346200" h="935354">
                <a:moveTo>
                  <a:pt x="100980" y="817376"/>
                </a:moveTo>
                <a:lnTo>
                  <a:pt x="95006" y="820923"/>
                </a:lnTo>
                <a:lnTo>
                  <a:pt x="0" y="876299"/>
                </a:lnTo>
                <a:lnTo>
                  <a:pt x="95006" y="931676"/>
                </a:lnTo>
                <a:lnTo>
                  <a:pt x="100980" y="935223"/>
                </a:lnTo>
                <a:lnTo>
                  <a:pt x="108844" y="933200"/>
                </a:lnTo>
                <a:lnTo>
                  <a:pt x="112257" y="927104"/>
                </a:lnTo>
                <a:lnTo>
                  <a:pt x="115823" y="921126"/>
                </a:lnTo>
                <a:lnTo>
                  <a:pt x="113781" y="913256"/>
                </a:lnTo>
                <a:lnTo>
                  <a:pt x="107685" y="909827"/>
                </a:lnTo>
                <a:lnTo>
                  <a:pt x="71984" y="889004"/>
                </a:lnTo>
                <a:lnTo>
                  <a:pt x="25145" y="889004"/>
                </a:lnTo>
                <a:lnTo>
                  <a:pt x="25145" y="863595"/>
                </a:lnTo>
                <a:lnTo>
                  <a:pt x="71984" y="863595"/>
                </a:lnTo>
                <a:lnTo>
                  <a:pt x="107685" y="842771"/>
                </a:lnTo>
                <a:lnTo>
                  <a:pt x="113781" y="839342"/>
                </a:lnTo>
                <a:lnTo>
                  <a:pt x="115823" y="831473"/>
                </a:lnTo>
                <a:lnTo>
                  <a:pt x="112257" y="825495"/>
                </a:lnTo>
                <a:lnTo>
                  <a:pt x="108844" y="819399"/>
                </a:lnTo>
                <a:lnTo>
                  <a:pt x="100980" y="817376"/>
                </a:lnTo>
                <a:close/>
              </a:path>
              <a:path w="1346200" h="935354">
                <a:moveTo>
                  <a:pt x="71984" y="863595"/>
                </a:moveTo>
                <a:lnTo>
                  <a:pt x="25145" y="863595"/>
                </a:lnTo>
                <a:lnTo>
                  <a:pt x="25145" y="889004"/>
                </a:lnTo>
                <a:lnTo>
                  <a:pt x="71984" y="889004"/>
                </a:lnTo>
                <a:lnTo>
                  <a:pt x="68922" y="887217"/>
                </a:lnTo>
                <a:lnTo>
                  <a:pt x="31485" y="887217"/>
                </a:lnTo>
                <a:lnTo>
                  <a:pt x="31485" y="865382"/>
                </a:lnTo>
                <a:lnTo>
                  <a:pt x="68922" y="865382"/>
                </a:lnTo>
                <a:lnTo>
                  <a:pt x="71984" y="863595"/>
                </a:lnTo>
                <a:close/>
              </a:path>
              <a:path w="1346200" h="935354">
                <a:moveTo>
                  <a:pt x="1320789" y="863595"/>
                </a:moveTo>
                <a:lnTo>
                  <a:pt x="71984" y="863595"/>
                </a:lnTo>
                <a:lnTo>
                  <a:pt x="50204" y="876299"/>
                </a:lnTo>
                <a:lnTo>
                  <a:pt x="71984" y="889004"/>
                </a:lnTo>
                <a:lnTo>
                  <a:pt x="1340479" y="889004"/>
                </a:lnTo>
                <a:lnTo>
                  <a:pt x="1346210" y="883289"/>
                </a:lnTo>
                <a:lnTo>
                  <a:pt x="1346210" y="876299"/>
                </a:lnTo>
                <a:lnTo>
                  <a:pt x="1320789" y="876299"/>
                </a:lnTo>
                <a:lnTo>
                  <a:pt x="1320789" y="863595"/>
                </a:lnTo>
                <a:close/>
              </a:path>
              <a:path w="1346200" h="935354">
                <a:moveTo>
                  <a:pt x="31485" y="865382"/>
                </a:moveTo>
                <a:lnTo>
                  <a:pt x="31485" y="887217"/>
                </a:lnTo>
                <a:lnTo>
                  <a:pt x="50204" y="876299"/>
                </a:lnTo>
                <a:lnTo>
                  <a:pt x="31485" y="865382"/>
                </a:lnTo>
                <a:close/>
              </a:path>
              <a:path w="1346200" h="935354">
                <a:moveTo>
                  <a:pt x="50204" y="876299"/>
                </a:moveTo>
                <a:lnTo>
                  <a:pt x="31485" y="887217"/>
                </a:lnTo>
                <a:lnTo>
                  <a:pt x="68922" y="887217"/>
                </a:lnTo>
                <a:lnTo>
                  <a:pt x="50204" y="876299"/>
                </a:lnTo>
                <a:close/>
              </a:path>
              <a:path w="1346200" h="935354">
                <a:moveTo>
                  <a:pt x="68922" y="865382"/>
                </a:moveTo>
                <a:lnTo>
                  <a:pt x="31485" y="865382"/>
                </a:lnTo>
                <a:lnTo>
                  <a:pt x="50204" y="876299"/>
                </a:lnTo>
                <a:lnTo>
                  <a:pt x="68922" y="865382"/>
                </a:lnTo>
                <a:close/>
              </a:path>
              <a:path w="1346200" h="935354">
                <a:moveTo>
                  <a:pt x="1346210" y="0"/>
                </a:moveTo>
                <a:lnTo>
                  <a:pt x="1320789" y="0"/>
                </a:lnTo>
                <a:lnTo>
                  <a:pt x="1320789" y="876299"/>
                </a:lnTo>
                <a:lnTo>
                  <a:pt x="1333499" y="863595"/>
                </a:lnTo>
                <a:lnTo>
                  <a:pt x="1346210" y="863595"/>
                </a:lnTo>
                <a:lnTo>
                  <a:pt x="1346210" y="0"/>
                </a:lnTo>
                <a:close/>
              </a:path>
              <a:path w="1346200" h="935354">
                <a:moveTo>
                  <a:pt x="1346210" y="863595"/>
                </a:moveTo>
                <a:lnTo>
                  <a:pt x="1333499" y="863595"/>
                </a:lnTo>
                <a:lnTo>
                  <a:pt x="1320789" y="876299"/>
                </a:lnTo>
                <a:lnTo>
                  <a:pt x="1346210" y="876299"/>
                </a:lnTo>
                <a:lnTo>
                  <a:pt x="1346210" y="8635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>
            <a:extLst>
              <a:ext uri="{FF2B5EF4-FFF2-40B4-BE49-F238E27FC236}">
                <a16:creationId xmlns:a16="http://schemas.microsoft.com/office/drawing/2014/main" id="{7FA86D6A-EC7F-4F81-ACE5-F0C62C16344A}"/>
              </a:ext>
            </a:extLst>
          </p:cNvPr>
          <p:cNvSpPr/>
          <p:nvPr/>
        </p:nvSpPr>
        <p:spPr>
          <a:xfrm>
            <a:off x="1457116" y="4925519"/>
            <a:ext cx="8289293" cy="149748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>
            <a:extLst>
              <a:ext uri="{FF2B5EF4-FFF2-40B4-BE49-F238E27FC236}">
                <a16:creationId xmlns:a16="http://schemas.microsoft.com/office/drawing/2014/main" id="{FA4521F5-25EA-43B2-8D28-F8A28DF754DF}"/>
              </a:ext>
            </a:extLst>
          </p:cNvPr>
          <p:cNvSpPr/>
          <p:nvPr/>
        </p:nvSpPr>
        <p:spPr>
          <a:xfrm>
            <a:off x="1505720" y="4948643"/>
            <a:ext cx="8192087" cy="1408731"/>
          </a:xfrm>
          <a:custGeom>
            <a:avLst/>
            <a:gdLst/>
            <a:ahLst/>
            <a:cxnLst/>
            <a:rect l="l" t="t" r="r" b="b"/>
            <a:pathLst>
              <a:path w="7962900" h="1524000">
                <a:moveTo>
                  <a:pt x="7708909" y="0"/>
                </a:moveTo>
                <a:lnTo>
                  <a:pt x="253995" y="0"/>
                </a:lnTo>
                <a:lnTo>
                  <a:pt x="233157" y="841"/>
                </a:lnTo>
                <a:lnTo>
                  <a:pt x="192941" y="7379"/>
                </a:lnTo>
                <a:lnTo>
                  <a:pt x="155108" y="19953"/>
                </a:lnTo>
                <a:lnTo>
                  <a:pt x="120180" y="38043"/>
                </a:lnTo>
                <a:lnTo>
                  <a:pt x="88678" y="61126"/>
                </a:lnTo>
                <a:lnTo>
                  <a:pt x="61125" y="88680"/>
                </a:lnTo>
                <a:lnTo>
                  <a:pt x="38042" y="120183"/>
                </a:lnTo>
                <a:lnTo>
                  <a:pt x="19953" y="155113"/>
                </a:lnTo>
                <a:lnTo>
                  <a:pt x="7378" y="192949"/>
                </a:lnTo>
                <a:lnTo>
                  <a:pt x="841" y="233168"/>
                </a:lnTo>
                <a:lnTo>
                  <a:pt x="0" y="254008"/>
                </a:lnTo>
                <a:lnTo>
                  <a:pt x="0" y="1270004"/>
                </a:lnTo>
                <a:lnTo>
                  <a:pt x="3323" y="1311203"/>
                </a:lnTo>
                <a:lnTo>
                  <a:pt x="12944" y="1350286"/>
                </a:lnTo>
                <a:lnTo>
                  <a:pt x="28341" y="1386729"/>
                </a:lnTo>
                <a:lnTo>
                  <a:pt x="48992" y="1420010"/>
                </a:lnTo>
                <a:lnTo>
                  <a:pt x="74375" y="1449606"/>
                </a:lnTo>
                <a:lnTo>
                  <a:pt x="103968" y="1474993"/>
                </a:lnTo>
                <a:lnTo>
                  <a:pt x="137248" y="1495649"/>
                </a:lnTo>
                <a:lnTo>
                  <a:pt x="173694" y="1511051"/>
                </a:lnTo>
                <a:lnTo>
                  <a:pt x="212784" y="1520675"/>
                </a:lnTo>
                <a:lnTo>
                  <a:pt x="253995" y="1523999"/>
                </a:lnTo>
                <a:lnTo>
                  <a:pt x="7708909" y="1523999"/>
                </a:lnTo>
                <a:lnTo>
                  <a:pt x="7750121" y="1520675"/>
                </a:lnTo>
                <a:lnTo>
                  <a:pt x="7789211" y="1511051"/>
                </a:lnTo>
                <a:lnTo>
                  <a:pt x="7825657" y="1495649"/>
                </a:lnTo>
                <a:lnTo>
                  <a:pt x="7858936" y="1474993"/>
                </a:lnTo>
                <a:lnTo>
                  <a:pt x="7888528" y="1449606"/>
                </a:lnTo>
                <a:lnTo>
                  <a:pt x="7913910" y="1420010"/>
                </a:lnTo>
                <a:lnTo>
                  <a:pt x="7934560" y="1386729"/>
                </a:lnTo>
                <a:lnTo>
                  <a:pt x="7949956" y="1350286"/>
                </a:lnTo>
                <a:lnTo>
                  <a:pt x="7959577" y="1311203"/>
                </a:lnTo>
                <a:lnTo>
                  <a:pt x="7962899" y="1270004"/>
                </a:lnTo>
                <a:lnTo>
                  <a:pt x="7962899" y="254008"/>
                </a:lnTo>
                <a:lnTo>
                  <a:pt x="7959577" y="212793"/>
                </a:lnTo>
                <a:lnTo>
                  <a:pt x="7949956" y="173701"/>
                </a:lnTo>
                <a:lnTo>
                  <a:pt x="7934560" y="137252"/>
                </a:lnTo>
                <a:lnTo>
                  <a:pt x="7913910" y="103970"/>
                </a:lnTo>
                <a:lnTo>
                  <a:pt x="7888528" y="74376"/>
                </a:lnTo>
                <a:lnTo>
                  <a:pt x="7858936" y="48993"/>
                </a:lnTo>
                <a:lnTo>
                  <a:pt x="7825657" y="28341"/>
                </a:lnTo>
                <a:lnTo>
                  <a:pt x="7789211" y="12944"/>
                </a:lnTo>
                <a:lnTo>
                  <a:pt x="7750121" y="3323"/>
                </a:lnTo>
                <a:lnTo>
                  <a:pt x="77089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>
            <a:extLst>
              <a:ext uri="{FF2B5EF4-FFF2-40B4-BE49-F238E27FC236}">
                <a16:creationId xmlns:a16="http://schemas.microsoft.com/office/drawing/2014/main" id="{747DF0AF-D607-45ED-A07F-162B83A447B1}"/>
              </a:ext>
            </a:extLst>
          </p:cNvPr>
          <p:cNvSpPr/>
          <p:nvPr/>
        </p:nvSpPr>
        <p:spPr>
          <a:xfrm>
            <a:off x="1505720" y="4948643"/>
            <a:ext cx="8192087" cy="1408731"/>
          </a:xfrm>
          <a:custGeom>
            <a:avLst/>
            <a:gdLst/>
            <a:ahLst/>
            <a:cxnLst/>
            <a:rect l="l" t="t" r="r" b="b"/>
            <a:pathLst>
              <a:path w="7962900" h="1524000">
                <a:moveTo>
                  <a:pt x="0" y="254008"/>
                </a:moveTo>
                <a:lnTo>
                  <a:pt x="3323" y="212793"/>
                </a:lnTo>
                <a:lnTo>
                  <a:pt x="12944" y="173701"/>
                </a:lnTo>
                <a:lnTo>
                  <a:pt x="28341" y="137252"/>
                </a:lnTo>
                <a:lnTo>
                  <a:pt x="48992" y="103970"/>
                </a:lnTo>
                <a:lnTo>
                  <a:pt x="74375" y="74376"/>
                </a:lnTo>
                <a:lnTo>
                  <a:pt x="103968" y="48993"/>
                </a:lnTo>
                <a:lnTo>
                  <a:pt x="137248" y="28341"/>
                </a:lnTo>
                <a:lnTo>
                  <a:pt x="173694" y="12944"/>
                </a:lnTo>
                <a:lnTo>
                  <a:pt x="212784" y="3323"/>
                </a:lnTo>
                <a:lnTo>
                  <a:pt x="253995" y="0"/>
                </a:lnTo>
                <a:lnTo>
                  <a:pt x="7708909" y="0"/>
                </a:lnTo>
                <a:lnTo>
                  <a:pt x="7750121" y="3323"/>
                </a:lnTo>
                <a:lnTo>
                  <a:pt x="7789211" y="12944"/>
                </a:lnTo>
                <a:lnTo>
                  <a:pt x="7825657" y="28341"/>
                </a:lnTo>
                <a:lnTo>
                  <a:pt x="7858936" y="48993"/>
                </a:lnTo>
                <a:lnTo>
                  <a:pt x="7888528" y="74376"/>
                </a:lnTo>
                <a:lnTo>
                  <a:pt x="7913910" y="103970"/>
                </a:lnTo>
                <a:lnTo>
                  <a:pt x="7934560" y="137252"/>
                </a:lnTo>
                <a:lnTo>
                  <a:pt x="7949956" y="173701"/>
                </a:lnTo>
                <a:lnTo>
                  <a:pt x="7959577" y="212793"/>
                </a:lnTo>
                <a:lnTo>
                  <a:pt x="7962899" y="254008"/>
                </a:lnTo>
                <a:lnTo>
                  <a:pt x="7962899" y="1270004"/>
                </a:lnTo>
                <a:lnTo>
                  <a:pt x="7959577" y="1311203"/>
                </a:lnTo>
                <a:lnTo>
                  <a:pt x="7949956" y="1350286"/>
                </a:lnTo>
                <a:lnTo>
                  <a:pt x="7934560" y="1386729"/>
                </a:lnTo>
                <a:lnTo>
                  <a:pt x="7913910" y="1420010"/>
                </a:lnTo>
                <a:lnTo>
                  <a:pt x="7888528" y="1449606"/>
                </a:lnTo>
                <a:lnTo>
                  <a:pt x="7858936" y="1474993"/>
                </a:lnTo>
                <a:lnTo>
                  <a:pt x="7825657" y="1495649"/>
                </a:lnTo>
                <a:lnTo>
                  <a:pt x="7789211" y="1511051"/>
                </a:lnTo>
                <a:lnTo>
                  <a:pt x="7750121" y="1520675"/>
                </a:lnTo>
                <a:lnTo>
                  <a:pt x="7708909" y="1523999"/>
                </a:lnTo>
                <a:lnTo>
                  <a:pt x="253995" y="1523999"/>
                </a:lnTo>
                <a:lnTo>
                  <a:pt x="212784" y="1520675"/>
                </a:lnTo>
                <a:lnTo>
                  <a:pt x="173694" y="1511051"/>
                </a:lnTo>
                <a:lnTo>
                  <a:pt x="137248" y="1495649"/>
                </a:lnTo>
                <a:lnTo>
                  <a:pt x="103968" y="1474993"/>
                </a:lnTo>
                <a:lnTo>
                  <a:pt x="74375" y="1449606"/>
                </a:lnTo>
                <a:lnTo>
                  <a:pt x="48992" y="1420010"/>
                </a:lnTo>
                <a:lnTo>
                  <a:pt x="28341" y="1386729"/>
                </a:lnTo>
                <a:lnTo>
                  <a:pt x="12944" y="1350286"/>
                </a:lnTo>
                <a:lnTo>
                  <a:pt x="3323" y="1311203"/>
                </a:lnTo>
                <a:lnTo>
                  <a:pt x="0" y="1270004"/>
                </a:lnTo>
                <a:lnTo>
                  <a:pt x="0" y="254008"/>
                </a:lnTo>
                <a:close/>
              </a:path>
            </a:pathLst>
          </a:custGeom>
          <a:ln w="952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>
            <a:extLst>
              <a:ext uri="{FF2B5EF4-FFF2-40B4-BE49-F238E27FC236}">
                <a16:creationId xmlns:a16="http://schemas.microsoft.com/office/drawing/2014/main" id="{3FA87877-2E16-4DC7-BB51-0B82F144CB59}"/>
              </a:ext>
            </a:extLst>
          </p:cNvPr>
          <p:cNvSpPr/>
          <p:nvPr/>
        </p:nvSpPr>
        <p:spPr>
          <a:xfrm>
            <a:off x="1844378" y="5188953"/>
            <a:ext cx="1752871" cy="94103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>
            <a:extLst>
              <a:ext uri="{FF2B5EF4-FFF2-40B4-BE49-F238E27FC236}">
                <a16:creationId xmlns:a16="http://schemas.microsoft.com/office/drawing/2014/main" id="{8FC8E4D2-7CA5-4CB3-B0AE-7A9FF2CF0BB5}"/>
              </a:ext>
            </a:extLst>
          </p:cNvPr>
          <p:cNvSpPr/>
          <p:nvPr/>
        </p:nvSpPr>
        <p:spPr>
          <a:xfrm>
            <a:off x="2063880" y="5197405"/>
            <a:ext cx="1431458" cy="106500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>
            <a:extLst>
              <a:ext uri="{FF2B5EF4-FFF2-40B4-BE49-F238E27FC236}">
                <a16:creationId xmlns:a16="http://schemas.microsoft.com/office/drawing/2014/main" id="{72A2B2B5-05E0-44BE-8AA4-6B03D344AB33}"/>
              </a:ext>
            </a:extLst>
          </p:cNvPr>
          <p:cNvSpPr/>
          <p:nvPr/>
        </p:nvSpPr>
        <p:spPr>
          <a:xfrm>
            <a:off x="1897686" y="5215719"/>
            <a:ext cx="1646257" cy="845239"/>
          </a:xfrm>
          <a:custGeom>
            <a:avLst/>
            <a:gdLst/>
            <a:ahLst/>
            <a:cxnLst/>
            <a:rect l="l" t="t" r="r" b="b"/>
            <a:pathLst>
              <a:path w="1600200" h="914400">
                <a:moveTo>
                  <a:pt x="1447799" y="0"/>
                </a:moveTo>
                <a:lnTo>
                  <a:pt x="138120" y="659"/>
                </a:lnTo>
                <a:lnTo>
                  <a:pt x="96595" y="10531"/>
                </a:lnTo>
                <a:lnTo>
                  <a:pt x="60360" y="30900"/>
                </a:lnTo>
                <a:lnTo>
                  <a:pt x="31146" y="60037"/>
                </a:lnTo>
                <a:lnTo>
                  <a:pt x="10683" y="96211"/>
                </a:lnTo>
                <a:lnTo>
                  <a:pt x="699" y="137692"/>
                </a:lnTo>
                <a:lnTo>
                  <a:pt x="0" y="152399"/>
                </a:lnTo>
                <a:lnTo>
                  <a:pt x="659" y="776274"/>
                </a:lnTo>
                <a:lnTo>
                  <a:pt x="10531" y="817789"/>
                </a:lnTo>
                <a:lnTo>
                  <a:pt x="30900" y="854023"/>
                </a:lnTo>
                <a:lnTo>
                  <a:pt x="60037" y="883242"/>
                </a:lnTo>
                <a:lnTo>
                  <a:pt x="96211" y="903712"/>
                </a:lnTo>
                <a:lnTo>
                  <a:pt x="137692" y="913699"/>
                </a:lnTo>
                <a:lnTo>
                  <a:pt x="152399" y="914399"/>
                </a:lnTo>
                <a:lnTo>
                  <a:pt x="1462082" y="913740"/>
                </a:lnTo>
                <a:lnTo>
                  <a:pt x="1503610" y="903864"/>
                </a:lnTo>
                <a:lnTo>
                  <a:pt x="1539845" y="883488"/>
                </a:lnTo>
                <a:lnTo>
                  <a:pt x="1569057" y="854346"/>
                </a:lnTo>
                <a:lnTo>
                  <a:pt x="1589518" y="818173"/>
                </a:lnTo>
                <a:lnTo>
                  <a:pt x="1599500" y="776701"/>
                </a:lnTo>
                <a:lnTo>
                  <a:pt x="1600199" y="761999"/>
                </a:lnTo>
                <a:lnTo>
                  <a:pt x="1599540" y="138120"/>
                </a:lnTo>
                <a:lnTo>
                  <a:pt x="1589670" y="96595"/>
                </a:lnTo>
                <a:lnTo>
                  <a:pt x="1569303" y="60360"/>
                </a:lnTo>
                <a:lnTo>
                  <a:pt x="1540169" y="31146"/>
                </a:lnTo>
                <a:lnTo>
                  <a:pt x="1503994" y="10683"/>
                </a:lnTo>
                <a:lnTo>
                  <a:pt x="1462509" y="699"/>
                </a:lnTo>
                <a:lnTo>
                  <a:pt x="1447799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>
            <a:extLst>
              <a:ext uri="{FF2B5EF4-FFF2-40B4-BE49-F238E27FC236}">
                <a16:creationId xmlns:a16="http://schemas.microsoft.com/office/drawing/2014/main" id="{3F8B7BF6-C424-44D9-B4EB-05FF61F99150}"/>
              </a:ext>
            </a:extLst>
          </p:cNvPr>
          <p:cNvSpPr/>
          <p:nvPr/>
        </p:nvSpPr>
        <p:spPr>
          <a:xfrm>
            <a:off x="1897686" y="5215719"/>
            <a:ext cx="1646257" cy="845239"/>
          </a:xfrm>
          <a:custGeom>
            <a:avLst/>
            <a:gdLst/>
            <a:ahLst/>
            <a:cxnLst/>
            <a:rect l="l" t="t" r="r" b="b"/>
            <a:pathLst>
              <a:path w="1600200" h="914400">
                <a:moveTo>
                  <a:pt x="0" y="152399"/>
                </a:moveTo>
                <a:lnTo>
                  <a:pt x="6105" y="109534"/>
                </a:lnTo>
                <a:lnTo>
                  <a:pt x="23267" y="71398"/>
                </a:lnTo>
                <a:lnTo>
                  <a:pt x="49757" y="39724"/>
                </a:lnTo>
                <a:lnTo>
                  <a:pt x="83844" y="16240"/>
                </a:lnTo>
                <a:lnTo>
                  <a:pt x="123797" y="2676"/>
                </a:lnTo>
                <a:lnTo>
                  <a:pt x="1447799" y="0"/>
                </a:lnTo>
                <a:lnTo>
                  <a:pt x="1462509" y="699"/>
                </a:lnTo>
                <a:lnTo>
                  <a:pt x="1503994" y="10683"/>
                </a:lnTo>
                <a:lnTo>
                  <a:pt x="1540169" y="31146"/>
                </a:lnTo>
                <a:lnTo>
                  <a:pt x="1569303" y="60360"/>
                </a:lnTo>
                <a:lnTo>
                  <a:pt x="1589670" y="96595"/>
                </a:lnTo>
                <a:lnTo>
                  <a:pt x="1599540" y="138120"/>
                </a:lnTo>
                <a:lnTo>
                  <a:pt x="1600199" y="761999"/>
                </a:lnTo>
                <a:lnTo>
                  <a:pt x="1599500" y="776701"/>
                </a:lnTo>
                <a:lnTo>
                  <a:pt x="1589518" y="818173"/>
                </a:lnTo>
                <a:lnTo>
                  <a:pt x="1569057" y="854346"/>
                </a:lnTo>
                <a:lnTo>
                  <a:pt x="1539845" y="883488"/>
                </a:lnTo>
                <a:lnTo>
                  <a:pt x="1503610" y="903864"/>
                </a:lnTo>
                <a:lnTo>
                  <a:pt x="1462082" y="913740"/>
                </a:lnTo>
                <a:lnTo>
                  <a:pt x="152399" y="914399"/>
                </a:lnTo>
                <a:lnTo>
                  <a:pt x="137692" y="913699"/>
                </a:lnTo>
                <a:lnTo>
                  <a:pt x="96211" y="903712"/>
                </a:lnTo>
                <a:lnTo>
                  <a:pt x="60037" y="883242"/>
                </a:lnTo>
                <a:lnTo>
                  <a:pt x="30900" y="854023"/>
                </a:lnTo>
                <a:lnTo>
                  <a:pt x="10531" y="817789"/>
                </a:lnTo>
                <a:lnTo>
                  <a:pt x="659" y="776274"/>
                </a:lnTo>
                <a:lnTo>
                  <a:pt x="0" y="15239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>
            <a:extLst>
              <a:ext uri="{FF2B5EF4-FFF2-40B4-BE49-F238E27FC236}">
                <a16:creationId xmlns:a16="http://schemas.microsoft.com/office/drawing/2014/main" id="{C0820408-F557-4235-A7CB-4814E090DDB2}"/>
              </a:ext>
            </a:extLst>
          </p:cNvPr>
          <p:cNvSpPr/>
          <p:nvPr/>
        </p:nvSpPr>
        <p:spPr>
          <a:xfrm>
            <a:off x="3722678" y="5188953"/>
            <a:ext cx="1752871" cy="94103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>
            <a:extLst>
              <a:ext uri="{FF2B5EF4-FFF2-40B4-BE49-F238E27FC236}">
                <a16:creationId xmlns:a16="http://schemas.microsoft.com/office/drawing/2014/main" id="{37CB105F-8E2B-432B-B7A8-960D870561BB}"/>
              </a:ext>
            </a:extLst>
          </p:cNvPr>
          <p:cNvSpPr/>
          <p:nvPr/>
        </p:nvSpPr>
        <p:spPr>
          <a:xfrm>
            <a:off x="3986080" y="5197405"/>
            <a:ext cx="1343658" cy="106500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>
            <a:extLst>
              <a:ext uri="{FF2B5EF4-FFF2-40B4-BE49-F238E27FC236}">
                <a16:creationId xmlns:a16="http://schemas.microsoft.com/office/drawing/2014/main" id="{571BCDEA-BBB1-4BEB-8084-22B0F886DC4C}"/>
              </a:ext>
            </a:extLst>
          </p:cNvPr>
          <p:cNvSpPr/>
          <p:nvPr/>
        </p:nvSpPr>
        <p:spPr>
          <a:xfrm>
            <a:off x="3775861" y="5215719"/>
            <a:ext cx="1646257" cy="845239"/>
          </a:xfrm>
          <a:custGeom>
            <a:avLst/>
            <a:gdLst/>
            <a:ahLst/>
            <a:cxnLst/>
            <a:rect l="l" t="t" r="r" b="b"/>
            <a:pathLst>
              <a:path w="1600200" h="914400">
                <a:moveTo>
                  <a:pt x="1447799" y="0"/>
                </a:moveTo>
                <a:lnTo>
                  <a:pt x="138117" y="659"/>
                </a:lnTo>
                <a:lnTo>
                  <a:pt x="96589" y="10531"/>
                </a:lnTo>
                <a:lnTo>
                  <a:pt x="60354" y="30900"/>
                </a:lnTo>
                <a:lnTo>
                  <a:pt x="31142" y="60037"/>
                </a:lnTo>
                <a:lnTo>
                  <a:pt x="10681" y="96211"/>
                </a:lnTo>
                <a:lnTo>
                  <a:pt x="699" y="137692"/>
                </a:lnTo>
                <a:lnTo>
                  <a:pt x="0" y="152399"/>
                </a:lnTo>
                <a:lnTo>
                  <a:pt x="659" y="776274"/>
                </a:lnTo>
                <a:lnTo>
                  <a:pt x="10529" y="817789"/>
                </a:lnTo>
                <a:lnTo>
                  <a:pt x="30896" y="854023"/>
                </a:lnTo>
                <a:lnTo>
                  <a:pt x="60030" y="883242"/>
                </a:lnTo>
                <a:lnTo>
                  <a:pt x="96205" y="903712"/>
                </a:lnTo>
                <a:lnTo>
                  <a:pt x="137690" y="913699"/>
                </a:lnTo>
                <a:lnTo>
                  <a:pt x="152399" y="914399"/>
                </a:lnTo>
                <a:lnTo>
                  <a:pt x="1462077" y="913740"/>
                </a:lnTo>
                <a:lnTo>
                  <a:pt x="1503598" y="903864"/>
                </a:lnTo>
                <a:lnTo>
                  <a:pt x="1539832" y="883488"/>
                </a:lnTo>
                <a:lnTo>
                  <a:pt x="1569048" y="854346"/>
                </a:lnTo>
                <a:lnTo>
                  <a:pt x="1589515" y="818173"/>
                </a:lnTo>
                <a:lnTo>
                  <a:pt x="1599500" y="776701"/>
                </a:lnTo>
                <a:lnTo>
                  <a:pt x="1600199" y="761999"/>
                </a:lnTo>
                <a:lnTo>
                  <a:pt x="1599540" y="138120"/>
                </a:lnTo>
                <a:lnTo>
                  <a:pt x="1589666" y="96595"/>
                </a:lnTo>
                <a:lnTo>
                  <a:pt x="1569294" y="60360"/>
                </a:lnTo>
                <a:lnTo>
                  <a:pt x="1540156" y="31146"/>
                </a:lnTo>
                <a:lnTo>
                  <a:pt x="1503982" y="10683"/>
                </a:lnTo>
                <a:lnTo>
                  <a:pt x="1462504" y="699"/>
                </a:lnTo>
                <a:lnTo>
                  <a:pt x="144779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>
            <a:extLst>
              <a:ext uri="{FF2B5EF4-FFF2-40B4-BE49-F238E27FC236}">
                <a16:creationId xmlns:a16="http://schemas.microsoft.com/office/drawing/2014/main" id="{84CF046A-3B85-4441-8B14-68569A0DE2F3}"/>
              </a:ext>
            </a:extLst>
          </p:cNvPr>
          <p:cNvSpPr/>
          <p:nvPr/>
        </p:nvSpPr>
        <p:spPr>
          <a:xfrm>
            <a:off x="3775861" y="5215719"/>
            <a:ext cx="1646257" cy="845239"/>
          </a:xfrm>
          <a:custGeom>
            <a:avLst/>
            <a:gdLst/>
            <a:ahLst/>
            <a:cxnLst/>
            <a:rect l="l" t="t" r="r" b="b"/>
            <a:pathLst>
              <a:path w="1600200" h="914400">
                <a:moveTo>
                  <a:pt x="0" y="152399"/>
                </a:moveTo>
                <a:lnTo>
                  <a:pt x="6104" y="109534"/>
                </a:lnTo>
                <a:lnTo>
                  <a:pt x="23264" y="71398"/>
                </a:lnTo>
                <a:lnTo>
                  <a:pt x="49751" y="39724"/>
                </a:lnTo>
                <a:lnTo>
                  <a:pt x="83837" y="16240"/>
                </a:lnTo>
                <a:lnTo>
                  <a:pt x="123793" y="2676"/>
                </a:lnTo>
                <a:lnTo>
                  <a:pt x="1447799" y="0"/>
                </a:lnTo>
                <a:lnTo>
                  <a:pt x="1462504" y="699"/>
                </a:lnTo>
                <a:lnTo>
                  <a:pt x="1503982" y="10683"/>
                </a:lnTo>
                <a:lnTo>
                  <a:pt x="1540156" y="31146"/>
                </a:lnTo>
                <a:lnTo>
                  <a:pt x="1569294" y="60360"/>
                </a:lnTo>
                <a:lnTo>
                  <a:pt x="1589666" y="96595"/>
                </a:lnTo>
                <a:lnTo>
                  <a:pt x="1599540" y="138120"/>
                </a:lnTo>
                <a:lnTo>
                  <a:pt x="1600199" y="761999"/>
                </a:lnTo>
                <a:lnTo>
                  <a:pt x="1599500" y="776701"/>
                </a:lnTo>
                <a:lnTo>
                  <a:pt x="1589515" y="818173"/>
                </a:lnTo>
                <a:lnTo>
                  <a:pt x="1569048" y="854346"/>
                </a:lnTo>
                <a:lnTo>
                  <a:pt x="1539832" y="883488"/>
                </a:lnTo>
                <a:lnTo>
                  <a:pt x="1503598" y="903864"/>
                </a:lnTo>
                <a:lnTo>
                  <a:pt x="1462077" y="913740"/>
                </a:lnTo>
                <a:lnTo>
                  <a:pt x="152399" y="914399"/>
                </a:lnTo>
                <a:lnTo>
                  <a:pt x="137690" y="913699"/>
                </a:lnTo>
                <a:lnTo>
                  <a:pt x="96205" y="903712"/>
                </a:lnTo>
                <a:lnTo>
                  <a:pt x="60030" y="883242"/>
                </a:lnTo>
                <a:lnTo>
                  <a:pt x="30896" y="854023"/>
                </a:lnTo>
                <a:lnTo>
                  <a:pt x="10529" y="817789"/>
                </a:lnTo>
                <a:lnTo>
                  <a:pt x="659" y="776274"/>
                </a:lnTo>
                <a:lnTo>
                  <a:pt x="0" y="15239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>
            <a:extLst>
              <a:ext uri="{FF2B5EF4-FFF2-40B4-BE49-F238E27FC236}">
                <a16:creationId xmlns:a16="http://schemas.microsoft.com/office/drawing/2014/main" id="{93C4882C-F989-4EAA-ACA1-E46F275A78CD}"/>
              </a:ext>
            </a:extLst>
          </p:cNvPr>
          <p:cNvSpPr/>
          <p:nvPr/>
        </p:nvSpPr>
        <p:spPr>
          <a:xfrm>
            <a:off x="5646448" y="5188953"/>
            <a:ext cx="1752870" cy="94103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>
            <a:extLst>
              <a:ext uri="{FF2B5EF4-FFF2-40B4-BE49-F238E27FC236}">
                <a16:creationId xmlns:a16="http://schemas.microsoft.com/office/drawing/2014/main" id="{E4452C5C-F168-4AB7-A847-4CE2AFE92355}"/>
              </a:ext>
            </a:extLst>
          </p:cNvPr>
          <p:cNvSpPr/>
          <p:nvPr/>
        </p:nvSpPr>
        <p:spPr>
          <a:xfrm>
            <a:off x="5909848" y="5197405"/>
            <a:ext cx="1343658" cy="106500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>
            <a:extLst>
              <a:ext uri="{FF2B5EF4-FFF2-40B4-BE49-F238E27FC236}">
                <a16:creationId xmlns:a16="http://schemas.microsoft.com/office/drawing/2014/main" id="{6A23DDBF-4A61-43FF-BDDC-CE1158BC5670}"/>
              </a:ext>
            </a:extLst>
          </p:cNvPr>
          <p:cNvSpPr/>
          <p:nvPr/>
        </p:nvSpPr>
        <p:spPr>
          <a:xfrm>
            <a:off x="5699755" y="5215719"/>
            <a:ext cx="1646257" cy="845239"/>
          </a:xfrm>
          <a:custGeom>
            <a:avLst/>
            <a:gdLst/>
            <a:ahLst/>
            <a:cxnLst/>
            <a:rect l="l" t="t" r="r" b="b"/>
            <a:pathLst>
              <a:path w="1600200" h="914400">
                <a:moveTo>
                  <a:pt x="1447799" y="0"/>
                </a:moveTo>
                <a:lnTo>
                  <a:pt x="138122" y="659"/>
                </a:lnTo>
                <a:lnTo>
                  <a:pt x="96601" y="10531"/>
                </a:lnTo>
                <a:lnTo>
                  <a:pt x="60367" y="30900"/>
                </a:lnTo>
                <a:lnTo>
                  <a:pt x="31151" y="60037"/>
                </a:lnTo>
                <a:lnTo>
                  <a:pt x="10684" y="96211"/>
                </a:lnTo>
                <a:lnTo>
                  <a:pt x="699" y="137692"/>
                </a:lnTo>
                <a:lnTo>
                  <a:pt x="0" y="152399"/>
                </a:lnTo>
                <a:lnTo>
                  <a:pt x="659" y="776274"/>
                </a:lnTo>
                <a:lnTo>
                  <a:pt x="10533" y="817789"/>
                </a:lnTo>
                <a:lnTo>
                  <a:pt x="30905" y="854023"/>
                </a:lnTo>
                <a:lnTo>
                  <a:pt x="60043" y="883242"/>
                </a:lnTo>
                <a:lnTo>
                  <a:pt x="96217" y="903712"/>
                </a:lnTo>
                <a:lnTo>
                  <a:pt x="137694" y="913699"/>
                </a:lnTo>
                <a:lnTo>
                  <a:pt x="152399" y="914399"/>
                </a:lnTo>
                <a:lnTo>
                  <a:pt x="1462082" y="913740"/>
                </a:lnTo>
                <a:lnTo>
                  <a:pt x="1503610" y="903864"/>
                </a:lnTo>
                <a:lnTo>
                  <a:pt x="1539845" y="883488"/>
                </a:lnTo>
                <a:lnTo>
                  <a:pt x="1569057" y="854346"/>
                </a:lnTo>
                <a:lnTo>
                  <a:pt x="1589518" y="818173"/>
                </a:lnTo>
                <a:lnTo>
                  <a:pt x="1599500" y="776701"/>
                </a:lnTo>
                <a:lnTo>
                  <a:pt x="1600199" y="761999"/>
                </a:lnTo>
                <a:lnTo>
                  <a:pt x="1599540" y="138120"/>
                </a:lnTo>
                <a:lnTo>
                  <a:pt x="1589670" y="96595"/>
                </a:lnTo>
                <a:lnTo>
                  <a:pt x="1569303" y="60360"/>
                </a:lnTo>
                <a:lnTo>
                  <a:pt x="1540169" y="31146"/>
                </a:lnTo>
                <a:lnTo>
                  <a:pt x="1503994" y="10683"/>
                </a:lnTo>
                <a:lnTo>
                  <a:pt x="1462509" y="699"/>
                </a:lnTo>
                <a:lnTo>
                  <a:pt x="1447799" y="0"/>
                </a:lnTo>
                <a:close/>
              </a:path>
            </a:pathLst>
          </a:custGeom>
          <a:solidFill>
            <a:srgbClr val="4945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>
            <a:extLst>
              <a:ext uri="{FF2B5EF4-FFF2-40B4-BE49-F238E27FC236}">
                <a16:creationId xmlns:a16="http://schemas.microsoft.com/office/drawing/2014/main" id="{95CBD7C4-4E7B-4153-8E44-FBDD771F727F}"/>
              </a:ext>
            </a:extLst>
          </p:cNvPr>
          <p:cNvSpPr/>
          <p:nvPr/>
        </p:nvSpPr>
        <p:spPr>
          <a:xfrm>
            <a:off x="5699755" y="5215719"/>
            <a:ext cx="1646257" cy="845239"/>
          </a:xfrm>
          <a:custGeom>
            <a:avLst/>
            <a:gdLst/>
            <a:ahLst/>
            <a:cxnLst/>
            <a:rect l="l" t="t" r="r" b="b"/>
            <a:pathLst>
              <a:path w="1600200" h="914400">
                <a:moveTo>
                  <a:pt x="0" y="152399"/>
                </a:moveTo>
                <a:lnTo>
                  <a:pt x="6106" y="109534"/>
                </a:lnTo>
                <a:lnTo>
                  <a:pt x="23271" y="71398"/>
                </a:lnTo>
                <a:lnTo>
                  <a:pt x="49763" y="39724"/>
                </a:lnTo>
                <a:lnTo>
                  <a:pt x="83850" y="16240"/>
                </a:lnTo>
                <a:lnTo>
                  <a:pt x="123801" y="2676"/>
                </a:lnTo>
                <a:lnTo>
                  <a:pt x="1447799" y="0"/>
                </a:lnTo>
                <a:lnTo>
                  <a:pt x="1462509" y="699"/>
                </a:lnTo>
                <a:lnTo>
                  <a:pt x="1503994" y="10683"/>
                </a:lnTo>
                <a:lnTo>
                  <a:pt x="1540169" y="31146"/>
                </a:lnTo>
                <a:lnTo>
                  <a:pt x="1569303" y="60360"/>
                </a:lnTo>
                <a:lnTo>
                  <a:pt x="1589670" y="96595"/>
                </a:lnTo>
                <a:lnTo>
                  <a:pt x="1599540" y="138120"/>
                </a:lnTo>
                <a:lnTo>
                  <a:pt x="1600199" y="761999"/>
                </a:lnTo>
                <a:lnTo>
                  <a:pt x="1599500" y="776701"/>
                </a:lnTo>
                <a:lnTo>
                  <a:pt x="1589518" y="818173"/>
                </a:lnTo>
                <a:lnTo>
                  <a:pt x="1569057" y="854346"/>
                </a:lnTo>
                <a:lnTo>
                  <a:pt x="1539845" y="883488"/>
                </a:lnTo>
                <a:lnTo>
                  <a:pt x="1503610" y="903864"/>
                </a:lnTo>
                <a:lnTo>
                  <a:pt x="1462082" y="913740"/>
                </a:lnTo>
                <a:lnTo>
                  <a:pt x="152399" y="914399"/>
                </a:lnTo>
                <a:lnTo>
                  <a:pt x="137694" y="913699"/>
                </a:lnTo>
                <a:lnTo>
                  <a:pt x="96217" y="903712"/>
                </a:lnTo>
                <a:lnTo>
                  <a:pt x="60043" y="883242"/>
                </a:lnTo>
                <a:lnTo>
                  <a:pt x="30905" y="854023"/>
                </a:lnTo>
                <a:lnTo>
                  <a:pt x="10533" y="817789"/>
                </a:lnTo>
                <a:lnTo>
                  <a:pt x="659" y="776274"/>
                </a:lnTo>
                <a:lnTo>
                  <a:pt x="0" y="15239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>
            <a:extLst>
              <a:ext uri="{FF2B5EF4-FFF2-40B4-BE49-F238E27FC236}">
                <a16:creationId xmlns:a16="http://schemas.microsoft.com/office/drawing/2014/main" id="{6215560E-CFFE-42B4-B5D1-52E208D31749}"/>
              </a:ext>
            </a:extLst>
          </p:cNvPr>
          <p:cNvSpPr/>
          <p:nvPr/>
        </p:nvSpPr>
        <p:spPr>
          <a:xfrm>
            <a:off x="7606276" y="5188953"/>
            <a:ext cx="1752870" cy="94103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70660070-BAC9-4F9A-B3C1-FF8D369B576B}"/>
              </a:ext>
            </a:extLst>
          </p:cNvPr>
          <p:cNvSpPr/>
          <p:nvPr/>
        </p:nvSpPr>
        <p:spPr>
          <a:xfrm>
            <a:off x="7869679" y="5197405"/>
            <a:ext cx="1343659" cy="106500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>
            <a:extLst>
              <a:ext uri="{FF2B5EF4-FFF2-40B4-BE49-F238E27FC236}">
                <a16:creationId xmlns:a16="http://schemas.microsoft.com/office/drawing/2014/main" id="{EB8CE445-8405-4A6A-9C3C-6100CE0D6236}"/>
              </a:ext>
            </a:extLst>
          </p:cNvPr>
          <p:cNvSpPr/>
          <p:nvPr/>
        </p:nvSpPr>
        <p:spPr>
          <a:xfrm>
            <a:off x="7659585" y="5215719"/>
            <a:ext cx="1646257" cy="845239"/>
          </a:xfrm>
          <a:custGeom>
            <a:avLst/>
            <a:gdLst/>
            <a:ahLst/>
            <a:cxnLst/>
            <a:rect l="l" t="t" r="r" b="b"/>
            <a:pathLst>
              <a:path w="1600200" h="914400">
                <a:moveTo>
                  <a:pt x="1447799" y="0"/>
                </a:moveTo>
                <a:lnTo>
                  <a:pt x="138122" y="659"/>
                </a:lnTo>
                <a:lnTo>
                  <a:pt x="96601" y="10531"/>
                </a:lnTo>
                <a:lnTo>
                  <a:pt x="60367" y="30900"/>
                </a:lnTo>
                <a:lnTo>
                  <a:pt x="31151" y="60037"/>
                </a:lnTo>
                <a:lnTo>
                  <a:pt x="10684" y="96211"/>
                </a:lnTo>
                <a:lnTo>
                  <a:pt x="699" y="137692"/>
                </a:lnTo>
                <a:lnTo>
                  <a:pt x="0" y="152399"/>
                </a:lnTo>
                <a:lnTo>
                  <a:pt x="659" y="776274"/>
                </a:lnTo>
                <a:lnTo>
                  <a:pt x="10533" y="817789"/>
                </a:lnTo>
                <a:lnTo>
                  <a:pt x="30905" y="854023"/>
                </a:lnTo>
                <a:lnTo>
                  <a:pt x="60043" y="883242"/>
                </a:lnTo>
                <a:lnTo>
                  <a:pt x="96217" y="903712"/>
                </a:lnTo>
                <a:lnTo>
                  <a:pt x="137694" y="913699"/>
                </a:lnTo>
                <a:lnTo>
                  <a:pt x="152399" y="914399"/>
                </a:lnTo>
                <a:lnTo>
                  <a:pt x="1462082" y="913740"/>
                </a:lnTo>
                <a:lnTo>
                  <a:pt x="1503610" y="903864"/>
                </a:lnTo>
                <a:lnTo>
                  <a:pt x="1539845" y="883488"/>
                </a:lnTo>
                <a:lnTo>
                  <a:pt x="1569057" y="854346"/>
                </a:lnTo>
                <a:lnTo>
                  <a:pt x="1589518" y="818173"/>
                </a:lnTo>
                <a:lnTo>
                  <a:pt x="1599500" y="776701"/>
                </a:lnTo>
                <a:lnTo>
                  <a:pt x="1600199" y="761999"/>
                </a:lnTo>
                <a:lnTo>
                  <a:pt x="1599540" y="138120"/>
                </a:lnTo>
                <a:lnTo>
                  <a:pt x="1589670" y="96595"/>
                </a:lnTo>
                <a:lnTo>
                  <a:pt x="1569303" y="60360"/>
                </a:lnTo>
                <a:lnTo>
                  <a:pt x="1540169" y="31146"/>
                </a:lnTo>
                <a:lnTo>
                  <a:pt x="1503994" y="10683"/>
                </a:lnTo>
                <a:lnTo>
                  <a:pt x="1462509" y="699"/>
                </a:lnTo>
                <a:lnTo>
                  <a:pt x="1447799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>
            <a:extLst>
              <a:ext uri="{FF2B5EF4-FFF2-40B4-BE49-F238E27FC236}">
                <a16:creationId xmlns:a16="http://schemas.microsoft.com/office/drawing/2014/main" id="{66C63222-339D-4DE0-8040-62FE3C6F0DDF}"/>
              </a:ext>
            </a:extLst>
          </p:cNvPr>
          <p:cNvSpPr/>
          <p:nvPr/>
        </p:nvSpPr>
        <p:spPr>
          <a:xfrm>
            <a:off x="7659585" y="5215719"/>
            <a:ext cx="1646257" cy="845239"/>
          </a:xfrm>
          <a:custGeom>
            <a:avLst/>
            <a:gdLst/>
            <a:ahLst/>
            <a:cxnLst/>
            <a:rect l="l" t="t" r="r" b="b"/>
            <a:pathLst>
              <a:path w="1600200" h="914400">
                <a:moveTo>
                  <a:pt x="0" y="152399"/>
                </a:moveTo>
                <a:lnTo>
                  <a:pt x="6106" y="109534"/>
                </a:lnTo>
                <a:lnTo>
                  <a:pt x="23271" y="71398"/>
                </a:lnTo>
                <a:lnTo>
                  <a:pt x="49763" y="39724"/>
                </a:lnTo>
                <a:lnTo>
                  <a:pt x="83850" y="16240"/>
                </a:lnTo>
                <a:lnTo>
                  <a:pt x="123801" y="2676"/>
                </a:lnTo>
                <a:lnTo>
                  <a:pt x="1447799" y="0"/>
                </a:lnTo>
                <a:lnTo>
                  <a:pt x="1462509" y="699"/>
                </a:lnTo>
                <a:lnTo>
                  <a:pt x="1503994" y="10683"/>
                </a:lnTo>
                <a:lnTo>
                  <a:pt x="1540169" y="31146"/>
                </a:lnTo>
                <a:lnTo>
                  <a:pt x="1569303" y="60360"/>
                </a:lnTo>
                <a:lnTo>
                  <a:pt x="1589670" y="96595"/>
                </a:lnTo>
                <a:lnTo>
                  <a:pt x="1599540" y="138120"/>
                </a:lnTo>
                <a:lnTo>
                  <a:pt x="1600199" y="761999"/>
                </a:lnTo>
                <a:lnTo>
                  <a:pt x="1599500" y="776701"/>
                </a:lnTo>
                <a:lnTo>
                  <a:pt x="1589518" y="818173"/>
                </a:lnTo>
                <a:lnTo>
                  <a:pt x="1569057" y="854346"/>
                </a:lnTo>
                <a:lnTo>
                  <a:pt x="1539845" y="883488"/>
                </a:lnTo>
                <a:lnTo>
                  <a:pt x="1503610" y="903864"/>
                </a:lnTo>
                <a:lnTo>
                  <a:pt x="1462082" y="913740"/>
                </a:lnTo>
                <a:lnTo>
                  <a:pt x="152399" y="914399"/>
                </a:lnTo>
                <a:lnTo>
                  <a:pt x="137694" y="913699"/>
                </a:lnTo>
                <a:lnTo>
                  <a:pt x="96217" y="903712"/>
                </a:lnTo>
                <a:lnTo>
                  <a:pt x="60043" y="883242"/>
                </a:lnTo>
                <a:lnTo>
                  <a:pt x="30905" y="854023"/>
                </a:lnTo>
                <a:lnTo>
                  <a:pt x="10533" y="817789"/>
                </a:lnTo>
                <a:lnTo>
                  <a:pt x="659" y="776274"/>
                </a:lnTo>
                <a:lnTo>
                  <a:pt x="0" y="15239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>
            <a:extLst>
              <a:ext uri="{FF2B5EF4-FFF2-40B4-BE49-F238E27FC236}">
                <a16:creationId xmlns:a16="http://schemas.microsoft.com/office/drawing/2014/main" id="{F76F847F-A0F4-47D8-A4B5-B4791CB04FB6}"/>
              </a:ext>
            </a:extLst>
          </p:cNvPr>
          <p:cNvSpPr/>
          <p:nvPr/>
        </p:nvSpPr>
        <p:spPr>
          <a:xfrm>
            <a:off x="2600088" y="4607147"/>
            <a:ext cx="1226069" cy="72267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>
            <a:extLst>
              <a:ext uri="{FF2B5EF4-FFF2-40B4-BE49-F238E27FC236}">
                <a16:creationId xmlns:a16="http://schemas.microsoft.com/office/drawing/2014/main" id="{EFC8B2C8-01E6-4C98-A188-AFC0643900A7}"/>
              </a:ext>
            </a:extLst>
          </p:cNvPr>
          <p:cNvSpPr/>
          <p:nvPr/>
        </p:nvSpPr>
        <p:spPr>
          <a:xfrm>
            <a:off x="2760011" y="4628156"/>
            <a:ext cx="1022378" cy="539427"/>
          </a:xfrm>
          <a:custGeom>
            <a:avLst/>
            <a:gdLst/>
            <a:ahLst/>
            <a:cxnLst/>
            <a:rect l="l" t="t" r="r" b="b"/>
            <a:pathLst>
              <a:path w="993775" h="583564">
                <a:moveTo>
                  <a:pt x="65663" y="479048"/>
                </a:moveTo>
                <a:lnTo>
                  <a:pt x="57911" y="481202"/>
                </a:lnTo>
                <a:lnTo>
                  <a:pt x="54351" y="487298"/>
                </a:lnTo>
                <a:lnTo>
                  <a:pt x="0" y="582811"/>
                </a:lnTo>
                <a:lnTo>
                  <a:pt x="109971" y="583192"/>
                </a:lnTo>
                <a:lnTo>
                  <a:pt x="116982" y="583192"/>
                </a:lnTo>
                <a:lnTo>
                  <a:pt x="119056" y="581156"/>
                </a:lnTo>
                <a:lnTo>
                  <a:pt x="28062" y="581156"/>
                </a:lnTo>
                <a:lnTo>
                  <a:pt x="15371" y="559189"/>
                </a:lnTo>
                <a:lnTo>
                  <a:pt x="56045" y="535637"/>
                </a:lnTo>
                <a:lnTo>
                  <a:pt x="76443" y="499871"/>
                </a:lnTo>
                <a:lnTo>
                  <a:pt x="79888" y="493775"/>
                </a:lnTo>
                <a:lnTo>
                  <a:pt x="77845" y="486037"/>
                </a:lnTo>
                <a:lnTo>
                  <a:pt x="71759" y="482477"/>
                </a:lnTo>
                <a:lnTo>
                  <a:pt x="65663" y="479048"/>
                </a:lnTo>
                <a:close/>
              </a:path>
              <a:path w="993775" h="583564">
                <a:moveTo>
                  <a:pt x="56045" y="535637"/>
                </a:moveTo>
                <a:lnTo>
                  <a:pt x="15371" y="559189"/>
                </a:lnTo>
                <a:lnTo>
                  <a:pt x="28062" y="581156"/>
                </a:lnTo>
                <a:lnTo>
                  <a:pt x="36186" y="576452"/>
                </a:lnTo>
                <a:lnTo>
                  <a:pt x="32765" y="576452"/>
                </a:lnTo>
                <a:lnTo>
                  <a:pt x="21848" y="557534"/>
                </a:lnTo>
                <a:lnTo>
                  <a:pt x="43556" y="557534"/>
                </a:lnTo>
                <a:lnTo>
                  <a:pt x="56045" y="535637"/>
                </a:lnTo>
                <a:close/>
              </a:path>
              <a:path w="993775" h="583564">
                <a:moveTo>
                  <a:pt x="68637" y="557666"/>
                </a:moveTo>
                <a:lnTo>
                  <a:pt x="28062" y="581156"/>
                </a:lnTo>
                <a:lnTo>
                  <a:pt x="119056" y="581156"/>
                </a:lnTo>
                <a:lnTo>
                  <a:pt x="122681" y="577595"/>
                </a:lnTo>
                <a:lnTo>
                  <a:pt x="122681" y="563498"/>
                </a:lnTo>
                <a:lnTo>
                  <a:pt x="117104" y="557783"/>
                </a:lnTo>
                <a:lnTo>
                  <a:pt x="109971" y="557783"/>
                </a:lnTo>
                <a:lnTo>
                  <a:pt x="68637" y="557666"/>
                </a:lnTo>
                <a:close/>
              </a:path>
              <a:path w="993775" h="583564">
                <a:moveTo>
                  <a:pt x="21848" y="557534"/>
                </a:moveTo>
                <a:lnTo>
                  <a:pt x="32765" y="576452"/>
                </a:lnTo>
                <a:lnTo>
                  <a:pt x="43521" y="557595"/>
                </a:lnTo>
                <a:lnTo>
                  <a:pt x="21848" y="557534"/>
                </a:lnTo>
                <a:close/>
              </a:path>
              <a:path w="993775" h="583564">
                <a:moveTo>
                  <a:pt x="43521" y="557595"/>
                </a:moveTo>
                <a:lnTo>
                  <a:pt x="32765" y="576452"/>
                </a:lnTo>
                <a:lnTo>
                  <a:pt x="36186" y="576452"/>
                </a:lnTo>
                <a:lnTo>
                  <a:pt x="68637" y="557666"/>
                </a:lnTo>
                <a:lnTo>
                  <a:pt x="43521" y="557595"/>
                </a:lnTo>
                <a:close/>
              </a:path>
              <a:path w="993775" h="583564">
                <a:moveTo>
                  <a:pt x="981090" y="0"/>
                </a:moveTo>
                <a:lnTo>
                  <a:pt x="56045" y="535637"/>
                </a:lnTo>
                <a:lnTo>
                  <a:pt x="43521" y="557595"/>
                </a:lnTo>
                <a:lnTo>
                  <a:pt x="68637" y="557666"/>
                </a:lnTo>
                <a:lnTo>
                  <a:pt x="993769" y="22097"/>
                </a:lnTo>
                <a:lnTo>
                  <a:pt x="981090" y="0"/>
                </a:lnTo>
                <a:close/>
              </a:path>
              <a:path w="993775" h="583564">
                <a:moveTo>
                  <a:pt x="43556" y="557534"/>
                </a:moveTo>
                <a:lnTo>
                  <a:pt x="21848" y="557534"/>
                </a:lnTo>
                <a:lnTo>
                  <a:pt x="43521" y="5575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>
            <a:extLst>
              <a:ext uri="{FF2B5EF4-FFF2-40B4-BE49-F238E27FC236}">
                <a16:creationId xmlns:a16="http://schemas.microsoft.com/office/drawing/2014/main" id="{243293FD-039D-4F83-8B3C-D3ABD2023A6F}"/>
              </a:ext>
            </a:extLst>
          </p:cNvPr>
          <p:cNvSpPr/>
          <p:nvPr/>
        </p:nvSpPr>
        <p:spPr>
          <a:xfrm>
            <a:off x="4439192" y="4750837"/>
            <a:ext cx="570702" cy="62688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>
            <a:extLst>
              <a:ext uri="{FF2B5EF4-FFF2-40B4-BE49-F238E27FC236}">
                <a16:creationId xmlns:a16="http://schemas.microsoft.com/office/drawing/2014/main" id="{D13D2263-E084-4B70-A94B-10B7322565E8}"/>
              </a:ext>
            </a:extLst>
          </p:cNvPr>
          <p:cNvSpPr/>
          <p:nvPr/>
        </p:nvSpPr>
        <p:spPr>
          <a:xfrm>
            <a:off x="4598990" y="4772321"/>
            <a:ext cx="367141" cy="443749"/>
          </a:xfrm>
          <a:custGeom>
            <a:avLst/>
            <a:gdLst/>
            <a:ahLst/>
            <a:cxnLst/>
            <a:rect l="l" t="t" r="r" b="b"/>
            <a:pathLst>
              <a:path w="356870" h="480060">
                <a:moveTo>
                  <a:pt x="18409" y="358271"/>
                </a:moveTo>
                <a:lnTo>
                  <a:pt x="12191" y="363342"/>
                </a:lnTo>
                <a:lnTo>
                  <a:pt x="11429" y="370331"/>
                </a:lnTo>
                <a:lnTo>
                  <a:pt x="0" y="479678"/>
                </a:lnTo>
                <a:lnTo>
                  <a:pt x="29508" y="466856"/>
                </a:lnTo>
                <a:lnTo>
                  <a:pt x="25145" y="466856"/>
                </a:lnTo>
                <a:lnTo>
                  <a:pt x="4571" y="451865"/>
                </a:lnTo>
                <a:lnTo>
                  <a:pt x="32442" y="413844"/>
                </a:lnTo>
                <a:lnTo>
                  <a:pt x="36697" y="372998"/>
                </a:lnTo>
                <a:lnTo>
                  <a:pt x="37459" y="366009"/>
                </a:lnTo>
                <a:lnTo>
                  <a:pt x="32369" y="359795"/>
                </a:lnTo>
                <a:lnTo>
                  <a:pt x="18409" y="358271"/>
                </a:lnTo>
                <a:close/>
              </a:path>
              <a:path w="356870" h="480060">
                <a:moveTo>
                  <a:pt x="32442" y="413844"/>
                </a:moveTo>
                <a:lnTo>
                  <a:pt x="4571" y="451865"/>
                </a:lnTo>
                <a:lnTo>
                  <a:pt x="25145" y="466856"/>
                </a:lnTo>
                <a:lnTo>
                  <a:pt x="29614" y="460760"/>
                </a:lnTo>
                <a:lnTo>
                  <a:pt x="27553" y="460760"/>
                </a:lnTo>
                <a:lnTo>
                  <a:pt x="9784" y="447806"/>
                </a:lnTo>
                <a:lnTo>
                  <a:pt x="29811" y="439095"/>
                </a:lnTo>
                <a:lnTo>
                  <a:pt x="32442" y="413844"/>
                </a:lnTo>
                <a:close/>
              </a:path>
              <a:path w="356870" h="480060">
                <a:moveTo>
                  <a:pt x="97139" y="409824"/>
                </a:moveTo>
                <a:lnTo>
                  <a:pt x="52835" y="429081"/>
                </a:lnTo>
                <a:lnTo>
                  <a:pt x="25145" y="466856"/>
                </a:lnTo>
                <a:lnTo>
                  <a:pt x="29508" y="466856"/>
                </a:lnTo>
                <a:lnTo>
                  <a:pt x="107320" y="433065"/>
                </a:lnTo>
                <a:lnTo>
                  <a:pt x="110246" y="425576"/>
                </a:lnTo>
                <a:lnTo>
                  <a:pt x="107441" y="419099"/>
                </a:lnTo>
                <a:lnTo>
                  <a:pt x="104637" y="412754"/>
                </a:lnTo>
                <a:lnTo>
                  <a:pt x="97139" y="409824"/>
                </a:lnTo>
                <a:close/>
              </a:path>
              <a:path w="356870" h="480060">
                <a:moveTo>
                  <a:pt x="29811" y="439095"/>
                </a:moveTo>
                <a:lnTo>
                  <a:pt x="9784" y="447806"/>
                </a:lnTo>
                <a:lnTo>
                  <a:pt x="27553" y="460760"/>
                </a:lnTo>
                <a:lnTo>
                  <a:pt x="29811" y="439095"/>
                </a:lnTo>
                <a:close/>
              </a:path>
              <a:path w="356870" h="480060">
                <a:moveTo>
                  <a:pt x="52835" y="429081"/>
                </a:moveTo>
                <a:lnTo>
                  <a:pt x="29811" y="439095"/>
                </a:lnTo>
                <a:lnTo>
                  <a:pt x="27553" y="460760"/>
                </a:lnTo>
                <a:lnTo>
                  <a:pt x="29614" y="460760"/>
                </a:lnTo>
                <a:lnTo>
                  <a:pt x="52835" y="429081"/>
                </a:lnTo>
                <a:close/>
              </a:path>
              <a:path w="356870" h="480060">
                <a:moveTo>
                  <a:pt x="335798" y="0"/>
                </a:moveTo>
                <a:lnTo>
                  <a:pt x="32442" y="413844"/>
                </a:lnTo>
                <a:lnTo>
                  <a:pt x="29811" y="439095"/>
                </a:lnTo>
                <a:lnTo>
                  <a:pt x="52835" y="429081"/>
                </a:lnTo>
                <a:lnTo>
                  <a:pt x="356372" y="14990"/>
                </a:lnTo>
                <a:lnTo>
                  <a:pt x="3357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>
            <a:extLst>
              <a:ext uri="{FF2B5EF4-FFF2-40B4-BE49-F238E27FC236}">
                <a16:creationId xmlns:a16="http://schemas.microsoft.com/office/drawing/2014/main" id="{C1303087-F564-4533-AD3D-18B5EFFBEBFD}"/>
              </a:ext>
            </a:extLst>
          </p:cNvPr>
          <p:cNvSpPr/>
          <p:nvPr/>
        </p:nvSpPr>
        <p:spPr>
          <a:xfrm>
            <a:off x="5610387" y="4762107"/>
            <a:ext cx="1072419" cy="6156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>
            <a:extLst>
              <a:ext uri="{FF2B5EF4-FFF2-40B4-BE49-F238E27FC236}">
                <a16:creationId xmlns:a16="http://schemas.microsoft.com/office/drawing/2014/main" id="{2E3BDC58-EA5C-413A-94F2-D4873E40C211}"/>
              </a:ext>
            </a:extLst>
          </p:cNvPr>
          <p:cNvSpPr/>
          <p:nvPr/>
        </p:nvSpPr>
        <p:spPr>
          <a:xfrm>
            <a:off x="5654286" y="4782765"/>
            <a:ext cx="868858" cy="436120"/>
          </a:xfrm>
          <a:custGeom>
            <a:avLst/>
            <a:gdLst/>
            <a:ahLst/>
            <a:cxnLst/>
            <a:rect l="l" t="t" r="r" b="b"/>
            <a:pathLst>
              <a:path w="844550" h="471804">
                <a:moveTo>
                  <a:pt x="774814" y="444967"/>
                </a:moveTo>
                <a:lnTo>
                  <a:pt x="726704" y="446413"/>
                </a:lnTo>
                <a:lnTo>
                  <a:pt x="721095" y="452246"/>
                </a:lnTo>
                <a:lnTo>
                  <a:pt x="721370" y="459236"/>
                </a:lnTo>
                <a:lnTo>
                  <a:pt x="721492" y="466225"/>
                </a:lnTo>
                <a:lnTo>
                  <a:pt x="727466" y="471809"/>
                </a:lnTo>
                <a:lnTo>
                  <a:pt x="844295" y="468380"/>
                </a:lnTo>
                <a:lnTo>
                  <a:pt x="843757" y="467486"/>
                </a:lnTo>
                <a:lnTo>
                  <a:pt x="816101" y="467486"/>
                </a:lnTo>
                <a:lnTo>
                  <a:pt x="774814" y="444967"/>
                </a:lnTo>
                <a:close/>
              </a:path>
              <a:path w="844550" h="471804">
                <a:moveTo>
                  <a:pt x="800107" y="444240"/>
                </a:moveTo>
                <a:lnTo>
                  <a:pt x="774814" y="444967"/>
                </a:lnTo>
                <a:lnTo>
                  <a:pt x="816101" y="467486"/>
                </a:lnTo>
                <a:lnTo>
                  <a:pt x="818596" y="462914"/>
                </a:lnTo>
                <a:lnTo>
                  <a:pt x="811408" y="462914"/>
                </a:lnTo>
                <a:lnTo>
                  <a:pt x="800107" y="444240"/>
                </a:lnTo>
                <a:close/>
              </a:path>
              <a:path w="844550" h="471804">
                <a:moveTo>
                  <a:pt x="776112" y="366272"/>
                </a:moveTo>
                <a:lnTo>
                  <a:pt x="770016" y="369950"/>
                </a:lnTo>
                <a:lnTo>
                  <a:pt x="764042" y="373642"/>
                </a:lnTo>
                <a:lnTo>
                  <a:pt x="762121" y="381380"/>
                </a:lnTo>
                <a:lnTo>
                  <a:pt x="765688" y="387358"/>
                </a:lnTo>
                <a:lnTo>
                  <a:pt x="787033" y="422633"/>
                </a:lnTo>
                <a:lnTo>
                  <a:pt x="828293" y="445139"/>
                </a:lnTo>
                <a:lnTo>
                  <a:pt x="816101" y="467486"/>
                </a:lnTo>
                <a:lnTo>
                  <a:pt x="843757" y="467486"/>
                </a:lnTo>
                <a:lnTo>
                  <a:pt x="787542" y="374273"/>
                </a:lnTo>
                <a:lnTo>
                  <a:pt x="783854" y="368308"/>
                </a:lnTo>
                <a:lnTo>
                  <a:pt x="776112" y="366272"/>
                </a:lnTo>
                <a:close/>
              </a:path>
              <a:path w="844550" h="471804">
                <a:moveTo>
                  <a:pt x="821832" y="443615"/>
                </a:moveTo>
                <a:lnTo>
                  <a:pt x="800107" y="444240"/>
                </a:lnTo>
                <a:lnTo>
                  <a:pt x="811408" y="462914"/>
                </a:lnTo>
                <a:lnTo>
                  <a:pt x="821832" y="443615"/>
                </a:lnTo>
                <a:close/>
              </a:path>
              <a:path w="844550" h="471804">
                <a:moveTo>
                  <a:pt x="825499" y="443615"/>
                </a:moveTo>
                <a:lnTo>
                  <a:pt x="821832" y="443615"/>
                </a:lnTo>
                <a:lnTo>
                  <a:pt x="811408" y="462914"/>
                </a:lnTo>
                <a:lnTo>
                  <a:pt x="818596" y="462914"/>
                </a:lnTo>
                <a:lnTo>
                  <a:pt x="828293" y="445139"/>
                </a:lnTo>
                <a:lnTo>
                  <a:pt x="825499" y="443615"/>
                </a:lnTo>
                <a:close/>
              </a:path>
              <a:path w="844550" h="471804">
                <a:moveTo>
                  <a:pt x="12191" y="0"/>
                </a:moveTo>
                <a:lnTo>
                  <a:pt x="0" y="22360"/>
                </a:lnTo>
                <a:lnTo>
                  <a:pt x="774814" y="444967"/>
                </a:lnTo>
                <a:lnTo>
                  <a:pt x="800107" y="444240"/>
                </a:lnTo>
                <a:lnTo>
                  <a:pt x="787033" y="422633"/>
                </a:lnTo>
                <a:lnTo>
                  <a:pt x="12191" y="0"/>
                </a:lnTo>
                <a:close/>
              </a:path>
              <a:path w="844550" h="471804">
                <a:moveTo>
                  <a:pt x="787033" y="422633"/>
                </a:moveTo>
                <a:lnTo>
                  <a:pt x="800107" y="444240"/>
                </a:lnTo>
                <a:lnTo>
                  <a:pt x="821832" y="443615"/>
                </a:lnTo>
                <a:lnTo>
                  <a:pt x="825499" y="443615"/>
                </a:lnTo>
                <a:lnTo>
                  <a:pt x="787033" y="4226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>
            <a:extLst>
              <a:ext uri="{FF2B5EF4-FFF2-40B4-BE49-F238E27FC236}">
                <a16:creationId xmlns:a16="http://schemas.microsoft.com/office/drawing/2014/main" id="{7A973E2F-3DBC-401B-B4E0-07124C7D9A07}"/>
              </a:ext>
            </a:extLst>
          </p:cNvPr>
          <p:cNvSpPr/>
          <p:nvPr/>
        </p:nvSpPr>
        <p:spPr>
          <a:xfrm>
            <a:off x="7493391" y="4607147"/>
            <a:ext cx="1149244" cy="75789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>
            <a:extLst>
              <a:ext uri="{FF2B5EF4-FFF2-40B4-BE49-F238E27FC236}">
                <a16:creationId xmlns:a16="http://schemas.microsoft.com/office/drawing/2014/main" id="{111CF21C-7E8D-4255-9524-9BF16E8D4E8C}"/>
              </a:ext>
            </a:extLst>
          </p:cNvPr>
          <p:cNvSpPr/>
          <p:nvPr/>
        </p:nvSpPr>
        <p:spPr>
          <a:xfrm>
            <a:off x="7537949" y="4628629"/>
            <a:ext cx="945290" cy="573471"/>
          </a:xfrm>
          <a:custGeom>
            <a:avLst/>
            <a:gdLst/>
            <a:ahLst/>
            <a:cxnLst/>
            <a:rect l="l" t="t" r="r" b="b"/>
            <a:pathLst>
              <a:path w="918845" h="620395">
                <a:moveTo>
                  <a:pt x="803147" y="587633"/>
                </a:moveTo>
                <a:lnTo>
                  <a:pt x="797173" y="592967"/>
                </a:lnTo>
                <a:lnTo>
                  <a:pt x="796655" y="599943"/>
                </a:lnTo>
                <a:lnTo>
                  <a:pt x="796289" y="606932"/>
                </a:lnTo>
                <a:lnTo>
                  <a:pt x="801623" y="613028"/>
                </a:lnTo>
                <a:lnTo>
                  <a:pt x="918331" y="620136"/>
                </a:lnTo>
                <a:lnTo>
                  <a:pt x="916661" y="616707"/>
                </a:lnTo>
                <a:lnTo>
                  <a:pt x="890381" y="616707"/>
                </a:lnTo>
                <a:lnTo>
                  <a:pt x="851294" y="590560"/>
                </a:lnTo>
                <a:lnTo>
                  <a:pt x="803147" y="587633"/>
                </a:lnTo>
                <a:close/>
              </a:path>
              <a:path w="918845" h="620395">
                <a:moveTo>
                  <a:pt x="851294" y="590560"/>
                </a:moveTo>
                <a:lnTo>
                  <a:pt x="890381" y="616707"/>
                </a:lnTo>
                <a:lnTo>
                  <a:pt x="893698" y="611754"/>
                </a:lnTo>
                <a:lnTo>
                  <a:pt x="886084" y="611754"/>
                </a:lnTo>
                <a:lnTo>
                  <a:pt x="876499" y="592119"/>
                </a:lnTo>
                <a:lnTo>
                  <a:pt x="851294" y="590560"/>
                </a:lnTo>
                <a:close/>
              </a:path>
              <a:path w="918845" h="620395">
                <a:moveTo>
                  <a:pt x="859535" y="512313"/>
                </a:moveTo>
                <a:lnTo>
                  <a:pt x="846947" y="518540"/>
                </a:lnTo>
                <a:lnTo>
                  <a:pt x="844295" y="526029"/>
                </a:lnTo>
                <a:lnTo>
                  <a:pt x="847343" y="532388"/>
                </a:lnTo>
                <a:lnTo>
                  <a:pt x="865471" y="569525"/>
                </a:lnTo>
                <a:lnTo>
                  <a:pt x="904493" y="595634"/>
                </a:lnTo>
                <a:lnTo>
                  <a:pt x="890381" y="616707"/>
                </a:lnTo>
                <a:lnTo>
                  <a:pt x="916661" y="616707"/>
                </a:lnTo>
                <a:lnTo>
                  <a:pt x="870203" y="521339"/>
                </a:lnTo>
                <a:lnTo>
                  <a:pt x="867155" y="514980"/>
                </a:lnTo>
                <a:lnTo>
                  <a:pt x="859535" y="512313"/>
                </a:lnTo>
                <a:close/>
              </a:path>
              <a:path w="918845" h="620395">
                <a:moveTo>
                  <a:pt x="876499" y="592119"/>
                </a:moveTo>
                <a:lnTo>
                  <a:pt x="886084" y="611754"/>
                </a:lnTo>
                <a:lnTo>
                  <a:pt x="898276" y="593466"/>
                </a:lnTo>
                <a:lnTo>
                  <a:pt x="876499" y="592119"/>
                </a:lnTo>
                <a:close/>
              </a:path>
              <a:path w="918845" h="620395">
                <a:moveTo>
                  <a:pt x="865471" y="569525"/>
                </a:moveTo>
                <a:lnTo>
                  <a:pt x="876499" y="592119"/>
                </a:lnTo>
                <a:lnTo>
                  <a:pt x="898276" y="593466"/>
                </a:lnTo>
                <a:lnTo>
                  <a:pt x="886084" y="611754"/>
                </a:lnTo>
                <a:lnTo>
                  <a:pt x="893698" y="611754"/>
                </a:lnTo>
                <a:lnTo>
                  <a:pt x="904493" y="595634"/>
                </a:lnTo>
                <a:lnTo>
                  <a:pt x="865471" y="569525"/>
                </a:lnTo>
                <a:close/>
              </a:path>
              <a:path w="918845" h="620395">
                <a:moveTo>
                  <a:pt x="14234" y="0"/>
                </a:moveTo>
                <a:lnTo>
                  <a:pt x="0" y="21086"/>
                </a:lnTo>
                <a:lnTo>
                  <a:pt x="851294" y="590560"/>
                </a:lnTo>
                <a:lnTo>
                  <a:pt x="876499" y="592119"/>
                </a:lnTo>
                <a:lnTo>
                  <a:pt x="865471" y="569525"/>
                </a:lnTo>
                <a:lnTo>
                  <a:pt x="142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5">
            <a:extLst>
              <a:ext uri="{FF2B5EF4-FFF2-40B4-BE49-F238E27FC236}">
                <a16:creationId xmlns:a16="http://schemas.microsoft.com/office/drawing/2014/main" id="{D636346F-5AFB-4C39-A982-7F9CB69050B6}"/>
              </a:ext>
            </a:extLst>
          </p:cNvPr>
          <p:cNvSpPr/>
          <p:nvPr/>
        </p:nvSpPr>
        <p:spPr>
          <a:xfrm>
            <a:off x="637123" y="5267842"/>
            <a:ext cx="10547018" cy="116361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37">
            <a:extLst>
              <a:ext uri="{FF2B5EF4-FFF2-40B4-BE49-F238E27FC236}">
                <a16:creationId xmlns:a16="http://schemas.microsoft.com/office/drawing/2014/main" id="{41EA33AC-1B0E-4EFD-ACFD-FD5412A2ED8B}"/>
              </a:ext>
            </a:extLst>
          </p:cNvPr>
          <p:cNvSpPr txBox="1"/>
          <p:nvPr/>
        </p:nvSpPr>
        <p:spPr>
          <a:xfrm>
            <a:off x="2278552" y="5285994"/>
            <a:ext cx="1269969" cy="634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8465" marR="5080" indent="-406400">
              <a:lnSpc>
                <a:spcPct val="120300"/>
              </a:lnSpc>
            </a:pPr>
            <a:r>
              <a:rPr sz="4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4000" b="1" spc="-20" dirty="0">
                <a:solidFill>
                  <a:srgbClr val="FFFFFF"/>
                </a:solidFill>
                <a:latin typeface="Calibri"/>
                <a:cs typeface="Times New Roman"/>
              </a:rPr>
              <a:t>S0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106" name="object 37">
            <a:extLst>
              <a:ext uri="{FF2B5EF4-FFF2-40B4-BE49-F238E27FC236}">
                <a16:creationId xmlns:a16="http://schemas.microsoft.com/office/drawing/2014/main" id="{BF011BBD-797F-4C7A-BCD5-ABFBC5614DBF}"/>
              </a:ext>
            </a:extLst>
          </p:cNvPr>
          <p:cNvSpPr txBox="1"/>
          <p:nvPr/>
        </p:nvSpPr>
        <p:spPr>
          <a:xfrm>
            <a:off x="4208717" y="5259586"/>
            <a:ext cx="1269969" cy="634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8465" marR="5080" indent="-406400">
              <a:lnSpc>
                <a:spcPct val="120300"/>
              </a:lnSpc>
            </a:pPr>
            <a:r>
              <a:rPr sz="4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4000" b="1" spc="-20" dirty="0">
                <a:solidFill>
                  <a:srgbClr val="FFFFFF"/>
                </a:solidFill>
                <a:latin typeface="Calibri"/>
                <a:cs typeface="Times New Roman"/>
              </a:rPr>
              <a:t>S1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107" name="object 37">
            <a:extLst>
              <a:ext uri="{FF2B5EF4-FFF2-40B4-BE49-F238E27FC236}">
                <a16:creationId xmlns:a16="http://schemas.microsoft.com/office/drawing/2014/main" id="{235A58C2-2C7B-4C36-9452-D98F96647EE6}"/>
              </a:ext>
            </a:extLst>
          </p:cNvPr>
          <p:cNvSpPr txBox="1"/>
          <p:nvPr/>
        </p:nvSpPr>
        <p:spPr>
          <a:xfrm>
            <a:off x="6128215" y="5284627"/>
            <a:ext cx="1269969" cy="634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8465" marR="5080" indent="-406400">
              <a:lnSpc>
                <a:spcPct val="120300"/>
              </a:lnSpc>
            </a:pPr>
            <a:r>
              <a:rPr sz="4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4000" b="1" spc="-20" dirty="0">
                <a:solidFill>
                  <a:srgbClr val="FFFFFF"/>
                </a:solidFill>
                <a:latin typeface="Calibri"/>
                <a:cs typeface="Times New Roman"/>
              </a:rPr>
              <a:t>S2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108" name="object 37">
            <a:extLst>
              <a:ext uri="{FF2B5EF4-FFF2-40B4-BE49-F238E27FC236}">
                <a16:creationId xmlns:a16="http://schemas.microsoft.com/office/drawing/2014/main" id="{DEC13344-2C54-4E63-80BC-C5A68886E038}"/>
              </a:ext>
            </a:extLst>
          </p:cNvPr>
          <p:cNvSpPr txBox="1"/>
          <p:nvPr/>
        </p:nvSpPr>
        <p:spPr>
          <a:xfrm>
            <a:off x="8032358" y="5280989"/>
            <a:ext cx="1269969" cy="634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8465" marR="5080" indent="-406400">
              <a:lnSpc>
                <a:spcPct val="120300"/>
              </a:lnSpc>
            </a:pPr>
            <a:r>
              <a:rPr sz="4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4000" b="1" spc="-20" dirty="0">
                <a:solidFill>
                  <a:srgbClr val="FFFFFF"/>
                </a:solidFill>
                <a:latin typeface="Calibri"/>
                <a:cs typeface="Times New Roman"/>
              </a:rPr>
              <a:t>S3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B8D8A67-E0BA-47D5-B002-2DEEEECEE810}"/>
              </a:ext>
            </a:extLst>
          </p:cNvPr>
          <p:cNvSpPr txBox="1"/>
          <p:nvPr/>
        </p:nvSpPr>
        <p:spPr>
          <a:xfrm>
            <a:off x="9741181" y="4000361"/>
            <a:ext cx="279365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C00000"/>
                </a:solidFill>
              </a:rPr>
              <a:t>All caches are </a:t>
            </a:r>
          </a:p>
          <a:p>
            <a:r>
              <a:rPr lang="en-US" sz="2800" i="1" dirty="0">
                <a:solidFill>
                  <a:srgbClr val="C00000"/>
                </a:solidFill>
              </a:rPr>
              <a:t>Pipelined/banked </a:t>
            </a:r>
          </a:p>
          <a:p>
            <a:r>
              <a:rPr lang="en-US" sz="2800" i="1" dirty="0">
                <a:solidFill>
                  <a:srgbClr val="C00000"/>
                </a:solidFill>
              </a:rPr>
              <a:t>In commercial </a:t>
            </a:r>
          </a:p>
          <a:p>
            <a:r>
              <a:rPr lang="en-US" sz="2800" i="1" dirty="0">
                <a:solidFill>
                  <a:srgbClr val="C00000"/>
                </a:solidFill>
              </a:rPr>
              <a:t>machines </a:t>
            </a:r>
            <a:endParaRPr lang="en-IN" sz="2800" i="1" dirty="0">
              <a:solidFill>
                <a:srgbClr val="C00000"/>
              </a:solidFill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9FDB852-7E3E-A4CC-1F27-5C4F066D5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35198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9535-15C1-7C38-72E8-8B6147F19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557190"/>
            <a:ext cx="5170852" cy="1671564"/>
          </a:xfrm>
        </p:spPr>
        <p:txBody>
          <a:bodyPr>
            <a:normAutofit/>
          </a:bodyPr>
          <a:lstStyle/>
          <a:p>
            <a:r>
              <a:rPr lang="en-US" sz="4000"/>
              <a:t>Shared Resources </a:t>
            </a:r>
            <a:endParaRPr lang="en-IN" sz="4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785457-0AEB-B2E3-D07B-CECC7F1C9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r="22951" b="-2"/>
          <a:stretch/>
        </p:blipFill>
        <p:spPr>
          <a:xfrm>
            <a:off x="6182944" y="557189"/>
            <a:ext cx="5170852" cy="5571898"/>
          </a:xfrm>
          <a:prstGeom prst="rect">
            <a:avLst/>
          </a:prstGeom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1ABEA-2980-A8E3-1192-38AB2C58B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180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07D5D-11F9-99E3-CC5A-EB041415B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8651ABE-1138-46C6-9A43-7FCD4EB2550C}" type="slidenum">
              <a:rPr lang="en-IN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IN" sz="180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39A7C381-D449-0B8F-29A0-F28FAE1600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8930" y="2398030"/>
          <a:ext cx="5180245" cy="3731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7589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BEFAC-C437-C442-C174-B67F4E12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Problems once we jump into DRAMs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75AEA-48D5-8D29-C829-F2EA9A18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49B19-9991-CFA4-7B0C-40B62A75F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791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69B64-366F-152A-8690-9B393A4C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Pause and Reflect on all (Exam time)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0E6D2-5D9E-4766-EBB6-19A032473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Keywords: Latency, bandwidth, multi-level caches, TLBs, inclusive, exclusive, non-inclusive, inclusive, banking, pipelined, victim cache, stream buffers, prefetchers: software and hardware, stride, stream, next-line, SIMD, virtual memory, VIPT, PIPT, page table walkers, MMU caches, private cache, shared cache, sliced caches, streaming, thrashing, fitting, friendly, replacement policies: SRRIP/DRRIP, dead-block predictor, Miss rate, MPKI, MLP, MSHRs, fill </a:t>
            </a:r>
            <a:r>
              <a:rPr lang="en-US" dirty="0" err="1"/>
              <a:t>buffers,NUCA</a:t>
            </a:r>
            <a:r>
              <a:rPr lang="en-US" dirty="0"/>
              <a:t>, NUMA, remote cache, </a:t>
            </a:r>
            <a:r>
              <a:rPr lang="en-US"/>
              <a:t>local cache, </a:t>
            </a:r>
            <a:r>
              <a:rPr lang="en-US" dirty="0" err="1"/>
              <a:t>Huhhhhhhhhhhhhhhhhhhhhhhhhhhhhhhhhhhhhh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80BFB2-546A-F36B-2A06-34E2AD305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08AB1F-E3D0-E5FC-3244-DE8B35567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5860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83628-9F1C-700E-32CD-E69BADC6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/>
              <a:t>For Vedant : (just assume the socket is a chip)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35409-C730-BC57-82EC-47D9BC53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5F9E5-A21A-500F-C374-792E11956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13</a:t>
            </a:fld>
            <a:endParaRPr lang="en-IN" dirty="0"/>
          </a:p>
        </p:txBody>
      </p:sp>
      <p:pic>
        <p:nvPicPr>
          <p:cNvPr id="9" name="Picture 8" descr="A diagram of a computer processor&#10;&#10;AI-generated content may be incorrect.">
            <a:extLst>
              <a:ext uri="{FF2B5EF4-FFF2-40B4-BE49-F238E27FC236}">
                <a16:creationId xmlns:a16="http://schemas.microsoft.com/office/drawing/2014/main" id="{E4A1C329-B780-56DE-6C66-D8B5308C6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149" y="1485899"/>
            <a:ext cx="7615871" cy="438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86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8196E4-7598-48F1-CAD7-91AB754C1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Intel Hash function for slicing (S1S0 are two bits for slicing), DAC’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E1758F-59C8-5068-5D0C-793D54B42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18576"/>
            <a:ext cx="10905066" cy="4307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DC770-ED54-DEB1-19B6-2485B22A4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70A2A-53DC-D43D-BC77-0F67194BE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8651ABE-1138-46C6-9A43-7FCD4EB2550C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35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49490</TotalTime>
  <Words>532</Words>
  <Application>Microsoft Office PowerPoint</Application>
  <PresentationFormat>Widescreen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Carlito</vt:lpstr>
      <vt:lpstr>Times New Roman</vt:lpstr>
      <vt:lpstr>Wingdings</vt:lpstr>
      <vt:lpstr>Office Theme</vt:lpstr>
      <vt:lpstr>CS683: Advanced Computer Architecture-2025</vt:lpstr>
      <vt:lpstr>Phones (smart/non-smart) on silence plz, Thanks </vt:lpstr>
      <vt:lpstr>Welcome to Multicore Systems</vt:lpstr>
      <vt:lpstr>Oh hang on!! One more time, last time</vt:lpstr>
      <vt:lpstr>Summary</vt:lpstr>
      <vt:lpstr>Multicore</vt:lpstr>
      <vt:lpstr>Caches: Private/Shared</vt:lpstr>
      <vt:lpstr>Application behavior</vt:lpstr>
      <vt:lpstr>Sliced/Banked LLC: NUCA (Non-uniform(local/remote) Cache)</vt:lpstr>
      <vt:lpstr>Shared Resources </vt:lpstr>
      <vt:lpstr>More Problems once we jump into DRAMs</vt:lpstr>
      <vt:lpstr>Let’s Pause and Reflect on all (Exam time)</vt:lpstr>
      <vt:lpstr>For Vedant : (just assume the socket is a chip)</vt:lpstr>
      <vt:lpstr>Intel Hash function for slicing (S1S0 are two bits for slicing), DAC’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1014</cp:revision>
  <dcterms:created xsi:type="dcterms:W3CDTF">2021-05-31T06:57:48Z</dcterms:created>
  <dcterms:modified xsi:type="dcterms:W3CDTF">2025-09-11T13:28:51Z</dcterms:modified>
</cp:coreProperties>
</file>