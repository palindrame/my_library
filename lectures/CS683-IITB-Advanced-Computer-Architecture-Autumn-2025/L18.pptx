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4"/>
  </p:notesMasterIdLst>
  <p:sldIdLst>
    <p:sldId id="256" r:id="rId2"/>
    <p:sldId id="7810" r:id="rId3"/>
    <p:sldId id="7811" r:id="rId4"/>
    <p:sldId id="7813" r:id="rId5"/>
    <p:sldId id="7951" r:id="rId6"/>
    <p:sldId id="7948" r:id="rId7"/>
    <p:sldId id="7949" r:id="rId8"/>
    <p:sldId id="7921" r:id="rId9"/>
    <p:sldId id="7842" r:id="rId10"/>
    <p:sldId id="7812" r:id="rId11"/>
    <p:sldId id="1219" r:id="rId12"/>
    <p:sldId id="1220" r:id="rId13"/>
    <p:sldId id="1221" r:id="rId14"/>
    <p:sldId id="7931" r:id="rId15"/>
    <p:sldId id="7932" r:id="rId16"/>
    <p:sldId id="7958" r:id="rId17"/>
    <p:sldId id="7934" r:id="rId18"/>
    <p:sldId id="7940" r:id="rId19"/>
    <p:sldId id="7941" r:id="rId20"/>
    <p:sldId id="7938" r:id="rId21"/>
    <p:sldId id="7942" r:id="rId22"/>
    <p:sldId id="7939" r:id="rId23"/>
    <p:sldId id="7959" r:id="rId24"/>
    <p:sldId id="7943" r:id="rId25"/>
    <p:sldId id="7922" r:id="rId26"/>
    <p:sldId id="7923" r:id="rId27"/>
    <p:sldId id="7924" r:id="rId28"/>
    <p:sldId id="7845" r:id="rId29"/>
    <p:sldId id="7946" r:id="rId30"/>
    <p:sldId id="7954" r:id="rId31"/>
    <p:sldId id="7956" r:id="rId32"/>
    <p:sldId id="7957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F8FDE78-F006-7B15-5CDD-8783E0C92BC9}" name="Vedant Uddhaorao Kalbande" initials="VK" userId="S::23m2108@iitb.ac.in::aa6471c1-3d21-425d-9e52-d98cc8e62950" providerId="AD"/>
  <p188:author id="{9AB04094-615B-FB55-70CF-A0624991393E}" name="Biswabandan" initials="BP" userId="S::biswap@iitk.ac.in::98eaf9c3-1bc2-4b08-ba2b-a687f26f1b6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045" autoAdjust="0"/>
    <p:restoredTop sz="94660"/>
  </p:normalViewPr>
  <p:slideViewPr>
    <p:cSldViewPr snapToGrid="0">
      <p:cViewPr varScale="1">
        <p:scale>
          <a:sx n="63" d="100"/>
          <a:sy n="63" d="100"/>
        </p:scale>
        <p:origin x="917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8/10/relationships/authors" Target="author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300273-A75A-40C8-A1BF-43497AA16139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9DD372-930E-48E8-B3B2-DE0E135E26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1707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cse.iitb.ac.in/~biswa/" TargetMode="Externa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864CB-0AC2-496D-B597-B1F243F5BFD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23777" y="1122363"/>
            <a:ext cx="10203767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CS683: </a:t>
            </a:r>
            <a:r>
              <a:rPr lang="en-US" dirty="0" err="1"/>
              <a:t>Advancded</a:t>
            </a:r>
            <a:r>
              <a:rPr lang="en-US" dirty="0"/>
              <a:t> Computer Architecture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E45455-008C-4FEE-A9C6-8894363DCE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2190CD-44DD-4170-8E27-65C897B7F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fld id="{B8651ABE-1138-46C6-9A43-7FCD4EB2550C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7C8CE0C-3100-4BD4-A909-E56C1924011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167446" y="71035"/>
            <a:ext cx="2841820" cy="865176"/>
          </a:xfrm>
          <a:prstGeom prst="rect">
            <a:avLst/>
          </a:prstGeom>
        </p:spPr>
      </p:pic>
      <p:pic>
        <p:nvPicPr>
          <p:cNvPr id="1026" name="Picture 2" descr="IIT Bombay | IIT Bombay">
            <a:extLst>
              <a:ext uri="{FF2B5EF4-FFF2-40B4-BE49-F238E27FC236}">
                <a16:creationId xmlns:a16="http://schemas.microsoft.com/office/drawing/2014/main" id="{17C6F939-4954-4EA5-BA91-2B9038A7951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82" y="26560"/>
            <a:ext cx="1130218" cy="1101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D6242A2-99C7-43EF-9FF6-5F0AFFFDA1DF}"/>
              </a:ext>
            </a:extLst>
          </p:cNvPr>
          <p:cNvSpPr txBox="1"/>
          <p:nvPr userDrawn="1"/>
        </p:nvSpPr>
        <p:spPr>
          <a:xfrm>
            <a:off x="0" y="6354386"/>
            <a:ext cx="6096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i="1" dirty="0">
                <a:hlinkClick r:id="rId4"/>
              </a:rPr>
              <a:t>https://www.cse.iitb.ac.in/~biswa/</a:t>
            </a:r>
            <a:endParaRPr lang="en-IN" sz="2800" i="1" dirty="0"/>
          </a:p>
          <a:p>
            <a:endParaRPr lang="en-IN" sz="2800" i="1" dirty="0"/>
          </a:p>
        </p:txBody>
      </p:sp>
    </p:spTree>
    <p:extLst>
      <p:ext uri="{BB962C8B-B14F-4D97-AF65-F5344CB8AC3E}">
        <p14:creationId xmlns:p14="http://schemas.microsoft.com/office/powerpoint/2010/main" val="167928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97915-0F56-4288-8471-3449AA530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8DA509-FC2C-413C-8D9B-6E84963ADB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6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542D7E-424B-47EC-A6D1-6B6B17845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1280" y="6356350"/>
            <a:ext cx="5532120" cy="365125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IN" dirty="0"/>
              <a:t>Advanced Computer Architecture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62FB26-2A3A-4BC7-9A52-336ED9223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fld id="{B8651ABE-1138-46C6-9A43-7FCD4EB2550C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5432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415600" y="582829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50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558786">
              <a:spcBef>
                <a:spcPts val="0"/>
              </a:spcBef>
              <a:spcAft>
                <a:spcPts val="0"/>
              </a:spcAft>
              <a:buSzPts val="3000"/>
              <a:buChar char="●"/>
              <a:defRPr/>
            </a:lvl1pPr>
            <a:lvl2pPr marL="1219170" lvl="1" indent="-558786">
              <a:spcBef>
                <a:spcPts val="2133"/>
              </a:spcBef>
              <a:spcAft>
                <a:spcPts val="0"/>
              </a:spcAft>
              <a:buSzPts val="3000"/>
              <a:buFont typeface="Cambria"/>
              <a:buChar char="○"/>
              <a:defRPr>
                <a:latin typeface="Cambria"/>
                <a:ea typeface="Cambria"/>
                <a:cs typeface="Cambria"/>
                <a:sym typeface="Cambria"/>
              </a:defRPr>
            </a:lvl2pPr>
            <a:lvl3pPr marL="1828754" lvl="2" indent="-558786">
              <a:spcBef>
                <a:spcPts val="2133"/>
              </a:spcBef>
              <a:spcAft>
                <a:spcPts val="0"/>
              </a:spcAft>
              <a:buSzPts val="3000"/>
              <a:buFont typeface="Cambria"/>
              <a:buChar char="■"/>
              <a:defRPr>
                <a:latin typeface="Cambria"/>
                <a:ea typeface="Cambria"/>
                <a:cs typeface="Cambria"/>
                <a:sym typeface="Cambria"/>
              </a:defRPr>
            </a:lvl3pPr>
            <a:lvl4pPr marL="2438339" lvl="3" indent="-558786">
              <a:spcBef>
                <a:spcPts val="2133"/>
              </a:spcBef>
              <a:spcAft>
                <a:spcPts val="0"/>
              </a:spcAft>
              <a:buSzPts val="3000"/>
              <a:buFont typeface="Cambria"/>
              <a:buChar char="●"/>
              <a:defRPr>
                <a:latin typeface="Cambria"/>
                <a:ea typeface="Cambria"/>
                <a:cs typeface="Cambria"/>
                <a:sym typeface="Cambria"/>
              </a:defRPr>
            </a:lvl4pPr>
            <a:lvl5pPr marL="3047924" lvl="4" indent="-558786">
              <a:spcBef>
                <a:spcPts val="2133"/>
              </a:spcBef>
              <a:spcAft>
                <a:spcPts val="0"/>
              </a:spcAft>
              <a:buSzPts val="3000"/>
              <a:buFont typeface="Cambria"/>
              <a:buChar char="○"/>
              <a:defRPr>
                <a:latin typeface="Cambria"/>
                <a:ea typeface="Cambria"/>
                <a:cs typeface="Cambria"/>
                <a:sym typeface="Cambria"/>
              </a:defRPr>
            </a:lvl5pPr>
            <a:lvl6pPr marL="3657509" lvl="5" indent="-558786">
              <a:spcBef>
                <a:spcPts val="2133"/>
              </a:spcBef>
              <a:spcAft>
                <a:spcPts val="0"/>
              </a:spcAft>
              <a:buSzPts val="3000"/>
              <a:buFont typeface="Cambria"/>
              <a:buChar char="■"/>
              <a:defRPr>
                <a:latin typeface="Cambria"/>
                <a:ea typeface="Cambria"/>
                <a:cs typeface="Cambria"/>
                <a:sym typeface="Cambria"/>
              </a:defRPr>
            </a:lvl6pPr>
            <a:lvl7pPr marL="4267093" lvl="6" indent="-558786">
              <a:spcBef>
                <a:spcPts val="2133"/>
              </a:spcBef>
              <a:spcAft>
                <a:spcPts val="0"/>
              </a:spcAft>
              <a:buSzPts val="3000"/>
              <a:buFont typeface="Cambria"/>
              <a:buChar char="●"/>
              <a:defRPr>
                <a:latin typeface="Cambria"/>
                <a:ea typeface="Cambria"/>
                <a:cs typeface="Cambria"/>
                <a:sym typeface="Cambria"/>
              </a:defRPr>
            </a:lvl7pPr>
            <a:lvl8pPr marL="4876678" lvl="7" indent="-558786">
              <a:spcBef>
                <a:spcPts val="2133"/>
              </a:spcBef>
              <a:spcAft>
                <a:spcPts val="0"/>
              </a:spcAft>
              <a:buSzPts val="3000"/>
              <a:buFont typeface="Cambria"/>
              <a:buChar char="○"/>
              <a:defRPr>
                <a:latin typeface="Cambria"/>
                <a:ea typeface="Cambria"/>
                <a:cs typeface="Cambria"/>
                <a:sym typeface="Cambria"/>
              </a:defRPr>
            </a:lvl8pPr>
            <a:lvl9pPr marL="5486263" lvl="8" indent="-558786">
              <a:spcBef>
                <a:spcPts val="2133"/>
              </a:spcBef>
              <a:spcAft>
                <a:spcPts val="2133"/>
              </a:spcAft>
              <a:buSzPts val="3000"/>
              <a:buFont typeface="Cambria"/>
              <a:buChar char="■"/>
              <a:defRPr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11222173" y="6286400"/>
            <a:ext cx="920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2400">
                <a:solidFill>
                  <a:srgbClr val="B22222"/>
                </a:solidFill>
              </a:defRPr>
            </a:lvl1pPr>
            <a:lvl2pPr lvl="1" algn="r">
              <a:buNone/>
              <a:defRPr sz="2400">
                <a:solidFill>
                  <a:srgbClr val="B22222"/>
                </a:solidFill>
              </a:defRPr>
            </a:lvl2pPr>
            <a:lvl3pPr lvl="2" algn="r">
              <a:buNone/>
              <a:defRPr sz="2400">
                <a:solidFill>
                  <a:srgbClr val="B22222"/>
                </a:solidFill>
              </a:defRPr>
            </a:lvl3pPr>
            <a:lvl4pPr lvl="3" algn="r">
              <a:buNone/>
              <a:defRPr sz="2400">
                <a:solidFill>
                  <a:srgbClr val="B22222"/>
                </a:solidFill>
              </a:defRPr>
            </a:lvl4pPr>
            <a:lvl5pPr lvl="4" algn="r">
              <a:buNone/>
              <a:defRPr sz="2400">
                <a:solidFill>
                  <a:srgbClr val="B22222"/>
                </a:solidFill>
              </a:defRPr>
            </a:lvl5pPr>
            <a:lvl6pPr lvl="5" algn="r">
              <a:buNone/>
              <a:defRPr sz="2400">
                <a:solidFill>
                  <a:srgbClr val="B22222"/>
                </a:solidFill>
              </a:defRPr>
            </a:lvl6pPr>
            <a:lvl7pPr lvl="6" algn="r">
              <a:buNone/>
              <a:defRPr sz="2400">
                <a:solidFill>
                  <a:srgbClr val="B22222"/>
                </a:solidFill>
              </a:defRPr>
            </a:lvl7pPr>
            <a:lvl8pPr lvl="7" algn="r">
              <a:buNone/>
              <a:defRPr sz="2400">
                <a:solidFill>
                  <a:srgbClr val="B22222"/>
                </a:solidFill>
              </a:defRPr>
            </a:lvl8pPr>
            <a:lvl9pPr lvl="8" algn="r">
              <a:buNone/>
              <a:defRPr sz="2400">
                <a:solidFill>
                  <a:srgbClr val="B22222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cxnSp>
        <p:nvCxnSpPr>
          <p:cNvPr id="27" name="Google Shape;27;p4"/>
          <p:cNvCxnSpPr/>
          <p:nvPr/>
        </p:nvCxnSpPr>
        <p:spPr>
          <a:xfrm rot="10800000" flipH="1">
            <a:off x="511048" y="1464833"/>
            <a:ext cx="11459600" cy="1600"/>
          </a:xfrm>
          <a:prstGeom prst="straightConnector1">
            <a:avLst/>
          </a:prstGeom>
          <a:noFill/>
          <a:ln w="19050" cap="flat" cmpd="sng">
            <a:solidFill>
              <a:srgbClr val="B2222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" name="Google Shape;28;p4"/>
          <p:cNvSpPr txBox="1"/>
          <p:nvPr/>
        </p:nvSpPr>
        <p:spPr>
          <a:xfrm>
            <a:off x="5679767" y="6306767"/>
            <a:ext cx="4836800" cy="5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Cambria"/>
              <a:ea typeface="Cambria"/>
              <a:cs typeface="Cambria"/>
              <a:sym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3652243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660">
          <p15:clr>
            <a:srgbClr val="FA7B17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D39DFA-22D9-4774-B6B2-CF85A485D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2A882D-3562-4909-BF1E-D5DED97666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1BA480-B9BD-4D87-8604-BB9D03C403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26BC3-8D20-4FAA-A821-14CAB47B07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Computer Architecture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6480A1-8C5A-4D78-A697-18D4DCC3C2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651ABE-1138-46C6-9A43-7FCD4EB255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9062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9D94-0FEA-4DBE-86DF-3FB8852D3B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CS683: Advanced Computer Architecture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3676AF-9222-4BBF-BBA7-BED9C767C7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602038"/>
            <a:ext cx="12106656" cy="1655762"/>
          </a:xfrm>
        </p:spPr>
        <p:txBody>
          <a:bodyPr>
            <a:normAutofit lnSpcReduction="10000"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Lecture 18: out-of-order, re-order, rename, all demystified </a:t>
            </a:r>
            <a:r>
              <a:rPr lang="en-US" sz="3600" dirty="0">
                <a:solidFill>
                  <a:srgbClr val="C00000"/>
                </a:solidFill>
                <a:sym typeface="Wingdings" panose="05000000000000000000" pitchFamily="2" charset="2"/>
              </a:rPr>
              <a:t></a:t>
            </a:r>
          </a:p>
          <a:p>
            <a:r>
              <a:rPr lang="en-US" sz="3600" dirty="0">
                <a:solidFill>
                  <a:srgbClr val="C00000"/>
                </a:solidFill>
                <a:sym typeface="Wingdings" panose="05000000000000000000" pitchFamily="2" charset="2"/>
              </a:rPr>
              <a:t> </a:t>
            </a:r>
            <a:endParaRPr lang="en-US" sz="3600" dirty="0">
              <a:solidFill>
                <a:srgbClr val="C00000"/>
              </a:solidFill>
            </a:endParaRPr>
          </a:p>
          <a:p>
            <a:r>
              <a:rPr lang="en-US" dirty="0">
                <a:solidFill>
                  <a:srgbClr val="C00000"/>
                </a:solidFill>
              </a:rPr>
              <a:t>https://www.cse.iitb.ac.in/~biswa/courses/</a:t>
            </a:r>
          </a:p>
          <a:p>
            <a:endParaRPr lang="en-IN" sz="36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07883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A9B82-2032-25F6-4C8D-D8F8BCC48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Exceptions and all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82DCD2-FD8F-8A36-2BCE-A344573A2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A7958E-3EE6-38CC-FF4A-B662AD63C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2</a:t>
            </a:fld>
            <a:endParaRPr lang="en-IN" dirty="0"/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83CB18CC-5D51-D767-05CD-9B3F522DD007}"/>
              </a:ext>
            </a:extLst>
          </p:cNvPr>
          <p:cNvSpPr txBox="1"/>
          <p:nvPr/>
        </p:nvSpPr>
        <p:spPr>
          <a:xfrm>
            <a:off x="94932" y="1603107"/>
            <a:ext cx="12002135" cy="4818626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434"/>
              </a:spcBef>
              <a:buChar char="•"/>
              <a:tabLst>
                <a:tab pos="299085" algn="l"/>
                <a:tab pos="299720" algn="l"/>
              </a:tabLst>
            </a:pPr>
            <a:r>
              <a:rPr sz="2800" spc="-35" dirty="0" err="1">
                <a:latin typeface="Cambria"/>
                <a:cs typeface="Cambria"/>
              </a:rPr>
              <a:t>Tomasulo</a:t>
            </a:r>
            <a:r>
              <a:rPr lang="en-US" sz="2800" spc="-35" dirty="0">
                <a:latin typeface="Cambria"/>
                <a:cs typeface="Cambria"/>
              </a:rPr>
              <a:t> (Last week’s out of order with reservation station, out of order completion/commit)</a:t>
            </a:r>
            <a:r>
              <a:rPr sz="2800" spc="-30" dirty="0">
                <a:latin typeface="Cambria"/>
                <a:cs typeface="Cambria"/>
              </a:rPr>
              <a:t>:</a:t>
            </a:r>
            <a:endParaRPr sz="2800" dirty="0">
              <a:latin typeface="Cambria"/>
              <a:cs typeface="Cambria"/>
            </a:endParaRPr>
          </a:p>
          <a:p>
            <a:pPr marL="698500" lvl="1" indent="-228600">
              <a:lnSpc>
                <a:spcPct val="100000"/>
              </a:lnSpc>
              <a:spcBef>
                <a:spcPts val="335"/>
              </a:spcBef>
              <a:buChar char="–"/>
              <a:tabLst>
                <a:tab pos="698500" algn="l"/>
              </a:tabLst>
            </a:pPr>
            <a:r>
              <a:rPr sz="2800" spc="-10" dirty="0">
                <a:latin typeface="Cambria"/>
                <a:cs typeface="Cambria"/>
              </a:rPr>
              <a:t>In-order</a:t>
            </a:r>
            <a:r>
              <a:rPr sz="2800" spc="-5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issue,</a:t>
            </a:r>
            <a:r>
              <a:rPr sz="2800" spc="5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out-of-order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execution, </a:t>
            </a:r>
            <a:r>
              <a:rPr sz="2800" spc="-10" dirty="0">
                <a:solidFill>
                  <a:srgbClr val="0462C1"/>
                </a:solidFill>
                <a:latin typeface="Cambria"/>
                <a:cs typeface="Cambria"/>
              </a:rPr>
              <a:t>out-of-order</a:t>
            </a:r>
            <a:r>
              <a:rPr sz="2800" spc="-5" dirty="0">
                <a:solidFill>
                  <a:srgbClr val="0462C1"/>
                </a:solidFill>
                <a:latin typeface="Cambria"/>
                <a:cs typeface="Cambria"/>
              </a:rPr>
              <a:t> </a:t>
            </a:r>
            <a:r>
              <a:rPr sz="2800" dirty="0">
                <a:solidFill>
                  <a:srgbClr val="0462C1"/>
                </a:solidFill>
                <a:latin typeface="Cambria"/>
                <a:cs typeface="Cambria"/>
              </a:rPr>
              <a:t>completion</a:t>
            </a:r>
            <a:endParaRPr sz="2800" dirty="0">
              <a:latin typeface="Cambria"/>
              <a:cs typeface="Cambria"/>
            </a:endParaRPr>
          </a:p>
          <a:p>
            <a:pPr marL="299085" marR="264795" indent="-287020">
              <a:lnSpc>
                <a:spcPts val="2690"/>
              </a:lnSpc>
              <a:spcBef>
                <a:spcPts val="985"/>
              </a:spcBef>
              <a:buChar char="•"/>
              <a:tabLst>
                <a:tab pos="299085" algn="l"/>
                <a:tab pos="299720" algn="l"/>
              </a:tabLst>
            </a:pPr>
            <a:r>
              <a:rPr sz="2800" spc="-10" dirty="0">
                <a:solidFill>
                  <a:srgbClr val="0462C1"/>
                </a:solidFill>
                <a:latin typeface="Cambria"/>
                <a:cs typeface="Cambria"/>
              </a:rPr>
              <a:t>Recall: </a:t>
            </a:r>
            <a:r>
              <a:rPr sz="2800" spc="-5" dirty="0">
                <a:latin typeface="Cambria"/>
                <a:cs typeface="Cambria"/>
              </a:rPr>
              <a:t>An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interrupt</a:t>
            </a:r>
            <a:r>
              <a:rPr sz="2800" spc="25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or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15" dirty="0">
                <a:latin typeface="Cambria"/>
                <a:cs typeface="Cambria"/>
              </a:rPr>
              <a:t>exception </a:t>
            </a:r>
            <a:r>
              <a:rPr sz="2800" spc="-5" dirty="0">
                <a:latin typeface="Cambria"/>
                <a:cs typeface="Cambria"/>
              </a:rPr>
              <a:t>is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precise </a:t>
            </a:r>
            <a:r>
              <a:rPr sz="2800" spc="-5" dirty="0">
                <a:latin typeface="Cambria"/>
                <a:cs typeface="Cambria"/>
              </a:rPr>
              <a:t>if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there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is</a:t>
            </a:r>
            <a:r>
              <a:rPr sz="2800" spc="-1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a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single</a:t>
            </a:r>
            <a:r>
              <a:rPr sz="2800" spc="5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instruction</a:t>
            </a:r>
            <a:r>
              <a:rPr sz="2800" spc="10" dirty="0">
                <a:latin typeface="Cambria"/>
                <a:cs typeface="Cambria"/>
              </a:rPr>
              <a:t> </a:t>
            </a:r>
            <a:r>
              <a:rPr sz="2800" spc="-15" dirty="0">
                <a:latin typeface="Cambria"/>
                <a:cs typeface="Cambria"/>
              </a:rPr>
              <a:t>for </a:t>
            </a:r>
            <a:r>
              <a:rPr sz="2800" spc="-605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which:</a:t>
            </a:r>
            <a:endParaRPr sz="2800" dirty="0">
              <a:latin typeface="Cambria"/>
              <a:cs typeface="Cambria"/>
            </a:endParaRPr>
          </a:p>
          <a:p>
            <a:pPr marL="698500" lvl="1" indent="-228600">
              <a:lnSpc>
                <a:spcPct val="100000"/>
              </a:lnSpc>
              <a:spcBef>
                <a:spcPts val="355"/>
              </a:spcBef>
              <a:buChar char="–"/>
              <a:tabLst>
                <a:tab pos="698500" algn="l"/>
              </a:tabLst>
            </a:pPr>
            <a:r>
              <a:rPr sz="2800" spc="-5" dirty="0">
                <a:latin typeface="Cambria"/>
                <a:cs typeface="Cambria"/>
              </a:rPr>
              <a:t>All</a:t>
            </a:r>
            <a:r>
              <a:rPr sz="2800" spc="5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instructions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15" dirty="0">
                <a:latin typeface="Cambria"/>
                <a:cs typeface="Cambria"/>
              </a:rPr>
              <a:t>before</a:t>
            </a:r>
            <a:r>
              <a:rPr sz="2800" spc="5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that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35" dirty="0">
                <a:latin typeface="Cambria"/>
                <a:cs typeface="Cambria"/>
              </a:rPr>
              <a:t>have</a:t>
            </a:r>
            <a:r>
              <a:rPr sz="2800" spc="1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committed</a:t>
            </a:r>
            <a:r>
              <a:rPr sz="2800" spc="-2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their state</a:t>
            </a:r>
            <a:endParaRPr sz="2800" dirty="0">
              <a:latin typeface="Cambria"/>
              <a:cs typeface="Cambria"/>
            </a:endParaRPr>
          </a:p>
          <a:p>
            <a:pPr marL="698500" marR="629285" lvl="1" indent="-228600">
              <a:lnSpc>
                <a:spcPts val="2690"/>
              </a:lnSpc>
              <a:spcBef>
                <a:spcPts val="990"/>
              </a:spcBef>
              <a:buChar char="–"/>
              <a:tabLst>
                <a:tab pos="698500" algn="l"/>
              </a:tabLst>
            </a:pPr>
            <a:r>
              <a:rPr sz="2800" spc="-5" dirty="0">
                <a:latin typeface="Cambria"/>
                <a:cs typeface="Cambria"/>
              </a:rPr>
              <a:t>No</a:t>
            </a:r>
            <a:r>
              <a:rPr sz="2800" spc="10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following</a:t>
            </a:r>
            <a:r>
              <a:rPr sz="2800" spc="2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instructions</a:t>
            </a:r>
            <a:r>
              <a:rPr sz="2800" spc="15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(including</a:t>
            </a:r>
            <a:r>
              <a:rPr sz="2800" spc="30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the</a:t>
            </a:r>
            <a:r>
              <a:rPr sz="2800" spc="15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interrupting</a:t>
            </a:r>
            <a:r>
              <a:rPr sz="2800" spc="3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instruction)</a:t>
            </a:r>
            <a:r>
              <a:rPr sz="2800" spc="30" dirty="0">
                <a:latin typeface="Cambria"/>
                <a:cs typeface="Cambria"/>
              </a:rPr>
              <a:t> </a:t>
            </a:r>
            <a:r>
              <a:rPr sz="2800" spc="-35" dirty="0">
                <a:latin typeface="Cambria"/>
                <a:cs typeface="Cambria"/>
              </a:rPr>
              <a:t>have </a:t>
            </a:r>
            <a:r>
              <a:rPr sz="2800" spc="-60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modified</a:t>
            </a:r>
            <a:r>
              <a:rPr sz="2800" spc="-20" dirty="0">
                <a:latin typeface="Cambria"/>
                <a:cs typeface="Cambria"/>
              </a:rPr>
              <a:t> </a:t>
            </a:r>
            <a:r>
              <a:rPr sz="2800" spc="-25" dirty="0">
                <a:latin typeface="Cambria"/>
                <a:cs typeface="Cambria"/>
              </a:rPr>
              <a:t>any</a:t>
            </a:r>
            <a:r>
              <a:rPr sz="2800" spc="-5" dirty="0">
                <a:latin typeface="Cambria"/>
                <a:cs typeface="Cambria"/>
              </a:rPr>
              <a:t> state.</a:t>
            </a:r>
            <a:endParaRPr sz="2800" dirty="0">
              <a:latin typeface="Cambria"/>
              <a:cs typeface="Cambria"/>
            </a:endParaRPr>
          </a:p>
          <a:p>
            <a:pPr lvl="1">
              <a:lnSpc>
                <a:spcPct val="100000"/>
              </a:lnSpc>
              <a:spcBef>
                <a:spcPts val="10"/>
              </a:spcBef>
              <a:buFont typeface="Cambria"/>
              <a:buChar char="–"/>
            </a:pPr>
            <a:endParaRPr sz="4000" dirty="0">
              <a:latin typeface="Cambria"/>
              <a:cs typeface="Cambria"/>
            </a:endParaRPr>
          </a:p>
          <a:p>
            <a:pPr marL="299085" marR="5080" indent="-287020">
              <a:lnSpc>
                <a:spcPts val="2690"/>
              </a:lnSpc>
              <a:buChar char="•"/>
              <a:tabLst>
                <a:tab pos="299085" algn="l"/>
                <a:tab pos="299720" algn="l"/>
              </a:tabLst>
            </a:pPr>
            <a:r>
              <a:rPr sz="2800" spc="-5" dirty="0">
                <a:solidFill>
                  <a:srgbClr val="0462C1"/>
                </a:solidFill>
                <a:latin typeface="Cambria"/>
                <a:cs typeface="Cambria"/>
              </a:rPr>
              <a:t>Need</a:t>
            </a:r>
            <a:r>
              <a:rPr sz="2800" spc="-10" dirty="0">
                <a:solidFill>
                  <a:srgbClr val="0462C1"/>
                </a:solidFill>
                <a:latin typeface="Cambria"/>
                <a:cs typeface="Cambria"/>
              </a:rPr>
              <a:t> </a:t>
            </a:r>
            <a:r>
              <a:rPr sz="2800" spc="-45" dirty="0">
                <a:solidFill>
                  <a:srgbClr val="0462C1"/>
                </a:solidFill>
                <a:latin typeface="Cambria"/>
                <a:cs typeface="Cambria"/>
              </a:rPr>
              <a:t>way</a:t>
            </a:r>
            <a:r>
              <a:rPr sz="2800" spc="10" dirty="0">
                <a:solidFill>
                  <a:srgbClr val="0462C1"/>
                </a:solidFill>
                <a:latin typeface="Cambria"/>
                <a:cs typeface="Cambria"/>
              </a:rPr>
              <a:t> </a:t>
            </a:r>
            <a:r>
              <a:rPr sz="2800" spc="-20" dirty="0">
                <a:solidFill>
                  <a:srgbClr val="0462C1"/>
                </a:solidFill>
                <a:latin typeface="Cambria"/>
                <a:cs typeface="Cambria"/>
              </a:rPr>
              <a:t>to</a:t>
            </a:r>
            <a:r>
              <a:rPr sz="2800" spc="5" dirty="0">
                <a:solidFill>
                  <a:srgbClr val="0462C1"/>
                </a:solidFill>
                <a:latin typeface="Cambria"/>
                <a:cs typeface="Cambria"/>
              </a:rPr>
              <a:t> </a:t>
            </a:r>
            <a:r>
              <a:rPr sz="2800" spc="-15" dirty="0">
                <a:solidFill>
                  <a:srgbClr val="0462C1"/>
                </a:solidFill>
                <a:latin typeface="Cambria"/>
                <a:cs typeface="Cambria"/>
              </a:rPr>
              <a:t>resynchronize</a:t>
            </a:r>
            <a:r>
              <a:rPr sz="2800" spc="35" dirty="0">
                <a:solidFill>
                  <a:srgbClr val="0462C1"/>
                </a:solidFill>
                <a:latin typeface="Cambria"/>
                <a:cs typeface="Cambria"/>
              </a:rPr>
              <a:t> </a:t>
            </a:r>
            <a:r>
              <a:rPr sz="2800" spc="-15" dirty="0">
                <a:solidFill>
                  <a:srgbClr val="0462C1"/>
                </a:solidFill>
                <a:latin typeface="Cambria"/>
                <a:cs typeface="Cambria"/>
              </a:rPr>
              <a:t>execution</a:t>
            </a:r>
            <a:r>
              <a:rPr sz="2800" spc="-5" dirty="0">
                <a:solidFill>
                  <a:srgbClr val="0462C1"/>
                </a:solidFill>
                <a:latin typeface="Cambria"/>
                <a:cs typeface="Cambria"/>
              </a:rPr>
              <a:t> </a:t>
            </a:r>
            <a:r>
              <a:rPr sz="2800" spc="-10" dirty="0">
                <a:solidFill>
                  <a:srgbClr val="0462C1"/>
                </a:solidFill>
                <a:latin typeface="Cambria"/>
                <a:cs typeface="Cambria"/>
              </a:rPr>
              <a:t>with</a:t>
            </a:r>
            <a:r>
              <a:rPr sz="2800" spc="10" dirty="0">
                <a:solidFill>
                  <a:srgbClr val="0462C1"/>
                </a:solidFill>
                <a:latin typeface="Cambria"/>
                <a:cs typeface="Cambria"/>
              </a:rPr>
              <a:t> </a:t>
            </a:r>
            <a:r>
              <a:rPr sz="2800" spc="-5" dirty="0">
                <a:solidFill>
                  <a:srgbClr val="0462C1"/>
                </a:solidFill>
                <a:latin typeface="Cambria"/>
                <a:cs typeface="Cambria"/>
              </a:rPr>
              <a:t>instruction</a:t>
            </a:r>
            <a:r>
              <a:rPr sz="2800" spc="20" dirty="0">
                <a:solidFill>
                  <a:srgbClr val="0462C1"/>
                </a:solidFill>
                <a:latin typeface="Cambria"/>
                <a:cs typeface="Cambria"/>
              </a:rPr>
              <a:t> </a:t>
            </a:r>
            <a:r>
              <a:rPr sz="2800" spc="-10" dirty="0">
                <a:solidFill>
                  <a:srgbClr val="0462C1"/>
                </a:solidFill>
                <a:latin typeface="Cambria"/>
                <a:cs typeface="Cambria"/>
              </a:rPr>
              <a:t>stream</a:t>
            </a:r>
            <a:r>
              <a:rPr sz="2800" spc="15" dirty="0">
                <a:solidFill>
                  <a:srgbClr val="0462C1"/>
                </a:solidFill>
                <a:latin typeface="Cambria"/>
                <a:cs typeface="Cambria"/>
              </a:rPr>
              <a:t> </a:t>
            </a:r>
            <a:r>
              <a:rPr sz="2800" spc="-5" dirty="0">
                <a:solidFill>
                  <a:srgbClr val="0462C1"/>
                </a:solidFill>
                <a:latin typeface="Cambria"/>
                <a:cs typeface="Cambria"/>
              </a:rPr>
              <a:t>(I.e.</a:t>
            </a:r>
            <a:r>
              <a:rPr sz="2800" spc="10" dirty="0">
                <a:solidFill>
                  <a:srgbClr val="0462C1"/>
                </a:solidFill>
                <a:latin typeface="Cambria"/>
                <a:cs typeface="Cambria"/>
              </a:rPr>
              <a:t> </a:t>
            </a:r>
            <a:r>
              <a:rPr sz="2800" spc="-10" dirty="0">
                <a:solidFill>
                  <a:srgbClr val="0462C1"/>
                </a:solidFill>
                <a:latin typeface="Cambria"/>
                <a:cs typeface="Cambria"/>
              </a:rPr>
              <a:t>with</a:t>
            </a:r>
            <a:r>
              <a:rPr sz="2800" spc="5" dirty="0">
                <a:solidFill>
                  <a:srgbClr val="0462C1"/>
                </a:solidFill>
                <a:latin typeface="Cambria"/>
                <a:cs typeface="Cambria"/>
              </a:rPr>
              <a:t> issue- </a:t>
            </a:r>
            <a:r>
              <a:rPr sz="2800" spc="-600" dirty="0">
                <a:solidFill>
                  <a:srgbClr val="0462C1"/>
                </a:solidFill>
                <a:latin typeface="Cambria"/>
                <a:cs typeface="Cambria"/>
              </a:rPr>
              <a:t> </a:t>
            </a:r>
            <a:r>
              <a:rPr sz="2800" spc="-10" dirty="0">
                <a:solidFill>
                  <a:srgbClr val="0462C1"/>
                </a:solidFill>
                <a:latin typeface="Cambria"/>
                <a:cs typeface="Cambria"/>
              </a:rPr>
              <a:t>order)</a:t>
            </a:r>
            <a:endParaRPr sz="2800" dirty="0"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6893218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A0383-1E16-03E0-BF81-220F03085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Re-order Buffer (ROB)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12ED30-CE4B-BB7C-A52E-D3A9B2DD3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CF3B0C-B7F5-F19D-1882-6D13118EB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3</a:t>
            </a:fld>
            <a:endParaRPr lang="en-IN" dirty="0"/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90F55789-E79E-2F90-A077-9F1F2044D295}"/>
              </a:ext>
            </a:extLst>
          </p:cNvPr>
          <p:cNvSpPr txBox="1"/>
          <p:nvPr/>
        </p:nvSpPr>
        <p:spPr>
          <a:xfrm>
            <a:off x="245427" y="1286382"/>
            <a:ext cx="11701145" cy="500585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95"/>
              </a:spcBef>
              <a:buChar char="•"/>
              <a:tabLst>
                <a:tab pos="299085" algn="l"/>
                <a:tab pos="299720" algn="l"/>
              </a:tabLst>
            </a:pPr>
            <a:r>
              <a:rPr sz="2800" spc="-10" dirty="0">
                <a:latin typeface="Cambria"/>
                <a:cs typeface="Cambria"/>
              </a:rPr>
              <a:t>Out-of-order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commit: What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about</a:t>
            </a:r>
            <a:r>
              <a:rPr sz="2800" spc="10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precise </a:t>
            </a:r>
            <a:r>
              <a:rPr sz="2800" spc="-15" dirty="0">
                <a:latin typeface="Cambria"/>
                <a:cs typeface="Cambria"/>
              </a:rPr>
              <a:t>exceptions </a:t>
            </a:r>
            <a:r>
              <a:rPr sz="2800" spc="-5" dirty="0">
                <a:latin typeface="Cambria"/>
                <a:cs typeface="Cambria"/>
              </a:rPr>
              <a:t>?</a:t>
            </a:r>
            <a:endParaRPr sz="28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Cambria"/>
              <a:buChar char="•"/>
            </a:pPr>
            <a:endParaRPr sz="4000" dirty="0">
              <a:latin typeface="Cambria"/>
              <a:cs typeface="Cambria"/>
            </a:endParaRPr>
          </a:p>
          <a:p>
            <a:pPr marL="299085" indent="-287020">
              <a:lnSpc>
                <a:spcPct val="100000"/>
              </a:lnSpc>
              <a:buChar char="•"/>
              <a:tabLst>
                <a:tab pos="299085" algn="l"/>
                <a:tab pos="299720" algn="l"/>
              </a:tabLst>
            </a:pPr>
            <a:r>
              <a:rPr sz="2800" spc="-5" dirty="0">
                <a:latin typeface="Cambria"/>
                <a:cs typeface="Cambria"/>
              </a:rPr>
              <a:t>It</a:t>
            </a:r>
            <a:r>
              <a:rPr sz="2800" spc="5" dirty="0">
                <a:latin typeface="Cambria"/>
                <a:cs typeface="Cambria"/>
              </a:rPr>
              <a:t> </a:t>
            </a:r>
            <a:r>
              <a:rPr sz="2800" spc="-15" dirty="0">
                <a:latin typeface="Cambria"/>
                <a:cs typeface="Cambria"/>
              </a:rPr>
              <a:t>would</a:t>
            </a:r>
            <a:r>
              <a:rPr sz="2800" spc="1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be</a:t>
            </a:r>
            <a:r>
              <a:rPr sz="2800" spc="10" dirty="0">
                <a:latin typeface="Cambria"/>
                <a:cs typeface="Cambria"/>
              </a:rPr>
              <a:t> </a:t>
            </a:r>
            <a:r>
              <a:rPr sz="2800" spc="-15" dirty="0">
                <a:latin typeface="Cambria"/>
                <a:cs typeface="Cambria"/>
              </a:rPr>
              <a:t>great</a:t>
            </a:r>
            <a:r>
              <a:rPr sz="2800" spc="10" dirty="0">
                <a:latin typeface="Cambria"/>
                <a:cs typeface="Cambria"/>
              </a:rPr>
              <a:t> </a:t>
            </a:r>
            <a:r>
              <a:rPr sz="2800" spc="-20" dirty="0">
                <a:latin typeface="Cambria"/>
                <a:cs typeface="Cambria"/>
              </a:rPr>
              <a:t>to</a:t>
            </a:r>
            <a:r>
              <a:rPr sz="2800" spc="10" dirty="0">
                <a:latin typeface="Cambria"/>
                <a:cs typeface="Cambria"/>
              </a:rPr>
              <a:t> </a:t>
            </a:r>
            <a:r>
              <a:rPr sz="2800" spc="-35" dirty="0">
                <a:latin typeface="Cambria"/>
                <a:cs typeface="Cambria"/>
              </a:rPr>
              <a:t>have</a:t>
            </a:r>
            <a:r>
              <a:rPr sz="2800" spc="10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in-order</a:t>
            </a:r>
            <a:r>
              <a:rPr sz="2800" spc="-5" dirty="0">
                <a:latin typeface="Cambria"/>
                <a:cs typeface="Cambria"/>
              </a:rPr>
              <a:t> commit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with</a:t>
            </a:r>
            <a:r>
              <a:rPr sz="2800" spc="5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O3</a:t>
            </a:r>
            <a:r>
              <a:rPr sz="2800" spc="-10" dirty="0">
                <a:latin typeface="Cambria"/>
                <a:cs typeface="Cambria"/>
              </a:rPr>
              <a:t> </a:t>
            </a:r>
            <a:r>
              <a:rPr sz="2800" spc="-20" dirty="0">
                <a:latin typeface="Cambria"/>
                <a:cs typeface="Cambria"/>
              </a:rPr>
              <a:t>execute.</a:t>
            </a:r>
            <a:endParaRPr sz="28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Cambria"/>
              <a:buChar char="•"/>
            </a:pPr>
            <a:endParaRPr sz="4000" dirty="0">
              <a:latin typeface="Cambria"/>
              <a:cs typeface="Cambria"/>
            </a:endParaRPr>
          </a:p>
          <a:p>
            <a:pPr marL="299085" indent="-287020">
              <a:lnSpc>
                <a:spcPct val="100000"/>
              </a:lnSpc>
              <a:buChar char="•"/>
              <a:tabLst>
                <a:tab pos="299085" algn="l"/>
                <a:tab pos="299720" algn="l"/>
              </a:tabLst>
            </a:pPr>
            <a:r>
              <a:rPr sz="2800" spc="-5" dirty="0">
                <a:latin typeface="Cambria"/>
                <a:cs typeface="Cambria"/>
              </a:rPr>
              <a:t>The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process</a:t>
            </a:r>
            <a:r>
              <a:rPr sz="2800" spc="5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of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an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instruction</a:t>
            </a:r>
            <a:r>
              <a:rPr sz="2800" spc="20" dirty="0">
                <a:latin typeface="Cambria"/>
                <a:cs typeface="Cambria"/>
              </a:rPr>
              <a:t> </a:t>
            </a:r>
            <a:r>
              <a:rPr sz="2800" spc="-15" dirty="0">
                <a:latin typeface="Cambria"/>
                <a:cs typeface="Cambria"/>
              </a:rPr>
              <a:t>leaving</a:t>
            </a:r>
            <a:r>
              <a:rPr sz="2800" spc="15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the</a:t>
            </a:r>
            <a:r>
              <a:rPr sz="2800" spc="15" dirty="0">
                <a:latin typeface="Cambria"/>
                <a:cs typeface="Cambria"/>
              </a:rPr>
              <a:t> </a:t>
            </a:r>
            <a:r>
              <a:rPr sz="2800" spc="-25" dirty="0">
                <a:latin typeface="Cambria"/>
                <a:cs typeface="Cambria"/>
              </a:rPr>
              <a:t>ROB</a:t>
            </a:r>
            <a:r>
              <a:rPr sz="2800" spc="-10" dirty="0">
                <a:latin typeface="Cambria"/>
                <a:cs typeface="Cambria"/>
              </a:rPr>
              <a:t> will</a:t>
            </a:r>
            <a:r>
              <a:rPr sz="2800" spc="5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now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be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called</a:t>
            </a:r>
            <a:r>
              <a:rPr sz="2800" spc="1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as</a:t>
            </a:r>
            <a:r>
              <a:rPr sz="2800" spc="-10" dirty="0">
                <a:latin typeface="Cambria"/>
                <a:cs typeface="Cambria"/>
              </a:rPr>
              <a:t> </a:t>
            </a:r>
            <a:r>
              <a:rPr sz="2800" dirty="0">
                <a:solidFill>
                  <a:srgbClr val="C00000"/>
                </a:solidFill>
                <a:latin typeface="Cambria"/>
                <a:cs typeface="Cambria"/>
              </a:rPr>
              <a:t>commit</a:t>
            </a:r>
            <a:r>
              <a:rPr sz="2800" dirty="0">
                <a:latin typeface="Cambria"/>
                <a:cs typeface="Cambria"/>
              </a:rPr>
              <a:t>.</a:t>
            </a:r>
          </a:p>
          <a:p>
            <a:pPr>
              <a:lnSpc>
                <a:spcPct val="100000"/>
              </a:lnSpc>
              <a:spcBef>
                <a:spcPts val="45"/>
              </a:spcBef>
              <a:buFont typeface="Cambria"/>
              <a:buChar char="•"/>
            </a:pPr>
            <a:endParaRPr sz="4300" dirty="0">
              <a:latin typeface="Cambria"/>
              <a:cs typeface="Cambria"/>
            </a:endParaRPr>
          </a:p>
          <a:p>
            <a:pPr marL="299085" marR="129539" indent="-287020">
              <a:lnSpc>
                <a:spcPts val="3020"/>
              </a:lnSpc>
              <a:buChar char="•"/>
              <a:tabLst>
                <a:tab pos="299085" algn="l"/>
                <a:tab pos="299720" algn="l"/>
              </a:tabLst>
            </a:pPr>
            <a:r>
              <a:rPr sz="2800" spc="-120" dirty="0">
                <a:latin typeface="Cambria"/>
                <a:cs typeface="Cambria"/>
              </a:rPr>
              <a:t>To</a:t>
            </a:r>
            <a:r>
              <a:rPr sz="2800" spc="10" dirty="0">
                <a:latin typeface="Cambria"/>
                <a:cs typeface="Cambria"/>
              </a:rPr>
              <a:t> </a:t>
            </a:r>
            <a:r>
              <a:rPr sz="2800" spc="-20" dirty="0">
                <a:latin typeface="Cambria"/>
                <a:cs typeface="Cambria"/>
              </a:rPr>
              <a:t>preserve</a:t>
            </a:r>
            <a:r>
              <a:rPr sz="2800" spc="10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precise</a:t>
            </a:r>
            <a:r>
              <a:rPr sz="2800" spc="10" dirty="0">
                <a:latin typeface="Cambria"/>
                <a:cs typeface="Cambria"/>
              </a:rPr>
              <a:t> </a:t>
            </a:r>
            <a:r>
              <a:rPr sz="2800" spc="-15" dirty="0">
                <a:latin typeface="Cambria"/>
                <a:cs typeface="Cambria"/>
              </a:rPr>
              <a:t>exceptions,</a:t>
            </a:r>
            <a:r>
              <a:rPr sz="2800" spc="-25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a</a:t>
            </a:r>
            <a:r>
              <a:rPr sz="2800" spc="5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result</a:t>
            </a:r>
            <a:r>
              <a:rPr sz="2800" spc="15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is</a:t>
            </a:r>
            <a:r>
              <a:rPr sz="2800" spc="5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written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into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the</a:t>
            </a:r>
            <a:r>
              <a:rPr sz="2800" spc="15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register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file </a:t>
            </a:r>
            <a:r>
              <a:rPr sz="2800" spc="-20" dirty="0">
                <a:latin typeface="Cambria"/>
                <a:cs typeface="Cambria"/>
              </a:rPr>
              <a:t>only </a:t>
            </a:r>
            <a:r>
              <a:rPr sz="2800" spc="-605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when </a:t>
            </a:r>
            <a:r>
              <a:rPr sz="2800" spc="-5" dirty="0">
                <a:latin typeface="Cambria"/>
                <a:cs typeface="Cambria"/>
              </a:rPr>
              <a:t>the instruction</a:t>
            </a:r>
            <a:r>
              <a:rPr sz="2800" spc="1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commits.</a:t>
            </a:r>
            <a:endParaRPr sz="28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Cambria"/>
              <a:buChar char="•"/>
            </a:pPr>
            <a:endParaRPr sz="3950" dirty="0">
              <a:latin typeface="Cambria"/>
              <a:cs typeface="Cambria"/>
            </a:endParaRPr>
          </a:p>
          <a:p>
            <a:pPr marL="299085" indent="-287020">
              <a:lnSpc>
                <a:spcPct val="100000"/>
              </a:lnSpc>
              <a:spcBef>
                <a:spcPts val="5"/>
              </a:spcBef>
              <a:buChar char="•"/>
              <a:tabLst>
                <a:tab pos="299085" algn="l"/>
                <a:tab pos="299720" algn="l"/>
              </a:tabLst>
            </a:pPr>
            <a:r>
              <a:rPr sz="2800" spc="-5" dirty="0">
                <a:latin typeface="Cambria"/>
                <a:cs typeface="Cambria"/>
              </a:rPr>
              <a:t>Until</a:t>
            </a:r>
            <a:r>
              <a:rPr sz="2800" spc="1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then, </a:t>
            </a:r>
            <a:r>
              <a:rPr sz="2800" spc="-10" dirty="0">
                <a:latin typeface="Cambria"/>
                <a:cs typeface="Cambria"/>
              </a:rPr>
              <a:t>the</a:t>
            </a:r>
            <a:r>
              <a:rPr sz="2800" spc="10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result</a:t>
            </a:r>
            <a:r>
              <a:rPr sz="2800" spc="-5" dirty="0">
                <a:latin typeface="Cambria"/>
                <a:cs typeface="Cambria"/>
              </a:rPr>
              <a:t> is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30" dirty="0">
                <a:latin typeface="Cambria"/>
                <a:cs typeface="Cambria"/>
              </a:rPr>
              <a:t>saved</a:t>
            </a:r>
            <a:r>
              <a:rPr sz="2800" spc="5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in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a</a:t>
            </a:r>
            <a:r>
              <a:rPr sz="2800" spc="-15" dirty="0">
                <a:latin typeface="Cambria"/>
                <a:cs typeface="Cambria"/>
              </a:rPr>
              <a:t> temporary</a:t>
            </a:r>
            <a:r>
              <a:rPr sz="2800" spc="10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register</a:t>
            </a:r>
            <a:r>
              <a:rPr sz="2800" spc="-5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in</a:t>
            </a:r>
            <a:r>
              <a:rPr sz="2800" spc="-5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the</a:t>
            </a:r>
            <a:r>
              <a:rPr sz="2800" dirty="0">
                <a:latin typeface="Cambria"/>
                <a:cs typeface="Cambria"/>
              </a:rPr>
              <a:t> </a:t>
            </a:r>
            <a:r>
              <a:rPr sz="2800" spc="-20" dirty="0">
                <a:latin typeface="Cambria"/>
                <a:cs typeface="Cambria"/>
              </a:rPr>
              <a:t>ROB.</a:t>
            </a:r>
            <a:endParaRPr sz="2800" dirty="0"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6811024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6EDC8-E393-728F-FBA8-C50F47EF6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Speculative </a:t>
            </a:r>
            <a:r>
              <a:rPr lang="en-US" dirty="0" err="1"/>
              <a:t>Tomasulo</a:t>
            </a:r>
            <a:r>
              <a:rPr lang="en-US" dirty="0"/>
              <a:t> with ROB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1B67CF-09E8-9507-7908-E98DCC0C4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E20CCF-3731-6595-3C4A-28539DE93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4</a:t>
            </a:fld>
            <a:endParaRPr lang="en-IN" dirty="0"/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2D9701F2-EBC9-7B5F-9B31-14AD4AF3D537}"/>
              </a:ext>
            </a:extLst>
          </p:cNvPr>
          <p:cNvSpPr txBox="1"/>
          <p:nvPr/>
        </p:nvSpPr>
        <p:spPr>
          <a:xfrm>
            <a:off x="0" y="1172210"/>
            <a:ext cx="11891645" cy="518414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99085" indent="-287020" algn="just">
              <a:lnSpc>
                <a:spcPct val="100000"/>
              </a:lnSpc>
              <a:spcBef>
                <a:spcPts val="675"/>
              </a:spcBef>
              <a:buAutoNum type="arabicPeriod"/>
              <a:tabLst>
                <a:tab pos="299720" algn="l"/>
              </a:tabLst>
            </a:pPr>
            <a:r>
              <a:rPr lang="en-US" sz="2400" spc="-5" dirty="0">
                <a:solidFill>
                  <a:srgbClr val="0462C1"/>
                </a:solidFill>
                <a:latin typeface="Cambria"/>
                <a:cs typeface="Cambria"/>
              </a:rPr>
              <a:t>Dispatch and </a:t>
            </a:r>
            <a:r>
              <a:rPr sz="2400" spc="-5" dirty="0">
                <a:solidFill>
                  <a:srgbClr val="0462C1"/>
                </a:solidFill>
                <a:latin typeface="Cambria"/>
                <a:cs typeface="Cambria"/>
              </a:rPr>
              <a:t>Issue</a:t>
            </a:r>
            <a:r>
              <a:rPr sz="2400" spc="-5" dirty="0">
                <a:latin typeface="Cambria"/>
                <a:cs typeface="Cambria"/>
              </a:rPr>
              <a:t>—get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instruction</a:t>
            </a:r>
            <a:r>
              <a:rPr sz="2400" spc="-2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from</a:t>
            </a:r>
            <a:r>
              <a:rPr sz="2400" spc="-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Op</a:t>
            </a:r>
            <a:r>
              <a:rPr sz="2400" spc="-25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Queue</a:t>
            </a:r>
            <a:endParaRPr sz="2400" dirty="0">
              <a:latin typeface="Cambria"/>
              <a:cs typeface="Cambria"/>
            </a:endParaRPr>
          </a:p>
          <a:p>
            <a:pPr marL="698500" marR="859155" algn="just">
              <a:lnSpc>
                <a:spcPts val="2590"/>
              </a:lnSpc>
              <a:spcBef>
                <a:spcPts val="905"/>
              </a:spcBef>
            </a:pPr>
            <a:r>
              <a:rPr sz="2400" spc="-5" dirty="0">
                <a:latin typeface="Cambria"/>
                <a:cs typeface="Cambria"/>
              </a:rPr>
              <a:t>If </a:t>
            </a:r>
            <a:r>
              <a:rPr sz="2400" spc="-10" dirty="0">
                <a:latin typeface="Cambria"/>
                <a:cs typeface="Cambria"/>
              </a:rPr>
              <a:t>reservation </a:t>
            </a:r>
            <a:r>
              <a:rPr sz="2400" dirty="0">
                <a:latin typeface="Cambria"/>
                <a:cs typeface="Cambria"/>
              </a:rPr>
              <a:t>station </a:t>
            </a:r>
            <a:r>
              <a:rPr sz="2400" dirty="0">
                <a:solidFill>
                  <a:srgbClr val="C00000"/>
                </a:solidFill>
                <a:latin typeface="Cambria"/>
                <a:cs typeface="Cambria"/>
              </a:rPr>
              <a:t>and </a:t>
            </a:r>
            <a:r>
              <a:rPr sz="2400" spc="-10" dirty="0">
                <a:solidFill>
                  <a:srgbClr val="C00000"/>
                </a:solidFill>
                <a:latin typeface="Cambria"/>
                <a:cs typeface="Cambria"/>
              </a:rPr>
              <a:t>reorder buffer </a:t>
            </a:r>
            <a:r>
              <a:rPr sz="2400" dirty="0">
                <a:solidFill>
                  <a:srgbClr val="C00000"/>
                </a:solidFill>
                <a:latin typeface="Cambria"/>
                <a:cs typeface="Cambria"/>
              </a:rPr>
              <a:t>slot </a:t>
            </a:r>
            <a:r>
              <a:rPr sz="2400" spc="-5" dirty="0">
                <a:latin typeface="Cambria"/>
                <a:cs typeface="Cambria"/>
              </a:rPr>
              <a:t>free, </a:t>
            </a:r>
            <a:r>
              <a:rPr sz="2400" dirty="0">
                <a:latin typeface="Cambria"/>
                <a:cs typeface="Cambria"/>
              </a:rPr>
              <a:t>issue instr &amp; send </a:t>
            </a:r>
            <a:r>
              <a:rPr sz="2400" spc="-5" dirty="0">
                <a:latin typeface="Cambria"/>
                <a:cs typeface="Cambria"/>
              </a:rPr>
              <a:t>operands </a:t>
            </a:r>
            <a:r>
              <a:rPr sz="2400" dirty="0">
                <a:solidFill>
                  <a:srgbClr val="4471C4"/>
                </a:solidFill>
                <a:latin typeface="Cambria"/>
                <a:cs typeface="Cambria"/>
              </a:rPr>
              <a:t>&amp; </a:t>
            </a:r>
            <a:r>
              <a:rPr sz="2400" spc="-515" dirty="0">
                <a:solidFill>
                  <a:srgbClr val="4471C4"/>
                </a:solidFill>
                <a:latin typeface="Cambria"/>
                <a:cs typeface="Cambria"/>
              </a:rPr>
              <a:t> </a:t>
            </a:r>
            <a:r>
              <a:rPr sz="2400" spc="-10" dirty="0">
                <a:solidFill>
                  <a:srgbClr val="4471C4"/>
                </a:solidFill>
                <a:latin typeface="Cambria"/>
                <a:cs typeface="Cambria"/>
              </a:rPr>
              <a:t>reorder</a:t>
            </a:r>
            <a:r>
              <a:rPr sz="2400" spc="-25" dirty="0">
                <a:solidFill>
                  <a:srgbClr val="4471C4"/>
                </a:solidFill>
                <a:latin typeface="Cambria"/>
                <a:cs typeface="Cambria"/>
              </a:rPr>
              <a:t> </a:t>
            </a:r>
            <a:r>
              <a:rPr sz="2400" spc="-10" dirty="0">
                <a:solidFill>
                  <a:srgbClr val="4471C4"/>
                </a:solidFill>
                <a:latin typeface="Cambria"/>
                <a:cs typeface="Cambria"/>
              </a:rPr>
              <a:t>buffer</a:t>
            </a:r>
            <a:r>
              <a:rPr sz="2400" spc="-20" dirty="0">
                <a:solidFill>
                  <a:srgbClr val="4471C4"/>
                </a:solidFill>
                <a:latin typeface="Cambria"/>
                <a:cs typeface="Cambria"/>
              </a:rPr>
              <a:t> </a:t>
            </a:r>
            <a:r>
              <a:rPr sz="2400" spc="-5" dirty="0">
                <a:solidFill>
                  <a:srgbClr val="4471C4"/>
                </a:solidFill>
                <a:latin typeface="Cambria"/>
                <a:cs typeface="Cambria"/>
              </a:rPr>
              <a:t>no. </a:t>
            </a:r>
            <a:r>
              <a:rPr sz="2400" spc="-10" dirty="0">
                <a:solidFill>
                  <a:srgbClr val="4471C4"/>
                </a:solidFill>
                <a:latin typeface="Cambria"/>
                <a:cs typeface="Cambria"/>
              </a:rPr>
              <a:t>for</a:t>
            </a:r>
            <a:r>
              <a:rPr sz="2400" spc="-25" dirty="0">
                <a:solidFill>
                  <a:srgbClr val="4471C4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4471C4"/>
                </a:solidFill>
                <a:latin typeface="Cambria"/>
                <a:cs typeface="Cambria"/>
              </a:rPr>
              <a:t>destination</a:t>
            </a:r>
            <a:r>
              <a:rPr sz="2400" spc="-30" dirty="0">
                <a:solidFill>
                  <a:srgbClr val="4471C4"/>
                </a:solidFill>
                <a:latin typeface="Cambria"/>
                <a:cs typeface="Cambria"/>
              </a:rPr>
              <a:t> </a:t>
            </a:r>
            <a:r>
              <a:rPr sz="2400" spc="-5" dirty="0">
                <a:solidFill>
                  <a:srgbClr val="C00000"/>
                </a:solidFill>
                <a:latin typeface="Cambria"/>
                <a:cs typeface="Cambria"/>
              </a:rPr>
              <a:t>(</a:t>
            </a:r>
            <a:r>
              <a:rPr sz="2400" spc="-15" dirty="0">
                <a:solidFill>
                  <a:srgbClr val="C00000"/>
                </a:solidFill>
                <a:latin typeface="Cambria"/>
                <a:cs typeface="Cambria"/>
              </a:rPr>
              <a:t>“</a:t>
            </a:r>
            <a:r>
              <a:rPr lang="en-US" sz="2400" spc="-15" dirty="0">
                <a:solidFill>
                  <a:srgbClr val="C00000"/>
                </a:solidFill>
                <a:latin typeface="Cambria"/>
                <a:cs typeface="Cambria"/>
              </a:rPr>
              <a:t>Issue</a:t>
            </a:r>
            <a:r>
              <a:rPr sz="2400" spc="-15" dirty="0">
                <a:solidFill>
                  <a:srgbClr val="C00000"/>
                </a:solidFill>
                <a:latin typeface="Cambria"/>
                <a:cs typeface="Cambria"/>
              </a:rPr>
              <a:t>”)</a:t>
            </a:r>
            <a:r>
              <a:rPr lang="en-US" sz="2400" spc="-15" dirty="0">
                <a:solidFill>
                  <a:srgbClr val="C00000"/>
                </a:solidFill>
                <a:latin typeface="Cambria"/>
                <a:cs typeface="Cambria"/>
              </a:rPr>
              <a:t>, renaming </a:t>
            </a:r>
            <a:endParaRPr sz="2400" dirty="0">
              <a:solidFill>
                <a:srgbClr val="C00000"/>
              </a:solidFill>
              <a:latin typeface="Cambria"/>
              <a:cs typeface="Cambria"/>
            </a:endParaRPr>
          </a:p>
          <a:p>
            <a:pPr marL="299085" indent="-287020" algn="just">
              <a:lnSpc>
                <a:spcPct val="100000"/>
              </a:lnSpc>
              <a:spcBef>
                <a:spcPts val="540"/>
              </a:spcBef>
              <a:buAutoNum type="arabicPeriod" startAt="2"/>
              <a:tabLst>
                <a:tab pos="299720" algn="l"/>
              </a:tabLst>
            </a:pPr>
            <a:r>
              <a:rPr sz="2400" spc="-10" dirty="0">
                <a:solidFill>
                  <a:srgbClr val="0462C1"/>
                </a:solidFill>
                <a:latin typeface="Cambria"/>
                <a:cs typeface="Cambria"/>
              </a:rPr>
              <a:t>Execution</a:t>
            </a:r>
            <a:r>
              <a:rPr sz="2400" spc="-10" dirty="0">
                <a:latin typeface="Cambria"/>
                <a:cs typeface="Cambria"/>
              </a:rPr>
              <a:t>—operate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on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operands </a:t>
            </a:r>
            <a:r>
              <a:rPr sz="2400" dirty="0">
                <a:latin typeface="Cambria"/>
                <a:cs typeface="Cambria"/>
              </a:rPr>
              <a:t>(EX)</a:t>
            </a:r>
          </a:p>
          <a:p>
            <a:pPr marL="698500" algn="just">
              <a:lnSpc>
                <a:spcPts val="2735"/>
              </a:lnSpc>
              <a:spcBef>
                <a:spcPts val="575"/>
              </a:spcBef>
            </a:pPr>
            <a:r>
              <a:rPr sz="2400" spc="-5" dirty="0">
                <a:latin typeface="Cambria"/>
                <a:cs typeface="Cambria"/>
              </a:rPr>
              <a:t>When</a:t>
            </a:r>
            <a:r>
              <a:rPr sz="2400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both operands</a:t>
            </a:r>
            <a:r>
              <a:rPr sz="2400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ready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then</a:t>
            </a:r>
            <a:r>
              <a:rPr sz="2400" spc="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execute;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if</a:t>
            </a:r>
            <a:r>
              <a:rPr sz="2400" spc="-5" dirty="0">
                <a:latin typeface="Cambria"/>
                <a:cs typeface="Cambria"/>
              </a:rPr>
              <a:t> not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ready,</a:t>
            </a:r>
            <a:r>
              <a:rPr sz="2400" spc="-15" dirty="0">
                <a:latin typeface="Cambria"/>
                <a:cs typeface="Cambria"/>
              </a:rPr>
              <a:t> watch</a:t>
            </a:r>
            <a:r>
              <a:rPr sz="2400" spc="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CDB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for</a:t>
            </a:r>
            <a:r>
              <a:rPr sz="2400" spc="-25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result;</a:t>
            </a:r>
            <a:r>
              <a:rPr sz="2400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when</a:t>
            </a:r>
            <a:r>
              <a:rPr sz="2400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both</a:t>
            </a:r>
            <a:endParaRPr sz="2400" dirty="0">
              <a:latin typeface="Cambria"/>
              <a:cs typeface="Cambria"/>
            </a:endParaRPr>
          </a:p>
          <a:p>
            <a:pPr marL="698500" algn="just">
              <a:lnSpc>
                <a:spcPts val="2735"/>
              </a:lnSpc>
            </a:pPr>
            <a:r>
              <a:rPr sz="2400" dirty="0">
                <a:latin typeface="Cambria"/>
                <a:cs typeface="Cambria"/>
              </a:rPr>
              <a:t>in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reservation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station,</a:t>
            </a:r>
            <a:r>
              <a:rPr sz="2400" spc="-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execute;</a:t>
            </a:r>
            <a:r>
              <a:rPr sz="2400" spc="5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checks</a:t>
            </a:r>
            <a:r>
              <a:rPr sz="2400" spc="25" dirty="0">
                <a:latin typeface="Cambria"/>
                <a:cs typeface="Cambria"/>
              </a:rPr>
              <a:t> </a:t>
            </a:r>
            <a:r>
              <a:rPr sz="2400" spc="-40" dirty="0">
                <a:latin typeface="Cambria"/>
                <a:cs typeface="Cambria"/>
              </a:rPr>
              <a:t>RAW</a:t>
            </a:r>
            <a:r>
              <a:rPr sz="2400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(sometimes</a:t>
            </a:r>
            <a:r>
              <a:rPr sz="2400" spc="1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called</a:t>
            </a:r>
            <a:r>
              <a:rPr sz="2400" spc="10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“issue”)</a:t>
            </a:r>
            <a:endParaRPr sz="2400" dirty="0">
              <a:latin typeface="Cambria"/>
              <a:cs typeface="Cambria"/>
            </a:endParaRPr>
          </a:p>
          <a:p>
            <a:pPr marL="299085" indent="-287020" algn="just">
              <a:lnSpc>
                <a:spcPct val="100000"/>
              </a:lnSpc>
              <a:spcBef>
                <a:spcPts val="580"/>
              </a:spcBef>
              <a:buAutoNum type="arabicPeriod" startAt="3"/>
              <a:tabLst>
                <a:tab pos="299720" algn="l"/>
              </a:tabLst>
            </a:pPr>
            <a:r>
              <a:rPr sz="2400" spc="-20" dirty="0">
                <a:solidFill>
                  <a:srgbClr val="0462C1"/>
                </a:solidFill>
                <a:latin typeface="Cambria"/>
                <a:cs typeface="Cambria"/>
              </a:rPr>
              <a:t>Write</a:t>
            </a:r>
            <a:r>
              <a:rPr sz="2400" spc="-15" dirty="0">
                <a:solidFill>
                  <a:srgbClr val="0462C1"/>
                </a:solidFill>
                <a:latin typeface="Cambria"/>
                <a:cs typeface="Cambria"/>
              </a:rPr>
              <a:t> </a:t>
            </a:r>
            <a:r>
              <a:rPr sz="2400" spc="-5" dirty="0">
                <a:solidFill>
                  <a:srgbClr val="0462C1"/>
                </a:solidFill>
                <a:latin typeface="Cambria"/>
                <a:cs typeface="Cambria"/>
              </a:rPr>
              <a:t>result</a:t>
            </a:r>
            <a:r>
              <a:rPr sz="2400" spc="-5" dirty="0">
                <a:latin typeface="Cambria"/>
                <a:cs typeface="Cambria"/>
              </a:rPr>
              <a:t>—finish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execution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(WB)</a:t>
            </a:r>
            <a:endParaRPr sz="2400" dirty="0">
              <a:latin typeface="Cambria"/>
              <a:cs typeface="Cambria"/>
            </a:endParaRPr>
          </a:p>
          <a:p>
            <a:pPr marL="698500" algn="just">
              <a:lnSpc>
                <a:spcPts val="2735"/>
              </a:lnSpc>
              <a:spcBef>
                <a:spcPts val="575"/>
              </a:spcBef>
            </a:pPr>
            <a:r>
              <a:rPr sz="2400" spc="-20" dirty="0">
                <a:latin typeface="Cambria"/>
                <a:cs typeface="Cambria"/>
              </a:rPr>
              <a:t>Write</a:t>
            </a:r>
            <a:r>
              <a:rPr sz="2400" spc="-1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on</a:t>
            </a:r>
            <a:r>
              <a:rPr sz="2400" spc="-10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Common</a:t>
            </a:r>
            <a:r>
              <a:rPr sz="2400" spc="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Data</a:t>
            </a:r>
            <a:r>
              <a:rPr sz="2400" spc="-5" dirty="0">
                <a:latin typeface="Cambria"/>
                <a:cs typeface="Cambria"/>
              </a:rPr>
              <a:t> Bus</a:t>
            </a:r>
            <a:r>
              <a:rPr sz="2400" spc="-10" dirty="0">
                <a:latin typeface="Cambria"/>
                <a:cs typeface="Cambria"/>
              </a:rPr>
              <a:t> to</a:t>
            </a:r>
            <a:r>
              <a:rPr sz="2400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all </a:t>
            </a:r>
            <a:r>
              <a:rPr sz="2400" spc="-15" dirty="0">
                <a:latin typeface="Cambria"/>
                <a:cs typeface="Cambria"/>
              </a:rPr>
              <a:t>awaiting</a:t>
            </a:r>
            <a:r>
              <a:rPr sz="2400" spc="-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FUs</a:t>
            </a:r>
          </a:p>
          <a:p>
            <a:pPr marL="698500" algn="just">
              <a:lnSpc>
                <a:spcPts val="2735"/>
              </a:lnSpc>
            </a:pPr>
            <a:r>
              <a:rPr sz="2400" dirty="0">
                <a:solidFill>
                  <a:srgbClr val="4471C4"/>
                </a:solidFill>
                <a:latin typeface="Cambria"/>
                <a:cs typeface="Cambria"/>
              </a:rPr>
              <a:t>&amp;</a:t>
            </a:r>
            <a:r>
              <a:rPr sz="2400" spc="-15" dirty="0">
                <a:solidFill>
                  <a:srgbClr val="4471C4"/>
                </a:solidFill>
                <a:latin typeface="Cambria"/>
                <a:cs typeface="Cambria"/>
              </a:rPr>
              <a:t> </a:t>
            </a:r>
            <a:r>
              <a:rPr sz="2400" spc="-10" dirty="0">
                <a:solidFill>
                  <a:srgbClr val="4471C4"/>
                </a:solidFill>
                <a:latin typeface="Cambria"/>
                <a:cs typeface="Cambria"/>
              </a:rPr>
              <a:t>reorder </a:t>
            </a:r>
            <a:r>
              <a:rPr sz="2400" spc="-5" dirty="0">
                <a:solidFill>
                  <a:srgbClr val="4471C4"/>
                </a:solidFill>
                <a:latin typeface="Cambria"/>
                <a:cs typeface="Cambria"/>
              </a:rPr>
              <a:t>buffer</a:t>
            </a:r>
            <a:r>
              <a:rPr sz="2400" spc="-5" dirty="0">
                <a:latin typeface="Cambria"/>
                <a:cs typeface="Cambria"/>
              </a:rPr>
              <a:t>;</a:t>
            </a:r>
            <a:r>
              <a:rPr sz="2400" spc="-20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mark </a:t>
            </a:r>
            <a:r>
              <a:rPr sz="2400" spc="-10" dirty="0">
                <a:latin typeface="Cambria"/>
                <a:cs typeface="Cambria"/>
              </a:rPr>
              <a:t>reservation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station</a:t>
            </a:r>
            <a:r>
              <a:rPr sz="2400" spc="-25" dirty="0">
                <a:latin typeface="Cambria"/>
                <a:cs typeface="Cambria"/>
              </a:rPr>
              <a:t> </a:t>
            </a:r>
            <a:r>
              <a:rPr sz="2400" spc="-15" dirty="0">
                <a:latin typeface="Cambria"/>
                <a:cs typeface="Cambria"/>
              </a:rPr>
              <a:t>available.</a:t>
            </a:r>
            <a:endParaRPr sz="2400" dirty="0">
              <a:latin typeface="Cambria"/>
              <a:cs typeface="Cambria"/>
            </a:endParaRPr>
          </a:p>
          <a:p>
            <a:pPr marL="299085" indent="-287020" algn="just">
              <a:lnSpc>
                <a:spcPct val="100000"/>
              </a:lnSpc>
              <a:spcBef>
                <a:spcPts val="580"/>
              </a:spcBef>
              <a:buAutoNum type="arabicPeriod" startAt="4"/>
              <a:tabLst>
                <a:tab pos="299720" algn="l"/>
              </a:tabLst>
            </a:pPr>
            <a:r>
              <a:rPr sz="2400" spc="-5" dirty="0">
                <a:solidFill>
                  <a:srgbClr val="0462C1"/>
                </a:solidFill>
                <a:latin typeface="Cambria"/>
                <a:cs typeface="Cambria"/>
              </a:rPr>
              <a:t>Commit</a:t>
            </a:r>
            <a:r>
              <a:rPr sz="2400" spc="-5" dirty="0">
                <a:solidFill>
                  <a:srgbClr val="4471C4"/>
                </a:solidFill>
                <a:latin typeface="Cambria"/>
                <a:cs typeface="Cambria"/>
              </a:rPr>
              <a:t>—update</a:t>
            </a:r>
            <a:r>
              <a:rPr sz="2400" spc="10" dirty="0">
                <a:solidFill>
                  <a:srgbClr val="4471C4"/>
                </a:solidFill>
                <a:latin typeface="Cambria"/>
                <a:cs typeface="Cambria"/>
              </a:rPr>
              <a:t> </a:t>
            </a:r>
            <a:r>
              <a:rPr sz="2400" spc="-10" dirty="0">
                <a:solidFill>
                  <a:srgbClr val="4471C4"/>
                </a:solidFill>
                <a:latin typeface="Cambria"/>
                <a:cs typeface="Cambria"/>
              </a:rPr>
              <a:t>register</a:t>
            </a:r>
            <a:r>
              <a:rPr sz="2400" spc="-20" dirty="0">
                <a:solidFill>
                  <a:srgbClr val="4471C4"/>
                </a:solidFill>
                <a:latin typeface="Cambria"/>
                <a:cs typeface="Cambria"/>
              </a:rPr>
              <a:t> </a:t>
            </a:r>
            <a:r>
              <a:rPr sz="2400" spc="-5" dirty="0">
                <a:solidFill>
                  <a:srgbClr val="4471C4"/>
                </a:solidFill>
                <a:latin typeface="Cambria"/>
                <a:cs typeface="Cambria"/>
              </a:rPr>
              <a:t>with</a:t>
            </a:r>
            <a:r>
              <a:rPr sz="2400" spc="-20" dirty="0">
                <a:solidFill>
                  <a:srgbClr val="4471C4"/>
                </a:solidFill>
                <a:latin typeface="Cambria"/>
                <a:cs typeface="Cambria"/>
              </a:rPr>
              <a:t> </a:t>
            </a:r>
            <a:r>
              <a:rPr sz="2400" spc="-10" dirty="0">
                <a:solidFill>
                  <a:srgbClr val="4471C4"/>
                </a:solidFill>
                <a:latin typeface="Cambria"/>
                <a:cs typeface="Cambria"/>
              </a:rPr>
              <a:t>reorder</a:t>
            </a:r>
            <a:r>
              <a:rPr sz="2400" spc="-20" dirty="0">
                <a:solidFill>
                  <a:srgbClr val="4471C4"/>
                </a:solidFill>
                <a:latin typeface="Cambria"/>
                <a:cs typeface="Cambria"/>
              </a:rPr>
              <a:t> </a:t>
            </a:r>
            <a:r>
              <a:rPr sz="2400" spc="-10" dirty="0">
                <a:solidFill>
                  <a:srgbClr val="4471C4"/>
                </a:solidFill>
                <a:latin typeface="Cambria"/>
                <a:cs typeface="Cambria"/>
              </a:rPr>
              <a:t>result</a:t>
            </a:r>
            <a:endParaRPr sz="2400" dirty="0">
              <a:latin typeface="Cambria"/>
              <a:cs typeface="Cambria"/>
            </a:endParaRPr>
          </a:p>
          <a:p>
            <a:pPr marL="698500" marR="208279" algn="just">
              <a:lnSpc>
                <a:spcPct val="90000"/>
              </a:lnSpc>
              <a:spcBef>
                <a:spcPts val="865"/>
              </a:spcBef>
            </a:pPr>
            <a:r>
              <a:rPr sz="2400" spc="-5" dirty="0">
                <a:solidFill>
                  <a:srgbClr val="4471C4"/>
                </a:solidFill>
                <a:latin typeface="Cambria"/>
                <a:cs typeface="Cambria"/>
              </a:rPr>
              <a:t>When </a:t>
            </a:r>
            <a:r>
              <a:rPr sz="2400" spc="-40" dirty="0">
                <a:solidFill>
                  <a:srgbClr val="4471C4"/>
                </a:solidFill>
                <a:latin typeface="Cambria"/>
                <a:cs typeface="Cambria"/>
              </a:rPr>
              <a:t>instr. </a:t>
            </a:r>
            <a:r>
              <a:rPr sz="2400" spc="-5" dirty="0">
                <a:solidFill>
                  <a:srgbClr val="4471C4"/>
                </a:solidFill>
                <a:latin typeface="Cambria"/>
                <a:cs typeface="Cambria"/>
              </a:rPr>
              <a:t>at </a:t>
            </a:r>
            <a:r>
              <a:rPr sz="2400" dirty="0">
                <a:solidFill>
                  <a:srgbClr val="4471C4"/>
                </a:solidFill>
                <a:latin typeface="Cambria"/>
                <a:cs typeface="Cambria"/>
              </a:rPr>
              <a:t>head of </a:t>
            </a:r>
            <a:r>
              <a:rPr sz="2400" spc="-10" dirty="0">
                <a:solidFill>
                  <a:srgbClr val="4471C4"/>
                </a:solidFill>
                <a:latin typeface="Cambria"/>
                <a:cs typeface="Cambria"/>
              </a:rPr>
              <a:t>reorder buffer </a:t>
            </a:r>
            <a:r>
              <a:rPr sz="2400" dirty="0">
                <a:solidFill>
                  <a:srgbClr val="4471C4"/>
                </a:solidFill>
                <a:latin typeface="Cambria"/>
                <a:cs typeface="Cambria"/>
              </a:rPr>
              <a:t>&amp; </a:t>
            </a:r>
            <a:r>
              <a:rPr sz="2400" spc="-10" dirty="0">
                <a:solidFill>
                  <a:srgbClr val="4471C4"/>
                </a:solidFill>
                <a:latin typeface="Cambria"/>
                <a:cs typeface="Cambria"/>
              </a:rPr>
              <a:t>result </a:t>
            </a:r>
            <a:r>
              <a:rPr sz="2400" dirty="0">
                <a:solidFill>
                  <a:srgbClr val="4471C4"/>
                </a:solidFill>
                <a:latin typeface="Cambria"/>
                <a:cs typeface="Cambria"/>
              </a:rPr>
              <a:t>present, </a:t>
            </a:r>
            <a:r>
              <a:rPr sz="2400" spc="-5" dirty="0">
                <a:solidFill>
                  <a:srgbClr val="4471C4"/>
                </a:solidFill>
                <a:latin typeface="Cambria"/>
                <a:cs typeface="Cambria"/>
              </a:rPr>
              <a:t>update </a:t>
            </a:r>
            <a:r>
              <a:rPr sz="2400" spc="-10" dirty="0">
                <a:solidFill>
                  <a:srgbClr val="4471C4"/>
                </a:solidFill>
                <a:latin typeface="Cambria"/>
                <a:cs typeface="Cambria"/>
              </a:rPr>
              <a:t>register </a:t>
            </a:r>
            <a:r>
              <a:rPr sz="2400" spc="-5" dirty="0">
                <a:solidFill>
                  <a:srgbClr val="4471C4"/>
                </a:solidFill>
                <a:latin typeface="Cambria"/>
                <a:cs typeface="Cambria"/>
              </a:rPr>
              <a:t>with </a:t>
            </a:r>
            <a:r>
              <a:rPr sz="2400" spc="-10" dirty="0">
                <a:solidFill>
                  <a:srgbClr val="4471C4"/>
                </a:solidFill>
                <a:latin typeface="Cambria"/>
                <a:cs typeface="Cambria"/>
              </a:rPr>
              <a:t>result </a:t>
            </a:r>
            <a:r>
              <a:rPr sz="2400" dirty="0">
                <a:solidFill>
                  <a:srgbClr val="4471C4"/>
                </a:solidFill>
                <a:latin typeface="Cambria"/>
                <a:cs typeface="Cambria"/>
              </a:rPr>
              <a:t>(or </a:t>
            </a:r>
            <a:r>
              <a:rPr sz="2400" spc="-515" dirty="0">
                <a:solidFill>
                  <a:srgbClr val="4471C4"/>
                </a:solidFill>
                <a:latin typeface="Cambria"/>
                <a:cs typeface="Cambria"/>
              </a:rPr>
              <a:t> </a:t>
            </a:r>
            <a:r>
              <a:rPr sz="2400" spc="-15" dirty="0">
                <a:solidFill>
                  <a:srgbClr val="4471C4"/>
                </a:solidFill>
                <a:latin typeface="Cambria"/>
                <a:cs typeface="Cambria"/>
              </a:rPr>
              <a:t>store </a:t>
            </a:r>
            <a:r>
              <a:rPr sz="2400" spc="-10" dirty="0">
                <a:solidFill>
                  <a:srgbClr val="4471C4"/>
                </a:solidFill>
                <a:latin typeface="Cambria"/>
                <a:cs typeface="Cambria"/>
              </a:rPr>
              <a:t>to </a:t>
            </a:r>
            <a:r>
              <a:rPr sz="2400" spc="-5" dirty="0">
                <a:solidFill>
                  <a:srgbClr val="4471C4"/>
                </a:solidFill>
                <a:latin typeface="Cambria"/>
                <a:cs typeface="Cambria"/>
              </a:rPr>
              <a:t>memory) and </a:t>
            </a:r>
            <a:r>
              <a:rPr sz="2400" spc="-20" dirty="0">
                <a:solidFill>
                  <a:srgbClr val="4471C4"/>
                </a:solidFill>
                <a:latin typeface="Cambria"/>
                <a:cs typeface="Cambria"/>
              </a:rPr>
              <a:t>remove </a:t>
            </a:r>
            <a:r>
              <a:rPr sz="2400" dirty="0">
                <a:solidFill>
                  <a:srgbClr val="4471C4"/>
                </a:solidFill>
                <a:latin typeface="Cambria"/>
                <a:cs typeface="Cambria"/>
              </a:rPr>
              <a:t>instr </a:t>
            </a:r>
            <a:r>
              <a:rPr sz="2400" spc="-10" dirty="0">
                <a:solidFill>
                  <a:srgbClr val="4471C4"/>
                </a:solidFill>
                <a:latin typeface="Cambria"/>
                <a:cs typeface="Cambria"/>
              </a:rPr>
              <a:t>from reorder </a:t>
            </a:r>
            <a:r>
              <a:rPr sz="2400" spc="-40" dirty="0">
                <a:solidFill>
                  <a:srgbClr val="4471C4"/>
                </a:solidFill>
                <a:latin typeface="Cambria"/>
                <a:cs typeface="Cambria"/>
              </a:rPr>
              <a:t>buffer. </a:t>
            </a:r>
            <a:r>
              <a:rPr sz="2400" spc="-10" dirty="0">
                <a:solidFill>
                  <a:srgbClr val="4471C4"/>
                </a:solidFill>
                <a:latin typeface="Cambria"/>
                <a:cs typeface="Cambria"/>
              </a:rPr>
              <a:t>Mispredicted branch </a:t>
            </a:r>
            <a:r>
              <a:rPr sz="2400" spc="-5" dirty="0">
                <a:solidFill>
                  <a:srgbClr val="4471C4"/>
                </a:solidFill>
                <a:latin typeface="Cambria"/>
                <a:cs typeface="Cambria"/>
              </a:rPr>
              <a:t>flushes </a:t>
            </a:r>
            <a:r>
              <a:rPr sz="2400" spc="-515" dirty="0">
                <a:solidFill>
                  <a:srgbClr val="4471C4"/>
                </a:solidFill>
                <a:latin typeface="Cambria"/>
                <a:cs typeface="Cambria"/>
              </a:rPr>
              <a:t> </a:t>
            </a:r>
            <a:r>
              <a:rPr sz="2400" spc="-10" dirty="0">
                <a:solidFill>
                  <a:srgbClr val="4471C4"/>
                </a:solidFill>
                <a:latin typeface="Cambria"/>
                <a:cs typeface="Cambria"/>
              </a:rPr>
              <a:t>reorder</a:t>
            </a:r>
            <a:r>
              <a:rPr sz="2400" spc="-25" dirty="0">
                <a:solidFill>
                  <a:srgbClr val="4471C4"/>
                </a:solidFill>
                <a:latin typeface="Cambria"/>
                <a:cs typeface="Cambria"/>
              </a:rPr>
              <a:t> </a:t>
            </a:r>
            <a:r>
              <a:rPr sz="2400" spc="-10" dirty="0">
                <a:solidFill>
                  <a:srgbClr val="4471C4"/>
                </a:solidFill>
                <a:latin typeface="Cambria"/>
                <a:cs typeface="Cambria"/>
              </a:rPr>
              <a:t>buffer</a:t>
            </a:r>
            <a:r>
              <a:rPr sz="2400" spc="-20" dirty="0">
                <a:solidFill>
                  <a:srgbClr val="4471C4"/>
                </a:solidFill>
                <a:latin typeface="Cambria"/>
                <a:cs typeface="Cambria"/>
              </a:rPr>
              <a:t> </a:t>
            </a:r>
            <a:r>
              <a:rPr sz="2400" spc="-5" dirty="0">
                <a:solidFill>
                  <a:srgbClr val="4471C4"/>
                </a:solidFill>
                <a:latin typeface="Cambria"/>
                <a:cs typeface="Cambria"/>
              </a:rPr>
              <a:t>(sometimes</a:t>
            </a:r>
            <a:r>
              <a:rPr sz="2400" spc="20" dirty="0">
                <a:solidFill>
                  <a:srgbClr val="4471C4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4471C4"/>
                </a:solidFill>
                <a:latin typeface="Cambria"/>
                <a:cs typeface="Cambria"/>
              </a:rPr>
              <a:t>called</a:t>
            </a:r>
            <a:r>
              <a:rPr sz="2400" spc="-5" dirty="0">
                <a:solidFill>
                  <a:srgbClr val="4471C4"/>
                </a:solidFill>
                <a:latin typeface="Cambria"/>
                <a:cs typeface="Cambria"/>
              </a:rPr>
              <a:t> </a:t>
            </a:r>
            <a:r>
              <a:rPr sz="2400" spc="-10" dirty="0">
                <a:solidFill>
                  <a:srgbClr val="4471C4"/>
                </a:solidFill>
                <a:latin typeface="Cambria"/>
                <a:cs typeface="Cambria"/>
              </a:rPr>
              <a:t>“graduation”</a:t>
            </a:r>
            <a:r>
              <a:rPr lang="en-US" sz="2400" spc="-10" dirty="0">
                <a:solidFill>
                  <a:srgbClr val="4471C4"/>
                </a:solidFill>
                <a:latin typeface="Cambria"/>
                <a:cs typeface="Cambria"/>
              </a:rPr>
              <a:t> or “retire”</a:t>
            </a:r>
            <a:r>
              <a:rPr sz="2400" spc="-10" dirty="0">
                <a:solidFill>
                  <a:srgbClr val="4471C4"/>
                </a:solidFill>
                <a:latin typeface="Cambria"/>
                <a:cs typeface="Cambria"/>
              </a:rPr>
              <a:t>)</a:t>
            </a:r>
            <a:endParaRPr sz="2400" dirty="0"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42776613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2A912-2907-98EB-1D93-387D1CA0D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Issue Q + ROB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4B2480E-BD11-9CA4-29E4-6383EB61F7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780934"/>
            <a:ext cx="11548872" cy="3291429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35DE33-2A2E-D3B9-6DFA-193084D64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Advanced Computer Architecture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0F4A05-C016-DA0C-8BC7-CCC292945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8651ABE-1138-46C6-9A43-7FCD4EB2550C}" type="slidenum">
              <a:rPr lang="en-US" sz="1200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5</a:t>
            </a:fld>
            <a:endParaRPr lang="en-US" sz="1200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1893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AD2E5-FD9C-4A17-6A4C-573A9D8BA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Recovery phase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C84154-78EE-3F36-ECA1-AA7E27D5C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Advanced Computer Architecture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061378-AEDB-F622-47A1-C52CF7342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6</a:t>
            </a:fld>
            <a:endParaRPr lang="en-IN" dirty="0"/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324E43F8-639D-0880-1621-F0BF247F914D}"/>
              </a:ext>
            </a:extLst>
          </p:cNvPr>
          <p:cNvSpPr txBox="1"/>
          <p:nvPr/>
        </p:nvSpPr>
        <p:spPr>
          <a:xfrm>
            <a:off x="2275840" y="4098035"/>
            <a:ext cx="7368540" cy="1549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marR="853440" indent="-240029">
              <a:spcBef>
                <a:spcPts val="100"/>
              </a:spcBef>
              <a:buChar char="•"/>
              <a:tabLst>
                <a:tab pos="240029" algn="l"/>
              </a:tabLst>
            </a:pPr>
            <a:r>
              <a:rPr sz="2000" spc="-5" dirty="0">
                <a:solidFill>
                  <a:srgbClr val="56127A"/>
                </a:solidFill>
                <a:latin typeface="Verdana"/>
                <a:cs typeface="Verdana"/>
              </a:rPr>
              <a:t>Instructions</a:t>
            </a:r>
            <a:r>
              <a:rPr sz="2000" spc="-15" dirty="0">
                <a:solidFill>
                  <a:srgbClr val="56127A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56127A"/>
                </a:solidFill>
                <a:latin typeface="Verdana"/>
                <a:cs typeface="Verdana"/>
              </a:rPr>
              <a:t>fetched</a:t>
            </a:r>
            <a:r>
              <a:rPr sz="2000" dirty="0">
                <a:solidFill>
                  <a:srgbClr val="56127A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56127A"/>
                </a:solidFill>
                <a:latin typeface="Verdana"/>
                <a:cs typeface="Verdana"/>
              </a:rPr>
              <a:t>and decoded</a:t>
            </a:r>
            <a:r>
              <a:rPr sz="2000" dirty="0">
                <a:solidFill>
                  <a:srgbClr val="56127A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56127A"/>
                </a:solidFill>
                <a:latin typeface="Verdana"/>
                <a:cs typeface="Verdana"/>
              </a:rPr>
              <a:t>into instruction </a:t>
            </a:r>
            <a:r>
              <a:rPr sz="2000" spc="-690" dirty="0">
                <a:solidFill>
                  <a:srgbClr val="56127A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56127A"/>
                </a:solidFill>
                <a:latin typeface="Verdana"/>
                <a:cs typeface="Verdana"/>
              </a:rPr>
              <a:t>reorder</a:t>
            </a:r>
            <a:r>
              <a:rPr sz="2000" spc="-15" dirty="0">
                <a:solidFill>
                  <a:srgbClr val="56127A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56127A"/>
                </a:solidFill>
                <a:latin typeface="Verdana"/>
                <a:cs typeface="Verdana"/>
              </a:rPr>
              <a:t>buffer</a:t>
            </a:r>
            <a:r>
              <a:rPr sz="2000" spc="-10" dirty="0">
                <a:solidFill>
                  <a:srgbClr val="56127A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56127A"/>
                </a:solidFill>
                <a:latin typeface="Verdana"/>
                <a:cs typeface="Verdana"/>
              </a:rPr>
              <a:t>in-order</a:t>
            </a:r>
            <a:endParaRPr sz="2000">
              <a:latin typeface="Verdana"/>
              <a:cs typeface="Verdana"/>
            </a:endParaRPr>
          </a:p>
          <a:p>
            <a:pPr marL="239395" indent="-227329">
              <a:buChar char="•"/>
              <a:tabLst>
                <a:tab pos="240029" algn="l"/>
              </a:tabLst>
            </a:pPr>
            <a:r>
              <a:rPr sz="2000" spc="-10" dirty="0">
                <a:solidFill>
                  <a:srgbClr val="56127A"/>
                </a:solidFill>
                <a:latin typeface="Verdana"/>
                <a:cs typeface="Verdana"/>
              </a:rPr>
              <a:t>Execution</a:t>
            </a:r>
            <a:r>
              <a:rPr sz="2000" spc="-5" dirty="0">
                <a:solidFill>
                  <a:srgbClr val="56127A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56127A"/>
                </a:solidFill>
                <a:latin typeface="Verdana"/>
                <a:cs typeface="Verdana"/>
              </a:rPr>
              <a:t>is </a:t>
            </a:r>
            <a:r>
              <a:rPr sz="2000" spc="-15" dirty="0">
                <a:solidFill>
                  <a:srgbClr val="56127A"/>
                </a:solidFill>
                <a:latin typeface="Verdana"/>
                <a:cs typeface="Verdana"/>
              </a:rPr>
              <a:t>out-of-order</a:t>
            </a:r>
            <a:r>
              <a:rPr sz="2000" dirty="0">
                <a:solidFill>
                  <a:srgbClr val="56127A"/>
                </a:solidFill>
                <a:latin typeface="Verdana"/>
                <a:cs typeface="Verdana"/>
              </a:rPr>
              <a:t> (</a:t>
            </a:r>
            <a:r>
              <a:rPr sz="2000" spc="5" dirty="0">
                <a:solidFill>
                  <a:srgbClr val="56127A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56127A"/>
                </a:solidFill>
                <a:latin typeface="Symbol"/>
                <a:cs typeface="Symbol"/>
              </a:rPr>
              <a:t></a:t>
            </a:r>
            <a:r>
              <a:rPr sz="2000" spc="210" dirty="0">
                <a:solidFill>
                  <a:srgbClr val="56127A"/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rgbClr val="56127A"/>
                </a:solidFill>
                <a:latin typeface="Verdana"/>
                <a:cs typeface="Verdana"/>
              </a:rPr>
              <a:t>out-of-order</a:t>
            </a:r>
            <a:r>
              <a:rPr sz="2000" dirty="0">
                <a:solidFill>
                  <a:srgbClr val="56127A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56127A"/>
                </a:solidFill>
                <a:latin typeface="Verdana"/>
                <a:cs typeface="Verdana"/>
              </a:rPr>
              <a:t>completion)</a:t>
            </a:r>
            <a:endParaRPr sz="2000">
              <a:latin typeface="Verdana"/>
              <a:cs typeface="Verdana"/>
            </a:endParaRPr>
          </a:p>
          <a:p>
            <a:pPr marL="240029" marR="5080" indent="-240029">
              <a:buFont typeface="Verdana"/>
              <a:buChar char="•"/>
              <a:tabLst>
                <a:tab pos="240029" algn="l"/>
              </a:tabLst>
            </a:pPr>
            <a:r>
              <a:rPr sz="2000" i="1" spc="-5" dirty="0">
                <a:solidFill>
                  <a:srgbClr val="56127A"/>
                </a:solidFill>
                <a:latin typeface="Verdana"/>
                <a:cs typeface="Verdana"/>
              </a:rPr>
              <a:t>Commit </a:t>
            </a:r>
            <a:r>
              <a:rPr sz="2000" spc="-5" dirty="0">
                <a:solidFill>
                  <a:srgbClr val="56127A"/>
                </a:solidFill>
                <a:latin typeface="Verdana"/>
                <a:cs typeface="Verdana"/>
              </a:rPr>
              <a:t>(write-back</a:t>
            </a:r>
            <a:r>
              <a:rPr sz="2000" spc="5" dirty="0">
                <a:solidFill>
                  <a:srgbClr val="56127A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56127A"/>
                </a:solidFill>
                <a:latin typeface="Verdana"/>
                <a:cs typeface="Verdana"/>
              </a:rPr>
              <a:t>to</a:t>
            </a:r>
            <a:r>
              <a:rPr sz="2000" dirty="0">
                <a:solidFill>
                  <a:srgbClr val="56127A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56127A"/>
                </a:solidFill>
                <a:latin typeface="Verdana"/>
                <a:cs typeface="Verdana"/>
              </a:rPr>
              <a:t>architectural</a:t>
            </a:r>
            <a:r>
              <a:rPr sz="2000" dirty="0">
                <a:solidFill>
                  <a:srgbClr val="56127A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56127A"/>
                </a:solidFill>
                <a:latin typeface="Verdana"/>
                <a:cs typeface="Verdana"/>
              </a:rPr>
              <a:t>state, </a:t>
            </a:r>
            <a:r>
              <a:rPr sz="2000" spc="-30" dirty="0">
                <a:solidFill>
                  <a:srgbClr val="56127A"/>
                </a:solidFill>
                <a:latin typeface="Verdana"/>
                <a:cs typeface="Verdana"/>
              </a:rPr>
              <a:t>i.e.,</a:t>
            </a:r>
            <a:r>
              <a:rPr sz="2000" spc="-5" dirty="0">
                <a:solidFill>
                  <a:srgbClr val="56127A"/>
                </a:solidFill>
                <a:latin typeface="Verdana"/>
                <a:cs typeface="Verdana"/>
              </a:rPr>
              <a:t> regfile</a:t>
            </a:r>
            <a:r>
              <a:rPr sz="2000" spc="-10" dirty="0">
                <a:solidFill>
                  <a:srgbClr val="56127A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56127A"/>
                </a:solidFill>
                <a:latin typeface="Verdana"/>
                <a:cs typeface="Verdana"/>
              </a:rPr>
              <a:t>&amp; </a:t>
            </a:r>
            <a:r>
              <a:rPr sz="2000" spc="-685" dirty="0">
                <a:solidFill>
                  <a:srgbClr val="56127A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56127A"/>
                </a:solidFill>
                <a:latin typeface="Verdana"/>
                <a:cs typeface="Verdana"/>
              </a:rPr>
              <a:t>memory) </a:t>
            </a:r>
            <a:r>
              <a:rPr sz="2000" dirty="0">
                <a:solidFill>
                  <a:srgbClr val="56127A"/>
                </a:solidFill>
                <a:latin typeface="Verdana"/>
                <a:cs typeface="Verdana"/>
              </a:rPr>
              <a:t>is</a:t>
            </a:r>
            <a:r>
              <a:rPr sz="2000" spc="-10" dirty="0">
                <a:solidFill>
                  <a:srgbClr val="56127A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56127A"/>
                </a:solidFill>
                <a:latin typeface="Verdana"/>
                <a:cs typeface="Verdana"/>
              </a:rPr>
              <a:t>in-order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A1AD9E68-8942-1C0C-D2A5-09E5EF67C143}"/>
              </a:ext>
            </a:extLst>
          </p:cNvPr>
          <p:cNvSpPr txBox="1"/>
          <p:nvPr/>
        </p:nvSpPr>
        <p:spPr>
          <a:xfrm>
            <a:off x="2311400" y="5781039"/>
            <a:ext cx="7848600" cy="661720"/>
          </a:xfrm>
          <a:prstGeom prst="rect">
            <a:avLst/>
          </a:prstGeom>
          <a:ln w="6350">
            <a:solidFill>
              <a:srgbClr val="FF0000"/>
            </a:solidFill>
          </a:ln>
        </p:spPr>
        <p:txBody>
          <a:bodyPr vert="horz" wrap="square" lIns="0" tIns="45720" rIns="0" bIns="0" rtlCol="0">
            <a:spAutoFit/>
          </a:bodyPr>
          <a:lstStyle/>
          <a:p>
            <a:pPr marL="91440" marR="445770">
              <a:spcBef>
                <a:spcPts val="360"/>
              </a:spcBef>
            </a:pPr>
            <a:r>
              <a:rPr sz="2000" i="1" spc="-5" dirty="0">
                <a:latin typeface="Verdana"/>
                <a:cs typeface="Verdana"/>
              </a:rPr>
              <a:t>Temporary storage needed to hold results before commit </a:t>
            </a:r>
            <a:r>
              <a:rPr sz="2000" i="1" spc="-690" dirty="0">
                <a:latin typeface="Verdana"/>
                <a:cs typeface="Verdana"/>
              </a:rPr>
              <a:t> </a:t>
            </a:r>
            <a:r>
              <a:rPr sz="2000" i="1" spc="-5" dirty="0">
                <a:latin typeface="Verdana"/>
                <a:cs typeface="Verdana"/>
              </a:rPr>
              <a:t>(shadow</a:t>
            </a:r>
            <a:r>
              <a:rPr sz="2000" i="1" spc="-10" dirty="0">
                <a:latin typeface="Verdana"/>
                <a:cs typeface="Verdana"/>
              </a:rPr>
              <a:t> </a:t>
            </a:r>
            <a:r>
              <a:rPr sz="2000" i="1" spc="-5" dirty="0">
                <a:latin typeface="Verdana"/>
                <a:cs typeface="Verdana"/>
              </a:rPr>
              <a:t>registers</a:t>
            </a:r>
            <a:r>
              <a:rPr sz="2000" i="1" spc="-10" dirty="0">
                <a:latin typeface="Verdana"/>
                <a:cs typeface="Verdana"/>
              </a:rPr>
              <a:t> </a:t>
            </a:r>
            <a:r>
              <a:rPr sz="2000" i="1" spc="-5" dirty="0">
                <a:latin typeface="Verdana"/>
                <a:cs typeface="Verdana"/>
              </a:rPr>
              <a:t>and store</a:t>
            </a:r>
            <a:r>
              <a:rPr sz="2000" i="1" spc="-10" dirty="0">
                <a:latin typeface="Verdana"/>
                <a:cs typeface="Verdana"/>
              </a:rPr>
              <a:t> </a:t>
            </a:r>
            <a:r>
              <a:rPr sz="2000" i="1" spc="-5" dirty="0">
                <a:latin typeface="Verdana"/>
                <a:cs typeface="Verdana"/>
              </a:rPr>
              <a:t>buffers)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1AFDD19F-5D43-2494-56FA-0AB6A4261111}"/>
              </a:ext>
            </a:extLst>
          </p:cNvPr>
          <p:cNvSpPr txBox="1"/>
          <p:nvPr/>
        </p:nvSpPr>
        <p:spPr>
          <a:xfrm>
            <a:off x="2057400" y="1676400"/>
            <a:ext cx="990600" cy="537326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227329" rIns="0" bIns="0" rtlCol="0">
            <a:spAutoFit/>
          </a:bodyPr>
          <a:lstStyle/>
          <a:p>
            <a:pPr marL="153670">
              <a:spcBef>
                <a:spcPts val="1789"/>
              </a:spcBef>
            </a:pPr>
            <a:r>
              <a:rPr sz="2000" spc="-15" dirty="0">
                <a:latin typeface="Verdana"/>
                <a:cs typeface="Verdana"/>
              </a:rPr>
              <a:t>Fetch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9" name="object 6">
            <a:extLst>
              <a:ext uri="{FF2B5EF4-FFF2-40B4-BE49-F238E27FC236}">
                <a16:creationId xmlns:a16="http://schemas.microsoft.com/office/drawing/2014/main" id="{81323139-A9BE-CF24-6E60-EB6B24DF79BD}"/>
              </a:ext>
            </a:extLst>
          </p:cNvPr>
          <p:cNvSpPr/>
          <p:nvPr/>
        </p:nvSpPr>
        <p:spPr>
          <a:xfrm>
            <a:off x="3581400" y="1676400"/>
            <a:ext cx="1219200" cy="762000"/>
          </a:xfrm>
          <a:custGeom>
            <a:avLst/>
            <a:gdLst/>
            <a:ahLst/>
            <a:cxnLst/>
            <a:rect l="l" t="t" r="r" b="b"/>
            <a:pathLst>
              <a:path w="1219200" h="762000">
                <a:moveTo>
                  <a:pt x="0" y="0"/>
                </a:moveTo>
                <a:lnTo>
                  <a:pt x="1219200" y="0"/>
                </a:lnTo>
                <a:lnTo>
                  <a:pt x="12192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7">
            <a:extLst>
              <a:ext uri="{FF2B5EF4-FFF2-40B4-BE49-F238E27FC236}">
                <a16:creationId xmlns:a16="http://schemas.microsoft.com/office/drawing/2014/main" id="{FC1F9906-B37D-4AA1-1EA1-F725787652D6}"/>
              </a:ext>
            </a:extLst>
          </p:cNvPr>
          <p:cNvSpPr txBox="1"/>
          <p:nvPr/>
        </p:nvSpPr>
        <p:spPr>
          <a:xfrm>
            <a:off x="3707606" y="1891284"/>
            <a:ext cx="96774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5" dirty="0">
                <a:latin typeface="Verdana"/>
                <a:cs typeface="Verdana"/>
              </a:rPr>
              <a:t>Deco</a:t>
            </a:r>
            <a:r>
              <a:rPr sz="2000" dirty="0">
                <a:latin typeface="Verdana"/>
                <a:cs typeface="Verdana"/>
              </a:rPr>
              <a:t>de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1" name="object 8">
            <a:extLst>
              <a:ext uri="{FF2B5EF4-FFF2-40B4-BE49-F238E27FC236}">
                <a16:creationId xmlns:a16="http://schemas.microsoft.com/office/drawing/2014/main" id="{3C7FF643-39FB-7818-1FA0-35D92D6CC266}"/>
              </a:ext>
            </a:extLst>
          </p:cNvPr>
          <p:cNvSpPr/>
          <p:nvPr/>
        </p:nvSpPr>
        <p:spPr>
          <a:xfrm>
            <a:off x="6096000" y="2895601"/>
            <a:ext cx="1219200" cy="504825"/>
          </a:xfrm>
          <a:custGeom>
            <a:avLst/>
            <a:gdLst/>
            <a:ahLst/>
            <a:cxnLst/>
            <a:rect l="l" t="t" r="r" b="b"/>
            <a:pathLst>
              <a:path w="1219200" h="504825">
                <a:moveTo>
                  <a:pt x="0" y="0"/>
                </a:moveTo>
                <a:lnTo>
                  <a:pt x="1219200" y="0"/>
                </a:lnTo>
                <a:lnTo>
                  <a:pt x="1219200" y="504825"/>
                </a:lnTo>
                <a:lnTo>
                  <a:pt x="0" y="504825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9">
            <a:extLst>
              <a:ext uri="{FF2B5EF4-FFF2-40B4-BE49-F238E27FC236}">
                <a16:creationId xmlns:a16="http://schemas.microsoft.com/office/drawing/2014/main" id="{BD180E18-BF76-66E3-4DE4-1CB4984E63D3}"/>
              </a:ext>
            </a:extLst>
          </p:cNvPr>
          <p:cNvSpPr txBox="1"/>
          <p:nvPr/>
        </p:nvSpPr>
        <p:spPr>
          <a:xfrm>
            <a:off x="6191947" y="2982467"/>
            <a:ext cx="102743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5" dirty="0">
                <a:latin typeface="Verdana"/>
                <a:cs typeface="Verdana"/>
              </a:rPr>
              <a:t>E</a:t>
            </a:r>
            <a:r>
              <a:rPr sz="2000" spc="-20" dirty="0">
                <a:latin typeface="Verdana"/>
                <a:cs typeface="Verdana"/>
              </a:rPr>
              <a:t>x</a:t>
            </a:r>
            <a:r>
              <a:rPr sz="2000" spc="-5" dirty="0">
                <a:latin typeface="Verdana"/>
                <a:cs typeface="Verdana"/>
              </a:rPr>
              <a:t>e</a:t>
            </a:r>
            <a:r>
              <a:rPr sz="2000" spc="-10" dirty="0">
                <a:latin typeface="Verdana"/>
                <a:cs typeface="Verdana"/>
              </a:rPr>
              <a:t>c</a:t>
            </a:r>
            <a:r>
              <a:rPr sz="2000" spc="-5" dirty="0">
                <a:latin typeface="Verdana"/>
                <a:cs typeface="Verdana"/>
              </a:rPr>
              <a:t>ute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3" name="object 10">
            <a:extLst>
              <a:ext uri="{FF2B5EF4-FFF2-40B4-BE49-F238E27FC236}">
                <a16:creationId xmlns:a16="http://schemas.microsoft.com/office/drawing/2014/main" id="{4143BE72-5B95-1C9A-D872-2239B9DFFDC8}"/>
              </a:ext>
            </a:extLst>
          </p:cNvPr>
          <p:cNvSpPr txBox="1"/>
          <p:nvPr/>
        </p:nvSpPr>
        <p:spPr>
          <a:xfrm>
            <a:off x="8610600" y="1600200"/>
            <a:ext cx="1295400" cy="537326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227329" rIns="0" bIns="0" rtlCol="0">
            <a:spAutoFit/>
          </a:bodyPr>
          <a:lstStyle/>
          <a:p>
            <a:pPr marL="149225">
              <a:spcBef>
                <a:spcPts val="1789"/>
              </a:spcBef>
            </a:pPr>
            <a:r>
              <a:rPr sz="2000" spc="-5" dirty="0">
                <a:latin typeface="Verdana"/>
                <a:cs typeface="Verdana"/>
              </a:rPr>
              <a:t>Commit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14" name="object 11">
            <a:extLst>
              <a:ext uri="{FF2B5EF4-FFF2-40B4-BE49-F238E27FC236}">
                <a16:creationId xmlns:a16="http://schemas.microsoft.com/office/drawing/2014/main" id="{2CE277C0-8381-35A1-0D20-81AE4B73ED5E}"/>
              </a:ext>
            </a:extLst>
          </p:cNvPr>
          <p:cNvGrpSpPr/>
          <p:nvPr/>
        </p:nvGrpSpPr>
        <p:grpSpPr>
          <a:xfrm>
            <a:off x="3048000" y="1663700"/>
            <a:ext cx="4813300" cy="711200"/>
            <a:chOff x="1524000" y="1663700"/>
            <a:chExt cx="4813300" cy="711200"/>
          </a:xfrm>
        </p:grpSpPr>
        <p:sp>
          <p:nvSpPr>
            <p:cNvPr id="15" name="object 12">
              <a:extLst>
                <a:ext uri="{FF2B5EF4-FFF2-40B4-BE49-F238E27FC236}">
                  <a16:creationId xmlns:a16="http://schemas.microsoft.com/office/drawing/2014/main" id="{FD636B66-E924-4CE7-375C-34AD5ACAB0D5}"/>
                </a:ext>
              </a:extLst>
            </p:cNvPr>
            <p:cNvSpPr/>
            <p:nvPr/>
          </p:nvSpPr>
          <p:spPr>
            <a:xfrm>
              <a:off x="1524000" y="1924062"/>
              <a:ext cx="2438400" cy="190500"/>
            </a:xfrm>
            <a:custGeom>
              <a:avLst/>
              <a:gdLst/>
              <a:ahLst/>
              <a:cxnLst/>
              <a:rect l="l" t="t" r="r" b="b"/>
              <a:pathLst>
                <a:path w="2438400" h="190500">
                  <a:moveTo>
                    <a:pt x="533400" y="57150"/>
                  </a:moveTo>
                  <a:lnTo>
                    <a:pt x="419100" y="0"/>
                  </a:lnTo>
                  <a:lnTo>
                    <a:pt x="419100" y="38100"/>
                  </a:lnTo>
                  <a:lnTo>
                    <a:pt x="0" y="38087"/>
                  </a:lnTo>
                  <a:lnTo>
                    <a:pt x="0" y="76187"/>
                  </a:lnTo>
                  <a:lnTo>
                    <a:pt x="419100" y="76200"/>
                  </a:lnTo>
                  <a:lnTo>
                    <a:pt x="419100" y="114300"/>
                  </a:lnTo>
                  <a:lnTo>
                    <a:pt x="495300" y="76200"/>
                  </a:lnTo>
                  <a:lnTo>
                    <a:pt x="438150" y="76200"/>
                  </a:lnTo>
                  <a:lnTo>
                    <a:pt x="495300" y="76187"/>
                  </a:lnTo>
                  <a:lnTo>
                    <a:pt x="533400" y="57150"/>
                  </a:lnTo>
                  <a:close/>
                </a:path>
                <a:path w="2438400" h="190500">
                  <a:moveTo>
                    <a:pt x="2438400" y="133350"/>
                  </a:moveTo>
                  <a:lnTo>
                    <a:pt x="2324100" y="76200"/>
                  </a:lnTo>
                  <a:lnTo>
                    <a:pt x="2324100" y="114300"/>
                  </a:lnTo>
                  <a:lnTo>
                    <a:pt x="1752600" y="114287"/>
                  </a:lnTo>
                  <a:lnTo>
                    <a:pt x="1752600" y="152387"/>
                  </a:lnTo>
                  <a:lnTo>
                    <a:pt x="2324100" y="152400"/>
                  </a:lnTo>
                  <a:lnTo>
                    <a:pt x="2324100" y="190500"/>
                  </a:lnTo>
                  <a:lnTo>
                    <a:pt x="2400300" y="152400"/>
                  </a:lnTo>
                  <a:lnTo>
                    <a:pt x="2343150" y="152400"/>
                  </a:lnTo>
                  <a:lnTo>
                    <a:pt x="2400300" y="152387"/>
                  </a:lnTo>
                  <a:lnTo>
                    <a:pt x="2438400" y="1333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3">
              <a:extLst>
                <a:ext uri="{FF2B5EF4-FFF2-40B4-BE49-F238E27FC236}">
                  <a16:creationId xmlns:a16="http://schemas.microsoft.com/office/drawing/2014/main" id="{F69688D9-F286-A1D8-6C84-A1F13F815964}"/>
                </a:ext>
              </a:extLst>
            </p:cNvPr>
            <p:cNvSpPr/>
            <p:nvPr/>
          </p:nvSpPr>
          <p:spPr>
            <a:xfrm>
              <a:off x="3962400" y="1676400"/>
              <a:ext cx="2362200" cy="685800"/>
            </a:xfrm>
            <a:custGeom>
              <a:avLst/>
              <a:gdLst/>
              <a:ahLst/>
              <a:cxnLst/>
              <a:rect l="l" t="t" r="r" b="b"/>
              <a:pathLst>
                <a:path w="2362200" h="685800">
                  <a:moveTo>
                    <a:pt x="0" y="0"/>
                  </a:moveTo>
                  <a:lnTo>
                    <a:pt x="2362200" y="0"/>
                  </a:lnTo>
                  <a:lnTo>
                    <a:pt x="23622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4">
            <a:extLst>
              <a:ext uri="{FF2B5EF4-FFF2-40B4-BE49-F238E27FC236}">
                <a16:creationId xmlns:a16="http://schemas.microsoft.com/office/drawing/2014/main" id="{BEFA012B-A882-186C-49CE-0886ECD125D7}"/>
              </a:ext>
            </a:extLst>
          </p:cNvPr>
          <p:cNvSpPr txBox="1"/>
          <p:nvPr/>
        </p:nvSpPr>
        <p:spPr>
          <a:xfrm>
            <a:off x="5724460" y="1854708"/>
            <a:ext cx="188722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15" dirty="0">
                <a:latin typeface="Verdana"/>
                <a:cs typeface="Verdana"/>
              </a:rPr>
              <a:t>Reorder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Buffer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18" name="object 15">
            <a:extLst>
              <a:ext uri="{FF2B5EF4-FFF2-40B4-BE49-F238E27FC236}">
                <a16:creationId xmlns:a16="http://schemas.microsoft.com/office/drawing/2014/main" id="{5A86F7CA-6629-7F9C-2CB1-6226C02EC6C6}"/>
              </a:ext>
            </a:extLst>
          </p:cNvPr>
          <p:cNvGrpSpPr/>
          <p:nvPr/>
        </p:nvGrpSpPr>
        <p:grpSpPr>
          <a:xfrm>
            <a:off x="3048000" y="2000251"/>
            <a:ext cx="5562600" cy="1433830"/>
            <a:chOff x="1524000" y="2000251"/>
            <a:chExt cx="5562600" cy="1433830"/>
          </a:xfrm>
        </p:grpSpPr>
        <p:sp>
          <p:nvSpPr>
            <p:cNvPr id="19" name="object 16">
              <a:extLst>
                <a:ext uri="{FF2B5EF4-FFF2-40B4-BE49-F238E27FC236}">
                  <a16:creationId xmlns:a16="http://schemas.microsoft.com/office/drawing/2014/main" id="{84130A66-40E8-82CD-61BE-C53CF948AF91}"/>
                </a:ext>
              </a:extLst>
            </p:cNvPr>
            <p:cNvSpPr/>
            <p:nvPr/>
          </p:nvSpPr>
          <p:spPr>
            <a:xfrm>
              <a:off x="4743450" y="2000262"/>
              <a:ext cx="2343150" cy="1123950"/>
            </a:xfrm>
            <a:custGeom>
              <a:avLst/>
              <a:gdLst/>
              <a:ahLst/>
              <a:cxnLst/>
              <a:rect l="l" t="t" r="r" b="b"/>
              <a:pathLst>
                <a:path w="2343150" h="1123950">
                  <a:moveTo>
                    <a:pt x="114300" y="781037"/>
                  </a:moveTo>
                  <a:lnTo>
                    <a:pt x="76200" y="781037"/>
                  </a:lnTo>
                  <a:lnTo>
                    <a:pt x="76200" y="361937"/>
                  </a:lnTo>
                  <a:lnTo>
                    <a:pt x="38100" y="361937"/>
                  </a:lnTo>
                  <a:lnTo>
                    <a:pt x="38100" y="781037"/>
                  </a:lnTo>
                  <a:lnTo>
                    <a:pt x="0" y="781037"/>
                  </a:lnTo>
                  <a:lnTo>
                    <a:pt x="57150" y="895337"/>
                  </a:lnTo>
                  <a:lnTo>
                    <a:pt x="104775" y="800087"/>
                  </a:lnTo>
                  <a:lnTo>
                    <a:pt x="114300" y="781037"/>
                  </a:lnTo>
                  <a:close/>
                </a:path>
                <a:path w="2343150" h="1123950">
                  <a:moveTo>
                    <a:pt x="876300" y="476237"/>
                  </a:moveTo>
                  <a:lnTo>
                    <a:pt x="866775" y="457187"/>
                  </a:lnTo>
                  <a:lnTo>
                    <a:pt x="819150" y="361937"/>
                  </a:lnTo>
                  <a:lnTo>
                    <a:pt x="762000" y="476237"/>
                  </a:lnTo>
                  <a:lnTo>
                    <a:pt x="800100" y="476237"/>
                  </a:lnTo>
                  <a:lnTo>
                    <a:pt x="800100" y="895337"/>
                  </a:lnTo>
                  <a:lnTo>
                    <a:pt x="838200" y="895337"/>
                  </a:lnTo>
                  <a:lnTo>
                    <a:pt x="838200" y="476237"/>
                  </a:lnTo>
                  <a:lnTo>
                    <a:pt x="876300" y="476237"/>
                  </a:lnTo>
                  <a:close/>
                </a:path>
                <a:path w="2343150" h="1123950">
                  <a:moveTo>
                    <a:pt x="2343150" y="57150"/>
                  </a:moveTo>
                  <a:lnTo>
                    <a:pt x="2228850" y="0"/>
                  </a:lnTo>
                  <a:lnTo>
                    <a:pt x="2228850" y="38100"/>
                  </a:lnTo>
                  <a:lnTo>
                    <a:pt x="1581150" y="38087"/>
                  </a:lnTo>
                  <a:lnTo>
                    <a:pt x="1581150" y="76187"/>
                  </a:lnTo>
                  <a:lnTo>
                    <a:pt x="1873250" y="76200"/>
                  </a:lnTo>
                  <a:lnTo>
                    <a:pt x="1873250" y="1047737"/>
                  </a:lnTo>
                  <a:lnTo>
                    <a:pt x="1847850" y="1047737"/>
                  </a:lnTo>
                  <a:lnTo>
                    <a:pt x="1885950" y="1123937"/>
                  </a:lnTo>
                  <a:lnTo>
                    <a:pt x="1917700" y="1060437"/>
                  </a:lnTo>
                  <a:lnTo>
                    <a:pt x="1924050" y="1047737"/>
                  </a:lnTo>
                  <a:lnTo>
                    <a:pt x="1898650" y="1047737"/>
                  </a:lnTo>
                  <a:lnTo>
                    <a:pt x="1898650" y="76200"/>
                  </a:lnTo>
                  <a:lnTo>
                    <a:pt x="2228850" y="76200"/>
                  </a:lnTo>
                  <a:lnTo>
                    <a:pt x="2228850" y="114300"/>
                  </a:lnTo>
                  <a:lnTo>
                    <a:pt x="2305050" y="76200"/>
                  </a:lnTo>
                  <a:lnTo>
                    <a:pt x="2247900" y="76200"/>
                  </a:lnTo>
                  <a:lnTo>
                    <a:pt x="2305050" y="76187"/>
                  </a:lnTo>
                  <a:lnTo>
                    <a:pt x="2343150" y="571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17">
              <a:extLst>
                <a:ext uri="{FF2B5EF4-FFF2-40B4-BE49-F238E27FC236}">
                  <a16:creationId xmlns:a16="http://schemas.microsoft.com/office/drawing/2014/main" id="{BFCE5F8D-2D8A-BBCE-4910-6A2DF042FA7D}"/>
                </a:ext>
              </a:extLst>
            </p:cNvPr>
            <p:cNvSpPr/>
            <p:nvPr/>
          </p:nvSpPr>
          <p:spPr>
            <a:xfrm>
              <a:off x="1524000" y="2343251"/>
              <a:ext cx="4956810" cy="1090930"/>
            </a:xfrm>
            <a:custGeom>
              <a:avLst/>
              <a:gdLst/>
              <a:ahLst/>
              <a:cxnLst/>
              <a:rect l="l" t="t" r="r" b="b"/>
              <a:pathLst>
                <a:path w="4956810" h="1090929">
                  <a:moveTo>
                    <a:pt x="4801552" y="1081087"/>
                  </a:moveTo>
                  <a:lnTo>
                    <a:pt x="75577" y="105892"/>
                  </a:lnTo>
                  <a:lnTo>
                    <a:pt x="76111" y="103327"/>
                  </a:lnTo>
                  <a:lnTo>
                    <a:pt x="82321" y="73240"/>
                  </a:lnTo>
                  <a:lnTo>
                    <a:pt x="0" y="95148"/>
                  </a:lnTo>
                  <a:lnTo>
                    <a:pt x="66916" y="147866"/>
                  </a:lnTo>
                  <a:lnTo>
                    <a:pt x="73660" y="115214"/>
                  </a:lnTo>
                  <a:lnTo>
                    <a:pt x="4799635" y="1090422"/>
                  </a:lnTo>
                  <a:lnTo>
                    <a:pt x="4801552" y="1081087"/>
                  </a:lnTo>
                  <a:close/>
                </a:path>
                <a:path w="4956810" h="1090929">
                  <a:moveTo>
                    <a:pt x="4877917" y="776325"/>
                  </a:moveTo>
                  <a:lnTo>
                    <a:pt x="1827745" y="32385"/>
                  </a:lnTo>
                  <a:lnTo>
                    <a:pt x="1828482" y="29375"/>
                  </a:lnTo>
                  <a:lnTo>
                    <a:pt x="1835658" y="0"/>
                  </a:lnTo>
                  <a:lnTo>
                    <a:pt x="1752600" y="18948"/>
                  </a:lnTo>
                  <a:lnTo>
                    <a:pt x="1817598" y="74028"/>
                  </a:lnTo>
                  <a:lnTo>
                    <a:pt x="1825498" y="41643"/>
                  </a:lnTo>
                  <a:lnTo>
                    <a:pt x="4875669" y="785583"/>
                  </a:lnTo>
                  <a:lnTo>
                    <a:pt x="4877917" y="776325"/>
                  </a:lnTo>
                  <a:close/>
                </a:path>
                <a:path w="4956810" h="1090929">
                  <a:moveTo>
                    <a:pt x="4956365" y="701382"/>
                  </a:moveTo>
                  <a:lnTo>
                    <a:pt x="4400639" y="145669"/>
                  </a:lnTo>
                  <a:lnTo>
                    <a:pt x="4409618" y="136690"/>
                  </a:lnTo>
                  <a:lnTo>
                    <a:pt x="4424223" y="122097"/>
                  </a:lnTo>
                  <a:lnTo>
                    <a:pt x="4343400" y="95148"/>
                  </a:lnTo>
                  <a:lnTo>
                    <a:pt x="4370336" y="175971"/>
                  </a:lnTo>
                  <a:lnTo>
                    <a:pt x="4393908" y="152400"/>
                  </a:lnTo>
                  <a:lnTo>
                    <a:pt x="4949622" y="708126"/>
                  </a:lnTo>
                  <a:lnTo>
                    <a:pt x="4956365" y="701382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18">
            <a:extLst>
              <a:ext uri="{FF2B5EF4-FFF2-40B4-BE49-F238E27FC236}">
                <a16:creationId xmlns:a16="http://schemas.microsoft.com/office/drawing/2014/main" id="{0CE684C4-5DF1-0154-EE35-8CC41BE80AD8}"/>
              </a:ext>
            </a:extLst>
          </p:cNvPr>
          <p:cNvSpPr txBox="1"/>
          <p:nvPr/>
        </p:nvSpPr>
        <p:spPr>
          <a:xfrm>
            <a:off x="2898139" y="1235964"/>
            <a:ext cx="703199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3060065" algn="l"/>
                <a:tab pos="5955665" algn="l"/>
              </a:tabLst>
            </a:pPr>
            <a:r>
              <a:rPr sz="2000" i="1" spc="-5" dirty="0">
                <a:solidFill>
                  <a:srgbClr val="56127A"/>
                </a:solidFill>
                <a:latin typeface="Verdana"/>
                <a:cs typeface="Verdana"/>
              </a:rPr>
              <a:t>In</a:t>
            </a:r>
            <a:r>
              <a:rPr sz="2000" i="1" dirty="0">
                <a:solidFill>
                  <a:srgbClr val="56127A"/>
                </a:solidFill>
                <a:latin typeface="Verdana"/>
                <a:cs typeface="Verdana"/>
              </a:rPr>
              <a:t>-</a:t>
            </a:r>
            <a:r>
              <a:rPr sz="2000" i="1" spc="-5" dirty="0">
                <a:solidFill>
                  <a:srgbClr val="56127A"/>
                </a:solidFill>
                <a:latin typeface="Verdana"/>
                <a:cs typeface="Verdana"/>
              </a:rPr>
              <a:t>or</a:t>
            </a:r>
            <a:r>
              <a:rPr sz="2000" i="1" dirty="0">
                <a:solidFill>
                  <a:srgbClr val="56127A"/>
                </a:solidFill>
                <a:latin typeface="Verdana"/>
                <a:cs typeface="Verdana"/>
              </a:rPr>
              <a:t>d</a:t>
            </a:r>
            <a:r>
              <a:rPr sz="2000" i="1" spc="-5" dirty="0">
                <a:solidFill>
                  <a:srgbClr val="56127A"/>
                </a:solidFill>
                <a:latin typeface="Verdana"/>
                <a:cs typeface="Verdana"/>
              </a:rPr>
              <a:t>e</a:t>
            </a:r>
            <a:r>
              <a:rPr sz="2000" i="1" dirty="0">
                <a:solidFill>
                  <a:srgbClr val="56127A"/>
                </a:solidFill>
                <a:latin typeface="Verdana"/>
                <a:cs typeface="Verdana"/>
              </a:rPr>
              <a:t>r	O</a:t>
            </a:r>
            <a:r>
              <a:rPr sz="2000" i="1" spc="-5" dirty="0">
                <a:solidFill>
                  <a:srgbClr val="56127A"/>
                </a:solidFill>
                <a:latin typeface="Verdana"/>
                <a:cs typeface="Verdana"/>
              </a:rPr>
              <a:t>ut</a:t>
            </a:r>
            <a:r>
              <a:rPr sz="2000" i="1" dirty="0">
                <a:solidFill>
                  <a:srgbClr val="56127A"/>
                </a:solidFill>
                <a:latin typeface="Verdana"/>
                <a:cs typeface="Verdana"/>
              </a:rPr>
              <a:t>-</a:t>
            </a:r>
            <a:r>
              <a:rPr sz="2000" i="1" spc="-5" dirty="0">
                <a:solidFill>
                  <a:srgbClr val="56127A"/>
                </a:solidFill>
                <a:latin typeface="Verdana"/>
                <a:cs typeface="Verdana"/>
              </a:rPr>
              <a:t>of</a:t>
            </a:r>
            <a:r>
              <a:rPr sz="2000" i="1" dirty="0">
                <a:solidFill>
                  <a:srgbClr val="56127A"/>
                </a:solidFill>
                <a:latin typeface="Verdana"/>
                <a:cs typeface="Verdana"/>
              </a:rPr>
              <a:t>-</a:t>
            </a:r>
            <a:r>
              <a:rPr sz="2000" i="1" spc="-5" dirty="0">
                <a:solidFill>
                  <a:srgbClr val="56127A"/>
                </a:solidFill>
                <a:latin typeface="Verdana"/>
                <a:cs typeface="Verdana"/>
              </a:rPr>
              <a:t>or</a:t>
            </a:r>
            <a:r>
              <a:rPr sz="2000" i="1" dirty="0">
                <a:solidFill>
                  <a:srgbClr val="56127A"/>
                </a:solidFill>
                <a:latin typeface="Verdana"/>
                <a:cs typeface="Verdana"/>
              </a:rPr>
              <a:t>d</a:t>
            </a:r>
            <a:r>
              <a:rPr sz="2000" i="1" spc="-5" dirty="0">
                <a:solidFill>
                  <a:srgbClr val="56127A"/>
                </a:solidFill>
                <a:latin typeface="Verdana"/>
                <a:cs typeface="Verdana"/>
              </a:rPr>
              <a:t>e</a:t>
            </a:r>
            <a:r>
              <a:rPr sz="2000" i="1" dirty="0">
                <a:solidFill>
                  <a:srgbClr val="56127A"/>
                </a:solidFill>
                <a:latin typeface="Verdana"/>
                <a:cs typeface="Verdana"/>
              </a:rPr>
              <a:t>r	</a:t>
            </a:r>
            <a:r>
              <a:rPr sz="2000" i="1" spc="-5" dirty="0">
                <a:solidFill>
                  <a:srgbClr val="56127A"/>
                </a:solidFill>
                <a:latin typeface="Verdana"/>
                <a:cs typeface="Verdana"/>
              </a:rPr>
              <a:t>In</a:t>
            </a:r>
            <a:r>
              <a:rPr sz="2000" i="1" dirty="0">
                <a:solidFill>
                  <a:srgbClr val="56127A"/>
                </a:solidFill>
                <a:latin typeface="Verdana"/>
                <a:cs typeface="Verdana"/>
              </a:rPr>
              <a:t>-</a:t>
            </a:r>
            <a:r>
              <a:rPr sz="2000" i="1" spc="-5" dirty="0">
                <a:solidFill>
                  <a:srgbClr val="56127A"/>
                </a:solidFill>
                <a:latin typeface="Verdana"/>
                <a:cs typeface="Verdana"/>
              </a:rPr>
              <a:t>or</a:t>
            </a:r>
            <a:r>
              <a:rPr sz="2000" i="1" dirty="0">
                <a:solidFill>
                  <a:srgbClr val="56127A"/>
                </a:solidFill>
                <a:latin typeface="Verdana"/>
                <a:cs typeface="Verdana"/>
              </a:rPr>
              <a:t>d</a:t>
            </a:r>
            <a:r>
              <a:rPr sz="2000" i="1" spc="-5" dirty="0">
                <a:solidFill>
                  <a:srgbClr val="56127A"/>
                </a:solidFill>
                <a:latin typeface="Verdana"/>
                <a:cs typeface="Verdana"/>
              </a:rPr>
              <a:t>e</a:t>
            </a:r>
            <a:r>
              <a:rPr sz="2000" i="1" dirty="0">
                <a:solidFill>
                  <a:srgbClr val="56127A"/>
                </a:solidFill>
                <a:latin typeface="Verdana"/>
                <a:cs typeface="Verdana"/>
              </a:rPr>
              <a:t>r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22" name="object 19">
            <a:extLst>
              <a:ext uri="{FF2B5EF4-FFF2-40B4-BE49-F238E27FC236}">
                <a16:creationId xmlns:a16="http://schemas.microsoft.com/office/drawing/2014/main" id="{E00EAAF9-6ED2-0A52-49CF-F1A5CA29B0C2}"/>
              </a:ext>
            </a:extLst>
          </p:cNvPr>
          <p:cNvSpPr txBox="1"/>
          <p:nvPr/>
        </p:nvSpPr>
        <p:spPr>
          <a:xfrm>
            <a:off x="4269739" y="2775203"/>
            <a:ext cx="41148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i="1" dirty="0">
                <a:solidFill>
                  <a:srgbClr val="FF0000"/>
                </a:solidFill>
                <a:latin typeface="Verdana"/>
                <a:cs typeface="Verdana"/>
              </a:rPr>
              <a:t>Kill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23" name="object 20">
            <a:extLst>
              <a:ext uri="{FF2B5EF4-FFF2-40B4-BE49-F238E27FC236}">
                <a16:creationId xmlns:a16="http://schemas.microsoft.com/office/drawing/2014/main" id="{5D1A0222-37C1-DB36-55FD-0CCE2E406052}"/>
              </a:ext>
            </a:extLst>
          </p:cNvPr>
          <p:cNvSpPr txBox="1"/>
          <p:nvPr/>
        </p:nvSpPr>
        <p:spPr>
          <a:xfrm>
            <a:off x="5107940" y="2470403"/>
            <a:ext cx="41148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i="1" dirty="0">
                <a:solidFill>
                  <a:srgbClr val="FF0000"/>
                </a:solidFill>
                <a:latin typeface="Verdana"/>
                <a:cs typeface="Verdana"/>
              </a:rPr>
              <a:t>Kill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24" name="object 21">
            <a:extLst>
              <a:ext uri="{FF2B5EF4-FFF2-40B4-BE49-F238E27FC236}">
                <a16:creationId xmlns:a16="http://schemas.microsoft.com/office/drawing/2014/main" id="{755C17B1-E697-23BE-342D-5F1D4B9FAF22}"/>
              </a:ext>
            </a:extLst>
          </p:cNvPr>
          <p:cNvSpPr txBox="1"/>
          <p:nvPr/>
        </p:nvSpPr>
        <p:spPr>
          <a:xfrm>
            <a:off x="7546340" y="2394203"/>
            <a:ext cx="41148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i="1" dirty="0">
                <a:solidFill>
                  <a:srgbClr val="FF0000"/>
                </a:solidFill>
                <a:latin typeface="Verdana"/>
                <a:cs typeface="Verdana"/>
              </a:rPr>
              <a:t>Kill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25" name="object 22">
            <a:extLst>
              <a:ext uri="{FF2B5EF4-FFF2-40B4-BE49-F238E27FC236}">
                <a16:creationId xmlns:a16="http://schemas.microsoft.com/office/drawing/2014/main" id="{2BE1463C-4631-EC17-3D14-055AEC303558}"/>
              </a:ext>
            </a:extLst>
          </p:cNvPr>
          <p:cNvGrpSpPr/>
          <p:nvPr/>
        </p:nvGrpSpPr>
        <p:grpSpPr>
          <a:xfrm>
            <a:off x="7615238" y="2814638"/>
            <a:ext cx="3057525" cy="1228725"/>
            <a:chOff x="6091237" y="2814637"/>
            <a:chExt cx="3057525" cy="1228725"/>
          </a:xfrm>
        </p:grpSpPr>
        <p:sp>
          <p:nvSpPr>
            <p:cNvPr id="26" name="object 23">
              <a:extLst>
                <a:ext uri="{FF2B5EF4-FFF2-40B4-BE49-F238E27FC236}">
                  <a16:creationId xmlns:a16="http://schemas.microsoft.com/office/drawing/2014/main" id="{81D8F2B9-3150-171A-90CB-976AF11EFEDE}"/>
                </a:ext>
              </a:extLst>
            </p:cNvPr>
            <p:cNvSpPr/>
            <p:nvPr/>
          </p:nvSpPr>
          <p:spPr>
            <a:xfrm>
              <a:off x="6096000" y="2819400"/>
              <a:ext cx="3048000" cy="1219200"/>
            </a:xfrm>
            <a:custGeom>
              <a:avLst/>
              <a:gdLst/>
              <a:ahLst/>
              <a:cxnLst/>
              <a:rect l="l" t="t" r="r" b="b"/>
              <a:pathLst>
                <a:path w="3048000" h="1219200">
                  <a:moveTo>
                    <a:pt x="2049214" y="0"/>
                  </a:moveTo>
                  <a:lnTo>
                    <a:pt x="1524000" y="327378"/>
                  </a:lnTo>
                  <a:lnTo>
                    <a:pt x="1178559" y="129539"/>
                  </a:lnTo>
                  <a:lnTo>
                    <a:pt x="1031803" y="356729"/>
                  </a:lnTo>
                  <a:lnTo>
                    <a:pt x="52210" y="129539"/>
                  </a:lnTo>
                  <a:lnTo>
                    <a:pt x="652920" y="429936"/>
                  </a:lnTo>
                  <a:lnTo>
                    <a:pt x="0" y="486269"/>
                  </a:lnTo>
                  <a:lnTo>
                    <a:pt x="525214" y="664632"/>
                  </a:lnTo>
                  <a:lnTo>
                    <a:pt x="19050" y="823354"/>
                  </a:lnTo>
                  <a:lnTo>
                    <a:pt x="799677" y="786665"/>
                  </a:lnTo>
                  <a:lnTo>
                    <a:pt x="671970" y="994382"/>
                  </a:lnTo>
                  <a:lnTo>
                    <a:pt x="1088671" y="882056"/>
                  </a:lnTo>
                  <a:lnTo>
                    <a:pt x="1197328" y="1219200"/>
                  </a:lnTo>
                  <a:lnTo>
                    <a:pt x="1486181" y="842998"/>
                  </a:lnTo>
                  <a:lnTo>
                    <a:pt x="1869299" y="1114044"/>
                  </a:lnTo>
                  <a:lnTo>
                    <a:pt x="1978378" y="816016"/>
                  </a:lnTo>
                  <a:lnTo>
                    <a:pt x="2560460" y="1021361"/>
                  </a:lnTo>
                  <a:lnTo>
                    <a:pt x="2375888" y="730503"/>
                  </a:lnTo>
                  <a:lnTo>
                    <a:pt x="3048000" y="750147"/>
                  </a:lnTo>
                  <a:lnTo>
                    <a:pt x="2484542" y="591254"/>
                  </a:lnTo>
                  <a:lnTo>
                    <a:pt x="2977020" y="459287"/>
                  </a:lnTo>
                  <a:lnTo>
                    <a:pt x="2356838" y="412890"/>
                  </a:lnTo>
                  <a:lnTo>
                    <a:pt x="2593621" y="251573"/>
                  </a:lnTo>
                  <a:lnTo>
                    <a:pt x="1997428" y="300567"/>
                  </a:lnTo>
                  <a:lnTo>
                    <a:pt x="2049214" y="0"/>
                  </a:lnTo>
                  <a:close/>
                </a:path>
              </a:pathLst>
            </a:custGeom>
            <a:solidFill>
              <a:srgbClr val="91A6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4">
              <a:extLst>
                <a:ext uri="{FF2B5EF4-FFF2-40B4-BE49-F238E27FC236}">
                  <a16:creationId xmlns:a16="http://schemas.microsoft.com/office/drawing/2014/main" id="{554FEAF0-A0ED-8DD2-2002-5F32CD6EF618}"/>
                </a:ext>
              </a:extLst>
            </p:cNvPr>
            <p:cNvSpPr/>
            <p:nvPr/>
          </p:nvSpPr>
          <p:spPr>
            <a:xfrm>
              <a:off x="6096000" y="2819400"/>
              <a:ext cx="3048000" cy="1219200"/>
            </a:xfrm>
            <a:custGeom>
              <a:avLst/>
              <a:gdLst/>
              <a:ahLst/>
              <a:cxnLst/>
              <a:rect l="l" t="t" r="r" b="b"/>
              <a:pathLst>
                <a:path w="3048000" h="1219200">
                  <a:moveTo>
                    <a:pt x="1524000" y="327377"/>
                  </a:moveTo>
                  <a:lnTo>
                    <a:pt x="2049216" y="0"/>
                  </a:lnTo>
                  <a:lnTo>
                    <a:pt x="1997428" y="300566"/>
                  </a:lnTo>
                  <a:lnTo>
                    <a:pt x="2593622" y="251572"/>
                  </a:lnTo>
                  <a:lnTo>
                    <a:pt x="2356838" y="412891"/>
                  </a:lnTo>
                  <a:lnTo>
                    <a:pt x="2977021" y="459288"/>
                  </a:lnTo>
                  <a:lnTo>
                    <a:pt x="2484543" y="591255"/>
                  </a:lnTo>
                  <a:lnTo>
                    <a:pt x="3048000" y="750146"/>
                  </a:lnTo>
                  <a:lnTo>
                    <a:pt x="2375888" y="730504"/>
                  </a:lnTo>
                  <a:lnTo>
                    <a:pt x="2560461" y="1021362"/>
                  </a:lnTo>
                  <a:lnTo>
                    <a:pt x="1978378" y="816017"/>
                  </a:lnTo>
                  <a:lnTo>
                    <a:pt x="1869299" y="1114044"/>
                  </a:lnTo>
                  <a:lnTo>
                    <a:pt x="1486182" y="842997"/>
                  </a:lnTo>
                  <a:lnTo>
                    <a:pt x="1197328" y="1219200"/>
                  </a:lnTo>
                  <a:lnTo>
                    <a:pt x="1088672" y="882057"/>
                  </a:lnTo>
                  <a:lnTo>
                    <a:pt x="671971" y="994381"/>
                  </a:lnTo>
                  <a:lnTo>
                    <a:pt x="799676" y="786666"/>
                  </a:lnTo>
                  <a:lnTo>
                    <a:pt x="19050" y="823355"/>
                  </a:lnTo>
                  <a:lnTo>
                    <a:pt x="525215" y="664633"/>
                  </a:lnTo>
                  <a:lnTo>
                    <a:pt x="0" y="486268"/>
                  </a:lnTo>
                  <a:lnTo>
                    <a:pt x="652921" y="429937"/>
                  </a:lnTo>
                  <a:lnTo>
                    <a:pt x="52211" y="129540"/>
                  </a:lnTo>
                  <a:lnTo>
                    <a:pt x="1031804" y="356728"/>
                  </a:lnTo>
                  <a:lnTo>
                    <a:pt x="1178560" y="129540"/>
                  </a:lnTo>
                  <a:lnTo>
                    <a:pt x="1524000" y="327377"/>
                  </a:lnTo>
                  <a:close/>
                </a:path>
              </a:pathLst>
            </a:custGeom>
            <a:ln w="952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5">
            <a:extLst>
              <a:ext uri="{FF2B5EF4-FFF2-40B4-BE49-F238E27FC236}">
                <a16:creationId xmlns:a16="http://schemas.microsoft.com/office/drawing/2014/main" id="{BEBF014A-23A9-512A-3275-F09FF004B538}"/>
              </a:ext>
            </a:extLst>
          </p:cNvPr>
          <p:cNvSpPr txBox="1"/>
          <p:nvPr/>
        </p:nvSpPr>
        <p:spPr>
          <a:xfrm>
            <a:off x="8057287" y="3226308"/>
            <a:ext cx="213550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5" dirty="0">
                <a:latin typeface="Verdana"/>
                <a:cs typeface="Verdana"/>
              </a:rPr>
              <a:t>Mis-speculation?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29" name="object 26">
            <a:extLst>
              <a:ext uri="{FF2B5EF4-FFF2-40B4-BE49-F238E27FC236}">
                <a16:creationId xmlns:a16="http://schemas.microsoft.com/office/drawing/2014/main" id="{4ADC12DD-0831-E17F-C600-4A18BE78BC74}"/>
              </a:ext>
            </a:extLst>
          </p:cNvPr>
          <p:cNvSpPr/>
          <p:nvPr/>
        </p:nvSpPr>
        <p:spPr>
          <a:xfrm>
            <a:off x="2191316" y="2514599"/>
            <a:ext cx="5895975" cy="1335405"/>
          </a:xfrm>
          <a:custGeom>
            <a:avLst/>
            <a:gdLst/>
            <a:ahLst/>
            <a:cxnLst/>
            <a:rect l="l" t="t" r="r" b="b"/>
            <a:pathLst>
              <a:path w="5895975" h="1335404">
                <a:moveTo>
                  <a:pt x="41499" y="72791"/>
                </a:moveTo>
                <a:lnTo>
                  <a:pt x="32262" y="75100"/>
                </a:lnTo>
                <a:lnTo>
                  <a:pt x="33245" y="79143"/>
                </a:lnTo>
                <a:lnTo>
                  <a:pt x="39788" y="110265"/>
                </a:lnTo>
                <a:lnTo>
                  <a:pt x="53912" y="178384"/>
                </a:lnTo>
                <a:lnTo>
                  <a:pt x="70428" y="252272"/>
                </a:lnTo>
                <a:lnTo>
                  <a:pt x="79963" y="290611"/>
                </a:lnTo>
                <a:lnTo>
                  <a:pt x="90554" y="329471"/>
                </a:lnTo>
                <a:lnTo>
                  <a:pt x="102355" y="368546"/>
                </a:lnTo>
                <a:lnTo>
                  <a:pt x="115520" y="407531"/>
                </a:lnTo>
                <a:lnTo>
                  <a:pt x="130204" y="446120"/>
                </a:lnTo>
                <a:lnTo>
                  <a:pt x="146563" y="484007"/>
                </a:lnTo>
                <a:lnTo>
                  <a:pt x="164754" y="520885"/>
                </a:lnTo>
                <a:lnTo>
                  <a:pt x="184827" y="556273"/>
                </a:lnTo>
                <a:lnTo>
                  <a:pt x="205882" y="591497"/>
                </a:lnTo>
                <a:lnTo>
                  <a:pt x="271568" y="703912"/>
                </a:lnTo>
                <a:lnTo>
                  <a:pt x="295128" y="742622"/>
                </a:lnTo>
                <a:lnTo>
                  <a:pt x="319936" y="781446"/>
                </a:lnTo>
                <a:lnTo>
                  <a:pt x="346241" y="820082"/>
                </a:lnTo>
                <a:lnTo>
                  <a:pt x="374294" y="858225"/>
                </a:lnTo>
                <a:lnTo>
                  <a:pt x="404345" y="895573"/>
                </a:lnTo>
                <a:lnTo>
                  <a:pt x="436645" y="931818"/>
                </a:lnTo>
                <a:lnTo>
                  <a:pt x="471444" y="966655"/>
                </a:lnTo>
                <a:lnTo>
                  <a:pt x="508989" y="999777"/>
                </a:lnTo>
                <a:lnTo>
                  <a:pt x="549527" y="1030875"/>
                </a:lnTo>
                <a:lnTo>
                  <a:pt x="593302" y="1059639"/>
                </a:lnTo>
                <a:lnTo>
                  <a:pt x="640555" y="1085764"/>
                </a:lnTo>
                <a:lnTo>
                  <a:pt x="691783" y="1109028"/>
                </a:lnTo>
                <a:lnTo>
                  <a:pt x="734647" y="1121919"/>
                </a:lnTo>
                <a:lnTo>
                  <a:pt x="779530" y="1134343"/>
                </a:lnTo>
                <a:lnTo>
                  <a:pt x="826156" y="1146321"/>
                </a:lnTo>
                <a:lnTo>
                  <a:pt x="874244" y="1157864"/>
                </a:lnTo>
                <a:lnTo>
                  <a:pt x="923519" y="1168991"/>
                </a:lnTo>
                <a:lnTo>
                  <a:pt x="973721" y="1179722"/>
                </a:lnTo>
                <a:lnTo>
                  <a:pt x="1075685" y="1200030"/>
                </a:lnTo>
                <a:lnTo>
                  <a:pt x="1177930" y="1218919"/>
                </a:lnTo>
                <a:lnTo>
                  <a:pt x="1464432" y="1268327"/>
                </a:lnTo>
                <a:lnTo>
                  <a:pt x="1628991" y="1280894"/>
                </a:lnTo>
                <a:lnTo>
                  <a:pt x="1959294" y="1302612"/>
                </a:lnTo>
                <a:lnTo>
                  <a:pt x="2290727" y="1319274"/>
                </a:lnTo>
                <a:lnTo>
                  <a:pt x="2622754" y="1330283"/>
                </a:lnTo>
                <a:lnTo>
                  <a:pt x="2954837" y="1335036"/>
                </a:lnTo>
                <a:lnTo>
                  <a:pt x="3120732" y="1334879"/>
                </a:lnTo>
                <a:lnTo>
                  <a:pt x="3286440" y="1332932"/>
                </a:lnTo>
                <a:lnTo>
                  <a:pt x="3451895" y="1329122"/>
                </a:lnTo>
                <a:lnTo>
                  <a:pt x="3555576" y="1325511"/>
                </a:lnTo>
                <a:lnTo>
                  <a:pt x="2954828" y="1325511"/>
                </a:lnTo>
                <a:lnTo>
                  <a:pt x="2622936" y="1320760"/>
                </a:lnTo>
                <a:lnTo>
                  <a:pt x="2291085" y="1309757"/>
                </a:lnTo>
                <a:lnTo>
                  <a:pt x="1959811" y="1293101"/>
                </a:lnTo>
                <a:lnTo>
                  <a:pt x="1629652" y="1271391"/>
                </a:lnTo>
                <a:lnTo>
                  <a:pt x="1465157" y="1258830"/>
                </a:lnTo>
                <a:lnTo>
                  <a:pt x="1179576" y="1209537"/>
                </a:lnTo>
                <a:lnTo>
                  <a:pt x="1077416" y="1190664"/>
                </a:lnTo>
                <a:lnTo>
                  <a:pt x="975581" y="1170381"/>
                </a:lnTo>
                <a:lnTo>
                  <a:pt x="925510" y="1159677"/>
                </a:lnTo>
                <a:lnTo>
                  <a:pt x="876342" y="1148574"/>
                </a:lnTo>
                <a:lnTo>
                  <a:pt x="828379" y="1137058"/>
                </a:lnTo>
                <a:lnTo>
                  <a:pt x="781900" y="1125118"/>
                </a:lnTo>
                <a:lnTo>
                  <a:pt x="737188" y="1112738"/>
                </a:lnTo>
                <a:lnTo>
                  <a:pt x="694527" y="1099906"/>
                </a:lnTo>
                <a:lnTo>
                  <a:pt x="644501" y="1077095"/>
                </a:lnTo>
                <a:lnTo>
                  <a:pt x="597913" y="1051305"/>
                </a:lnTo>
                <a:lnTo>
                  <a:pt x="554760" y="1022916"/>
                </a:lnTo>
                <a:lnTo>
                  <a:pt x="514788" y="992221"/>
                </a:lnTo>
                <a:lnTo>
                  <a:pt x="477747" y="959514"/>
                </a:lnTo>
                <a:lnTo>
                  <a:pt x="443386" y="925088"/>
                </a:lnTo>
                <a:lnTo>
                  <a:pt x="411457" y="889237"/>
                </a:lnTo>
                <a:lnTo>
                  <a:pt x="381716" y="852255"/>
                </a:lnTo>
                <a:lnTo>
                  <a:pt x="353915" y="814439"/>
                </a:lnTo>
                <a:lnTo>
                  <a:pt x="327810" y="776086"/>
                </a:lnTo>
                <a:lnTo>
                  <a:pt x="303155" y="737494"/>
                </a:lnTo>
                <a:lnTo>
                  <a:pt x="279704" y="698959"/>
                </a:lnTo>
                <a:lnTo>
                  <a:pt x="214110" y="586699"/>
                </a:lnTo>
                <a:lnTo>
                  <a:pt x="193003" y="551387"/>
                </a:lnTo>
                <a:lnTo>
                  <a:pt x="173039" y="516186"/>
                </a:lnTo>
                <a:lnTo>
                  <a:pt x="155106" y="479794"/>
                </a:lnTo>
                <a:lnTo>
                  <a:pt x="138949" y="442344"/>
                </a:lnTo>
                <a:lnTo>
                  <a:pt x="124422" y="404144"/>
                </a:lnTo>
                <a:lnTo>
                  <a:pt x="111380" y="365499"/>
                </a:lnTo>
                <a:lnTo>
                  <a:pt x="99673" y="326717"/>
                </a:lnTo>
                <a:lnTo>
                  <a:pt x="89153" y="288107"/>
                </a:lnTo>
                <a:lnTo>
                  <a:pt x="79671" y="249974"/>
                </a:lnTo>
                <a:lnTo>
                  <a:pt x="71077" y="212624"/>
                </a:lnTo>
                <a:lnTo>
                  <a:pt x="55951" y="141504"/>
                </a:lnTo>
                <a:lnTo>
                  <a:pt x="49117" y="108342"/>
                </a:lnTo>
                <a:lnTo>
                  <a:pt x="42566" y="77184"/>
                </a:lnTo>
                <a:lnTo>
                  <a:pt x="41499" y="72791"/>
                </a:lnTo>
                <a:close/>
              </a:path>
              <a:path w="5895975" h="1335404">
                <a:moveTo>
                  <a:pt x="4330747" y="1283586"/>
                </a:moveTo>
                <a:lnTo>
                  <a:pt x="4109398" y="1284226"/>
                </a:lnTo>
                <a:lnTo>
                  <a:pt x="3945362" y="1296253"/>
                </a:lnTo>
                <a:lnTo>
                  <a:pt x="3781201" y="1306098"/>
                </a:lnTo>
                <a:lnTo>
                  <a:pt x="3616578" y="1313856"/>
                </a:lnTo>
                <a:lnTo>
                  <a:pt x="3451563" y="1319602"/>
                </a:lnTo>
                <a:lnTo>
                  <a:pt x="3286221" y="1323409"/>
                </a:lnTo>
                <a:lnTo>
                  <a:pt x="3120620" y="1325354"/>
                </a:lnTo>
                <a:lnTo>
                  <a:pt x="2954828" y="1325511"/>
                </a:lnTo>
                <a:lnTo>
                  <a:pt x="3555576" y="1325511"/>
                </a:lnTo>
                <a:lnTo>
                  <a:pt x="3617026" y="1323371"/>
                </a:lnTo>
                <a:lnTo>
                  <a:pt x="3781771" y="1315606"/>
                </a:lnTo>
                <a:lnTo>
                  <a:pt x="3946059" y="1305753"/>
                </a:lnTo>
                <a:lnTo>
                  <a:pt x="4109424" y="1293751"/>
                </a:lnTo>
                <a:lnTo>
                  <a:pt x="5048337" y="1293111"/>
                </a:lnTo>
                <a:lnTo>
                  <a:pt x="5226618" y="1290455"/>
                </a:lnTo>
                <a:lnTo>
                  <a:pt x="5338791" y="1287363"/>
                </a:lnTo>
                <a:lnTo>
                  <a:pt x="5402353" y="1284944"/>
                </a:lnTo>
                <a:lnTo>
                  <a:pt x="4777493" y="1284944"/>
                </a:lnTo>
                <a:lnTo>
                  <a:pt x="4330747" y="1283586"/>
                </a:lnTo>
                <a:close/>
              </a:path>
              <a:path w="5895975" h="1335404">
                <a:moveTo>
                  <a:pt x="5048337" y="1293111"/>
                </a:moveTo>
                <a:lnTo>
                  <a:pt x="4330718" y="1293111"/>
                </a:lnTo>
                <a:lnTo>
                  <a:pt x="4777522" y="1294469"/>
                </a:lnTo>
                <a:lnTo>
                  <a:pt x="5002040" y="1293801"/>
                </a:lnTo>
                <a:lnTo>
                  <a:pt x="5048337" y="1293111"/>
                </a:lnTo>
                <a:close/>
              </a:path>
              <a:path w="5895975" h="1335404">
                <a:moveTo>
                  <a:pt x="5894954" y="1241543"/>
                </a:moveTo>
                <a:lnTo>
                  <a:pt x="5784312" y="1252145"/>
                </a:lnTo>
                <a:lnTo>
                  <a:pt x="5673328" y="1260902"/>
                </a:lnTo>
                <a:lnTo>
                  <a:pt x="5561977" y="1267995"/>
                </a:lnTo>
                <a:lnTo>
                  <a:pt x="5450325" y="1273587"/>
                </a:lnTo>
                <a:lnTo>
                  <a:pt x="5338429" y="1277844"/>
                </a:lnTo>
                <a:lnTo>
                  <a:pt x="5226355" y="1280934"/>
                </a:lnTo>
                <a:lnTo>
                  <a:pt x="5001898" y="1284277"/>
                </a:lnTo>
                <a:lnTo>
                  <a:pt x="4777493" y="1284944"/>
                </a:lnTo>
                <a:lnTo>
                  <a:pt x="5402353" y="1284944"/>
                </a:lnTo>
                <a:lnTo>
                  <a:pt x="5450800" y="1283100"/>
                </a:lnTo>
                <a:lnTo>
                  <a:pt x="5562584" y="1277501"/>
                </a:lnTo>
                <a:lnTo>
                  <a:pt x="5674076" y="1270398"/>
                </a:lnTo>
                <a:lnTo>
                  <a:pt x="5785219" y="1261625"/>
                </a:lnTo>
                <a:lnTo>
                  <a:pt x="5895862" y="1251024"/>
                </a:lnTo>
                <a:lnTo>
                  <a:pt x="5894954" y="1241543"/>
                </a:lnTo>
                <a:close/>
              </a:path>
              <a:path w="5895975" h="1335404">
                <a:moveTo>
                  <a:pt x="18484" y="0"/>
                </a:moveTo>
                <a:lnTo>
                  <a:pt x="0" y="83164"/>
                </a:lnTo>
                <a:lnTo>
                  <a:pt x="32262" y="75100"/>
                </a:lnTo>
                <a:lnTo>
                  <a:pt x="29255" y="62729"/>
                </a:lnTo>
                <a:lnTo>
                  <a:pt x="38510" y="60481"/>
                </a:lnTo>
                <a:lnTo>
                  <a:pt x="70321" y="60481"/>
                </a:lnTo>
                <a:lnTo>
                  <a:pt x="18484" y="0"/>
                </a:lnTo>
                <a:close/>
              </a:path>
              <a:path w="5895975" h="1335404">
                <a:moveTo>
                  <a:pt x="38510" y="60481"/>
                </a:moveTo>
                <a:lnTo>
                  <a:pt x="29255" y="62729"/>
                </a:lnTo>
                <a:lnTo>
                  <a:pt x="32262" y="75100"/>
                </a:lnTo>
                <a:lnTo>
                  <a:pt x="41499" y="72791"/>
                </a:lnTo>
                <a:lnTo>
                  <a:pt x="38510" y="60481"/>
                </a:lnTo>
                <a:close/>
              </a:path>
              <a:path w="5895975" h="1335404">
                <a:moveTo>
                  <a:pt x="70321" y="60481"/>
                </a:moveTo>
                <a:lnTo>
                  <a:pt x="38510" y="60481"/>
                </a:lnTo>
                <a:lnTo>
                  <a:pt x="41499" y="72791"/>
                </a:lnTo>
                <a:lnTo>
                  <a:pt x="73925" y="64686"/>
                </a:lnTo>
                <a:lnTo>
                  <a:pt x="70321" y="6048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27">
            <a:extLst>
              <a:ext uri="{FF2B5EF4-FFF2-40B4-BE49-F238E27FC236}">
                <a16:creationId xmlns:a16="http://schemas.microsoft.com/office/drawing/2014/main" id="{E0C13BE4-64C0-A49C-EB6D-978AB986A99D}"/>
              </a:ext>
            </a:extLst>
          </p:cNvPr>
          <p:cNvSpPr txBox="1"/>
          <p:nvPr/>
        </p:nvSpPr>
        <p:spPr>
          <a:xfrm>
            <a:off x="2898139" y="3308603"/>
            <a:ext cx="223012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i="1" spc="-5" dirty="0">
                <a:solidFill>
                  <a:srgbClr val="FF0000"/>
                </a:solidFill>
                <a:latin typeface="Verdana"/>
                <a:cs typeface="Verdana"/>
              </a:rPr>
              <a:t>Inject</a:t>
            </a:r>
            <a:r>
              <a:rPr sz="2000" i="1" spc="-4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i="1" spc="-5" dirty="0">
                <a:solidFill>
                  <a:srgbClr val="FF0000"/>
                </a:solidFill>
                <a:latin typeface="Verdana"/>
                <a:cs typeface="Verdana"/>
              </a:rPr>
              <a:t>handler</a:t>
            </a:r>
            <a:r>
              <a:rPr sz="2000" i="1" spc="-4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i="1" spc="-5" dirty="0">
                <a:solidFill>
                  <a:srgbClr val="FF0000"/>
                </a:solidFill>
                <a:latin typeface="Verdana"/>
                <a:cs typeface="Verdana"/>
              </a:rPr>
              <a:t>PC</a:t>
            </a:r>
            <a:endParaRPr sz="200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5447449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5FB95-7039-FA41-245C-FC3E4CA07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complete pipeline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8FFB3D-E7FB-4909-4172-3DAEA24CE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F80095-07D0-316B-7D9B-C8C152DB0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7</a:t>
            </a:fld>
            <a:endParaRPr lang="en-IN" dirty="0"/>
          </a:p>
        </p:txBody>
      </p:sp>
      <p:grpSp>
        <p:nvGrpSpPr>
          <p:cNvPr id="6" name="object 3">
            <a:extLst>
              <a:ext uri="{FF2B5EF4-FFF2-40B4-BE49-F238E27FC236}">
                <a16:creationId xmlns:a16="http://schemas.microsoft.com/office/drawing/2014/main" id="{54514649-FC86-2522-C642-488AD2C74E88}"/>
              </a:ext>
            </a:extLst>
          </p:cNvPr>
          <p:cNvGrpSpPr/>
          <p:nvPr/>
        </p:nvGrpSpPr>
        <p:grpSpPr>
          <a:xfrm>
            <a:off x="2857501" y="3290888"/>
            <a:ext cx="2555875" cy="784225"/>
            <a:chOff x="1333500" y="3290887"/>
            <a:chExt cx="2555875" cy="784225"/>
          </a:xfrm>
        </p:grpSpPr>
        <p:sp>
          <p:nvSpPr>
            <p:cNvPr id="7" name="object 4">
              <a:extLst>
                <a:ext uri="{FF2B5EF4-FFF2-40B4-BE49-F238E27FC236}">
                  <a16:creationId xmlns:a16="http://schemas.microsoft.com/office/drawing/2014/main" id="{E611C2F6-F690-A88E-38B2-D8D3F5E1CB4B}"/>
                </a:ext>
              </a:extLst>
            </p:cNvPr>
            <p:cNvSpPr/>
            <p:nvPr/>
          </p:nvSpPr>
          <p:spPr>
            <a:xfrm>
              <a:off x="1346200" y="3303587"/>
              <a:ext cx="821055" cy="758825"/>
            </a:xfrm>
            <a:custGeom>
              <a:avLst/>
              <a:gdLst/>
              <a:ahLst/>
              <a:cxnLst/>
              <a:rect l="l" t="t" r="r" b="b"/>
              <a:pathLst>
                <a:path w="821055" h="758825">
                  <a:moveTo>
                    <a:pt x="0" y="0"/>
                  </a:moveTo>
                  <a:lnTo>
                    <a:pt x="820738" y="0"/>
                  </a:lnTo>
                  <a:lnTo>
                    <a:pt x="820738" y="758825"/>
                  </a:lnTo>
                  <a:lnTo>
                    <a:pt x="0" y="758825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5">
              <a:extLst>
                <a:ext uri="{FF2B5EF4-FFF2-40B4-BE49-F238E27FC236}">
                  <a16:creationId xmlns:a16="http://schemas.microsoft.com/office/drawing/2014/main" id="{AB325225-DE6F-5133-6A55-785E1CBCB967}"/>
                </a:ext>
              </a:extLst>
            </p:cNvPr>
            <p:cNvSpPr/>
            <p:nvPr/>
          </p:nvSpPr>
          <p:spPr>
            <a:xfrm>
              <a:off x="2371725" y="3303587"/>
              <a:ext cx="1504950" cy="758825"/>
            </a:xfrm>
            <a:custGeom>
              <a:avLst/>
              <a:gdLst/>
              <a:ahLst/>
              <a:cxnLst/>
              <a:rect l="l" t="t" r="r" b="b"/>
              <a:pathLst>
                <a:path w="1504950" h="758825">
                  <a:moveTo>
                    <a:pt x="0" y="0"/>
                  </a:moveTo>
                  <a:lnTo>
                    <a:pt x="1504950" y="0"/>
                  </a:lnTo>
                  <a:lnTo>
                    <a:pt x="1504950" y="758825"/>
                  </a:lnTo>
                  <a:lnTo>
                    <a:pt x="0" y="758825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6">
            <a:extLst>
              <a:ext uri="{FF2B5EF4-FFF2-40B4-BE49-F238E27FC236}">
                <a16:creationId xmlns:a16="http://schemas.microsoft.com/office/drawing/2014/main" id="{8804245B-EC7D-6666-5085-8354B8B79A91}"/>
              </a:ext>
            </a:extLst>
          </p:cNvPr>
          <p:cNvSpPr txBox="1"/>
          <p:nvPr/>
        </p:nvSpPr>
        <p:spPr>
          <a:xfrm>
            <a:off x="4028281" y="3366516"/>
            <a:ext cx="124079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3505" marR="5080" indent="-91440">
              <a:spcBef>
                <a:spcPts val="100"/>
              </a:spcBef>
            </a:pPr>
            <a:r>
              <a:rPr sz="2000" spc="-5" dirty="0">
                <a:latin typeface="Verdana"/>
                <a:cs typeface="Verdana"/>
              </a:rPr>
              <a:t>Decode</a:t>
            </a:r>
            <a:r>
              <a:rPr sz="2000" spc="-10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&amp; </a:t>
            </a:r>
            <a:r>
              <a:rPr sz="2000" spc="-685" dirty="0">
                <a:latin typeface="Verdana"/>
                <a:cs typeface="Verdana"/>
              </a:rPr>
              <a:t> </a:t>
            </a:r>
            <a:r>
              <a:rPr sz="2000" spc="-15" dirty="0">
                <a:latin typeface="Verdana"/>
                <a:cs typeface="Verdana"/>
              </a:rPr>
              <a:t>Rename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10" name="object 7">
            <a:extLst>
              <a:ext uri="{FF2B5EF4-FFF2-40B4-BE49-F238E27FC236}">
                <a16:creationId xmlns:a16="http://schemas.microsoft.com/office/drawing/2014/main" id="{99810DB5-CDC9-75D5-C0A3-6C95D458EBF7}"/>
              </a:ext>
            </a:extLst>
          </p:cNvPr>
          <p:cNvGrpSpPr/>
          <p:nvPr/>
        </p:nvGrpSpPr>
        <p:grpSpPr>
          <a:xfrm>
            <a:off x="3690790" y="3290888"/>
            <a:ext cx="4664710" cy="784225"/>
            <a:chOff x="2166790" y="3290887"/>
            <a:chExt cx="4664710" cy="784225"/>
          </a:xfrm>
        </p:grpSpPr>
        <p:pic>
          <p:nvPicPr>
            <p:cNvPr id="11" name="object 8">
              <a:extLst>
                <a:ext uri="{FF2B5EF4-FFF2-40B4-BE49-F238E27FC236}">
                  <a16:creationId xmlns:a16="http://schemas.microsoft.com/office/drawing/2014/main" id="{FA7FB7BA-D4AB-D388-D313-1D7C74E7B0A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66790" y="3591628"/>
              <a:ext cx="204934" cy="114296"/>
            </a:xfrm>
            <a:prstGeom prst="rect">
              <a:avLst/>
            </a:prstGeom>
          </p:spPr>
        </p:pic>
        <p:pic>
          <p:nvPicPr>
            <p:cNvPr id="12" name="object 9">
              <a:extLst>
                <a:ext uri="{FF2B5EF4-FFF2-40B4-BE49-F238E27FC236}">
                  <a16:creationId xmlns:a16="http://schemas.microsoft.com/office/drawing/2014/main" id="{813DE0BB-466A-DC52-102B-C8644F5C0AA2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76529" y="3591634"/>
              <a:ext cx="206521" cy="114296"/>
            </a:xfrm>
            <a:prstGeom prst="rect">
              <a:avLst/>
            </a:prstGeom>
          </p:spPr>
        </p:pic>
        <p:sp>
          <p:nvSpPr>
            <p:cNvPr id="13" name="object 10">
              <a:extLst>
                <a:ext uri="{FF2B5EF4-FFF2-40B4-BE49-F238E27FC236}">
                  <a16:creationId xmlns:a16="http://schemas.microsoft.com/office/drawing/2014/main" id="{7256EB99-8E94-E1D4-6DFA-87B557CEF6BA}"/>
                </a:ext>
              </a:extLst>
            </p:cNvPr>
            <p:cNvSpPr/>
            <p:nvPr/>
          </p:nvSpPr>
          <p:spPr>
            <a:xfrm>
              <a:off x="4083050" y="3303587"/>
              <a:ext cx="2735580" cy="758825"/>
            </a:xfrm>
            <a:custGeom>
              <a:avLst/>
              <a:gdLst/>
              <a:ahLst/>
              <a:cxnLst/>
              <a:rect l="l" t="t" r="r" b="b"/>
              <a:pathLst>
                <a:path w="2735579" h="758825">
                  <a:moveTo>
                    <a:pt x="0" y="0"/>
                  </a:moveTo>
                  <a:lnTo>
                    <a:pt x="2735263" y="0"/>
                  </a:lnTo>
                  <a:lnTo>
                    <a:pt x="2735263" y="758825"/>
                  </a:lnTo>
                  <a:lnTo>
                    <a:pt x="0" y="758825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1">
            <a:extLst>
              <a:ext uri="{FF2B5EF4-FFF2-40B4-BE49-F238E27FC236}">
                <a16:creationId xmlns:a16="http://schemas.microsoft.com/office/drawing/2014/main" id="{B6AFEE9D-5A6A-266C-4829-F1250A1B87A9}"/>
              </a:ext>
            </a:extLst>
          </p:cNvPr>
          <p:cNvSpPr txBox="1"/>
          <p:nvPr/>
        </p:nvSpPr>
        <p:spPr>
          <a:xfrm>
            <a:off x="6031642" y="3518916"/>
            <a:ext cx="188722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15" dirty="0">
                <a:latin typeface="Verdana"/>
                <a:cs typeface="Verdana"/>
              </a:rPr>
              <a:t>Reorder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Buffer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5" name="object 12">
            <a:extLst>
              <a:ext uri="{FF2B5EF4-FFF2-40B4-BE49-F238E27FC236}">
                <a16:creationId xmlns:a16="http://schemas.microsoft.com/office/drawing/2014/main" id="{A7532910-1780-FA96-4A46-E052E2EEA156}"/>
              </a:ext>
            </a:extLst>
          </p:cNvPr>
          <p:cNvSpPr/>
          <p:nvPr/>
        </p:nvSpPr>
        <p:spPr>
          <a:xfrm>
            <a:off x="2185987" y="3303588"/>
            <a:ext cx="411480" cy="758825"/>
          </a:xfrm>
          <a:custGeom>
            <a:avLst/>
            <a:gdLst/>
            <a:ahLst/>
            <a:cxnLst/>
            <a:rect l="l" t="t" r="r" b="b"/>
            <a:pathLst>
              <a:path w="411480" h="758825">
                <a:moveTo>
                  <a:pt x="0" y="0"/>
                </a:moveTo>
                <a:lnTo>
                  <a:pt x="411162" y="0"/>
                </a:lnTo>
                <a:lnTo>
                  <a:pt x="411162" y="758825"/>
                </a:lnTo>
                <a:lnTo>
                  <a:pt x="0" y="758825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3">
            <a:extLst>
              <a:ext uri="{FF2B5EF4-FFF2-40B4-BE49-F238E27FC236}">
                <a16:creationId xmlns:a16="http://schemas.microsoft.com/office/drawing/2014/main" id="{68DEF193-7B6F-0CAE-1A24-E6D82126F2CC}"/>
              </a:ext>
            </a:extLst>
          </p:cNvPr>
          <p:cNvSpPr txBox="1"/>
          <p:nvPr/>
        </p:nvSpPr>
        <p:spPr>
          <a:xfrm>
            <a:off x="2213768" y="3518916"/>
            <a:ext cx="142113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725170" algn="l"/>
              </a:tabLst>
            </a:pPr>
            <a:r>
              <a:rPr sz="2000" spc="-10" dirty="0">
                <a:latin typeface="Verdana"/>
                <a:cs typeface="Verdana"/>
              </a:rPr>
              <a:t>P</a:t>
            </a:r>
            <a:r>
              <a:rPr sz="2000" dirty="0">
                <a:latin typeface="Verdana"/>
                <a:cs typeface="Verdana"/>
              </a:rPr>
              <a:t>C	</a:t>
            </a:r>
            <a:r>
              <a:rPr sz="2000" spc="-50" dirty="0">
                <a:latin typeface="Verdana"/>
                <a:cs typeface="Verdana"/>
              </a:rPr>
              <a:t>F</a:t>
            </a:r>
            <a:r>
              <a:rPr sz="2000" spc="-5" dirty="0">
                <a:latin typeface="Verdana"/>
                <a:cs typeface="Verdana"/>
              </a:rPr>
              <a:t>etc</a:t>
            </a:r>
            <a:r>
              <a:rPr sz="2000" dirty="0">
                <a:latin typeface="Verdana"/>
                <a:cs typeface="Verdana"/>
              </a:rPr>
              <a:t>h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17" name="object 14">
            <a:extLst>
              <a:ext uri="{FF2B5EF4-FFF2-40B4-BE49-F238E27FC236}">
                <a16:creationId xmlns:a16="http://schemas.microsoft.com/office/drawing/2014/main" id="{D0D9596D-DC22-2469-63D5-A7300CE91080}"/>
              </a:ext>
            </a:extLst>
          </p:cNvPr>
          <p:cNvGrpSpPr/>
          <p:nvPr/>
        </p:nvGrpSpPr>
        <p:grpSpPr>
          <a:xfrm>
            <a:off x="2597039" y="1773238"/>
            <a:ext cx="2042160" cy="1932939"/>
            <a:chOff x="1073039" y="1773237"/>
            <a:chExt cx="2042160" cy="1932939"/>
          </a:xfrm>
        </p:grpSpPr>
        <p:sp>
          <p:nvSpPr>
            <p:cNvPr id="18" name="object 15">
              <a:extLst>
                <a:ext uri="{FF2B5EF4-FFF2-40B4-BE49-F238E27FC236}">
                  <a16:creationId xmlns:a16="http://schemas.microsoft.com/office/drawing/2014/main" id="{AD0D8D81-1518-D258-66A7-E4A90280EAB8}"/>
                </a:ext>
              </a:extLst>
            </p:cNvPr>
            <p:cNvSpPr/>
            <p:nvPr/>
          </p:nvSpPr>
          <p:spPr>
            <a:xfrm>
              <a:off x="1073039" y="3591849"/>
              <a:ext cx="273685" cy="114300"/>
            </a:xfrm>
            <a:custGeom>
              <a:avLst/>
              <a:gdLst/>
              <a:ahLst/>
              <a:cxnLst/>
              <a:rect l="l" t="t" r="r" b="b"/>
              <a:pathLst>
                <a:path w="273684" h="114300">
                  <a:moveTo>
                    <a:pt x="159195" y="0"/>
                  </a:moveTo>
                  <a:lnTo>
                    <a:pt x="158973" y="38098"/>
                  </a:lnTo>
                  <a:lnTo>
                    <a:pt x="178023" y="38209"/>
                  </a:lnTo>
                  <a:lnTo>
                    <a:pt x="177801" y="76309"/>
                  </a:lnTo>
                  <a:lnTo>
                    <a:pt x="158751" y="76309"/>
                  </a:lnTo>
                  <a:lnTo>
                    <a:pt x="158530" y="114297"/>
                  </a:lnTo>
                  <a:lnTo>
                    <a:pt x="235624" y="76309"/>
                  </a:lnTo>
                  <a:lnTo>
                    <a:pt x="177801" y="76309"/>
                  </a:lnTo>
                  <a:lnTo>
                    <a:pt x="235848" y="76198"/>
                  </a:lnTo>
                  <a:lnTo>
                    <a:pt x="273160" y="57812"/>
                  </a:lnTo>
                  <a:lnTo>
                    <a:pt x="159195" y="0"/>
                  </a:lnTo>
                  <a:close/>
                </a:path>
                <a:path w="273684" h="114300">
                  <a:moveTo>
                    <a:pt x="158973" y="38098"/>
                  </a:moveTo>
                  <a:lnTo>
                    <a:pt x="158751" y="76198"/>
                  </a:lnTo>
                  <a:lnTo>
                    <a:pt x="177801" y="76309"/>
                  </a:lnTo>
                  <a:lnTo>
                    <a:pt x="178023" y="38209"/>
                  </a:lnTo>
                  <a:lnTo>
                    <a:pt x="158973" y="38098"/>
                  </a:lnTo>
                  <a:close/>
                </a:path>
                <a:path w="273684" h="114300">
                  <a:moveTo>
                    <a:pt x="221" y="37175"/>
                  </a:moveTo>
                  <a:lnTo>
                    <a:pt x="0" y="75275"/>
                  </a:lnTo>
                  <a:lnTo>
                    <a:pt x="158751" y="76198"/>
                  </a:lnTo>
                  <a:lnTo>
                    <a:pt x="158973" y="38098"/>
                  </a:lnTo>
                  <a:lnTo>
                    <a:pt x="221" y="371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6">
              <a:extLst>
                <a:ext uri="{FF2B5EF4-FFF2-40B4-BE49-F238E27FC236}">
                  <a16:creationId xmlns:a16="http://schemas.microsoft.com/office/drawing/2014/main" id="{FCB1C57F-3BD1-FC85-8770-7342337ED1CF}"/>
                </a:ext>
              </a:extLst>
            </p:cNvPr>
            <p:cNvSpPr/>
            <p:nvPr/>
          </p:nvSpPr>
          <p:spPr>
            <a:xfrm>
              <a:off x="1550987" y="1785937"/>
              <a:ext cx="1551305" cy="1311275"/>
            </a:xfrm>
            <a:custGeom>
              <a:avLst/>
              <a:gdLst/>
              <a:ahLst/>
              <a:cxnLst/>
              <a:rect l="l" t="t" r="r" b="b"/>
              <a:pathLst>
                <a:path w="1551305" h="1311275">
                  <a:moveTo>
                    <a:pt x="775493" y="0"/>
                  </a:moveTo>
                  <a:lnTo>
                    <a:pt x="662026" y="173356"/>
                  </a:lnTo>
                  <a:lnTo>
                    <a:pt x="478729" y="49907"/>
                  </a:lnTo>
                  <a:lnTo>
                    <a:pt x="452362" y="246781"/>
                  </a:lnTo>
                  <a:lnTo>
                    <a:pt x="227134" y="192030"/>
                  </a:lnTo>
                  <a:lnTo>
                    <a:pt x="291894" y="382449"/>
                  </a:lnTo>
                  <a:lnTo>
                    <a:pt x="59030" y="404738"/>
                  </a:lnTo>
                  <a:lnTo>
                    <a:pt x="205046" y="559706"/>
                  </a:lnTo>
                  <a:lnTo>
                    <a:pt x="0" y="655637"/>
                  </a:lnTo>
                  <a:lnTo>
                    <a:pt x="205046" y="751568"/>
                  </a:lnTo>
                  <a:lnTo>
                    <a:pt x="59030" y="906537"/>
                  </a:lnTo>
                  <a:lnTo>
                    <a:pt x="291894" y="928827"/>
                  </a:lnTo>
                  <a:lnTo>
                    <a:pt x="227134" y="1119245"/>
                  </a:lnTo>
                  <a:lnTo>
                    <a:pt x="452362" y="1064494"/>
                  </a:lnTo>
                  <a:lnTo>
                    <a:pt x="478729" y="1261369"/>
                  </a:lnTo>
                  <a:lnTo>
                    <a:pt x="662026" y="1137920"/>
                  </a:lnTo>
                  <a:lnTo>
                    <a:pt x="775493" y="1311275"/>
                  </a:lnTo>
                  <a:lnTo>
                    <a:pt x="888961" y="1137920"/>
                  </a:lnTo>
                  <a:lnTo>
                    <a:pt x="1072259" y="1261369"/>
                  </a:lnTo>
                  <a:lnTo>
                    <a:pt x="1098624" y="1064494"/>
                  </a:lnTo>
                  <a:lnTo>
                    <a:pt x="1323853" y="1119245"/>
                  </a:lnTo>
                  <a:lnTo>
                    <a:pt x="1259093" y="928827"/>
                  </a:lnTo>
                  <a:lnTo>
                    <a:pt x="1491956" y="906537"/>
                  </a:lnTo>
                  <a:lnTo>
                    <a:pt x="1345940" y="751568"/>
                  </a:lnTo>
                  <a:lnTo>
                    <a:pt x="1550987" y="655637"/>
                  </a:lnTo>
                  <a:lnTo>
                    <a:pt x="1345940" y="559706"/>
                  </a:lnTo>
                  <a:lnTo>
                    <a:pt x="1491956" y="404738"/>
                  </a:lnTo>
                  <a:lnTo>
                    <a:pt x="1259093" y="382449"/>
                  </a:lnTo>
                  <a:lnTo>
                    <a:pt x="1323853" y="192030"/>
                  </a:lnTo>
                  <a:lnTo>
                    <a:pt x="1098624" y="246781"/>
                  </a:lnTo>
                  <a:lnTo>
                    <a:pt x="1072259" y="49907"/>
                  </a:lnTo>
                  <a:lnTo>
                    <a:pt x="888961" y="173356"/>
                  </a:lnTo>
                  <a:lnTo>
                    <a:pt x="775493" y="0"/>
                  </a:lnTo>
                  <a:close/>
                </a:path>
              </a:pathLst>
            </a:custGeom>
            <a:solidFill>
              <a:srgbClr val="91A6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17">
              <a:extLst>
                <a:ext uri="{FF2B5EF4-FFF2-40B4-BE49-F238E27FC236}">
                  <a16:creationId xmlns:a16="http://schemas.microsoft.com/office/drawing/2014/main" id="{247F6833-668D-CE4A-6292-C5C85E94C7DD}"/>
                </a:ext>
              </a:extLst>
            </p:cNvPr>
            <p:cNvSpPr/>
            <p:nvPr/>
          </p:nvSpPr>
          <p:spPr>
            <a:xfrm>
              <a:off x="1550987" y="1785937"/>
              <a:ext cx="1551305" cy="1311275"/>
            </a:xfrm>
            <a:custGeom>
              <a:avLst/>
              <a:gdLst/>
              <a:ahLst/>
              <a:cxnLst/>
              <a:rect l="l" t="t" r="r" b="b"/>
              <a:pathLst>
                <a:path w="1551305" h="1311275">
                  <a:moveTo>
                    <a:pt x="0" y="655637"/>
                  </a:moveTo>
                  <a:lnTo>
                    <a:pt x="205046" y="559706"/>
                  </a:lnTo>
                  <a:lnTo>
                    <a:pt x="59030" y="404738"/>
                  </a:lnTo>
                  <a:lnTo>
                    <a:pt x="291893" y="382448"/>
                  </a:lnTo>
                  <a:lnTo>
                    <a:pt x="227133" y="192029"/>
                  </a:lnTo>
                  <a:lnTo>
                    <a:pt x="452362" y="246780"/>
                  </a:lnTo>
                  <a:lnTo>
                    <a:pt x="478728" y="49907"/>
                  </a:lnTo>
                  <a:lnTo>
                    <a:pt x="662025" y="173355"/>
                  </a:lnTo>
                  <a:lnTo>
                    <a:pt x="775493" y="0"/>
                  </a:lnTo>
                  <a:lnTo>
                    <a:pt x="888961" y="173355"/>
                  </a:lnTo>
                  <a:lnTo>
                    <a:pt x="1072259" y="49907"/>
                  </a:lnTo>
                  <a:lnTo>
                    <a:pt x="1098624" y="246780"/>
                  </a:lnTo>
                  <a:lnTo>
                    <a:pt x="1323853" y="192029"/>
                  </a:lnTo>
                  <a:lnTo>
                    <a:pt x="1259093" y="382448"/>
                  </a:lnTo>
                  <a:lnTo>
                    <a:pt x="1491957" y="404738"/>
                  </a:lnTo>
                  <a:lnTo>
                    <a:pt x="1345941" y="559706"/>
                  </a:lnTo>
                  <a:lnTo>
                    <a:pt x="1550987" y="655637"/>
                  </a:lnTo>
                  <a:lnTo>
                    <a:pt x="1345941" y="751568"/>
                  </a:lnTo>
                  <a:lnTo>
                    <a:pt x="1491957" y="906536"/>
                  </a:lnTo>
                  <a:lnTo>
                    <a:pt x="1259093" y="928827"/>
                  </a:lnTo>
                  <a:lnTo>
                    <a:pt x="1323853" y="1119246"/>
                  </a:lnTo>
                  <a:lnTo>
                    <a:pt x="1098624" y="1064495"/>
                  </a:lnTo>
                  <a:lnTo>
                    <a:pt x="1072259" y="1261368"/>
                  </a:lnTo>
                  <a:lnTo>
                    <a:pt x="888961" y="1137920"/>
                  </a:lnTo>
                  <a:lnTo>
                    <a:pt x="775493" y="1311275"/>
                  </a:lnTo>
                  <a:lnTo>
                    <a:pt x="662025" y="1137920"/>
                  </a:lnTo>
                  <a:lnTo>
                    <a:pt x="478728" y="1261368"/>
                  </a:lnTo>
                  <a:lnTo>
                    <a:pt x="452362" y="1064495"/>
                  </a:lnTo>
                  <a:lnTo>
                    <a:pt x="227133" y="1119246"/>
                  </a:lnTo>
                  <a:lnTo>
                    <a:pt x="291893" y="928827"/>
                  </a:lnTo>
                  <a:lnTo>
                    <a:pt x="59030" y="906536"/>
                  </a:lnTo>
                  <a:lnTo>
                    <a:pt x="205046" y="751568"/>
                  </a:lnTo>
                  <a:lnTo>
                    <a:pt x="0" y="655637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18">
            <a:extLst>
              <a:ext uri="{FF2B5EF4-FFF2-40B4-BE49-F238E27FC236}">
                <a16:creationId xmlns:a16="http://schemas.microsoft.com/office/drawing/2014/main" id="{7A2E6B14-F845-5ABA-AA9C-A57163C1894A}"/>
              </a:ext>
            </a:extLst>
          </p:cNvPr>
          <p:cNvSpPr txBox="1"/>
          <p:nvPr/>
        </p:nvSpPr>
        <p:spPr>
          <a:xfrm>
            <a:off x="3271043" y="2154429"/>
            <a:ext cx="1159510" cy="568325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12700" marR="5080" indent="168910">
              <a:lnSpc>
                <a:spcPts val="2110"/>
              </a:lnSpc>
              <a:spcBef>
                <a:spcPts val="210"/>
              </a:spcBef>
            </a:pPr>
            <a:r>
              <a:rPr spc="-10" dirty="0">
                <a:latin typeface="Verdana"/>
                <a:cs typeface="Verdana"/>
              </a:rPr>
              <a:t>Branch </a:t>
            </a:r>
            <a:r>
              <a:rPr spc="-5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P</a:t>
            </a:r>
            <a:r>
              <a:rPr spc="-10" dirty="0">
                <a:latin typeface="Verdana"/>
                <a:cs typeface="Verdana"/>
              </a:rPr>
              <a:t>r</a:t>
            </a:r>
            <a:r>
              <a:rPr dirty="0">
                <a:latin typeface="Verdana"/>
                <a:cs typeface="Verdana"/>
              </a:rPr>
              <a:t>ed</a:t>
            </a:r>
            <a:r>
              <a:rPr spc="5" dirty="0">
                <a:latin typeface="Verdana"/>
                <a:cs typeface="Verdana"/>
              </a:rPr>
              <a:t>i</a:t>
            </a:r>
            <a:r>
              <a:rPr dirty="0">
                <a:latin typeface="Verdana"/>
                <a:cs typeface="Verdana"/>
              </a:rPr>
              <a:t>ct</a:t>
            </a:r>
            <a:r>
              <a:rPr spc="5" dirty="0">
                <a:latin typeface="Verdana"/>
                <a:cs typeface="Verdana"/>
              </a:rPr>
              <a:t>i</a:t>
            </a:r>
            <a:r>
              <a:rPr spc="-5" dirty="0">
                <a:latin typeface="Verdana"/>
                <a:cs typeface="Verdana"/>
              </a:rPr>
              <a:t>o</a:t>
            </a:r>
            <a:r>
              <a:rPr dirty="0">
                <a:latin typeface="Verdana"/>
                <a:cs typeface="Verdana"/>
              </a:rPr>
              <a:t>n</a:t>
            </a:r>
            <a:endParaRPr>
              <a:latin typeface="Verdana"/>
              <a:cs typeface="Verdana"/>
            </a:endParaRPr>
          </a:p>
        </p:txBody>
      </p:sp>
      <p:sp>
        <p:nvSpPr>
          <p:cNvPr id="22" name="object 19">
            <a:extLst>
              <a:ext uri="{FF2B5EF4-FFF2-40B4-BE49-F238E27FC236}">
                <a16:creationId xmlns:a16="http://schemas.microsoft.com/office/drawing/2014/main" id="{4C1E2823-8895-7120-0D9F-84860794D437}"/>
              </a:ext>
            </a:extLst>
          </p:cNvPr>
          <p:cNvSpPr/>
          <p:nvPr/>
        </p:nvSpPr>
        <p:spPr>
          <a:xfrm>
            <a:off x="1962100" y="2249500"/>
            <a:ext cx="2973705" cy="1459865"/>
          </a:xfrm>
          <a:custGeom>
            <a:avLst/>
            <a:gdLst/>
            <a:ahLst/>
            <a:cxnLst/>
            <a:rect l="l" t="t" r="r" b="b"/>
            <a:pathLst>
              <a:path w="2973704" h="1459864">
                <a:moveTo>
                  <a:pt x="1251000" y="433374"/>
                </a:moveTo>
                <a:lnTo>
                  <a:pt x="1165999" y="439127"/>
                </a:lnTo>
                <a:lnTo>
                  <a:pt x="1178864" y="461022"/>
                </a:lnTo>
                <a:lnTo>
                  <a:pt x="692988" y="746442"/>
                </a:lnTo>
                <a:lnTo>
                  <a:pt x="690613" y="750608"/>
                </a:lnTo>
                <a:lnTo>
                  <a:pt x="690613" y="1398574"/>
                </a:lnTo>
                <a:lnTo>
                  <a:pt x="716013" y="1398574"/>
                </a:lnTo>
                <a:lnTo>
                  <a:pt x="716013" y="766064"/>
                </a:lnTo>
                <a:lnTo>
                  <a:pt x="716013" y="762381"/>
                </a:lnTo>
                <a:lnTo>
                  <a:pt x="728383" y="755116"/>
                </a:lnTo>
                <a:lnTo>
                  <a:pt x="1191729" y="482930"/>
                </a:lnTo>
                <a:lnTo>
                  <a:pt x="1204595" y="504825"/>
                </a:lnTo>
                <a:lnTo>
                  <a:pt x="1237221" y="454596"/>
                </a:lnTo>
                <a:lnTo>
                  <a:pt x="1251000" y="433374"/>
                </a:lnTo>
                <a:close/>
              </a:path>
              <a:path w="2973704" h="1459864">
                <a:moveTo>
                  <a:pt x="1251127" y="38087"/>
                </a:moveTo>
                <a:lnTo>
                  <a:pt x="1251051" y="27393"/>
                </a:lnTo>
                <a:lnTo>
                  <a:pt x="1250861" y="0"/>
                </a:lnTo>
                <a:lnTo>
                  <a:pt x="29591" y="8191"/>
                </a:lnTo>
                <a:lnTo>
                  <a:pt x="0" y="1409941"/>
                </a:lnTo>
                <a:lnTo>
                  <a:pt x="2057" y="1414894"/>
                </a:lnTo>
                <a:lnTo>
                  <a:pt x="9423" y="1422133"/>
                </a:lnTo>
                <a:lnTo>
                  <a:pt x="14414" y="1424101"/>
                </a:lnTo>
                <a:lnTo>
                  <a:pt x="123774" y="1421371"/>
                </a:lnTo>
                <a:lnTo>
                  <a:pt x="124726" y="1459458"/>
                </a:lnTo>
                <a:lnTo>
                  <a:pt x="237553" y="1399463"/>
                </a:lnTo>
                <a:lnTo>
                  <a:pt x="202044" y="1382801"/>
                </a:lnTo>
                <a:lnTo>
                  <a:pt x="121869" y="1345196"/>
                </a:lnTo>
                <a:lnTo>
                  <a:pt x="122821" y="1383284"/>
                </a:lnTo>
                <a:lnTo>
                  <a:pt x="38290" y="1385392"/>
                </a:lnTo>
                <a:lnTo>
                  <a:pt x="48615" y="46291"/>
                </a:lnTo>
                <a:lnTo>
                  <a:pt x="48615" y="46164"/>
                </a:lnTo>
                <a:lnTo>
                  <a:pt x="1251127" y="38087"/>
                </a:lnTo>
                <a:close/>
              </a:path>
              <a:path w="2973704" h="1459864">
                <a:moveTo>
                  <a:pt x="2973438" y="792213"/>
                </a:moveTo>
                <a:lnTo>
                  <a:pt x="2972193" y="789089"/>
                </a:lnTo>
                <a:lnTo>
                  <a:pt x="2679446" y="479971"/>
                </a:lnTo>
                <a:lnTo>
                  <a:pt x="2689187" y="470750"/>
                </a:lnTo>
                <a:lnTo>
                  <a:pt x="2697886" y="462508"/>
                </a:lnTo>
                <a:lnTo>
                  <a:pt x="2617838" y="433374"/>
                </a:lnTo>
                <a:lnTo>
                  <a:pt x="2642565" y="514908"/>
                </a:lnTo>
                <a:lnTo>
                  <a:pt x="2661005" y="497446"/>
                </a:lnTo>
                <a:lnTo>
                  <a:pt x="2948038" y="800519"/>
                </a:lnTo>
                <a:lnTo>
                  <a:pt x="2948038" y="1054087"/>
                </a:lnTo>
                <a:lnTo>
                  <a:pt x="2973438" y="1054087"/>
                </a:lnTo>
                <a:lnTo>
                  <a:pt x="2973438" y="804189"/>
                </a:lnTo>
                <a:lnTo>
                  <a:pt x="2973438" y="795464"/>
                </a:lnTo>
                <a:lnTo>
                  <a:pt x="2973438" y="79221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0">
            <a:extLst>
              <a:ext uri="{FF2B5EF4-FFF2-40B4-BE49-F238E27FC236}">
                <a16:creationId xmlns:a16="http://schemas.microsoft.com/office/drawing/2014/main" id="{49C526C4-89B6-4D9F-143D-8B2CBDB7C427}"/>
              </a:ext>
            </a:extLst>
          </p:cNvPr>
          <p:cNvSpPr txBox="1"/>
          <p:nvPr/>
        </p:nvSpPr>
        <p:spPr>
          <a:xfrm>
            <a:off x="7736840" y="1566164"/>
            <a:ext cx="206946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i="1" spc="-5" dirty="0">
                <a:latin typeface="Verdana"/>
                <a:cs typeface="Verdana"/>
              </a:rPr>
              <a:t>Update</a:t>
            </a:r>
            <a:r>
              <a:rPr i="1" spc="-40" dirty="0">
                <a:latin typeface="Verdana"/>
                <a:cs typeface="Verdana"/>
              </a:rPr>
              <a:t> </a:t>
            </a:r>
            <a:r>
              <a:rPr i="1" spc="-5" dirty="0">
                <a:latin typeface="Verdana"/>
                <a:cs typeface="Verdana"/>
              </a:rPr>
              <a:t>predictors</a:t>
            </a:r>
            <a:endParaRPr>
              <a:latin typeface="Verdana"/>
              <a:cs typeface="Verdana"/>
            </a:endParaRPr>
          </a:p>
        </p:txBody>
      </p:sp>
      <p:sp>
        <p:nvSpPr>
          <p:cNvPr id="24" name="object 21">
            <a:extLst>
              <a:ext uri="{FF2B5EF4-FFF2-40B4-BE49-F238E27FC236}">
                <a16:creationId xmlns:a16="http://schemas.microsoft.com/office/drawing/2014/main" id="{704FCC38-8F53-907C-A07F-E10D97D3F44D}"/>
              </a:ext>
            </a:extLst>
          </p:cNvPr>
          <p:cNvSpPr/>
          <p:nvPr/>
        </p:nvSpPr>
        <p:spPr>
          <a:xfrm>
            <a:off x="8547101" y="3303588"/>
            <a:ext cx="1095375" cy="758825"/>
          </a:xfrm>
          <a:custGeom>
            <a:avLst/>
            <a:gdLst/>
            <a:ahLst/>
            <a:cxnLst/>
            <a:rect l="l" t="t" r="r" b="b"/>
            <a:pathLst>
              <a:path w="1095375" h="758825">
                <a:moveTo>
                  <a:pt x="0" y="0"/>
                </a:moveTo>
                <a:lnTo>
                  <a:pt x="1095375" y="0"/>
                </a:lnTo>
                <a:lnTo>
                  <a:pt x="1095375" y="758825"/>
                </a:lnTo>
                <a:lnTo>
                  <a:pt x="0" y="758825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2">
            <a:extLst>
              <a:ext uri="{FF2B5EF4-FFF2-40B4-BE49-F238E27FC236}">
                <a16:creationId xmlns:a16="http://schemas.microsoft.com/office/drawing/2014/main" id="{7BD77E0C-A4B7-287E-EE0B-0D792B76EA87}"/>
              </a:ext>
            </a:extLst>
          </p:cNvPr>
          <p:cNvSpPr txBox="1"/>
          <p:nvPr/>
        </p:nvSpPr>
        <p:spPr>
          <a:xfrm>
            <a:off x="8583613" y="3518916"/>
            <a:ext cx="102298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5" dirty="0">
                <a:latin typeface="Verdana"/>
                <a:cs typeface="Verdana"/>
              </a:rPr>
              <a:t>Commit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26" name="object 23">
            <a:extLst>
              <a:ext uri="{FF2B5EF4-FFF2-40B4-BE49-F238E27FC236}">
                <a16:creationId xmlns:a16="http://schemas.microsoft.com/office/drawing/2014/main" id="{2CCD79D6-6866-9245-0594-25BE1B752885}"/>
              </a:ext>
            </a:extLst>
          </p:cNvPr>
          <p:cNvGrpSpPr/>
          <p:nvPr/>
        </p:nvGrpSpPr>
        <p:grpSpPr>
          <a:xfrm>
            <a:off x="4994276" y="1427162"/>
            <a:ext cx="5018405" cy="5073650"/>
            <a:chOff x="3470275" y="1427162"/>
            <a:chExt cx="5018405" cy="5073650"/>
          </a:xfrm>
        </p:grpSpPr>
        <p:pic>
          <p:nvPicPr>
            <p:cNvPr id="27" name="object 24">
              <a:extLst>
                <a:ext uri="{FF2B5EF4-FFF2-40B4-BE49-F238E27FC236}">
                  <a16:creationId xmlns:a16="http://schemas.microsoft.com/office/drawing/2014/main" id="{D8B09123-0D70-A195-109B-6717EE28627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18165" y="3591628"/>
              <a:ext cx="204934" cy="114296"/>
            </a:xfrm>
            <a:prstGeom prst="rect">
              <a:avLst/>
            </a:prstGeom>
          </p:spPr>
        </p:pic>
        <p:sp>
          <p:nvSpPr>
            <p:cNvPr id="28" name="object 25">
              <a:extLst>
                <a:ext uri="{FF2B5EF4-FFF2-40B4-BE49-F238E27FC236}">
                  <a16:creationId xmlns:a16="http://schemas.microsoft.com/office/drawing/2014/main" id="{CCD6D3D4-7489-84AD-B535-049D5E0514A9}"/>
                </a:ext>
              </a:extLst>
            </p:cNvPr>
            <p:cNvSpPr/>
            <p:nvPr/>
          </p:nvSpPr>
          <p:spPr>
            <a:xfrm>
              <a:off x="4151312" y="1439862"/>
              <a:ext cx="1435100" cy="1130935"/>
            </a:xfrm>
            <a:custGeom>
              <a:avLst/>
              <a:gdLst/>
              <a:ahLst/>
              <a:cxnLst/>
              <a:rect l="l" t="t" r="r" b="b"/>
              <a:pathLst>
                <a:path w="1435100" h="1130935">
                  <a:moveTo>
                    <a:pt x="717550" y="0"/>
                  </a:moveTo>
                  <a:lnTo>
                    <a:pt x="612560" y="149433"/>
                  </a:lnTo>
                  <a:lnTo>
                    <a:pt x="442959" y="43019"/>
                  </a:lnTo>
                  <a:lnTo>
                    <a:pt x="418564" y="212726"/>
                  </a:lnTo>
                  <a:lnTo>
                    <a:pt x="210163" y="165530"/>
                  </a:lnTo>
                  <a:lnTo>
                    <a:pt x="270084" y="329671"/>
                  </a:lnTo>
                  <a:lnTo>
                    <a:pt x="54620" y="348885"/>
                  </a:lnTo>
                  <a:lnTo>
                    <a:pt x="189726" y="482469"/>
                  </a:lnTo>
                  <a:lnTo>
                    <a:pt x="0" y="565161"/>
                  </a:lnTo>
                  <a:lnTo>
                    <a:pt x="189726" y="647853"/>
                  </a:lnTo>
                  <a:lnTo>
                    <a:pt x="54620" y="781437"/>
                  </a:lnTo>
                  <a:lnTo>
                    <a:pt x="270084" y="800651"/>
                  </a:lnTo>
                  <a:lnTo>
                    <a:pt x="210163" y="964792"/>
                  </a:lnTo>
                  <a:lnTo>
                    <a:pt x="418564" y="917596"/>
                  </a:lnTo>
                  <a:lnTo>
                    <a:pt x="442959" y="1087302"/>
                  </a:lnTo>
                  <a:lnTo>
                    <a:pt x="612560" y="980889"/>
                  </a:lnTo>
                  <a:lnTo>
                    <a:pt x="717550" y="1130322"/>
                  </a:lnTo>
                  <a:lnTo>
                    <a:pt x="822539" y="980889"/>
                  </a:lnTo>
                  <a:lnTo>
                    <a:pt x="992141" y="1087302"/>
                  </a:lnTo>
                  <a:lnTo>
                    <a:pt x="1016537" y="917596"/>
                  </a:lnTo>
                  <a:lnTo>
                    <a:pt x="1224937" y="964792"/>
                  </a:lnTo>
                  <a:lnTo>
                    <a:pt x="1165016" y="800651"/>
                  </a:lnTo>
                  <a:lnTo>
                    <a:pt x="1380481" y="781437"/>
                  </a:lnTo>
                  <a:lnTo>
                    <a:pt x="1245374" y="647853"/>
                  </a:lnTo>
                  <a:lnTo>
                    <a:pt x="1435100" y="565161"/>
                  </a:lnTo>
                  <a:lnTo>
                    <a:pt x="1245374" y="482469"/>
                  </a:lnTo>
                  <a:lnTo>
                    <a:pt x="1380481" y="348885"/>
                  </a:lnTo>
                  <a:lnTo>
                    <a:pt x="1165016" y="329671"/>
                  </a:lnTo>
                  <a:lnTo>
                    <a:pt x="1224937" y="165530"/>
                  </a:lnTo>
                  <a:lnTo>
                    <a:pt x="1016537" y="212726"/>
                  </a:lnTo>
                  <a:lnTo>
                    <a:pt x="992141" y="43019"/>
                  </a:lnTo>
                  <a:lnTo>
                    <a:pt x="822539" y="149433"/>
                  </a:lnTo>
                  <a:lnTo>
                    <a:pt x="717550" y="0"/>
                  </a:lnTo>
                  <a:close/>
                </a:path>
              </a:pathLst>
            </a:custGeom>
            <a:solidFill>
              <a:srgbClr val="BEC0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6">
              <a:extLst>
                <a:ext uri="{FF2B5EF4-FFF2-40B4-BE49-F238E27FC236}">
                  <a16:creationId xmlns:a16="http://schemas.microsoft.com/office/drawing/2014/main" id="{06279ED6-1B53-9937-635A-A23631F0DCB0}"/>
                </a:ext>
              </a:extLst>
            </p:cNvPr>
            <p:cNvSpPr/>
            <p:nvPr/>
          </p:nvSpPr>
          <p:spPr>
            <a:xfrm>
              <a:off x="4151312" y="1439862"/>
              <a:ext cx="1435100" cy="1130935"/>
            </a:xfrm>
            <a:custGeom>
              <a:avLst/>
              <a:gdLst/>
              <a:ahLst/>
              <a:cxnLst/>
              <a:rect l="l" t="t" r="r" b="b"/>
              <a:pathLst>
                <a:path w="1435100" h="1130935">
                  <a:moveTo>
                    <a:pt x="0" y="565161"/>
                  </a:moveTo>
                  <a:lnTo>
                    <a:pt x="189725" y="482468"/>
                  </a:lnTo>
                  <a:lnTo>
                    <a:pt x="54619" y="348885"/>
                  </a:lnTo>
                  <a:lnTo>
                    <a:pt x="270084" y="329671"/>
                  </a:lnTo>
                  <a:lnTo>
                    <a:pt x="210162" y="165529"/>
                  </a:lnTo>
                  <a:lnTo>
                    <a:pt x="418563" y="212725"/>
                  </a:lnTo>
                  <a:lnTo>
                    <a:pt x="442958" y="43019"/>
                  </a:lnTo>
                  <a:lnTo>
                    <a:pt x="612560" y="149432"/>
                  </a:lnTo>
                  <a:lnTo>
                    <a:pt x="717550" y="0"/>
                  </a:lnTo>
                  <a:lnTo>
                    <a:pt x="822539" y="149432"/>
                  </a:lnTo>
                  <a:lnTo>
                    <a:pt x="992141" y="43019"/>
                  </a:lnTo>
                  <a:lnTo>
                    <a:pt x="1016537" y="212725"/>
                  </a:lnTo>
                  <a:lnTo>
                    <a:pt x="1224937" y="165529"/>
                  </a:lnTo>
                  <a:lnTo>
                    <a:pt x="1165016" y="329671"/>
                  </a:lnTo>
                  <a:lnTo>
                    <a:pt x="1380480" y="348885"/>
                  </a:lnTo>
                  <a:lnTo>
                    <a:pt x="1245375" y="482468"/>
                  </a:lnTo>
                  <a:lnTo>
                    <a:pt x="1435100" y="565161"/>
                  </a:lnTo>
                  <a:lnTo>
                    <a:pt x="1245375" y="647853"/>
                  </a:lnTo>
                  <a:lnTo>
                    <a:pt x="1380480" y="781436"/>
                  </a:lnTo>
                  <a:lnTo>
                    <a:pt x="1165016" y="800650"/>
                  </a:lnTo>
                  <a:lnTo>
                    <a:pt x="1224937" y="964792"/>
                  </a:lnTo>
                  <a:lnTo>
                    <a:pt x="1016537" y="917596"/>
                  </a:lnTo>
                  <a:lnTo>
                    <a:pt x="992141" y="1087302"/>
                  </a:lnTo>
                  <a:lnTo>
                    <a:pt x="822539" y="980889"/>
                  </a:lnTo>
                  <a:lnTo>
                    <a:pt x="717550" y="1130322"/>
                  </a:lnTo>
                  <a:lnTo>
                    <a:pt x="612560" y="980889"/>
                  </a:lnTo>
                  <a:lnTo>
                    <a:pt x="442958" y="1087302"/>
                  </a:lnTo>
                  <a:lnTo>
                    <a:pt x="418563" y="917596"/>
                  </a:lnTo>
                  <a:lnTo>
                    <a:pt x="210162" y="964792"/>
                  </a:lnTo>
                  <a:lnTo>
                    <a:pt x="270084" y="800650"/>
                  </a:lnTo>
                  <a:lnTo>
                    <a:pt x="54619" y="781436"/>
                  </a:lnTo>
                  <a:lnTo>
                    <a:pt x="189725" y="647853"/>
                  </a:lnTo>
                  <a:lnTo>
                    <a:pt x="0" y="565161"/>
                  </a:lnTo>
                  <a:close/>
                </a:path>
              </a:pathLst>
            </a:custGeom>
            <a:ln w="25400">
              <a:solidFill>
                <a:srgbClr val="9E7B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27">
              <a:extLst>
                <a:ext uri="{FF2B5EF4-FFF2-40B4-BE49-F238E27FC236}">
                  <a16:creationId xmlns:a16="http://schemas.microsoft.com/office/drawing/2014/main" id="{CD5B674B-1000-BBDE-8600-B99FD9EBF180}"/>
                </a:ext>
              </a:extLst>
            </p:cNvPr>
            <p:cNvSpPr/>
            <p:nvPr/>
          </p:nvSpPr>
          <p:spPr>
            <a:xfrm>
              <a:off x="3482975" y="4338637"/>
              <a:ext cx="4993005" cy="2149475"/>
            </a:xfrm>
            <a:custGeom>
              <a:avLst/>
              <a:gdLst/>
              <a:ahLst/>
              <a:cxnLst/>
              <a:rect l="l" t="t" r="r" b="b"/>
              <a:pathLst>
                <a:path w="4993005" h="2149475">
                  <a:moveTo>
                    <a:pt x="4992687" y="0"/>
                  </a:moveTo>
                  <a:lnTo>
                    <a:pt x="0" y="0"/>
                  </a:lnTo>
                  <a:lnTo>
                    <a:pt x="0" y="2149475"/>
                  </a:lnTo>
                  <a:lnTo>
                    <a:pt x="4992687" y="2149475"/>
                  </a:lnTo>
                  <a:lnTo>
                    <a:pt x="4992687" y="0"/>
                  </a:lnTo>
                  <a:close/>
                </a:path>
              </a:pathLst>
            </a:custGeom>
            <a:solidFill>
              <a:srgbClr val="91A6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28">
              <a:extLst>
                <a:ext uri="{FF2B5EF4-FFF2-40B4-BE49-F238E27FC236}">
                  <a16:creationId xmlns:a16="http://schemas.microsoft.com/office/drawing/2014/main" id="{1C4E8DCB-4AFE-3F6A-3A70-C74EAD5AF3E8}"/>
                </a:ext>
              </a:extLst>
            </p:cNvPr>
            <p:cNvSpPr/>
            <p:nvPr/>
          </p:nvSpPr>
          <p:spPr>
            <a:xfrm>
              <a:off x="3482975" y="4338637"/>
              <a:ext cx="4993005" cy="2149475"/>
            </a:xfrm>
            <a:custGeom>
              <a:avLst/>
              <a:gdLst/>
              <a:ahLst/>
              <a:cxnLst/>
              <a:rect l="l" t="t" r="r" b="b"/>
              <a:pathLst>
                <a:path w="4993005" h="2149475">
                  <a:moveTo>
                    <a:pt x="0" y="0"/>
                  </a:moveTo>
                  <a:lnTo>
                    <a:pt x="4992688" y="0"/>
                  </a:lnTo>
                  <a:lnTo>
                    <a:pt x="4992688" y="2149475"/>
                  </a:lnTo>
                  <a:lnTo>
                    <a:pt x="0" y="2149475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29">
              <a:extLst>
                <a:ext uri="{FF2B5EF4-FFF2-40B4-BE49-F238E27FC236}">
                  <a16:creationId xmlns:a16="http://schemas.microsoft.com/office/drawing/2014/main" id="{02ADFF94-3778-77C9-1010-5406DE99C4DC}"/>
                </a:ext>
              </a:extLst>
            </p:cNvPr>
            <p:cNvSpPr/>
            <p:nvPr/>
          </p:nvSpPr>
          <p:spPr>
            <a:xfrm>
              <a:off x="4508663" y="2544300"/>
              <a:ext cx="353695" cy="1750060"/>
            </a:xfrm>
            <a:custGeom>
              <a:avLst/>
              <a:gdLst/>
              <a:ahLst/>
              <a:cxnLst/>
              <a:rect l="l" t="t" r="r" b="b"/>
              <a:pathLst>
                <a:path w="353695" h="1750060">
                  <a:moveTo>
                    <a:pt x="82040" y="1724487"/>
                  </a:moveTo>
                  <a:lnTo>
                    <a:pt x="0" y="1724487"/>
                  </a:lnTo>
                  <a:lnTo>
                    <a:pt x="0" y="1749887"/>
                  </a:lnTo>
                  <a:lnTo>
                    <a:pt x="99513" y="1749887"/>
                  </a:lnTo>
                  <a:lnTo>
                    <a:pt x="104893" y="1745180"/>
                  </a:lnTo>
                  <a:lnTo>
                    <a:pt x="106190" y="1735500"/>
                  </a:lnTo>
                  <a:lnTo>
                    <a:pt x="80563" y="1735500"/>
                  </a:lnTo>
                  <a:lnTo>
                    <a:pt x="82040" y="1724487"/>
                  </a:lnTo>
                  <a:close/>
                </a:path>
                <a:path w="353695" h="1750060">
                  <a:moveTo>
                    <a:pt x="303318" y="73836"/>
                  </a:moveTo>
                  <a:lnTo>
                    <a:pt x="80563" y="1735500"/>
                  </a:lnTo>
                  <a:lnTo>
                    <a:pt x="93151" y="1724487"/>
                  </a:lnTo>
                  <a:lnTo>
                    <a:pt x="107667" y="1724487"/>
                  </a:lnTo>
                  <a:lnTo>
                    <a:pt x="328492" y="77211"/>
                  </a:lnTo>
                  <a:lnTo>
                    <a:pt x="303318" y="73836"/>
                  </a:lnTo>
                  <a:close/>
                </a:path>
                <a:path w="353695" h="1750060">
                  <a:moveTo>
                    <a:pt x="107667" y="1724487"/>
                  </a:moveTo>
                  <a:lnTo>
                    <a:pt x="93151" y="1724487"/>
                  </a:lnTo>
                  <a:lnTo>
                    <a:pt x="80563" y="1735500"/>
                  </a:lnTo>
                  <a:lnTo>
                    <a:pt x="106190" y="1735500"/>
                  </a:lnTo>
                  <a:lnTo>
                    <a:pt x="107667" y="1724487"/>
                  </a:lnTo>
                  <a:close/>
                </a:path>
                <a:path w="353695" h="1750060">
                  <a:moveTo>
                    <a:pt x="347037" y="61252"/>
                  </a:moveTo>
                  <a:lnTo>
                    <a:pt x="305005" y="61252"/>
                  </a:lnTo>
                  <a:lnTo>
                    <a:pt x="330179" y="64626"/>
                  </a:lnTo>
                  <a:lnTo>
                    <a:pt x="328492" y="77211"/>
                  </a:lnTo>
                  <a:lnTo>
                    <a:pt x="353668" y="80586"/>
                  </a:lnTo>
                  <a:lnTo>
                    <a:pt x="347037" y="61252"/>
                  </a:lnTo>
                  <a:close/>
                </a:path>
                <a:path w="353695" h="1750060">
                  <a:moveTo>
                    <a:pt x="305005" y="61252"/>
                  </a:moveTo>
                  <a:lnTo>
                    <a:pt x="303318" y="73836"/>
                  </a:lnTo>
                  <a:lnTo>
                    <a:pt x="328492" y="77211"/>
                  </a:lnTo>
                  <a:lnTo>
                    <a:pt x="330179" y="64626"/>
                  </a:lnTo>
                  <a:lnTo>
                    <a:pt x="305005" y="61252"/>
                  </a:lnTo>
                  <a:close/>
                </a:path>
                <a:path w="353695" h="1750060">
                  <a:moveTo>
                    <a:pt x="326030" y="0"/>
                  </a:moveTo>
                  <a:lnTo>
                    <a:pt x="278143" y="70462"/>
                  </a:lnTo>
                  <a:lnTo>
                    <a:pt x="303318" y="73836"/>
                  </a:lnTo>
                  <a:lnTo>
                    <a:pt x="305005" y="61252"/>
                  </a:lnTo>
                  <a:lnTo>
                    <a:pt x="347037" y="61252"/>
                  </a:lnTo>
                  <a:lnTo>
                    <a:pt x="326030" y="0"/>
                  </a:lnTo>
                  <a:close/>
                </a:path>
              </a:pathLst>
            </a:custGeom>
            <a:solidFill>
              <a:srgbClr val="9E7B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0">
              <a:extLst>
                <a:ext uri="{FF2B5EF4-FFF2-40B4-BE49-F238E27FC236}">
                  <a16:creationId xmlns:a16="http://schemas.microsoft.com/office/drawing/2014/main" id="{74DFA1D0-D1D7-AC1A-EEB0-E940E7A5AF7D}"/>
                </a:ext>
              </a:extLst>
            </p:cNvPr>
            <p:cNvSpPr/>
            <p:nvPr/>
          </p:nvSpPr>
          <p:spPr>
            <a:xfrm>
              <a:off x="3824287" y="5441950"/>
              <a:ext cx="957580" cy="621030"/>
            </a:xfrm>
            <a:custGeom>
              <a:avLst/>
              <a:gdLst/>
              <a:ahLst/>
              <a:cxnLst/>
              <a:rect l="l" t="t" r="r" b="b"/>
              <a:pathLst>
                <a:path w="957579" h="621029">
                  <a:moveTo>
                    <a:pt x="957262" y="0"/>
                  </a:moveTo>
                  <a:lnTo>
                    <a:pt x="0" y="0"/>
                  </a:lnTo>
                  <a:lnTo>
                    <a:pt x="0" y="620712"/>
                  </a:lnTo>
                  <a:lnTo>
                    <a:pt x="957262" y="620712"/>
                  </a:lnTo>
                  <a:lnTo>
                    <a:pt x="95726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1">
              <a:extLst>
                <a:ext uri="{FF2B5EF4-FFF2-40B4-BE49-F238E27FC236}">
                  <a16:creationId xmlns:a16="http://schemas.microsoft.com/office/drawing/2014/main" id="{4F81066C-F352-3F0C-B4EA-19FDEBB54D40}"/>
                </a:ext>
              </a:extLst>
            </p:cNvPr>
            <p:cNvSpPr/>
            <p:nvPr/>
          </p:nvSpPr>
          <p:spPr>
            <a:xfrm>
              <a:off x="3824287" y="5441950"/>
              <a:ext cx="957580" cy="621030"/>
            </a:xfrm>
            <a:custGeom>
              <a:avLst/>
              <a:gdLst/>
              <a:ahLst/>
              <a:cxnLst/>
              <a:rect l="l" t="t" r="r" b="b"/>
              <a:pathLst>
                <a:path w="957579" h="621029">
                  <a:moveTo>
                    <a:pt x="0" y="0"/>
                  </a:moveTo>
                  <a:lnTo>
                    <a:pt x="957262" y="0"/>
                  </a:lnTo>
                  <a:lnTo>
                    <a:pt x="957262" y="620713"/>
                  </a:lnTo>
                  <a:lnTo>
                    <a:pt x="0" y="620713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2">
            <a:extLst>
              <a:ext uri="{FF2B5EF4-FFF2-40B4-BE49-F238E27FC236}">
                <a16:creationId xmlns:a16="http://schemas.microsoft.com/office/drawing/2014/main" id="{52D5A23F-6521-E3EA-AC2F-45A189EF551E}"/>
              </a:ext>
            </a:extLst>
          </p:cNvPr>
          <p:cNvSpPr txBox="1"/>
          <p:nvPr/>
        </p:nvSpPr>
        <p:spPr>
          <a:xfrm>
            <a:off x="5360987" y="5454651"/>
            <a:ext cx="932180" cy="307777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24130">
              <a:lnSpc>
                <a:spcPts val="2355"/>
              </a:lnSpc>
            </a:pPr>
            <a:r>
              <a:rPr sz="2000" spc="-10" dirty="0">
                <a:latin typeface="Verdana"/>
                <a:cs typeface="Verdana"/>
              </a:rPr>
              <a:t>Branch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6" name="object 33">
            <a:extLst>
              <a:ext uri="{FF2B5EF4-FFF2-40B4-BE49-F238E27FC236}">
                <a16:creationId xmlns:a16="http://schemas.microsoft.com/office/drawing/2014/main" id="{08C5731C-C289-3DE0-F7F2-37D9555DD17B}"/>
              </a:ext>
            </a:extLst>
          </p:cNvPr>
          <p:cNvSpPr txBox="1"/>
          <p:nvPr/>
        </p:nvSpPr>
        <p:spPr>
          <a:xfrm>
            <a:off x="5360987" y="5754191"/>
            <a:ext cx="932180" cy="29591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207645">
              <a:lnSpc>
                <a:spcPts val="2330"/>
              </a:lnSpc>
            </a:pPr>
            <a:r>
              <a:rPr sz="2000" spc="-5" dirty="0">
                <a:latin typeface="Verdana"/>
                <a:cs typeface="Verdana"/>
              </a:rPr>
              <a:t>Unit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7" name="object 34">
            <a:extLst>
              <a:ext uri="{FF2B5EF4-FFF2-40B4-BE49-F238E27FC236}">
                <a16:creationId xmlns:a16="http://schemas.microsoft.com/office/drawing/2014/main" id="{50F414C9-D5C1-A3AE-7AFE-FBAD9569DAF2}"/>
              </a:ext>
            </a:extLst>
          </p:cNvPr>
          <p:cNvSpPr/>
          <p:nvPr/>
        </p:nvSpPr>
        <p:spPr>
          <a:xfrm>
            <a:off x="6373813" y="5441950"/>
            <a:ext cx="708025" cy="621030"/>
          </a:xfrm>
          <a:custGeom>
            <a:avLst/>
            <a:gdLst/>
            <a:ahLst/>
            <a:cxnLst/>
            <a:rect l="l" t="t" r="r" b="b"/>
            <a:pathLst>
              <a:path w="708025" h="621029">
                <a:moveTo>
                  <a:pt x="0" y="0"/>
                </a:moveTo>
                <a:lnTo>
                  <a:pt x="708025" y="0"/>
                </a:lnTo>
                <a:lnTo>
                  <a:pt x="708025" y="620713"/>
                </a:lnTo>
                <a:lnTo>
                  <a:pt x="0" y="620713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5">
            <a:extLst>
              <a:ext uri="{FF2B5EF4-FFF2-40B4-BE49-F238E27FC236}">
                <a16:creationId xmlns:a16="http://schemas.microsoft.com/office/drawing/2014/main" id="{A529ED80-32B2-25AE-6BAC-E90F78C466BE}"/>
              </a:ext>
            </a:extLst>
          </p:cNvPr>
          <p:cNvSpPr txBox="1"/>
          <p:nvPr/>
        </p:nvSpPr>
        <p:spPr>
          <a:xfrm>
            <a:off x="6386513" y="5453062"/>
            <a:ext cx="704215" cy="457176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47955" rIns="0" bIns="0" rtlCol="0">
            <a:spAutoFit/>
          </a:bodyPr>
          <a:lstStyle/>
          <a:p>
            <a:pPr marL="90805">
              <a:spcBef>
                <a:spcPts val="1165"/>
              </a:spcBef>
            </a:pPr>
            <a:r>
              <a:rPr sz="2000" spc="-5" dirty="0">
                <a:latin typeface="Verdana"/>
                <a:cs typeface="Verdana"/>
              </a:rPr>
              <a:t>ALU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39" name="object 36">
            <a:extLst>
              <a:ext uri="{FF2B5EF4-FFF2-40B4-BE49-F238E27FC236}">
                <a16:creationId xmlns:a16="http://schemas.microsoft.com/office/drawing/2014/main" id="{CE3F495A-BED5-0A67-3CE1-91C6B6BE7D3E}"/>
              </a:ext>
            </a:extLst>
          </p:cNvPr>
          <p:cNvGrpSpPr/>
          <p:nvPr/>
        </p:nvGrpSpPr>
        <p:grpSpPr>
          <a:xfrm>
            <a:off x="5702675" y="4062350"/>
            <a:ext cx="2139950" cy="2011680"/>
            <a:chOff x="4178675" y="4062350"/>
            <a:chExt cx="2139950" cy="2011680"/>
          </a:xfrm>
        </p:grpSpPr>
        <p:sp>
          <p:nvSpPr>
            <p:cNvPr id="40" name="object 37">
              <a:extLst>
                <a:ext uri="{FF2B5EF4-FFF2-40B4-BE49-F238E27FC236}">
                  <a16:creationId xmlns:a16="http://schemas.microsoft.com/office/drawing/2014/main" id="{387737FB-97DD-8EA9-760C-63DBA446ADAD}"/>
                </a:ext>
              </a:extLst>
            </p:cNvPr>
            <p:cNvSpPr/>
            <p:nvPr/>
          </p:nvSpPr>
          <p:spPr>
            <a:xfrm>
              <a:off x="4178668" y="4062361"/>
              <a:ext cx="1277620" cy="1379855"/>
            </a:xfrm>
            <a:custGeom>
              <a:avLst/>
              <a:gdLst/>
              <a:ahLst/>
              <a:cxnLst/>
              <a:rect l="l" t="t" r="r" b="b"/>
              <a:pathLst>
                <a:path w="1277620" h="1379854">
                  <a:moveTo>
                    <a:pt x="114300" y="368541"/>
                  </a:moveTo>
                  <a:lnTo>
                    <a:pt x="76200" y="368427"/>
                  </a:lnTo>
                  <a:lnTo>
                    <a:pt x="77419" y="114"/>
                  </a:lnTo>
                  <a:lnTo>
                    <a:pt x="39319" y="0"/>
                  </a:lnTo>
                  <a:lnTo>
                    <a:pt x="38100" y="368300"/>
                  </a:lnTo>
                  <a:lnTo>
                    <a:pt x="0" y="368173"/>
                  </a:lnTo>
                  <a:lnTo>
                    <a:pt x="56781" y="482650"/>
                  </a:lnTo>
                  <a:lnTo>
                    <a:pt x="104762" y="387464"/>
                  </a:lnTo>
                  <a:lnTo>
                    <a:pt x="114300" y="368541"/>
                  </a:lnTo>
                  <a:close/>
                </a:path>
                <a:path w="1277620" h="1379854">
                  <a:moveTo>
                    <a:pt x="114985" y="1265034"/>
                  </a:moveTo>
                  <a:lnTo>
                    <a:pt x="76885" y="1265212"/>
                  </a:lnTo>
                  <a:lnTo>
                    <a:pt x="75831" y="1035024"/>
                  </a:lnTo>
                  <a:lnTo>
                    <a:pt x="37731" y="1035189"/>
                  </a:lnTo>
                  <a:lnTo>
                    <a:pt x="38785" y="1265377"/>
                  </a:lnTo>
                  <a:lnTo>
                    <a:pt x="685" y="1265555"/>
                  </a:lnTo>
                  <a:lnTo>
                    <a:pt x="58369" y="1379588"/>
                  </a:lnTo>
                  <a:lnTo>
                    <a:pt x="105397" y="1284427"/>
                  </a:lnTo>
                  <a:lnTo>
                    <a:pt x="114985" y="1265034"/>
                  </a:lnTo>
                  <a:close/>
                </a:path>
                <a:path w="1277620" h="1379854">
                  <a:moveTo>
                    <a:pt x="388391" y="114439"/>
                  </a:moveTo>
                  <a:lnTo>
                    <a:pt x="378841" y="95275"/>
                  </a:lnTo>
                  <a:lnTo>
                    <a:pt x="331419" y="50"/>
                  </a:lnTo>
                  <a:lnTo>
                    <a:pt x="274091" y="114274"/>
                  </a:lnTo>
                  <a:lnTo>
                    <a:pt x="312191" y="114325"/>
                  </a:lnTo>
                  <a:lnTo>
                    <a:pt x="310781" y="1035075"/>
                  </a:lnTo>
                  <a:lnTo>
                    <a:pt x="329819" y="1035113"/>
                  </a:lnTo>
                  <a:lnTo>
                    <a:pt x="273202" y="1149667"/>
                  </a:lnTo>
                  <a:lnTo>
                    <a:pt x="311302" y="1149489"/>
                  </a:lnTo>
                  <a:lnTo>
                    <a:pt x="312369" y="1379677"/>
                  </a:lnTo>
                  <a:lnTo>
                    <a:pt x="350469" y="1379512"/>
                  </a:lnTo>
                  <a:lnTo>
                    <a:pt x="349402" y="1149324"/>
                  </a:lnTo>
                  <a:lnTo>
                    <a:pt x="387502" y="1149146"/>
                  </a:lnTo>
                  <a:lnTo>
                    <a:pt x="377952" y="1130261"/>
                  </a:lnTo>
                  <a:lnTo>
                    <a:pt x="329831" y="1035113"/>
                  </a:lnTo>
                  <a:lnTo>
                    <a:pt x="348881" y="1035138"/>
                  </a:lnTo>
                  <a:lnTo>
                    <a:pt x="350291" y="114388"/>
                  </a:lnTo>
                  <a:lnTo>
                    <a:pt x="388391" y="114439"/>
                  </a:lnTo>
                  <a:close/>
                </a:path>
                <a:path w="1277620" h="1379854">
                  <a:moveTo>
                    <a:pt x="866394" y="1265288"/>
                  </a:moveTo>
                  <a:lnTo>
                    <a:pt x="828294" y="1265288"/>
                  </a:lnTo>
                  <a:lnTo>
                    <a:pt x="828306" y="1035100"/>
                  </a:lnTo>
                  <a:lnTo>
                    <a:pt x="790206" y="1035100"/>
                  </a:lnTo>
                  <a:lnTo>
                    <a:pt x="790194" y="1265288"/>
                  </a:lnTo>
                  <a:lnTo>
                    <a:pt x="752094" y="1265288"/>
                  </a:lnTo>
                  <a:lnTo>
                    <a:pt x="809244" y="1379588"/>
                  </a:lnTo>
                  <a:lnTo>
                    <a:pt x="856869" y="1284338"/>
                  </a:lnTo>
                  <a:lnTo>
                    <a:pt x="866394" y="1265288"/>
                  </a:lnTo>
                  <a:close/>
                </a:path>
                <a:path w="1277620" h="1379854">
                  <a:moveTo>
                    <a:pt x="1004138" y="368173"/>
                  </a:moveTo>
                  <a:lnTo>
                    <a:pt x="966038" y="368300"/>
                  </a:lnTo>
                  <a:lnTo>
                    <a:pt x="964831" y="0"/>
                  </a:lnTo>
                  <a:lnTo>
                    <a:pt x="926731" y="114"/>
                  </a:lnTo>
                  <a:lnTo>
                    <a:pt x="927938" y="368427"/>
                  </a:lnTo>
                  <a:lnTo>
                    <a:pt x="889838" y="368541"/>
                  </a:lnTo>
                  <a:lnTo>
                    <a:pt x="947369" y="482650"/>
                  </a:lnTo>
                  <a:lnTo>
                    <a:pt x="994562" y="387464"/>
                  </a:lnTo>
                  <a:lnTo>
                    <a:pt x="1004138" y="368173"/>
                  </a:lnTo>
                  <a:close/>
                </a:path>
                <a:path w="1277620" h="1379854">
                  <a:moveTo>
                    <a:pt x="1072248" y="1265034"/>
                  </a:moveTo>
                  <a:lnTo>
                    <a:pt x="1034148" y="1265212"/>
                  </a:lnTo>
                  <a:lnTo>
                    <a:pt x="1033094" y="1035024"/>
                  </a:lnTo>
                  <a:lnTo>
                    <a:pt x="994994" y="1035189"/>
                  </a:lnTo>
                  <a:lnTo>
                    <a:pt x="996048" y="1265377"/>
                  </a:lnTo>
                  <a:lnTo>
                    <a:pt x="957948" y="1265555"/>
                  </a:lnTo>
                  <a:lnTo>
                    <a:pt x="1015631" y="1379588"/>
                  </a:lnTo>
                  <a:lnTo>
                    <a:pt x="1062659" y="1284427"/>
                  </a:lnTo>
                  <a:lnTo>
                    <a:pt x="1072248" y="1265034"/>
                  </a:lnTo>
                  <a:close/>
                </a:path>
                <a:path w="1277620" h="1379854">
                  <a:moveTo>
                    <a:pt x="1277035" y="1149667"/>
                  </a:moveTo>
                  <a:lnTo>
                    <a:pt x="1267447" y="1130261"/>
                  </a:lnTo>
                  <a:lnTo>
                    <a:pt x="1220419" y="1035113"/>
                  </a:lnTo>
                  <a:lnTo>
                    <a:pt x="1239469" y="1035075"/>
                  </a:lnTo>
                  <a:lnTo>
                    <a:pt x="1238046" y="114325"/>
                  </a:lnTo>
                  <a:lnTo>
                    <a:pt x="1276146" y="114274"/>
                  </a:lnTo>
                  <a:lnTo>
                    <a:pt x="1266621" y="95275"/>
                  </a:lnTo>
                  <a:lnTo>
                    <a:pt x="1218831" y="50"/>
                  </a:lnTo>
                  <a:lnTo>
                    <a:pt x="1161846" y="114439"/>
                  </a:lnTo>
                  <a:lnTo>
                    <a:pt x="1199946" y="114388"/>
                  </a:lnTo>
                  <a:lnTo>
                    <a:pt x="1201369" y="1035138"/>
                  </a:lnTo>
                  <a:lnTo>
                    <a:pt x="1220406" y="1035113"/>
                  </a:lnTo>
                  <a:lnTo>
                    <a:pt x="1162735" y="1149146"/>
                  </a:lnTo>
                  <a:lnTo>
                    <a:pt x="1200835" y="1149324"/>
                  </a:lnTo>
                  <a:lnTo>
                    <a:pt x="1199781" y="1379512"/>
                  </a:lnTo>
                  <a:lnTo>
                    <a:pt x="1237881" y="1379677"/>
                  </a:lnTo>
                  <a:lnTo>
                    <a:pt x="1238935" y="1149489"/>
                  </a:lnTo>
                  <a:lnTo>
                    <a:pt x="1277035" y="114966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38">
              <a:extLst>
                <a:ext uri="{FF2B5EF4-FFF2-40B4-BE49-F238E27FC236}">
                  <a16:creationId xmlns:a16="http://schemas.microsoft.com/office/drawing/2014/main" id="{45B10BCC-E3E2-2567-15CE-70F9F6B24475}"/>
                </a:ext>
              </a:extLst>
            </p:cNvPr>
            <p:cNvSpPr/>
            <p:nvPr/>
          </p:nvSpPr>
          <p:spPr>
            <a:xfrm>
              <a:off x="5600700" y="5438774"/>
              <a:ext cx="704850" cy="622300"/>
            </a:xfrm>
            <a:custGeom>
              <a:avLst/>
              <a:gdLst/>
              <a:ahLst/>
              <a:cxnLst/>
              <a:rect l="l" t="t" r="r" b="b"/>
              <a:pathLst>
                <a:path w="704850" h="622300">
                  <a:moveTo>
                    <a:pt x="0" y="0"/>
                  </a:moveTo>
                  <a:lnTo>
                    <a:pt x="704850" y="0"/>
                  </a:lnTo>
                  <a:lnTo>
                    <a:pt x="704850" y="622300"/>
                  </a:lnTo>
                  <a:lnTo>
                    <a:pt x="0" y="6223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39">
            <a:extLst>
              <a:ext uri="{FF2B5EF4-FFF2-40B4-BE49-F238E27FC236}">
                <a16:creationId xmlns:a16="http://schemas.microsoft.com/office/drawing/2014/main" id="{62713429-8DA2-34BD-C232-C909B2BFA618}"/>
              </a:ext>
            </a:extLst>
          </p:cNvPr>
          <p:cNvSpPr txBox="1"/>
          <p:nvPr/>
        </p:nvSpPr>
        <p:spPr>
          <a:xfrm>
            <a:off x="7115968" y="5453062"/>
            <a:ext cx="701040" cy="45397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44780" rIns="0" bIns="0" rtlCol="0">
            <a:spAutoFit/>
          </a:bodyPr>
          <a:lstStyle/>
          <a:p>
            <a:pPr marL="66040">
              <a:spcBef>
                <a:spcPts val="1140"/>
              </a:spcBef>
            </a:pPr>
            <a:r>
              <a:rPr sz="2000" spc="-5" dirty="0">
                <a:latin typeface="Verdana"/>
                <a:cs typeface="Verdana"/>
              </a:rPr>
              <a:t>MEM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43" name="object 40">
            <a:extLst>
              <a:ext uri="{FF2B5EF4-FFF2-40B4-BE49-F238E27FC236}">
                <a16:creationId xmlns:a16="http://schemas.microsoft.com/office/drawing/2014/main" id="{955BEC2E-3DE5-B301-7A9B-164B8865AD97}"/>
              </a:ext>
            </a:extLst>
          </p:cNvPr>
          <p:cNvGrpSpPr/>
          <p:nvPr/>
        </p:nvGrpSpPr>
        <p:grpSpPr>
          <a:xfrm>
            <a:off x="7207248" y="4062351"/>
            <a:ext cx="1847850" cy="2013585"/>
            <a:chOff x="5683248" y="4062350"/>
            <a:chExt cx="1847850" cy="2013585"/>
          </a:xfrm>
        </p:grpSpPr>
        <p:sp>
          <p:nvSpPr>
            <p:cNvPr id="44" name="object 41">
              <a:extLst>
                <a:ext uri="{FF2B5EF4-FFF2-40B4-BE49-F238E27FC236}">
                  <a16:creationId xmlns:a16="http://schemas.microsoft.com/office/drawing/2014/main" id="{E6C91C49-9614-F0B2-398A-ABBB0818C3CB}"/>
                </a:ext>
              </a:extLst>
            </p:cNvPr>
            <p:cNvSpPr/>
            <p:nvPr/>
          </p:nvSpPr>
          <p:spPr>
            <a:xfrm>
              <a:off x="5683237" y="4062361"/>
              <a:ext cx="525145" cy="1379855"/>
            </a:xfrm>
            <a:custGeom>
              <a:avLst/>
              <a:gdLst/>
              <a:ahLst/>
              <a:cxnLst/>
              <a:rect l="l" t="t" r="r" b="b"/>
              <a:pathLst>
                <a:path w="525145" h="1379854">
                  <a:moveTo>
                    <a:pt x="114300" y="1265288"/>
                  </a:moveTo>
                  <a:lnTo>
                    <a:pt x="76200" y="1265288"/>
                  </a:lnTo>
                  <a:lnTo>
                    <a:pt x="76212" y="1035100"/>
                  </a:lnTo>
                  <a:lnTo>
                    <a:pt x="38112" y="1035100"/>
                  </a:lnTo>
                  <a:lnTo>
                    <a:pt x="38100" y="1265288"/>
                  </a:lnTo>
                  <a:lnTo>
                    <a:pt x="0" y="1265288"/>
                  </a:lnTo>
                  <a:lnTo>
                    <a:pt x="57150" y="1379588"/>
                  </a:lnTo>
                  <a:lnTo>
                    <a:pt x="104775" y="1284338"/>
                  </a:lnTo>
                  <a:lnTo>
                    <a:pt x="114300" y="1265288"/>
                  </a:lnTo>
                  <a:close/>
                </a:path>
                <a:path w="525145" h="1379854">
                  <a:moveTo>
                    <a:pt x="183781" y="368173"/>
                  </a:moveTo>
                  <a:lnTo>
                    <a:pt x="145681" y="368300"/>
                  </a:lnTo>
                  <a:lnTo>
                    <a:pt x="144475" y="0"/>
                  </a:lnTo>
                  <a:lnTo>
                    <a:pt x="106375" y="114"/>
                  </a:lnTo>
                  <a:lnTo>
                    <a:pt x="107581" y="368427"/>
                  </a:lnTo>
                  <a:lnTo>
                    <a:pt x="69481" y="368541"/>
                  </a:lnTo>
                  <a:lnTo>
                    <a:pt x="127012" y="482650"/>
                  </a:lnTo>
                  <a:lnTo>
                    <a:pt x="174205" y="387464"/>
                  </a:lnTo>
                  <a:lnTo>
                    <a:pt x="183781" y="368173"/>
                  </a:lnTo>
                  <a:close/>
                </a:path>
                <a:path w="525145" h="1379854">
                  <a:moveTo>
                    <a:pt x="320154" y="1265034"/>
                  </a:moveTo>
                  <a:lnTo>
                    <a:pt x="282054" y="1265212"/>
                  </a:lnTo>
                  <a:lnTo>
                    <a:pt x="281000" y="1035024"/>
                  </a:lnTo>
                  <a:lnTo>
                    <a:pt x="242900" y="1035189"/>
                  </a:lnTo>
                  <a:lnTo>
                    <a:pt x="243954" y="1265377"/>
                  </a:lnTo>
                  <a:lnTo>
                    <a:pt x="205854" y="1265555"/>
                  </a:lnTo>
                  <a:lnTo>
                    <a:pt x="263537" y="1379588"/>
                  </a:lnTo>
                  <a:lnTo>
                    <a:pt x="310565" y="1284427"/>
                  </a:lnTo>
                  <a:lnTo>
                    <a:pt x="320154" y="1265034"/>
                  </a:lnTo>
                  <a:close/>
                </a:path>
                <a:path w="525145" h="1379854">
                  <a:moveTo>
                    <a:pt x="524941" y="1149667"/>
                  </a:moveTo>
                  <a:lnTo>
                    <a:pt x="515353" y="1130261"/>
                  </a:lnTo>
                  <a:lnTo>
                    <a:pt x="468325" y="1035113"/>
                  </a:lnTo>
                  <a:lnTo>
                    <a:pt x="487375" y="1035075"/>
                  </a:lnTo>
                  <a:lnTo>
                    <a:pt x="485952" y="114325"/>
                  </a:lnTo>
                  <a:lnTo>
                    <a:pt x="524052" y="114274"/>
                  </a:lnTo>
                  <a:lnTo>
                    <a:pt x="514527" y="95275"/>
                  </a:lnTo>
                  <a:lnTo>
                    <a:pt x="466737" y="50"/>
                  </a:lnTo>
                  <a:lnTo>
                    <a:pt x="409752" y="114439"/>
                  </a:lnTo>
                  <a:lnTo>
                    <a:pt x="447852" y="114388"/>
                  </a:lnTo>
                  <a:lnTo>
                    <a:pt x="449275" y="1035138"/>
                  </a:lnTo>
                  <a:lnTo>
                    <a:pt x="468312" y="1035113"/>
                  </a:lnTo>
                  <a:lnTo>
                    <a:pt x="410641" y="1149146"/>
                  </a:lnTo>
                  <a:lnTo>
                    <a:pt x="448741" y="1149324"/>
                  </a:lnTo>
                  <a:lnTo>
                    <a:pt x="447687" y="1379512"/>
                  </a:lnTo>
                  <a:lnTo>
                    <a:pt x="485787" y="1379677"/>
                  </a:lnTo>
                  <a:lnTo>
                    <a:pt x="486841" y="1149489"/>
                  </a:lnTo>
                  <a:lnTo>
                    <a:pt x="524941" y="114966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2">
              <a:extLst>
                <a:ext uri="{FF2B5EF4-FFF2-40B4-BE49-F238E27FC236}">
                  <a16:creationId xmlns:a16="http://schemas.microsoft.com/office/drawing/2014/main" id="{64AA7090-9FEA-93E8-9FB6-19C23D269557}"/>
                </a:ext>
              </a:extLst>
            </p:cNvPr>
            <p:cNvSpPr/>
            <p:nvPr/>
          </p:nvSpPr>
          <p:spPr>
            <a:xfrm>
              <a:off x="6491287" y="5441949"/>
              <a:ext cx="1027430" cy="621030"/>
            </a:xfrm>
            <a:custGeom>
              <a:avLst/>
              <a:gdLst/>
              <a:ahLst/>
              <a:cxnLst/>
              <a:rect l="l" t="t" r="r" b="b"/>
              <a:pathLst>
                <a:path w="1027429" h="621029">
                  <a:moveTo>
                    <a:pt x="1027112" y="0"/>
                  </a:moveTo>
                  <a:lnTo>
                    <a:pt x="0" y="0"/>
                  </a:lnTo>
                  <a:lnTo>
                    <a:pt x="0" y="620712"/>
                  </a:lnTo>
                  <a:lnTo>
                    <a:pt x="1027112" y="620712"/>
                  </a:lnTo>
                  <a:lnTo>
                    <a:pt x="10271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3">
              <a:extLst>
                <a:ext uri="{FF2B5EF4-FFF2-40B4-BE49-F238E27FC236}">
                  <a16:creationId xmlns:a16="http://schemas.microsoft.com/office/drawing/2014/main" id="{437FC358-15E5-B3FF-032F-BF86A355F8F2}"/>
                </a:ext>
              </a:extLst>
            </p:cNvPr>
            <p:cNvSpPr/>
            <p:nvPr/>
          </p:nvSpPr>
          <p:spPr>
            <a:xfrm>
              <a:off x="6491287" y="5441949"/>
              <a:ext cx="1027430" cy="621030"/>
            </a:xfrm>
            <a:custGeom>
              <a:avLst/>
              <a:gdLst/>
              <a:ahLst/>
              <a:cxnLst/>
              <a:rect l="l" t="t" r="r" b="b"/>
              <a:pathLst>
                <a:path w="1027429" h="621029">
                  <a:moveTo>
                    <a:pt x="0" y="0"/>
                  </a:moveTo>
                  <a:lnTo>
                    <a:pt x="1027112" y="0"/>
                  </a:lnTo>
                  <a:lnTo>
                    <a:pt x="1027112" y="620713"/>
                  </a:lnTo>
                  <a:lnTo>
                    <a:pt x="0" y="620713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4">
            <a:extLst>
              <a:ext uri="{FF2B5EF4-FFF2-40B4-BE49-F238E27FC236}">
                <a16:creationId xmlns:a16="http://schemas.microsoft.com/office/drawing/2014/main" id="{4C19692F-EC27-5CF4-D56C-825EA01A945B}"/>
              </a:ext>
            </a:extLst>
          </p:cNvPr>
          <p:cNvSpPr txBox="1"/>
          <p:nvPr/>
        </p:nvSpPr>
        <p:spPr>
          <a:xfrm>
            <a:off x="8027987" y="5454651"/>
            <a:ext cx="1002030" cy="307777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157480">
              <a:lnSpc>
                <a:spcPts val="2355"/>
              </a:lnSpc>
            </a:pPr>
            <a:r>
              <a:rPr sz="2000" spc="-5" dirty="0">
                <a:latin typeface="Verdana"/>
                <a:cs typeface="Verdana"/>
              </a:rPr>
              <a:t>Store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8" name="object 45">
            <a:extLst>
              <a:ext uri="{FF2B5EF4-FFF2-40B4-BE49-F238E27FC236}">
                <a16:creationId xmlns:a16="http://schemas.microsoft.com/office/drawing/2014/main" id="{12FCC7F8-2441-48E0-71AE-CF1FDEB57140}"/>
              </a:ext>
            </a:extLst>
          </p:cNvPr>
          <p:cNvSpPr txBox="1"/>
          <p:nvPr/>
        </p:nvSpPr>
        <p:spPr>
          <a:xfrm>
            <a:off x="8027987" y="5754191"/>
            <a:ext cx="1002030" cy="29591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>
            <a:spAutoFit/>
          </a:bodyPr>
          <a:lstStyle/>
          <a:p>
            <a:pPr marL="114935">
              <a:lnSpc>
                <a:spcPts val="2330"/>
              </a:lnSpc>
            </a:pPr>
            <a:r>
              <a:rPr sz="2000" spc="-5" dirty="0">
                <a:latin typeface="Verdana"/>
                <a:cs typeface="Verdana"/>
              </a:rPr>
              <a:t>Buffer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49" name="object 46">
            <a:extLst>
              <a:ext uri="{FF2B5EF4-FFF2-40B4-BE49-F238E27FC236}">
                <a16:creationId xmlns:a16="http://schemas.microsoft.com/office/drawing/2014/main" id="{B44E3ECE-BD4C-89AD-7882-733A95222EA8}"/>
              </a:ext>
            </a:extLst>
          </p:cNvPr>
          <p:cNvGrpSpPr/>
          <p:nvPr/>
        </p:nvGrpSpPr>
        <p:grpSpPr>
          <a:xfrm>
            <a:off x="7810352" y="5523616"/>
            <a:ext cx="205104" cy="390525"/>
            <a:chOff x="6286352" y="5523615"/>
            <a:chExt cx="205104" cy="390525"/>
          </a:xfrm>
        </p:grpSpPr>
        <p:pic>
          <p:nvPicPr>
            <p:cNvPr id="50" name="object 47">
              <a:extLst>
                <a:ext uri="{FF2B5EF4-FFF2-40B4-BE49-F238E27FC236}">
                  <a16:creationId xmlns:a16="http://schemas.microsoft.com/office/drawing/2014/main" id="{3C2C51CC-886A-8965-28E9-03F9B28C921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86352" y="5523615"/>
              <a:ext cx="204934" cy="114296"/>
            </a:xfrm>
            <a:prstGeom prst="rect">
              <a:avLst/>
            </a:prstGeom>
          </p:spPr>
        </p:pic>
        <p:pic>
          <p:nvPicPr>
            <p:cNvPr id="51" name="object 48">
              <a:extLst>
                <a:ext uri="{FF2B5EF4-FFF2-40B4-BE49-F238E27FC236}">
                  <a16:creationId xmlns:a16="http://schemas.microsoft.com/office/drawing/2014/main" id="{25BDEE46-06EE-3768-7743-42DC728E05F9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86500" y="5799840"/>
              <a:ext cx="204936" cy="114296"/>
            </a:xfrm>
            <a:prstGeom prst="rect">
              <a:avLst/>
            </a:prstGeom>
          </p:spPr>
        </p:pic>
      </p:grpSp>
      <p:sp>
        <p:nvSpPr>
          <p:cNvPr id="52" name="object 49">
            <a:extLst>
              <a:ext uri="{FF2B5EF4-FFF2-40B4-BE49-F238E27FC236}">
                <a16:creationId xmlns:a16="http://schemas.microsoft.com/office/drawing/2014/main" id="{B5A2A82B-4CF6-FEAB-A914-13447174BF08}"/>
              </a:ext>
            </a:extLst>
          </p:cNvPr>
          <p:cNvSpPr txBox="1"/>
          <p:nvPr/>
        </p:nvSpPr>
        <p:spPr>
          <a:xfrm>
            <a:off x="9247187" y="5441950"/>
            <a:ext cx="684530" cy="468718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vert="horz" wrap="square" lIns="0" tIns="159385" rIns="0" bIns="0" rtlCol="0">
            <a:spAutoFit/>
          </a:bodyPr>
          <a:lstStyle/>
          <a:p>
            <a:pPr marL="163195">
              <a:spcBef>
                <a:spcPts val="1255"/>
              </a:spcBef>
            </a:pPr>
            <a:r>
              <a:rPr sz="2000" spc="-5" dirty="0">
                <a:latin typeface="Verdana"/>
                <a:cs typeface="Verdana"/>
              </a:rPr>
              <a:t>D$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53" name="object 50">
            <a:extLst>
              <a:ext uri="{FF2B5EF4-FFF2-40B4-BE49-F238E27FC236}">
                <a16:creationId xmlns:a16="http://schemas.microsoft.com/office/drawing/2014/main" id="{8EF1F096-3677-3225-2A82-7A09AD18E927}"/>
              </a:ext>
            </a:extLst>
          </p:cNvPr>
          <p:cNvGrpSpPr/>
          <p:nvPr/>
        </p:nvGrpSpPr>
        <p:grpSpPr>
          <a:xfrm>
            <a:off x="2173288" y="3014662"/>
            <a:ext cx="7482205" cy="2900045"/>
            <a:chOff x="649287" y="3014661"/>
            <a:chExt cx="7482205" cy="2900045"/>
          </a:xfrm>
        </p:grpSpPr>
        <p:pic>
          <p:nvPicPr>
            <p:cNvPr id="54" name="object 51">
              <a:extLst>
                <a:ext uri="{FF2B5EF4-FFF2-40B4-BE49-F238E27FC236}">
                  <a16:creationId xmlns:a16="http://schemas.microsoft.com/office/drawing/2014/main" id="{945C81E7-16F8-23FB-A114-FF0C9949C92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18252" y="5523615"/>
              <a:ext cx="204934" cy="114296"/>
            </a:xfrm>
            <a:prstGeom prst="rect">
              <a:avLst/>
            </a:prstGeom>
          </p:spPr>
        </p:pic>
        <p:pic>
          <p:nvPicPr>
            <p:cNvPr id="55" name="object 52">
              <a:extLst>
                <a:ext uri="{FF2B5EF4-FFF2-40B4-BE49-F238E27FC236}">
                  <a16:creationId xmlns:a16="http://schemas.microsoft.com/office/drawing/2014/main" id="{BCB13A7C-8CC3-35EF-3FC7-2AC667E9340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18399" y="5799840"/>
              <a:ext cx="204934" cy="114296"/>
            </a:xfrm>
            <a:prstGeom prst="rect">
              <a:avLst/>
            </a:prstGeom>
          </p:spPr>
        </p:pic>
        <p:sp>
          <p:nvSpPr>
            <p:cNvPr id="56" name="object 53">
              <a:extLst>
                <a:ext uri="{FF2B5EF4-FFF2-40B4-BE49-F238E27FC236}">
                  <a16:creationId xmlns:a16="http://schemas.microsoft.com/office/drawing/2014/main" id="{6F6377FC-3687-685A-0E59-B3DAFFFC1FED}"/>
                </a:ext>
              </a:extLst>
            </p:cNvPr>
            <p:cNvSpPr/>
            <p:nvPr/>
          </p:nvSpPr>
          <p:spPr>
            <a:xfrm>
              <a:off x="7329399" y="4062398"/>
              <a:ext cx="76200" cy="1379855"/>
            </a:xfrm>
            <a:custGeom>
              <a:avLst/>
              <a:gdLst/>
              <a:ahLst/>
              <a:cxnLst/>
              <a:rect l="l" t="t" r="r" b="b"/>
              <a:pathLst>
                <a:path w="76200" h="1379854">
                  <a:moveTo>
                    <a:pt x="25400" y="1303365"/>
                  </a:moveTo>
                  <a:lnTo>
                    <a:pt x="0" y="1303394"/>
                  </a:lnTo>
                  <a:lnTo>
                    <a:pt x="38187" y="1379551"/>
                  </a:lnTo>
                  <a:lnTo>
                    <a:pt x="69839" y="1316064"/>
                  </a:lnTo>
                  <a:lnTo>
                    <a:pt x="25415" y="1316064"/>
                  </a:lnTo>
                  <a:lnTo>
                    <a:pt x="25400" y="1303365"/>
                  </a:lnTo>
                  <a:close/>
                </a:path>
                <a:path w="76200" h="1379854">
                  <a:moveTo>
                    <a:pt x="50800" y="1303336"/>
                  </a:moveTo>
                  <a:lnTo>
                    <a:pt x="25400" y="1303365"/>
                  </a:lnTo>
                  <a:lnTo>
                    <a:pt x="25415" y="1316064"/>
                  </a:lnTo>
                  <a:lnTo>
                    <a:pt x="50815" y="1316034"/>
                  </a:lnTo>
                  <a:lnTo>
                    <a:pt x="50800" y="1303336"/>
                  </a:lnTo>
                  <a:close/>
                </a:path>
                <a:path w="76200" h="1379854">
                  <a:moveTo>
                    <a:pt x="76200" y="1303307"/>
                  </a:moveTo>
                  <a:lnTo>
                    <a:pt x="50800" y="1303336"/>
                  </a:lnTo>
                  <a:lnTo>
                    <a:pt x="50815" y="1316034"/>
                  </a:lnTo>
                  <a:lnTo>
                    <a:pt x="25415" y="1316064"/>
                  </a:lnTo>
                  <a:lnTo>
                    <a:pt x="69839" y="1316064"/>
                  </a:lnTo>
                  <a:lnTo>
                    <a:pt x="76200" y="1303307"/>
                  </a:lnTo>
                  <a:close/>
                </a:path>
                <a:path w="76200" h="1379854">
                  <a:moveTo>
                    <a:pt x="49300" y="0"/>
                  </a:moveTo>
                  <a:lnTo>
                    <a:pt x="23900" y="29"/>
                  </a:lnTo>
                  <a:lnTo>
                    <a:pt x="25400" y="1303365"/>
                  </a:lnTo>
                  <a:lnTo>
                    <a:pt x="50800" y="1303336"/>
                  </a:lnTo>
                  <a:lnTo>
                    <a:pt x="493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4">
              <a:extLst>
                <a:ext uri="{FF2B5EF4-FFF2-40B4-BE49-F238E27FC236}">
                  <a16:creationId xmlns:a16="http://schemas.microsoft.com/office/drawing/2014/main" id="{B04A338B-F940-B008-8636-62AC75BE7255}"/>
                </a:ext>
              </a:extLst>
            </p:cNvPr>
            <p:cNvSpPr/>
            <p:nvPr/>
          </p:nvSpPr>
          <p:spPr>
            <a:xfrm>
              <a:off x="661987" y="4130674"/>
              <a:ext cx="3146425" cy="208279"/>
            </a:xfrm>
            <a:custGeom>
              <a:avLst/>
              <a:gdLst/>
              <a:ahLst/>
              <a:cxnLst/>
              <a:rect l="l" t="t" r="r" b="b"/>
              <a:pathLst>
                <a:path w="3146425" h="208279">
                  <a:moveTo>
                    <a:pt x="0" y="0"/>
                  </a:moveTo>
                  <a:lnTo>
                    <a:pt x="35798" y="52482"/>
                  </a:lnTo>
                  <a:lnTo>
                    <a:pt x="76797" y="73527"/>
                  </a:lnTo>
                  <a:lnTo>
                    <a:pt x="129863" y="89786"/>
                  </a:lnTo>
                  <a:lnTo>
                    <a:pt x="192498" y="100268"/>
                  </a:lnTo>
                  <a:lnTo>
                    <a:pt x="262202" y="103983"/>
                  </a:lnTo>
                  <a:lnTo>
                    <a:pt x="1311010" y="103983"/>
                  </a:lnTo>
                  <a:lnTo>
                    <a:pt x="1380714" y="107697"/>
                  </a:lnTo>
                  <a:lnTo>
                    <a:pt x="1443349" y="118179"/>
                  </a:lnTo>
                  <a:lnTo>
                    <a:pt x="1496415" y="134439"/>
                  </a:lnTo>
                  <a:lnTo>
                    <a:pt x="1537414" y="155484"/>
                  </a:lnTo>
                  <a:lnTo>
                    <a:pt x="1573213" y="207966"/>
                  </a:lnTo>
                  <a:lnTo>
                    <a:pt x="1582579" y="180323"/>
                  </a:lnTo>
                  <a:lnTo>
                    <a:pt x="1650009" y="134439"/>
                  </a:lnTo>
                  <a:lnTo>
                    <a:pt x="1703076" y="118179"/>
                  </a:lnTo>
                  <a:lnTo>
                    <a:pt x="1765711" y="107697"/>
                  </a:lnTo>
                  <a:lnTo>
                    <a:pt x="1835415" y="103983"/>
                  </a:lnTo>
                  <a:lnTo>
                    <a:pt x="2884223" y="103983"/>
                  </a:lnTo>
                  <a:lnTo>
                    <a:pt x="2953926" y="100268"/>
                  </a:lnTo>
                  <a:lnTo>
                    <a:pt x="3016561" y="89786"/>
                  </a:lnTo>
                  <a:lnTo>
                    <a:pt x="3069627" y="73527"/>
                  </a:lnTo>
                  <a:lnTo>
                    <a:pt x="3110626" y="52482"/>
                  </a:lnTo>
                  <a:lnTo>
                    <a:pt x="3137058" y="27642"/>
                  </a:lnTo>
                  <a:lnTo>
                    <a:pt x="3146425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5">
              <a:extLst>
                <a:ext uri="{FF2B5EF4-FFF2-40B4-BE49-F238E27FC236}">
                  <a16:creationId xmlns:a16="http://schemas.microsoft.com/office/drawing/2014/main" id="{454584C7-D8B5-A6C2-9C9B-8436BB9EB817}"/>
                </a:ext>
              </a:extLst>
            </p:cNvPr>
            <p:cNvSpPr/>
            <p:nvPr/>
          </p:nvSpPr>
          <p:spPr>
            <a:xfrm>
              <a:off x="6954837" y="3027361"/>
              <a:ext cx="1163955" cy="206375"/>
            </a:xfrm>
            <a:custGeom>
              <a:avLst/>
              <a:gdLst/>
              <a:ahLst/>
              <a:cxnLst/>
              <a:rect l="l" t="t" r="r" b="b"/>
              <a:pathLst>
                <a:path w="1163954" h="206375">
                  <a:moveTo>
                    <a:pt x="0" y="206376"/>
                  </a:moveTo>
                  <a:lnTo>
                    <a:pt x="7620" y="166210"/>
                  </a:lnTo>
                  <a:lnTo>
                    <a:pt x="28401" y="133411"/>
                  </a:lnTo>
                  <a:lnTo>
                    <a:pt x="59223" y="111297"/>
                  </a:lnTo>
                  <a:lnTo>
                    <a:pt x="96968" y="103188"/>
                  </a:lnTo>
                  <a:lnTo>
                    <a:pt x="484850" y="103188"/>
                  </a:lnTo>
                  <a:lnTo>
                    <a:pt x="522594" y="95079"/>
                  </a:lnTo>
                  <a:lnTo>
                    <a:pt x="553417" y="72965"/>
                  </a:lnTo>
                  <a:lnTo>
                    <a:pt x="574198" y="40165"/>
                  </a:lnTo>
                  <a:lnTo>
                    <a:pt x="581818" y="0"/>
                  </a:lnTo>
                  <a:lnTo>
                    <a:pt x="589438" y="40165"/>
                  </a:lnTo>
                  <a:lnTo>
                    <a:pt x="610219" y="72965"/>
                  </a:lnTo>
                  <a:lnTo>
                    <a:pt x="641042" y="95079"/>
                  </a:lnTo>
                  <a:lnTo>
                    <a:pt x="678787" y="103188"/>
                  </a:lnTo>
                  <a:lnTo>
                    <a:pt x="1066669" y="103188"/>
                  </a:lnTo>
                  <a:lnTo>
                    <a:pt x="1104413" y="111297"/>
                  </a:lnTo>
                  <a:lnTo>
                    <a:pt x="1135235" y="133411"/>
                  </a:lnTo>
                  <a:lnTo>
                    <a:pt x="1156016" y="166210"/>
                  </a:lnTo>
                  <a:lnTo>
                    <a:pt x="1163637" y="206376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6">
            <a:extLst>
              <a:ext uri="{FF2B5EF4-FFF2-40B4-BE49-F238E27FC236}">
                <a16:creationId xmlns:a16="http://schemas.microsoft.com/office/drawing/2014/main" id="{F24BF606-3816-2617-C40A-CC325A871B7E}"/>
              </a:ext>
            </a:extLst>
          </p:cNvPr>
          <p:cNvSpPr txBox="1"/>
          <p:nvPr/>
        </p:nvSpPr>
        <p:spPr>
          <a:xfrm>
            <a:off x="5079365" y="6161532"/>
            <a:ext cx="102743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5" dirty="0">
                <a:latin typeface="Verdana"/>
                <a:cs typeface="Verdana"/>
              </a:rPr>
              <a:t>E</a:t>
            </a:r>
            <a:r>
              <a:rPr sz="2000" spc="-20" dirty="0">
                <a:latin typeface="Verdana"/>
                <a:cs typeface="Verdana"/>
              </a:rPr>
              <a:t>x</a:t>
            </a:r>
            <a:r>
              <a:rPr sz="2000" spc="-5" dirty="0">
                <a:latin typeface="Verdana"/>
                <a:cs typeface="Verdana"/>
              </a:rPr>
              <a:t>e</a:t>
            </a:r>
            <a:r>
              <a:rPr sz="2000" spc="-10" dirty="0">
                <a:latin typeface="Verdana"/>
                <a:cs typeface="Verdana"/>
              </a:rPr>
              <a:t>c</a:t>
            </a:r>
            <a:r>
              <a:rPr sz="2000" spc="-5" dirty="0">
                <a:latin typeface="Verdana"/>
                <a:cs typeface="Verdana"/>
              </a:rPr>
              <a:t>ute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60" name="object 57">
            <a:extLst>
              <a:ext uri="{FF2B5EF4-FFF2-40B4-BE49-F238E27FC236}">
                <a16:creationId xmlns:a16="http://schemas.microsoft.com/office/drawing/2014/main" id="{FD6A07EC-436D-FDAF-20AD-A7DECF5FC3E5}"/>
              </a:ext>
            </a:extLst>
          </p:cNvPr>
          <p:cNvSpPr txBox="1"/>
          <p:nvPr/>
        </p:nvSpPr>
        <p:spPr>
          <a:xfrm>
            <a:off x="8489315" y="2753867"/>
            <a:ext cx="113411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i="1" spc="-5" dirty="0">
                <a:latin typeface="Verdana"/>
                <a:cs typeface="Verdana"/>
              </a:rPr>
              <a:t>In</a:t>
            </a:r>
            <a:r>
              <a:rPr sz="2000" i="1" dirty="0">
                <a:latin typeface="Verdana"/>
                <a:cs typeface="Verdana"/>
              </a:rPr>
              <a:t>-O</a:t>
            </a:r>
            <a:r>
              <a:rPr sz="2000" i="1" spc="-10" dirty="0">
                <a:latin typeface="Verdana"/>
                <a:cs typeface="Verdana"/>
              </a:rPr>
              <a:t>r</a:t>
            </a:r>
            <a:r>
              <a:rPr sz="2000" i="1" dirty="0">
                <a:latin typeface="Verdana"/>
                <a:cs typeface="Verdana"/>
              </a:rPr>
              <a:t>d</a:t>
            </a:r>
            <a:r>
              <a:rPr sz="2000" i="1" spc="-5" dirty="0">
                <a:latin typeface="Verdana"/>
                <a:cs typeface="Verdana"/>
              </a:rPr>
              <a:t>e</a:t>
            </a:r>
            <a:r>
              <a:rPr sz="2000" i="1" dirty="0">
                <a:latin typeface="Verdana"/>
                <a:cs typeface="Verdana"/>
              </a:rPr>
              <a:t>r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61" name="object 58">
            <a:extLst>
              <a:ext uri="{FF2B5EF4-FFF2-40B4-BE49-F238E27FC236}">
                <a16:creationId xmlns:a16="http://schemas.microsoft.com/office/drawing/2014/main" id="{1E679F76-8CD5-43BA-E745-8B5515174948}"/>
              </a:ext>
            </a:extLst>
          </p:cNvPr>
          <p:cNvGrpSpPr/>
          <p:nvPr/>
        </p:nvGrpSpPr>
        <p:grpSpPr>
          <a:xfrm>
            <a:off x="4170362" y="1352551"/>
            <a:ext cx="5764530" cy="2314575"/>
            <a:chOff x="2646362" y="1352550"/>
            <a:chExt cx="5764530" cy="2314575"/>
          </a:xfrm>
        </p:grpSpPr>
        <p:sp>
          <p:nvSpPr>
            <p:cNvPr id="62" name="object 59">
              <a:extLst>
                <a:ext uri="{FF2B5EF4-FFF2-40B4-BE49-F238E27FC236}">
                  <a16:creationId xmlns:a16="http://schemas.microsoft.com/office/drawing/2014/main" id="{5CA97925-29DE-AB62-5240-913702771D1B}"/>
                </a:ext>
              </a:extLst>
            </p:cNvPr>
            <p:cNvSpPr/>
            <p:nvPr/>
          </p:nvSpPr>
          <p:spPr>
            <a:xfrm>
              <a:off x="2646362" y="1352550"/>
              <a:ext cx="5764530" cy="2314575"/>
            </a:xfrm>
            <a:custGeom>
              <a:avLst/>
              <a:gdLst/>
              <a:ahLst/>
              <a:cxnLst/>
              <a:rect l="l" t="t" r="r" b="b"/>
              <a:pathLst>
                <a:path w="5764530" h="2314575">
                  <a:moveTo>
                    <a:pt x="5726112" y="2276475"/>
                  </a:moveTo>
                  <a:lnTo>
                    <a:pt x="5471582" y="2276475"/>
                  </a:lnTo>
                  <a:lnTo>
                    <a:pt x="5471582" y="2314575"/>
                  </a:lnTo>
                  <a:lnTo>
                    <a:pt x="5745162" y="2314575"/>
                  </a:lnTo>
                  <a:lnTo>
                    <a:pt x="5752577" y="2313077"/>
                  </a:lnTo>
                  <a:lnTo>
                    <a:pt x="5758632" y="2308995"/>
                  </a:lnTo>
                  <a:lnTo>
                    <a:pt x="5762715" y="2302939"/>
                  </a:lnTo>
                  <a:lnTo>
                    <a:pt x="5764212" y="2295525"/>
                  </a:lnTo>
                  <a:lnTo>
                    <a:pt x="5726112" y="2295525"/>
                  </a:lnTo>
                  <a:lnTo>
                    <a:pt x="5726112" y="2276475"/>
                  </a:lnTo>
                  <a:close/>
                </a:path>
                <a:path w="5764530" h="2314575">
                  <a:moveTo>
                    <a:pt x="5726112" y="19050"/>
                  </a:moveTo>
                  <a:lnTo>
                    <a:pt x="5726112" y="2295525"/>
                  </a:lnTo>
                  <a:lnTo>
                    <a:pt x="5745162" y="2276475"/>
                  </a:lnTo>
                  <a:lnTo>
                    <a:pt x="5764212" y="2276474"/>
                  </a:lnTo>
                  <a:lnTo>
                    <a:pt x="5764212" y="38100"/>
                  </a:lnTo>
                  <a:lnTo>
                    <a:pt x="5745162" y="38100"/>
                  </a:lnTo>
                  <a:lnTo>
                    <a:pt x="5726112" y="19050"/>
                  </a:lnTo>
                  <a:close/>
                </a:path>
                <a:path w="5764530" h="2314575">
                  <a:moveTo>
                    <a:pt x="5764212" y="2276474"/>
                  </a:moveTo>
                  <a:lnTo>
                    <a:pt x="5745162" y="2276475"/>
                  </a:lnTo>
                  <a:lnTo>
                    <a:pt x="5726112" y="2295525"/>
                  </a:lnTo>
                  <a:lnTo>
                    <a:pt x="5764212" y="2295525"/>
                  </a:lnTo>
                  <a:lnTo>
                    <a:pt x="5764212" y="2276474"/>
                  </a:lnTo>
                  <a:close/>
                </a:path>
                <a:path w="5764530" h="2314575">
                  <a:moveTo>
                    <a:pt x="29847" y="545214"/>
                  </a:moveTo>
                  <a:lnTo>
                    <a:pt x="0" y="669471"/>
                  </a:lnTo>
                  <a:lnTo>
                    <a:pt x="117313" y="618794"/>
                  </a:lnTo>
                  <a:lnTo>
                    <a:pt x="105486" y="608845"/>
                  </a:lnTo>
                  <a:lnTo>
                    <a:pt x="75895" y="608845"/>
                  </a:lnTo>
                  <a:lnTo>
                    <a:pt x="46739" y="584319"/>
                  </a:lnTo>
                  <a:lnTo>
                    <a:pt x="59003" y="569741"/>
                  </a:lnTo>
                  <a:lnTo>
                    <a:pt x="29847" y="545214"/>
                  </a:lnTo>
                  <a:close/>
                </a:path>
                <a:path w="5764530" h="2314575">
                  <a:moveTo>
                    <a:pt x="59003" y="569741"/>
                  </a:moveTo>
                  <a:lnTo>
                    <a:pt x="46739" y="584319"/>
                  </a:lnTo>
                  <a:lnTo>
                    <a:pt x="75895" y="608845"/>
                  </a:lnTo>
                  <a:lnTo>
                    <a:pt x="88158" y="594268"/>
                  </a:lnTo>
                  <a:lnTo>
                    <a:pt x="59003" y="569741"/>
                  </a:lnTo>
                  <a:close/>
                </a:path>
                <a:path w="5764530" h="2314575">
                  <a:moveTo>
                    <a:pt x="88158" y="594268"/>
                  </a:moveTo>
                  <a:lnTo>
                    <a:pt x="75895" y="608845"/>
                  </a:lnTo>
                  <a:lnTo>
                    <a:pt x="105486" y="608845"/>
                  </a:lnTo>
                  <a:lnTo>
                    <a:pt x="88158" y="594268"/>
                  </a:lnTo>
                  <a:close/>
                </a:path>
                <a:path w="5764530" h="2314575">
                  <a:moveTo>
                    <a:pt x="5745162" y="0"/>
                  </a:moveTo>
                  <a:lnTo>
                    <a:pt x="541535" y="0"/>
                  </a:lnTo>
                  <a:lnTo>
                    <a:pt x="536200" y="2484"/>
                  </a:lnTo>
                  <a:lnTo>
                    <a:pt x="59003" y="569741"/>
                  </a:lnTo>
                  <a:lnTo>
                    <a:pt x="88158" y="594268"/>
                  </a:lnTo>
                  <a:lnTo>
                    <a:pt x="556026" y="38100"/>
                  </a:lnTo>
                  <a:lnTo>
                    <a:pt x="547159" y="38100"/>
                  </a:lnTo>
                  <a:lnTo>
                    <a:pt x="561736" y="31313"/>
                  </a:lnTo>
                  <a:lnTo>
                    <a:pt x="5726112" y="31313"/>
                  </a:lnTo>
                  <a:lnTo>
                    <a:pt x="5726112" y="19050"/>
                  </a:lnTo>
                  <a:lnTo>
                    <a:pt x="5764212" y="19050"/>
                  </a:lnTo>
                  <a:lnTo>
                    <a:pt x="5762715" y="11635"/>
                  </a:lnTo>
                  <a:lnTo>
                    <a:pt x="5758632" y="5579"/>
                  </a:lnTo>
                  <a:lnTo>
                    <a:pt x="5752577" y="1497"/>
                  </a:lnTo>
                  <a:lnTo>
                    <a:pt x="5745162" y="0"/>
                  </a:lnTo>
                  <a:close/>
                </a:path>
                <a:path w="5764530" h="2314575">
                  <a:moveTo>
                    <a:pt x="561736" y="31313"/>
                  </a:moveTo>
                  <a:lnTo>
                    <a:pt x="547159" y="38100"/>
                  </a:lnTo>
                  <a:lnTo>
                    <a:pt x="556026" y="38100"/>
                  </a:lnTo>
                  <a:lnTo>
                    <a:pt x="561736" y="31313"/>
                  </a:lnTo>
                  <a:close/>
                </a:path>
                <a:path w="5764530" h="2314575">
                  <a:moveTo>
                    <a:pt x="5726112" y="31313"/>
                  </a:moveTo>
                  <a:lnTo>
                    <a:pt x="561736" y="31313"/>
                  </a:lnTo>
                  <a:lnTo>
                    <a:pt x="556026" y="38100"/>
                  </a:lnTo>
                  <a:lnTo>
                    <a:pt x="5726112" y="38100"/>
                  </a:lnTo>
                  <a:lnTo>
                    <a:pt x="5726112" y="31313"/>
                  </a:lnTo>
                  <a:close/>
                </a:path>
                <a:path w="5764530" h="2314575">
                  <a:moveTo>
                    <a:pt x="5764212" y="19050"/>
                  </a:moveTo>
                  <a:lnTo>
                    <a:pt x="5726112" y="19050"/>
                  </a:lnTo>
                  <a:lnTo>
                    <a:pt x="5745162" y="38100"/>
                  </a:lnTo>
                  <a:lnTo>
                    <a:pt x="5764212" y="38100"/>
                  </a:lnTo>
                  <a:lnTo>
                    <a:pt x="5764212" y="190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0">
              <a:extLst>
                <a:ext uri="{FF2B5EF4-FFF2-40B4-BE49-F238E27FC236}">
                  <a16:creationId xmlns:a16="http://schemas.microsoft.com/office/drawing/2014/main" id="{63505A82-EC31-82C7-0387-BAAC952C5F2C}"/>
                </a:ext>
              </a:extLst>
            </p:cNvPr>
            <p:cNvSpPr/>
            <p:nvPr/>
          </p:nvSpPr>
          <p:spPr>
            <a:xfrm>
              <a:off x="4014787" y="3027359"/>
              <a:ext cx="2803525" cy="206375"/>
            </a:xfrm>
            <a:custGeom>
              <a:avLst/>
              <a:gdLst/>
              <a:ahLst/>
              <a:cxnLst/>
              <a:rect l="l" t="t" r="r" b="b"/>
              <a:pathLst>
                <a:path w="2803525" h="206375">
                  <a:moveTo>
                    <a:pt x="0" y="206378"/>
                  </a:moveTo>
                  <a:lnTo>
                    <a:pt x="31896" y="154296"/>
                  </a:lnTo>
                  <a:lnTo>
                    <a:pt x="68426" y="133412"/>
                  </a:lnTo>
                  <a:lnTo>
                    <a:pt x="115709" y="117277"/>
                  </a:lnTo>
                  <a:lnTo>
                    <a:pt x="171517" y="106875"/>
                  </a:lnTo>
                  <a:lnTo>
                    <a:pt x="233624" y="103189"/>
                  </a:lnTo>
                  <a:lnTo>
                    <a:pt x="1168139" y="103189"/>
                  </a:lnTo>
                  <a:lnTo>
                    <a:pt x="1230245" y="99503"/>
                  </a:lnTo>
                  <a:lnTo>
                    <a:pt x="1286053" y="89100"/>
                  </a:lnTo>
                  <a:lnTo>
                    <a:pt x="1333335" y="72965"/>
                  </a:lnTo>
                  <a:lnTo>
                    <a:pt x="1369866" y="52081"/>
                  </a:lnTo>
                  <a:lnTo>
                    <a:pt x="1401763" y="0"/>
                  </a:lnTo>
                  <a:lnTo>
                    <a:pt x="1410108" y="27431"/>
                  </a:lnTo>
                  <a:lnTo>
                    <a:pt x="1470189" y="72965"/>
                  </a:lnTo>
                  <a:lnTo>
                    <a:pt x="1517472" y="89100"/>
                  </a:lnTo>
                  <a:lnTo>
                    <a:pt x="1573280" y="99503"/>
                  </a:lnTo>
                  <a:lnTo>
                    <a:pt x="1635387" y="103189"/>
                  </a:lnTo>
                  <a:lnTo>
                    <a:pt x="2569901" y="103189"/>
                  </a:lnTo>
                  <a:lnTo>
                    <a:pt x="2632007" y="106875"/>
                  </a:lnTo>
                  <a:lnTo>
                    <a:pt x="2687815" y="117277"/>
                  </a:lnTo>
                  <a:lnTo>
                    <a:pt x="2735098" y="133412"/>
                  </a:lnTo>
                  <a:lnTo>
                    <a:pt x="2771628" y="154296"/>
                  </a:lnTo>
                  <a:lnTo>
                    <a:pt x="2795179" y="178946"/>
                  </a:lnTo>
                  <a:lnTo>
                    <a:pt x="2803525" y="206378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1">
            <a:extLst>
              <a:ext uri="{FF2B5EF4-FFF2-40B4-BE49-F238E27FC236}">
                <a16:creationId xmlns:a16="http://schemas.microsoft.com/office/drawing/2014/main" id="{F6973036-8557-58EB-D792-A447BAD1EDB9}"/>
              </a:ext>
            </a:extLst>
          </p:cNvPr>
          <p:cNvSpPr txBox="1"/>
          <p:nvPr/>
        </p:nvSpPr>
        <p:spPr>
          <a:xfrm>
            <a:off x="6438265" y="2753867"/>
            <a:ext cx="168656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i="1" spc="-5" dirty="0">
                <a:latin typeface="Verdana"/>
                <a:cs typeface="Verdana"/>
              </a:rPr>
              <a:t>Out-of-Order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65" name="object 62">
            <a:extLst>
              <a:ext uri="{FF2B5EF4-FFF2-40B4-BE49-F238E27FC236}">
                <a16:creationId xmlns:a16="http://schemas.microsoft.com/office/drawing/2014/main" id="{AD475AAC-C48F-E057-CC63-B14E1F3BAB22}"/>
              </a:ext>
            </a:extLst>
          </p:cNvPr>
          <p:cNvGrpSpPr/>
          <p:nvPr/>
        </p:nvGrpSpPr>
        <p:grpSpPr>
          <a:xfrm>
            <a:off x="5540376" y="4532312"/>
            <a:ext cx="2694305" cy="577850"/>
            <a:chOff x="4016375" y="4532312"/>
            <a:chExt cx="2694305" cy="577850"/>
          </a:xfrm>
        </p:grpSpPr>
        <p:sp>
          <p:nvSpPr>
            <p:cNvPr id="66" name="object 63">
              <a:extLst>
                <a:ext uri="{FF2B5EF4-FFF2-40B4-BE49-F238E27FC236}">
                  <a16:creationId xmlns:a16="http://schemas.microsoft.com/office/drawing/2014/main" id="{D7A74219-4A02-0859-1D8A-CEAAD8410240}"/>
                </a:ext>
              </a:extLst>
            </p:cNvPr>
            <p:cNvSpPr/>
            <p:nvPr/>
          </p:nvSpPr>
          <p:spPr>
            <a:xfrm>
              <a:off x="4029075" y="4545012"/>
              <a:ext cx="2668905" cy="552450"/>
            </a:xfrm>
            <a:custGeom>
              <a:avLst/>
              <a:gdLst/>
              <a:ahLst/>
              <a:cxnLst/>
              <a:rect l="l" t="t" r="r" b="b"/>
              <a:pathLst>
                <a:path w="2668904" h="552450">
                  <a:moveTo>
                    <a:pt x="2668587" y="0"/>
                  </a:moveTo>
                  <a:lnTo>
                    <a:pt x="0" y="0"/>
                  </a:lnTo>
                  <a:lnTo>
                    <a:pt x="0" y="552450"/>
                  </a:lnTo>
                  <a:lnTo>
                    <a:pt x="2668587" y="552450"/>
                  </a:lnTo>
                  <a:lnTo>
                    <a:pt x="266858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4">
              <a:extLst>
                <a:ext uri="{FF2B5EF4-FFF2-40B4-BE49-F238E27FC236}">
                  <a16:creationId xmlns:a16="http://schemas.microsoft.com/office/drawing/2014/main" id="{C74A7B46-A0D3-4324-817C-498D595705AB}"/>
                </a:ext>
              </a:extLst>
            </p:cNvPr>
            <p:cNvSpPr/>
            <p:nvPr/>
          </p:nvSpPr>
          <p:spPr>
            <a:xfrm>
              <a:off x="4029075" y="4545012"/>
              <a:ext cx="2668905" cy="552450"/>
            </a:xfrm>
            <a:custGeom>
              <a:avLst/>
              <a:gdLst/>
              <a:ahLst/>
              <a:cxnLst/>
              <a:rect l="l" t="t" r="r" b="b"/>
              <a:pathLst>
                <a:path w="2668904" h="552450">
                  <a:moveTo>
                    <a:pt x="0" y="0"/>
                  </a:moveTo>
                  <a:lnTo>
                    <a:pt x="2668588" y="0"/>
                  </a:lnTo>
                  <a:lnTo>
                    <a:pt x="2668588" y="552450"/>
                  </a:lnTo>
                  <a:lnTo>
                    <a:pt x="0" y="55245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8" name="object 65">
            <a:extLst>
              <a:ext uri="{FF2B5EF4-FFF2-40B4-BE49-F238E27FC236}">
                <a16:creationId xmlns:a16="http://schemas.microsoft.com/office/drawing/2014/main" id="{84795FB5-2962-27BB-2B5C-4FD2264E739F}"/>
              </a:ext>
            </a:extLst>
          </p:cNvPr>
          <p:cNvSpPr txBox="1"/>
          <p:nvPr/>
        </p:nvSpPr>
        <p:spPr>
          <a:xfrm>
            <a:off x="3153728" y="4341877"/>
            <a:ext cx="5067935" cy="644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i="1" spc="-5" dirty="0">
                <a:latin typeface="Verdana"/>
                <a:cs typeface="Verdana"/>
              </a:rPr>
              <a:t>In-Order</a:t>
            </a:r>
            <a:endParaRPr sz="2000">
              <a:latin typeface="Verdana"/>
              <a:cs typeface="Verdana"/>
            </a:endParaRPr>
          </a:p>
          <a:p>
            <a:pPr marL="2632075">
              <a:spcBef>
                <a:spcPts val="70"/>
              </a:spcBef>
            </a:pPr>
            <a:r>
              <a:rPr sz="2000" spc="-10" dirty="0">
                <a:latin typeface="Verdana"/>
                <a:cs typeface="Verdana"/>
              </a:rPr>
              <a:t>Physical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15" dirty="0">
                <a:latin typeface="Verdana"/>
                <a:cs typeface="Verdana"/>
              </a:rPr>
              <a:t>Reg.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File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69" name="object 66">
            <a:extLst>
              <a:ext uri="{FF2B5EF4-FFF2-40B4-BE49-F238E27FC236}">
                <a16:creationId xmlns:a16="http://schemas.microsoft.com/office/drawing/2014/main" id="{901A5053-E1CC-ED5C-2036-C054751048DB}"/>
              </a:ext>
            </a:extLst>
          </p:cNvPr>
          <p:cNvSpPr/>
          <p:nvPr/>
        </p:nvSpPr>
        <p:spPr>
          <a:xfrm>
            <a:off x="3554413" y="1842923"/>
            <a:ext cx="2404745" cy="1464945"/>
          </a:xfrm>
          <a:custGeom>
            <a:avLst/>
            <a:gdLst/>
            <a:ahLst/>
            <a:cxnLst/>
            <a:rect l="l" t="t" r="r" b="b"/>
            <a:pathLst>
              <a:path w="2404745" h="1464945">
                <a:moveTo>
                  <a:pt x="2261400" y="24079"/>
                </a:moveTo>
                <a:lnTo>
                  <a:pt x="2253297" y="0"/>
                </a:lnTo>
                <a:lnTo>
                  <a:pt x="1094244" y="389699"/>
                </a:lnTo>
                <a:lnTo>
                  <a:pt x="1086154" y="365620"/>
                </a:lnTo>
                <a:lnTo>
                  <a:pt x="1026058" y="426021"/>
                </a:lnTo>
                <a:lnTo>
                  <a:pt x="1110437" y="437845"/>
                </a:lnTo>
                <a:lnTo>
                  <a:pt x="1103693" y="417817"/>
                </a:lnTo>
                <a:lnTo>
                  <a:pt x="1102334" y="413778"/>
                </a:lnTo>
                <a:lnTo>
                  <a:pt x="2261400" y="24079"/>
                </a:lnTo>
                <a:close/>
              </a:path>
              <a:path w="2404745" h="1464945">
                <a:moveTo>
                  <a:pt x="2330920" y="437629"/>
                </a:moveTo>
                <a:lnTo>
                  <a:pt x="2320582" y="414413"/>
                </a:lnTo>
                <a:lnTo>
                  <a:pt x="64452" y="1418386"/>
                </a:lnTo>
                <a:lnTo>
                  <a:pt x="54127" y="1395183"/>
                </a:lnTo>
                <a:lnTo>
                  <a:pt x="0" y="1460969"/>
                </a:lnTo>
                <a:lnTo>
                  <a:pt x="85102" y="1464805"/>
                </a:lnTo>
                <a:lnTo>
                  <a:pt x="77076" y="1446758"/>
                </a:lnTo>
                <a:lnTo>
                  <a:pt x="74777" y="1441589"/>
                </a:lnTo>
                <a:lnTo>
                  <a:pt x="2330920" y="437629"/>
                </a:lnTo>
                <a:close/>
              </a:path>
              <a:path w="2404745" h="1464945">
                <a:moveTo>
                  <a:pt x="2404173" y="502818"/>
                </a:moveTo>
                <a:lnTo>
                  <a:pt x="2384133" y="487210"/>
                </a:lnTo>
                <a:lnTo>
                  <a:pt x="1678508" y="1393050"/>
                </a:lnTo>
                <a:lnTo>
                  <a:pt x="1658480" y="1377442"/>
                </a:lnTo>
                <a:lnTo>
                  <a:pt x="1641703" y="1460969"/>
                </a:lnTo>
                <a:lnTo>
                  <a:pt x="1718589" y="1424266"/>
                </a:lnTo>
                <a:lnTo>
                  <a:pt x="1711413" y="1418678"/>
                </a:lnTo>
                <a:lnTo>
                  <a:pt x="1698548" y="1408658"/>
                </a:lnTo>
                <a:lnTo>
                  <a:pt x="2404173" y="502818"/>
                </a:lnTo>
                <a:close/>
              </a:path>
            </a:pathLst>
          </a:custGeom>
          <a:solidFill>
            <a:srgbClr val="9E7B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67">
            <a:extLst>
              <a:ext uri="{FF2B5EF4-FFF2-40B4-BE49-F238E27FC236}">
                <a16:creationId xmlns:a16="http://schemas.microsoft.com/office/drawing/2014/main" id="{A155A2EE-52AB-1FD9-A186-7E523C407BDC}"/>
              </a:ext>
            </a:extLst>
          </p:cNvPr>
          <p:cNvSpPr txBox="1"/>
          <p:nvPr/>
        </p:nvSpPr>
        <p:spPr>
          <a:xfrm>
            <a:off x="5001244" y="1787652"/>
            <a:ext cx="453390" cy="815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i="1" dirty="0">
                <a:solidFill>
                  <a:srgbClr val="9E7B91"/>
                </a:solidFill>
                <a:latin typeface="Verdana"/>
                <a:cs typeface="Verdana"/>
              </a:rPr>
              <a:t>kill</a:t>
            </a:r>
            <a:endParaRPr sz="2000">
              <a:latin typeface="Verdana"/>
              <a:cs typeface="Verdana"/>
            </a:endParaRPr>
          </a:p>
          <a:p>
            <a:pPr marL="80645">
              <a:spcBef>
                <a:spcPts val="1415"/>
              </a:spcBef>
            </a:pPr>
            <a:r>
              <a:rPr sz="2000" i="1" dirty="0">
                <a:solidFill>
                  <a:srgbClr val="9E7B91"/>
                </a:solidFill>
                <a:latin typeface="Verdana"/>
                <a:cs typeface="Verdana"/>
              </a:rPr>
              <a:t>kill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71" name="object 68">
            <a:extLst>
              <a:ext uri="{FF2B5EF4-FFF2-40B4-BE49-F238E27FC236}">
                <a16:creationId xmlns:a16="http://schemas.microsoft.com/office/drawing/2014/main" id="{A83ECB13-9614-4C8E-D6E7-9DB057DCD1F5}"/>
              </a:ext>
            </a:extLst>
          </p:cNvPr>
          <p:cNvSpPr txBox="1"/>
          <p:nvPr/>
        </p:nvSpPr>
        <p:spPr>
          <a:xfrm>
            <a:off x="5753694" y="2686811"/>
            <a:ext cx="38481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i="1" dirty="0">
                <a:solidFill>
                  <a:srgbClr val="9E7B91"/>
                </a:solidFill>
                <a:latin typeface="Verdana"/>
                <a:cs typeface="Verdana"/>
              </a:rPr>
              <a:t>kill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72" name="object 69">
            <a:extLst>
              <a:ext uri="{FF2B5EF4-FFF2-40B4-BE49-F238E27FC236}">
                <a16:creationId xmlns:a16="http://schemas.microsoft.com/office/drawing/2014/main" id="{03870991-2BBD-71AF-0EE9-1AFC2747B54F}"/>
              </a:ext>
            </a:extLst>
          </p:cNvPr>
          <p:cNvSpPr/>
          <p:nvPr/>
        </p:nvSpPr>
        <p:spPr>
          <a:xfrm>
            <a:off x="6060216" y="2473857"/>
            <a:ext cx="174625" cy="830580"/>
          </a:xfrm>
          <a:custGeom>
            <a:avLst/>
            <a:gdLst/>
            <a:ahLst/>
            <a:cxnLst/>
            <a:rect l="l" t="t" r="r" b="b"/>
            <a:pathLst>
              <a:path w="174625" h="830579">
                <a:moveTo>
                  <a:pt x="0" y="748639"/>
                </a:moveTo>
                <a:lnTo>
                  <a:pt x="25167" y="830031"/>
                </a:lnTo>
                <a:lnTo>
                  <a:pt x="69097" y="769451"/>
                </a:lnTo>
                <a:lnTo>
                  <a:pt x="48050" y="769451"/>
                </a:lnTo>
                <a:lnTo>
                  <a:pt x="22989" y="765310"/>
                </a:lnTo>
                <a:lnTo>
                  <a:pt x="25060" y="752780"/>
                </a:lnTo>
                <a:lnTo>
                  <a:pt x="0" y="748639"/>
                </a:lnTo>
                <a:close/>
              </a:path>
              <a:path w="174625" h="830579">
                <a:moveTo>
                  <a:pt x="25060" y="752780"/>
                </a:moveTo>
                <a:lnTo>
                  <a:pt x="22989" y="765310"/>
                </a:lnTo>
                <a:lnTo>
                  <a:pt x="48050" y="769451"/>
                </a:lnTo>
                <a:lnTo>
                  <a:pt x="50120" y="756921"/>
                </a:lnTo>
                <a:lnTo>
                  <a:pt x="25060" y="752780"/>
                </a:lnTo>
                <a:close/>
              </a:path>
              <a:path w="174625" h="830579">
                <a:moveTo>
                  <a:pt x="50120" y="756921"/>
                </a:moveTo>
                <a:lnTo>
                  <a:pt x="48050" y="769451"/>
                </a:lnTo>
                <a:lnTo>
                  <a:pt x="69097" y="769451"/>
                </a:lnTo>
                <a:lnTo>
                  <a:pt x="75180" y="761062"/>
                </a:lnTo>
                <a:lnTo>
                  <a:pt x="50120" y="756921"/>
                </a:lnTo>
                <a:close/>
              </a:path>
              <a:path w="174625" h="830579">
                <a:moveTo>
                  <a:pt x="149447" y="0"/>
                </a:moveTo>
                <a:lnTo>
                  <a:pt x="25060" y="752780"/>
                </a:lnTo>
                <a:lnTo>
                  <a:pt x="50120" y="756921"/>
                </a:lnTo>
                <a:lnTo>
                  <a:pt x="174506" y="4141"/>
                </a:lnTo>
                <a:lnTo>
                  <a:pt x="149447" y="0"/>
                </a:lnTo>
                <a:close/>
              </a:path>
            </a:pathLst>
          </a:custGeom>
          <a:solidFill>
            <a:srgbClr val="9E7B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0">
            <a:extLst>
              <a:ext uri="{FF2B5EF4-FFF2-40B4-BE49-F238E27FC236}">
                <a16:creationId xmlns:a16="http://schemas.microsoft.com/office/drawing/2014/main" id="{BA93422C-3DDA-3A02-4E6C-B45B2D0381E7}"/>
              </a:ext>
            </a:extLst>
          </p:cNvPr>
          <p:cNvSpPr txBox="1"/>
          <p:nvPr/>
        </p:nvSpPr>
        <p:spPr>
          <a:xfrm>
            <a:off x="5784469" y="1718565"/>
            <a:ext cx="1652270" cy="814069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 marR="440055" indent="198120">
              <a:lnSpc>
                <a:spcPts val="2090"/>
              </a:lnSpc>
              <a:spcBef>
                <a:spcPts val="225"/>
              </a:spcBef>
            </a:pPr>
            <a:r>
              <a:rPr spc="-10" dirty="0">
                <a:latin typeface="Verdana"/>
                <a:cs typeface="Verdana"/>
              </a:rPr>
              <a:t>Branch </a:t>
            </a:r>
            <a:r>
              <a:rPr spc="-5" dirty="0">
                <a:latin typeface="Verdana"/>
                <a:cs typeface="Verdana"/>
              </a:rPr>
              <a:t> </a:t>
            </a:r>
            <a:r>
              <a:rPr spc="-50" dirty="0">
                <a:latin typeface="Verdana"/>
                <a:cs typeface="Verdana"/>
              </a:rPr>
              <a:t>R</a:t>
            </a:r>
            <a:r>
              <a:rPr dirty="0">
                <a:latin typeface="Verdana"/>
                <a:cs typeface="Verdana"/>
              </a:rPr>
              <a:t>es</a:t>
            </a:r>
            <a:r>
              <a:rPr spc="-10" dirty="0">
                <a:latin typeface="Verdana"/>
                <a:cs typeface="Verdana"/>
              </a:rPr>
              <a:t>o</a:t>
            </a:r>
            <a:r>
              <a:rPr spc="5" dirty="0">
                <a:latin typeface="Verdana"/>
                <a:cs typeface="Verdana"/>
              </a:rPr>
              <a:t>l</a:t>
            </a:r>
            <a:r>
              <a:rPr spc="-5" dirty="0">
                <a:latin typeface="Verdana"/>
                <a:cs typeface="Verdana"/>
              </a:rPr>
              <a:t>u</a:t>
            </a:r>
            <a:r>
              <a:rPr dirty="0">
                <a:latin typeface="Verdana"/>
                <a:cs typeface="Verdana"/>
              </a:rPr>
              <a:t>t</a:t>
            </a:r>
            <a:r>
              <a:rPr spc="5" dirty="0">
                <a:latin typeface="Verdana"/>
                <a:cs typeface="Verdana"/>
              </a:rPr>
              <a:t>i</a:t>
            </a:r>
            <a:r>
              <a:rPr spc="-10" dirty="0">
                <a:latin typeface="Verdana"/>
                <a:cs typeface="Verdana"/>
              </a:rPr>
              <a:t>o</a:t>
            </a:r>
            <a:r>
              <a:rPr dirty="0">
                <a:latin typeface="Verdana"/>
                <a:cs typeface="Verdana"/>
              </a:rPr>
              <a:t>n</a:t>
            </a:r>
            <a:endParaRPr>
              <a:latin typeface="Verdana"/>
              <a:cs typeface="Verdana"/>
            </a:endParaRPr>
          </a:p>
          <a:p>
            <a:pPr marL="1280160">
              <a:lnSpc>
                <a:spcPts val="1900"/>
              </a:lnSpc>
            </a:pPr>
            <a:r>
              <a:rPr sz="2000" i="1" dirty="0">
                <a:solidFill>
                  <a:srgbClr val="9E7B91"/>
                </a:solidFill>
                <a:latin typeface="Verdana"/>
                <a:cs typeface="Verdana"/>
              </a:rPr>
              <a:t>kill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74" name="object 71">
            <a:extLst>
              <a:ext uri="{FF2B5EF4-FFF2-40B4-BE49-F238E27FC236}">
                <a16:creationId xmlns:a16="http://schemas.microsoft.com/office/drawing/2014/main" id="{BAEE4C1E-1D72-65D4-CBE6-A3EA806E2B7B}"/>
              </a:ext>
            </a:extLst>
          </p:cNvPr>
          <p:cNvSpPr/>
          <p:nvPr/>
        </p:nvSpPr>
        <p:spPr>
          <a:xfrm>
            <a:off x="6826691" y="2262846"/>
            <a:ext cx="1743075" cy="3173095"/>
          </a:xfrm>
          <a:custGeom>
            <a:avLst/>
            <a:gdLst/>
            <a:ahLst/>
            <a:cxnLst/>
            <a:rect l="l" t="t" r="r" b="b"/>
            <a:pathLst>
              <a:path w="1743075" h="3173095">
                <a:moveTo>
                  <a:pt x="1694933" y="3111989"/>
                </a:moveTo>
                <a:lnTo>
                  <a:pt x="1672648" y="3124174"/>
                </a:lnTo>
                <a:lnTo>
                  <a:pt x="1742634" y="3172754"/>
                </a:lnTo>
                <a:lnTo>
                  <a:pt x="1740811" y="3123139"/>
                </a:lnTo>
                <a:lnTo>
                  <a:pt x="1701030" y="3123139"/>
                </a:lnTo>
                <a:lnTo>
                  <a:pt x="1694933" y="3111989"/>
                </a:lnTo>
                <a:close/>
              </a:path>
              <a:path w="1743075" h="3173095">
                <a:moveTo>
                  <a:pt x="1717219" y="3099803"/>
                </a:moveTo>
                <a:lnTo>
                  <a:pt x="1694933" y="3111989"/>
                </a:lnTo>
                <a:lnTo>
                  <a:pt x="1701030" y="3123139"/>
                </a:lnTo>
                <a:lnTo>
                  <a:pt x="1723316" y="3110953"/>
                </a:lnTo>
                <a:lnTo>
                  <a:pt x="1717219" y="3099803"/>
                </a:lnTo>
                <a:close/>
              </a:path>
              <a:path w="1743075" h="3173095">
                <a:moveTo>
                  <a:pt x="1739506" y="3087617"/>
                </a:moveTo>
                <a:lnTo>
                  <a:pt x="1717219" y="3099803"/>
                </a:lnTo>
                <a:lnTo>
                  <a:pt x="1723316" y="3110953"/>
                </a:lnTo>
                <a:lnTo>
                  <a:pt x="1701030" y="3123139"/>
                </a:lnTo>
                <a:lnTo>
                  <a:pt x="1740811" y="3123139"/>
                </a:lnTo>
                <a:lnTo>
                  <a:pt x="1739506" y="3087617"/>
                </a:lnTo>
                <a:close/>
              </a:path>
              <a:path w="1743075" h="3173095">
                <a:moveTo>
                  <a:pt x="22285" y="0"/>
                </a:moveTo>
                <a:lnTo>
                  <a:pt x="0" y="12185"/>
                </a:lnTo>
                <a:lnTo>
                  <a:pt x="1694933" y="3111989"/>
                </a:lnTo>
                <a:lnTo>
                  <a:pt x="1717219" y="3099803"/>
                </a:lnTo>
                <a:lnTo>
                  <a:pt x="22285" y="0"/>
                </a:lnTo>
                <a:close/>
              </a:path>
            </a:pathLst>
          </a:custGeom>
          <a:solidFill>
            <a:srgbClr val="9E7B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D6190E-9F8E-1898-0F01-4EB1C231A520}"/>
              </a:ext>
            </a:extLst>
          </p:cNvPr>
          <p:cNvSpPr txBox="1"/>
          <p:nvPr/>
        </p:nvSpPr>
        <p:spPr>
          <a:xfrm>
            <a:off x="2953092" y="4673148"/>
            <a:ext cx="18613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Dispatch in-order </a:t>
            </a:r>
          </a:p>
          <a:p>
            <a:r>
              <a:rPr lang="en-US" dirty="0">
                <a:solidFill>
                  <a:srgbClr val="C00000"/>
                </a:solidFill>
              </a:rPr>
              <a:t>and Issue O3</a:t>
            </a:r>
          </a:p>
        </p:txBody>
      </p:sp>
    </p:spTree>
    <p:extLst>
      <p:ext uri="{BB962C8B-B14F-4D97-AF65-F5344CB8AC3E}">
        <p14:creationId xmlns:p14="http://schemas.microsoft.com/office/powerpoint/2010/main" val="17503433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ED9AB-FC91-5346-C4C8-6C693E637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Transient instruction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FC2125-402C-418D-E2F7-112C203352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speculative instruction that does not commit is a </a:t>
            </a:r>
            <a:r>
              <a:rPr lang="en-US" dirty="0">
                <a:solidFill>
                  <a:srgbClr val="C00000"/>
                </a:solidFill>
              </a:rPr>
              <a:t>transient</a:t>
            </a:r>
            <a:r>
              <a:rPr lang="en-US" dirty="0"/>
              <a:t> instruction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78152B-CF0F-D1BD-64D9-4585ECCF7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E51492-8B9E-4203-6638-00652793D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56686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F1785-5E75-1BFE-8F93-43DAB89BB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Speculative Execution-II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55435-C78E-81F6-932D-4C18DBD63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8A6346-3669-2CFE-F4B0-74F65348D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9</a:t>
            </a:fld>
            <a:endParaRPr lang="en-IN" dirty="0"/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46BBB96C-1491-E8D2-B00B-0CAA8226C008}"/>
              </a:ext>
            </a:extLst>
          </p:cNvPr>
          <p:cNvSpPr txBox="1"/>
          <p:nvPr/>
        </p:nvSpPr>
        <p:spPr>
          <a:xfrm>
            <a:off x="5992369" y="3911868"/>
            <a:ext cx="3351529" cy="1975541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6195" rIns="0" bIns="0" rtlCol="0">
            <a:spAutoFit/>
          </a:bodyPr>
          <a:lstStyle/>
          <a:p>
            <a:pPr marL="433705" marR="291465" indent="-342900">
              <a:lnSpc>
                <a:spcPct val="90300"/>
              </a:lnSpc>
              <a:spcBef>
                <a:spcPts val="285"/>
              </a:spcBef>
            </a:pPr>
            <a:r>
              <a:rPr sz="2000" dirty="0">
                <a:solidFill>
                  <a:srgbClr val="56127A"/>
                </a:solidFill>
                <a:latin typeface="Verdana"/>
                <a:cs typeface="Verdana"/>
              </a:rPr>
              <a:t>3. </a:t>
            </a:r>
            <a:r>
              <a:rPr sz="2000" spc="-5" dirty="0">
                <a:solidFill>
                  <a:srgbClr val="56127A"/>
                </a:solidFill>
                <a:latin typeface="Verdana"/>
                <a:cs typeface="Verdana"/>
              </a:rPr>
              <a:t>In event of mis- </a:t>
            </a:r>
            <a:r>
              <a:rPr sz="2000" dirty="0">
                <a:solidFill>
                  <a:srgbClr val="56127A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56127A"/>
                </a:solidFill>
                <a:latin typeface="Verdana"/>
                <a:cs typeface="Verdana"/>
              </a:rPr>
              <a:t>speculation, dispose </a:t>
            </a:r>
            <a:r>
              <a:rPr sz="2000" spc="-690" dirty="0">
                <a:solidFill>
                  <a:srgbClr val="56127A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56127A"/>
                </a:solidFill>
                <a:latin typeface="Verdana"/>
                <a:cs typeface="Verdana"/>
              </a:rPr>
              <a:t>of all new values, </a:t>
            </a:r>
            <a:r>
              <a:rPr sz="2000" dirty="0">
                <a:solidFill>
                  <a:srgbClr val="56127A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56127A"/>
                </a:solidFill>
                <a:latin typeface="Verdana"/>
                <a:cs typeface="Verdana"/>
              </a:rPr>
              <a:t>restore old values, </a:t>
            </a:r>
            <a:r>
              <a:rPr sz="2000" dirty="0">
                <a:solidFill>
                  <a:srgbClr val="56127A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56127A"/>
                </a:solidFill>
                <a:latin typeface="Verdana"/>
                <a:cs typeface="Verdana"/>
              </a:rPr>
              <a:t>and</a:t>
            </a:r>
            <a:r>
              <a:rPr sz="2000" spc="-35" dirty="0">
                <a:solidFill>
                  <a:srgbClr val="56127A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56127A"/>
                </a:solidFill>
                <a:latin typeface="Verdana"/>
                <a:cs typeface="Verdana"/>
              </a:rPr>
              <a:t>re-execute</a:t>
            </a:r>
            <a:r>
              <a:rPr sz="2000" spc="-40" dirty="0">
                <a:solidFill>
                  <a:srgbClr val="56127A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56127A"/>
                </a:solidFill>
                <a:latin typeface="Verdana"/>
                <a:cs typeface="Verdana"/>
              </a:rPr>
              <a:t>from </a:t>
            </a:r>
            <a:r>
              <a:rPr sz="2000" spc="-690" dirty="0">
                <a:solidFill>
                  <a:srgbClr val="56127A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56127A"/>
                </a:solidFill>
                <a:latin typeface="Verdana"/>
                <a:cs typeface="Verdana"/>
              </a:rPr>
              <a:t>point before mis- </a:t>
            </a:r>
            <a:r>
              <a:rPr sz="2000" dirty="0">
                <a:solidFill>
                  <a:srgbClr val="56127A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56127A"/>
                </a:solidFill>
                <a:latin typeface="Verdana"/>
                <a:cs typeface="Verdana"/>
              </a:rPr>
              <a:t>speculation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F508CD51-9E23-D80A-01B2-C76F3ADEA29F}"/>
              </a:ext>
            </a:extLst>
          </p:cNvPr>
          <p:cNvSpPr txBox="1"/>
          <p:nvPr/>
        </p:nvSpPr>
        <p:spPr>
          <a:xfrm>
            <a:off x="1631505" y="3877394"/>
            <a:ext cx="3657600" cy="1976182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6830" rIns="0" bIns="0" rtlCol="0">
            <a:spAutoFit/>
          </a:bodyPr>
          <a:lstStyle/>
          <a:p>
            <a:pPr marL="548640" marR="113664" indent="-457200">
              <a:lnSpc>
                <a:spcPct val="90300"/>
              </a:lnSpc>
              <a:spcBef>
                <a:spcPts val="290"/>
              </a:spcBef>
              <a:tabLst>
                <a:tab pos="548005" algn="l"/>
              </a:tabLst>
            </a:pPr>
            <a:r>
              <a:rPr sz="2000" dirty="0">
                <a:solidFill>
                  <a:srgbClr val="56127A"/>
                </a:solidFill>
                <a:latin typeface="Verdana"/>
                <a:cs typeface="Verdana"/>
              </a:rPr>
              <a:t>3.	</a:t>
            </a:r>
            <a:r>
              <a:rPr sz="2000" spc="-5" dirty="0">
                <a:solidFill>
                  <a:srgbClr val="56127A"/>
                </a:solidFill>
                <a:latin typeface="Verdana"/>
                <a:cs typeface="Verdana"/>
              </a:rPr>
              <a:t>After sure that there </a:t>
            </a:r>
            <a:r>
              <a:rPr sz="2000" dirty="0">
                <a:solidFill>
                  <a:srgbClr val="56127A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56127A"/>
                </a:solidFill>
                <a:latin typeface="Verdana"/>
                <a:cs typeface="Verdana"/>
              </a:rPr>
              <a:t>was</a:t>
            </a:r>
            <a:r>
              <a:rPr sz="2000" spc="-40" dirty="0">
                <a:solidFill>
                  <a:srgbClr val="56127A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56127A"/>
                </a:solidFill>
                <a:latin typeface="Verdana"/>
                <a:cs typeface="Verdana"/>
              </a:rPr>
              <a:t>no</a:t>
            </a:r>
            <a:r>
              <a:rPr sz="2000" spc="-35" dirty="0">
                <a:solidFill>
                  <a:srgbClr val="56127A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56127A"/>
                </a:solidFill>
                <a:latin typeface="Verdana"/>
                <a:cs typeface="Verdana"/>
              </a:rPr>
              <a:t>mis-speculation </a:t>
            </a:r>
            <a:r>
              <a:rPr sz="2000" spc="-690" dirty="0">
                <a:solidFill>
                  <a:srgbClr val="56127A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56127A"/>
                </a:solidFill>
                <a:latin typeface="Verdana"/>
                <a:cs typeface="Verdana"/>
              </a:rPr>
              <a:t>and there </a:t>
            </a:r>
            <a:r>
              <a:rPr sz="2000" dirty="0">
                <a:solidFill>
                  <a:srgbClr val="56127A"/>
                </a:solidFill>
                <a:latin typeface="Verdana"/>
                <a:cs typeface="Verdana"/>
              </a:rPr>
              <a:t>will be </a:t>
            </a:r>
            <a:r>
              <a:rPr sz="2000" spc="-5" dirty="0">
                <a:solidFill>
                  <a:srgbClr val="56127A"/>
                </a:solidFill>
                <a:latin typeface="Verdana"/>
                <a:cs typeface="Verdana"/>
              </a:rPr>
              <a:t>no </a:t>
            </a:r>
            <a:r>
              <a:rPr sz="2000" dirty="0">
                <a:solidFill>
                  <a:srgbClr val="56127A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56127A"/>
                </a:solidFill>
                <a:latin typeface="Verdana"/>
                <a:cs typeface="Verdana"/>
              </a:rPr>
              <a:t>more uses of the old </a:t>
            </a:r>
            <a:r>
              <a:rPr sz="2000" dirty="0">
                <a:solidFill>
                  <a:srgbClr val="56127A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56127A"/>
                </a:solidFill>
                <a:latin typeface="Verdana"/>
                <a:cs typeface="Verdana"/>
              </a:rPr>
              <a:t>values, </a:t>
            </a:r>
            <a:r>
              <a:rPr sz="2000" spc="-5" dirty="0">
                <a:solidFill>
                  <a:srgbClr val="56127A"/>
                </a:solidFill>
                <a:latin typeface="Verdana"/>
                <a:cs typeface="Verdana"/>
              </a:rPr>
              <a:t>discard old </a:t>
            </a:r>
            <a:r>
              <a:rPr sz="2000" dirty="0">
                <a:solidFill>
                  <a:srgbClr val="56127A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56127A"/>
                </a:solidFill>
                <a:latin typeface="Verdana"/>
                <a:cs typeface="Verdana"/>
              </a:rPr>
              <a:t>values</a:t>
            </a:r>
            <a:r>
              <a:rPr sz="2000" dirty="0">
                <a:solidFill>
                  <a:srgbClr val="56127A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56127A"/>
                </a:solidFill>
                <a:latin typeface="Verdana"/>
                <a:cs typeface="Verdana"/>
              </a:rPr>
              <a:t>and</a:t>
            </a:r>
            <a:r>
              <a:rPr sz="2000" spc="15" dirty="0">
                <a:solidFill>
                  <a:srgbClr val="56127A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56127A"/>
                </a:solidFill>
                <a:latin typeface="Verdana"/>
                <a:cs typeface="Verdana"/>
              </a:rPr>
              <a:t>just</a:t>
            </a:r>
            <a:r>
              <a:rPr sz="2000" spc="10" dirty="0">
                <a:solidFill>
                  <a:srgbClr val="56127A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56127A"/>
                </a:solidFill>
                <a:latin typeface="Verdana"/>
                <a:cs typeface="Verdana"/>
              </a:rPr>
              <a:t>use </a:t>
            </a:r>
            <a:r>
              <a:rPr sz="2000" dirty="0">
                <a:solidFill>
                  <a:srgbClr val="56127A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56127A"/>
                </a:solidFill>
                <a:latin typeface="Verdana"/>
                <a:cs typeface="Verdana"/>
              </a:rPr>
              <a:t>new</a:t>
            </a:r>
            <a:r>
              <a:rPr sz="2000" spc="-10" dirty="0">
                <a:solidFill>
                  <a:srgbClr val="56127A"/>
                </a:solidFill>
                <a:latin typeface="Verdana"/>
                <a:cs typeface="Verdana"/>
              </a:rPr>
              <a:t> values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8FFB6AB7-7D1E-7DA0-47A1-2BAA0A928F4B}"/>
              </a:ext>
            </a:extLst>
          </p:cNvPr>
          <p:cNvSpPr txBox="1"/>
          <p:nvPr/>
        </p:nvSpPr>
        <p:spPr>
          <a:xfrm>
            <a:off x="5461508" y="4960570"/>
            <a:ext cx="40259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dirty="0">
                <a:latin typeface="Verdana"/>
                <a:cs typeface="Verdana"/>
              </a:rPr>
              <a:t>OR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9" name="object 6">
            <a:extLst>
              <a:ext uri="{FF2B5EF4-FFF2-40B4-BE49-F238E27FC236}">
                <a16:creationId xmlns:a16="http://schemas.microsoft.com/office/drawing/2014/main" id="{F6BF013F-81CB-EFCC-2442-7DAA701E62A8}"/>
              </a:ext>
            </a:extLst>
          </p:cNvPr>
          <p:cNvSpPr txBox="1"/>
          <p:nvPr/>
        </p:nvSpPr>
        <p:spPr>
          <a:xfrm>
            <a:off x="1500670" y="1554334"/>
            <a:ext cx="8068309" cy="605294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548005" marR="103505" indent="-457200">
              <a:lnSpc>
                <a:spcPts val="2180"/>
              </a:lnSpc>
              <a:spcBef>
                <a:spcPts val="320"/>
              </a:spcBef>
              <a:tabLst>
                <a:tab pos="548005" algn="l"/>
              </a:tabLst>
            </a:pPr>
            <a:r>
              <a:rPr sz="2000" dirty="0">
                <a:solidFill>
                  <a:srgbClr val="56127A"/>
                </a:solidFill>
                <a:latin typeface="Verdana"/>
                <a:cs typeface="Verdana"/>
              </a:rPr>
              <a:t>1.	</a:t>
            </a:r>
            <a:r>
              <a:rPr sz="2000" spc="-5" dirty="0">
                <a:solidFill>
                  <a:srgbClr val="56127A"/>
                </a:solidFill>
                <a:latin typeface="Verdana"/>
                <a:cs typeface="Verdana"/>
              </a:rPr>
              <a:t>Proceed ahead despite unresolved dependencies using </a:t>
            </a:r>
            <a:r>
              <a:rPr sz="2000" dirty="0">
                <a:solidFill>
                  <a:srgbClr val="56127A"/>
                </a:solidFill>
                <a:latin typeface="Verdana"/>
                <a:cs typeface="Verdana"/>
              </a:rPr>
              <a:t>a </a:t>
            </a:r>
            <a:r>
              <a:rPr sz="2000" spc="5" dirty="0">
                <a:solidFill>
                  <a:srgbClr val="56127A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56127A"/>
                </a:solidFill>
                <a:latin typeface="Verdana"/>
                <a:cs typeface="Verdana"/>
              </a:rPr>
              <a:t>prediction for an</a:t>
            </a:r>
            <a:r>
              <a:rPr sz="2000" dirty="0">
                <a:solidFill>
                  <a:srgbClr val="56127A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56127A"/>
                </a:solidFill>
                <a:latin typeface="Verdana"/>
                <a:cs typeface="Verdana"/>
              </a:rPr>
              <a:t>architectural</a:t>
            </a:r>
            <a:r>
              <a:rPr sz="2000" dirty="0">
                <a:solidFill>
                  <a:srgbClr val="56127A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56127A"/>
                </a:solidFill>
                <a:latin typeface="Verdana"/>
                <a:cs typeface="Verdana"/>
              </a:rPr>
              <a:t>or</a:t>
            </a:r>
            <a:r>
              <a:rPr sz="2000" dirty="0">
                <a:solidFill>
                  <a:srgbClr val="56127A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56127A"/>
                </a:solidFill>
                <a:latin typeface="Verdana"/>
                <a:cs typeface="Verdana"/>
              </a:rPr>
              <a:t>micro-architectural</a:t>
            </a:r>
            <a:r>
              <a:rPr sz="2000" dirty="0">
                <a:solidFill>
                  <a:srgbClr val="56127A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56127A"/>
                </a:solidFill>
                <a:latin typeface="Verdana"/>
                <a:cs typeface="Verdana"/>
              </a:rPr>
              <a:t>value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0" name="object 7">
            <a:extLst>
              <a:ext uri="{FF2B5EF4-FFF2-40B4-BE49-F238E27FC236}">
                <a16:creationId xmlns:a16="http://schemas.microsoft.com/office/drawing/2014/main" id="{325B2125-05C9-67C8-B2DB-2AF3B1153C6C}"/>
              </a:ext>
            </a:extLst>
          </p:cNvPr>
          <p:cNvSpPr/>
          <p:nvPr/>
        </p:nvSpPr>
        <p:spPr>
          <a:xfrm>
            <a:off x="5421012" y="2285372"/>
            <a:ext cx="76200" cy="317500"/>
          </a:xfrm>
          <a:custGeom>
            <a:avLst/>
            <a:gdLst/>
            <a:ahLst/>
            <a:cxnLst/>
            <a:rect l="l" t="t" r="r" b="b"/>
            <a:pathLst>
              <a:path w="76200" h="317500">
                <a:moveTo>
                  <a:pt x="33337" y="240875"/>
                </a:moveTo>
                <a:lnTo>
                  <a:pt x="0" y="240875"/>
                </a:lnTo>
                <a:lnTo>
                  <a:pt x="38098" y="317075"/>
                </a:lnTo>
                <a:lnTo>
                  <a:pt x="69849" y="253575"/>
                </a:lnTo>
                <a:lnTo>
                  <a:pt x="33337" y="253575"/>
                </a:lnTo>
                <a:lnTo>
                  <a:pt x="33337" y="240875"/>
                </a:lnTo>
                <a:close/>
              </a:path>
              <a:path w="76200" h="317500">
                <a:moveTo>
                  <a:pt x="42862" y="0"/>
                </a:moveTo>
                <a:lnTo>
                  <a:pt x="33337" y="0"/>
                </a:lnTo>
                <a:lnTo>
                  <a:pt x="33337" y="253575"/>
                </a:lnTo>
                <a:lnTo>
                  <a:pt x="42862" y="253575"/>
                </a:lnTo>
                <a:lnTo>
                  <a:pt x="42862" y="0"/>
                </a:lnTo>
                <a:close/>
              </a:path>
              <a:path w="76200" h="317500">
                <a:moveTo>
                  <a:pt x="76200" y="240875"/>
                </a:moveTo>
                <a:lnTo>
                  <a:pt x="42862" y="240875"/>
                </a:lnTo>
                <a:lnTo>
                  <a:pt x="42862" y="253575"/>
                </a:lnTo>
                <a:lnTo>
                  <a:pt x="69849" y="253575"/>
                </a:lnTo>
                <a:lnTo>
                  <a:pt x="76200" y="2408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8">
            <a:extLst>
              <a:ext uri="{FF2B5EF4-FFF2-40B4-BE49-F238E27FC236}">
                <a16:creationId xmlns:a16="http://schemas.microsoft.com/office/drawing/2014/main" id="{E22FCCEC-7E21-5413-DC01-BBDD5F56814D}"/>
              </a:ext>
            </a:extLst>
          </p:cNvPr>
          <p:cNvSpPr txBox="1"/>
          <p:nvPr/>
        </p:nvSpPr>
        <p:spPr>
          <a:xfrm>
            <a:off x="1631506" y="2602632"/>
            <a:ext cx="7748905" cy="6096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548640" marR="836294" indent="-457200">
              <a:lnSpc>
                <a:spcPts val="2180"/>
              </a:lnSpc>
              <a:spcBef>
                <a:spcPts val="320"/>
              </a:spcBef>
              <a:tabLst>
                <a:tab pos="548005" algn="l"/>
              </a:tabLst>
            </a:pPr>
            <a:r>
              <a:rPr sz="2000" dirty="0">
                <a:solidFill>
                  <a:srgbClr val="56127A"/>
                </a:solidFill>
                <a:latin typeface="Verdana"/>
                <a:cs typeface="Verdana"/>
              </a:rPr>
              <a:t>2.	</a:t>
            </a:r>
            <a:r>
              <a:rPr sz="2000" spc="-5" dirty="0">
                <a:solidFill>
                  <a:srgbClr val="56127A"/>
                </a:solidFill>
                <a:latin typeface="Verdana"/>
                <a:cs typeface="Verdana"/>
              </a:rPr>
              <a:t>Maintain both old and new </a:t>
            </a:r>
            <a:r>
              <a:rPr sz="2000" spc="-10" dirty="0">
                <a:solidFill>
                  <a:srgbClr val="56127A"/>
                </a:solidFill>
                <a:latin typeface="Verdana"/>
                <a:cs typeface="Verdana"/>
              </a:rPr>
              <a:t>values </a:t>
            </a:r>
            <a:r>
              <a:rPr sz="2000" spc="-5" dirty="0">
                <a:solidFill>
                  <a:srgbClr val="56127A"/>
                </a:solidFill>
                <a:latin typeface="Verdana"/>
                <a:cs typeface="Verdana"/>
              </a:rPr>
              <a:t>on updates to </a:t>
            </a:r>
            <a:r>
              <a:rPr sz="2000" dirty="0">
                <a:solidFill>
                  <a:srgbClr val="56127A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56127A"/>
                </a:solidFill>
                <a:latin typeface="Verdana"/>
                <a:cs typeface="Verdana"/>
              </a:rPr>
              <a:t>architectural</a:t>
            </a:r>
            <a:r>
              <a:rPr sz="2000" dirty="0">
                <a:solidFill>
                  <a:srgbClr val="56127A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56127A"/>
                </a:solidFill>
                <a:latin typeface="Verdana"/>
                <a:cs typeface="Verdana"/>
              </a:rPr>
              <a:t>(and</a:t>
            </a:r>
            <a:r>
              <a:rPr sz="2000" spc="10" dirty="0">
                <a:solidFill>
                  <a:srgbClr val="56127A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56127A"/>
                </a:solidFill>
                <a:latin typeface="Verdana"/>
                <a:cs typeface="Verdana"/>
              </a:rPr>
              <a:t>often</a:t>
            </a:r>
            <a:r>
              <a:rPr sz="2000" dirty="0">
                <a:solidFill>
                  <a:srgbClr val="56127A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56127A"/>
                </a:solidFill>
                <a:latin typeface="Verdana"/>
                <a:cs typeface="Verdana"/>
              </a:rPr>
              <a:t>micro-architectural)</a:t>
            </a:r>
            <a:r>
              <a:rPr sz="2000" spc="10" dirty="0">
                <a:solidFill>
                  <a:srgbClr val="56127A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56127A"/>
                </a:solidFill>
                <a:latin typeface="Verdana"/>
                <a:cs typeface="Verdana"/>
              </a:rPr>
              <a:t>state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12" name="object 9">
            <a:extLst>
              <a:ext uri="{FF2B5EF4-FFF2-40B4-BE49-F238E27FC236}">
                <a16:creationId xmlns:a16="http://schemas.microsoft.com/office/drawing/2014/main" id="{AE6D5ED2-DDBB-8A58-B9CB-1F0C561A851D}"/>
              </a:ext>
            </a:extLst>
          </p:cNvPr>
          <p:cNvGrpSpPr/>
          <p:nvPr/>
        </p:nvGrpSpPr>
        <p:grpSpPr>
          <a:xfrm>
            <a:off x="3268172" y="3207436"/>
            <a:ext cx="4764405" cy="688340"/>
            <a:chOff x="2305003" y="3024606"/>
            <a:chExt cx="4764405" cy="688340"/>
          </a:xfrm>
        </p:grpSpPr>
        <p:sp>
          <p:nvSpPr>
            <p:cNvPr id="13" name="object 10">
              <a:extLst>
                <a:ext uri="{FF2B5EF4-FFF2-40B4-BE49-F238E27FC236}">
                  <a16:creationId xmlns:a16="http://schemas.microsoft.com/office/drawing/2014/main" id="{4C64DEC7-6E93-B442-3134-31342068B808}"/>
                </a:ext>
              </a:extLst>
            </p:cNvPr>
            <p:cNvSpPr/>
            <p:nvPr/>
          </p:nvSpPr>
          <p:spPr>
            <a:xfrm>
              <a:off x="2304999" y="3024606"/>
              <a:ext cx="4764405" cy="688340"/>
            </a:xfrm>
            <a:custGeom>
              <a:avLst/>
              <a:gdLst/>
              <a:ahLst/>
              <a:cxnLst/>
              <a:rect l="l" t="t" r="r" b="b"/>
              <a:pathLst>
                <a:path w="4764405" h="688339">
                  <a:moveTo>
                    <a:pt x="4764138" y="669963"/>
                  </a:moveTo>
                  <a:lnTo>
                    <a:pt x="4751184" y="658685"/>
                  </a:lnTo>
                  <a:lnTo>
                    <a:pt x="4699901" y="614006"/>
                  </a:lnTo>
                  <a:lnTo>
                    <a:pt x="4691558" y="646277"/>
                  </a:lnTo>
                  <a:lnTo>
                    <a:pt x="2191931" y="0"/>
                  </a:lnTo>
                  <a:lnTo>
                    <a:pt x="2190712" y="4737"/>
                  </a:lnTo>
                  <a:lnTo>
                    <a:pt x="2189353" y="241"/>
                  </a:lnTo>
                  <a:lnTo>
                    <a:pt x="71526" y="643267"/>
                  </a:lnTo>
                  <a:lnTo>
                    <a:pt x="61836" y="611365"/>
                  </a:lnTo>
                  <a:lnTo>
                    <a:pt x="0" y="669963"/>
                  </a:lnTo>
                  <a:lnTo>
                    <a:pt x="83985" y="684288"/>
                  </a:lnTo>
                  <a:lnTo>
                    <a:pt x="75412" y="656069"/>
                  </a:lnTo>
                  <a:lnTo>
                    <a:pt x="74295" y="652386"/>
                  </a:lnTo>
                  <a:lnTo>
                    <a:pt x="2191156" y="9652"/>
                  </a:lnTo>
                  <a:lnTo>
                    <a:pt x="4689170" y="655497"/>
                  </a:lnTo>
                  <a:lnTo>
                    <a:pt x="4680826" y="687781"/>
                  </a:lnTo>
                  <a:lnTo>
                    <a:pt x="4764138" y="6699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1">
              <a:extLst>
                <a:ext uri="{FF2B5EF4-FFF2-40B4-BE49-F238E27FC236}">
                  <a16:creationId xmlns:a16="http://schemas.microsoft.com/office/drawing/2014/main" id="{75BA65D4-D8BA-2727-5807-4BD79783E53E}"/>
                </a:ext>
              </a:extLst>
            </p:cNvPr>
            <p:cNvSpPr/>
            <p:nvPr/>
          </p:nvSpPr>
          <p:spPr>
            <a:xfrm>
              <a:off x="3188721" y="3160080"/>
              <a:ext cx="2886075" cy="369570"/>
            </a:xfrm>
            <a:custGeom>
              <a:avLst/>
              <a:gdLst/>
              <a:ahLst/>
              <a:cxnLst/>
              <a:rect l="l" t="t" r="r" b="b"/>
              <a:pathLst>
                <a:path w="2886075" h="369570">
                  <a:moveTo>
                    <a:pt x="2885725" y="0"/>
                  </a:moveTo>
                  <a:lnTo>
                    <a:pt x="0" y="0"/>
                  </a:lnTo>
                  <a:lnTo>
                    <a:pt x="0" y="369331"/>
                  </a:lnTo>
                  <a:lnTo>
                    <a:pt x="2885725" y="369331"/>
                  </a:lnTo>
                  <a:lnTo>
                    <a:pt x="28857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4">
            <a:extLst>
              <a:ext uri="{FF2B5EF4-FFF2-40B4-BE49-F238E27FC236}">
                <a16:creationId xmlns:a16="http://schemas.microsoft.com/office/drawing/2014/main" id="{2E4A5E21-DD6B-ECD3-6E84-373691E7088D}"/>
              </a:ext>
            </a:extLst>
          </p:cNvPr>
          <p:cNvSpPr txBox="1"/>
          <p:nvPr/>
        </p:nvSpPr>
        <p:spPr>
          <a:xfrm>
            <a:off x="4230629" y="3376626"/>
            <a:ext cx="2701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>
                <a:latin typeface="Verdana"/>
                <a:cs typeface="Verdana"/>
              </a:rPr>
              <a:t>After</a:t>
            </a:r>
            <a:r>
              <a:rPr spc="-20"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speculation</a:t>
            </a:r>
            <a:r>
              <a:rPr spc="-15"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check</a:t>
            </a:r>
            <a:endParaRPr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3912272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874AB-CB6E-5F75-914C-AD65E0CE9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ROB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365369-36F5-12C3-60F2-A90D51A90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140A34-A724-9689-2AAD-11E4EF5F2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10</a:t>
            </a:fld>
            <a:endParaRPr lang="en-IN" dirty="0"/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EAD9C1A8-07A4-8D1B-9998-1BF06C08C54A}"/>
              </a:ext>
            </a:extLst>
          </p:cNvPr>
          <p:cNvSpPr/>
          <p:nvPr/>
        </p:nvSpPr>
        <p:spPr>
          <a:xfrm>
            <a:off x="5849873" y="2445257"/>
            <a:ext cx="754380" cy="1175385"/>
          </a:xfrm>
          <a:custGeom>
            <a:avLst/>
            <a:gdLst/>
            <a:ahLst/>
            <a:cxnLst/>
            <a:rect l="l" t="t" r="r" b="b"/>
            <a:pathLst>
              <a:path w="754379" h="1175385">
                <a:moveTo>
                  <a:pt x="0" y="1175003"/>
                </a:moveTo>
                <a:lnTo>
                  <a:pt x="754379" y="1175003"/>
                </a:lnTo>
                <a:lnTo>
                  <a:pt x="754379" y="0"/>
                </a:lnTo>
                <a:lnTo>
                  <a:pt x="0" y="0"/>
                </a:lnTo>
                <a:lnTo>
                  <a:pt x="0" y="1175003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526FDD11-1044-D77D-5D93-09B4BEED6430}"/>
              </a:ext>
            </a:extLst>
          </p:cNvPr>
          <p:cNvSpPr txBox="1"/>
          <p:nvPr/>
        </p:nvSpPr>
        <p:spPr>
          <a:xfrm>
            <a:off x="5872734" y="2602484"/>
            <a:ext cx="71120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FP</a:t>
            </a:r>
            <a:endParaRPr sz="18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Op</a:t>
            </a:r>
            <a:endParaRPr sz="18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Queue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A1D27766-2DB6-CC13-E9C1-5EBE8433C2D8}"/>
              </a:ext>
            </a:extLst>
          </p:cNvPr>
          <p:cNvSpPr txBox="1"/>
          <p:nvPr/>
        </p:nvSpPr>
        <p:spPr>
          <a:xfrm>
            <a:off x="5697473" y="4769358"/>
            <a:ext cx="1041400" cy="242570"/>
          </a:xfrm>
          <a:prstGeom prst="rect">
            <a:avLst/>
          </a:prstGeom>
          <a:ln w="25907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7625">
              <a:lnSpc>
                <a:spcPts val="1910"/>
              </a:lnSpc>
            </a:pPr>
            <a:r>
              <a:rPr sz="1800" dirty="0">
                <a:latin typeface="Arial MT"/>
                <a:cs typeface="Arial MT"/>
              </a:rPr>
              <a:t>FP</a:t>
            </a:r>
            <a:r>
              <a:rPr sz="1800" spc="-14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A</a:t>
            </a:r>
            <a:r>
              <a:rPr sz="1800" spc="-15" dirty="0">
                <a:latin typeface="Arial MT"/>
                <a:cs typeface="Arial MT"/>
              </a:rPr>
              <a:t>d</a:t>
            </a:r>
            <a:r>
              <a:rPr sz="1800" spc="-5" dirty="0">
                <a:latin typeface="Arial MT"/>
                <a:cs typeface="Arial MT"/>
              </a:rPr>
              <a:t>d</a:t>
            </a:r>
            <a:r>
              <a:rPr sz="1800" spc="-15" dirty="0">
                <a:latin typeface="Arial MT"/>
                <a:cs typeface="Arial MT"/>
              </a:rPr>
              <a:t>e</a:t>
            </a:r>
            <a:r>
              <a:rPr sz="1800" dirty="0">
                <a:latin typeface="Arial MT"/>
                <a:cs typeface="Arial MT"/>
              </a:rPr>
              <a:t>r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9" name="object 6">
            <a:extLst>
              <a:ext uri="{FF2B5EF4-FFF2-40B4-BE49-F238E27FC236}">
                <a16:creationId xmlns:a16="http://schemas.microsoft.com/office/drawing/2014/main" id="{6BFD8470-521A-B0EC-0C71-3C426BD90FF4}"/>
              </a:ext>
            </a:extLst>
          </p:cNvPr>
          <p:cNvSpPr txBox="1"/>
          <p:nvPr/>
        </p:nvSpPr>
        <p:spPr>
          <a:xfrm>
            <a:off x="7640573" y="4769358"/>
            <a:ext cx="1041400" cy="242570"/>
          </a:xfrm>
          <a:prstGeom prst="rect">
            <a:avLst/>
          </a:prstGeom>
          <a:ln w="25907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7625">
              <a:lnSpc>
                <a:spcPts val="1910"/>
              </a:lnSpc>
            </a:pPr>
            <a:r>
              <a:rPr sz="1800" dirty="0">
                <a:latin typeface="Arial MT"/>
                <a:cs typeface="Arial MT"/>
              </a:rPr>
              <a:t>FP</a:t>
            </a:r>
            <a:r>
              <a:rPr sz="1800" spc="-14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A</a:t>
            </a:r>
            <a:r>
              <a:rPr sz="1800" spc="-15" dirty="0">
                <a:latin typeface="Arial MT"/>
                <a:cs typeface="Arial MT"/>
              </a:rPr>
              <a:t>d</a:t>
            </a:r>
            <a:r>
              <a:rPr sz="1800" spc="-5" dirty="0">
                <a:latin typeface="Arial MT"/>
                <a:cs typeface="Arial MT"/>
              </a:rPr>
              <a:t>d</a:t>
            </a:r>
            <a:r>
              <a:rPr sz="1800" spc="-15" dirty="0">
                <a:latin typeface="Arial MT"/>
                <a:cs typeface="Arial MT"/>
              </a:rPr>
              <a:t>e</a:t>
            </a:r>
            <a:r>
              <a:rPr sz="1800" dirty="0">
                <a:latin typeface="Arial MT"/>
                <a:cs typeface="Arial MT"/>
              </a:rPr>
              <a:t>r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0" name="object 7">
            <a:extLst>
              <a:ext uri="{FF2B5EF4-FFF2-40B4-BE49-F238E27FC236}">
                <a16:creationId xmlns:a16="http://schemas.microsoft.com/office/drawing/2014/main" id="{B4F96F8E-4346-2291-500B-C54329901EEB}"/>
              </a:ext>
            </a:extLst>
          </p:cNvPr>
          <p:cNvSpPr txBox="1"/>
          <p:nvPr/>
        </p:nvSpPr>
        <p:spPr>
          <a:xfrm>
            <a:off x="5410961" y="4331970"/>
            <a:ext cx="1442085" cy="317500"/>
          </a:xfrm>
          <a:prstGeom prst="rect">
            <a:avLst/>
          </a:prstGeom>
          <a:ln w="25907">
            <a:solidFill>
              <a:srgbClr val="000000"/>
            </a:solidFill>
          </a:ln>
        </p:spPr>
        <p:txBody>
          <a:bodyPr vert="horz" wrap="square" lIns="0" tIns="15240" rIns="0" bIns="0" rtlCol="0">
            <a:spAutoFit/>
          </a:bodyPr>
          <a:lstStyle/>
          <a:p>
            <a:pPr marL="74295">
              <a:lnSpc>
                <a:spcPct val="100000"/>
              </a:lnSpc>
              <a:spcBef>
                <a:spcPts val="120"/>
              </a:spcBef>
            </a:pPr>
            <a:r>
              <a:rPr sz="1800" spc="-5" dirty="0">
                <a:latin typeface="Arial MT"/>
                <a:cs typeface="Arial MT"/>
              </a:rPr>
              <a:t>Res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Stations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1" name="object 8">
            <a:extLst>
              <a:ext uri="{FF2B5EF4-FFF2-40B4-BE49-F238E27FC236}">
                <a16:creationId xmlns:a16="http://schemas.microsoft.com/office/drawing/2014/main" id="{9BAEB2C9-026B-2528-1792-AB3C870BD3AD}"/>
              </a:ext>
            </a:extLst>
          </p:cNvPr>
          <p:cNvSpPr txBox="1"/>
          <p:nvPr/>
        </p:nvSpPr>
        <p:spPr>
          <a:xfrm>
            <a:off x="7411973" y="4331970"/>
            <a:ext cx="1440180" cy="317500"/>
          </a:xfrm>
          <a:prstGeom prst="rect">
            <a:avLst/>
          </a:prstGeom>
          <a:ln w="25907">
            <a:solidFill>
              <a:srgbClr val="000000"/>
            </a:solidFill>
          </a:ln>
        </p:spPr>
        <p:txBody>
          <a:bodyPr vert="horz" wrap="square" lIns="0" tIns="15240" rIns="0" bIns="0" rtlCol="0">
            <a:spAutoFit/>
          </a:bodyPr>
          <a:lstStyle/>
          <a:p>
            <a:pPr marL="73660">
              <a:lnSpc>
                <a:spcPct val="100000"/>
              </a:lnSpc>
              <a:spcBef>
                <a:spcPts val="120"/>
              </a:spcBef>
            </a:pPr>
            <a:r>
              <a:rPr sz="1800" spc="-5" dirty="0">
                <a:latin typeface="Arial MT"/>
                <a:cs typeface="Arial MT"/>
              </a:rPr>
              <a:t>Res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Stations</a:t>
            </a:r>
            <a:endParaRPr sz="1800">
              <a:latin typeface="Arial MT"/>
              <a:cs typeface="Arial MT"/>
            </a:endParaRPr>
          </a:p>
        </p:txBody>
      </p:sp>
      <p:graphicFrame>
        <p:nvGraphicFramePr>
          <p:cNvPr id="12" name="object 9">
            <a:extLst>
              <a:ext uri="{FF2B5EF4-FFF2-40B4-BE49-F238E27FC236}">
                <a16:creationId xmlns:a16="http://schemas.microsoft.com/office/drawing/2014/main" id="{0AB2D65F-0E74-5A98-5431-61B349ACD945}"/>
              </a:ext>
            </a:extLst>
          </p:cNvPr>
          <p:cNvGraphicFramePr>
            <a:graphicFrameLocks noGrp="1"/>
          </p:cNvGraphicFramePr>
          <p:nvPr/>
        </p:nvGraphicFramePr>
        <p:xfrm>
          <a:off x="7072883" y="1923288"/>
          <a:ext cx="1934210" cy="17525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4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98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40891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800" b="1" spc="-5" dirty="0">
                          <a:latin typeface="Comic Sans MS"/>
                          <a:cs typeface="Comic Sans MS"/>
                        </a:rPr>
                        <a:t>Compar</a:t>
                      </a:r>
                      <a:r>
                        <a:rPr sz="1800" b="1" spc="-1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800" b="1" spc="-5" dirty="0">
                          <a:latin typeface="Comic Sans MS"/>
                          <a:cs typeface="Comic Sans MS"/>
                        </a:rPr>
                        <a:t>network</a:t>
                      </a:r>
                      <a:endParaRPr sz="1800">
                        <a:latin typeface="Comic Sans MS"/>
                        <a:cs typeface="Comic Sans MS"/>
                      </a:endParaRPr>
                    </a:p>
                  </a:txBody>
                  <a:tcPr marL="0" marR="0" marT="2540" marB="0" vert="vert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462C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382905">
                        <a:lnSpc>
                          <a:spcPct val="100000"/>
                        </a:lnSpc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Reorder</a:t>
                      </a:r>
                      <a:endParaRPr sz="1800">
                        <a:latin typeface="Arial MT"/>
                        <a:cs typeface="Arial MT"/>
                      </a:endParaRPr>
                    </a:p>
                    <a:p>
                      <a:pPr marL="49085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Buffer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571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1707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540" marB="0" vert="vert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0462C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950">
                        <a:latin typeface="Times New Roman"/>
                        <a:cs typeface="Times New Roman"/>
                      </a:endParaRPr>
                    </a:p>
                    <a:p>
                      <a:pPr marL="339725">
                        <a:lnSpc>
                          <a:spcPct val="100000"/>
                        </a:lnSpc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FP</a:t>
                      </a:r>
                      <a:r>
                        <a:rPr sz="1800" spc="-7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Regs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" marB="0">
                    <a:lnL w="38100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3" name="object 10">
            <a:extLst>
              <a:ext uri="{FF2B5EF4-FFF2-40B4-BE49-F238E27FC236}">
                <a16:creationId xmlns:a16="http://schemas.microsoft.com/office/drawing/2014/main" id="{C25B0CD2-4BEF-4A10-5503-F0023FD22961}"/>
              </a:ext>
            </a:extLst>
          </p:cNvPr>
          <p:cNvGrpSpPr/>
          <p:nvPr/>
        </p:nvGrpSpPr>
        <p:grpSpPr>
          <a:xfrm>
            <a:off x="5321744" y="1696148"/>
            <a:ext cx="4140835" cy="3715385"/>
            <a:chOff x="5321744" y="1696148"/>
            <a:chExt cx="4140835" cy="3715385"/>
          </a:xfrm>
        </p:grpSpPr>
        <p:sp>
          <p:nvSpPr>
            <p:cNvPr id="14" name="object 11">
              <a:extLst>
                <a:ext uri="{FF2B5EF4-FFF2-40B4-BE49-F238E27FC236}">
                  <a16:creationId xmlns:a16="http://schemas.microsoft.com/office/drawing/2014/main" id="{82450C9C-29E1-49EC-53B2-EA43D26589DB}"/>
                </a:ext>
              </a:extLst>
            </p:cNvPr>
            <p:cNvSpPr/>
            <p:nvPr/>
          </p:nvSpPr>
          <p:spPr>
            <a:xfrm>
              <a:off x="5334762" y="1709165"/>
              <a:ext cx="4114800" cy="3657600"/>
            </a:xfrm>
            <a:custGeom>
              <a:avLst/>
              <a:gdLst/>
              <a:ahLst/>
              <a:cxnLst/>
              <a:rect l="l" t="t" r="r" b="b"/>
              <a:pathLst>
                <a:path w="4114800" h="3657600">
                  <a:moveTo>
                    <a:pt x="0" y="3657600"/>
                  </a:moveTo>
                  <a:lnTo>
                    <a:pt x="4070604" y="3657600"/>
                  </a:lnTo>
                </a:path>
                <a:path w="4114800" h="3657600">
                  <a:moveTo>
                    <a:pt x="4082795" y="12192"/>
                  </a:moveTo>
                  <a:lnTo>
                    <a:pt x="4082795" y="3625596"/>
                  </a:lnTo>
                </a:path>
                <a:path w="4114800" h="3657600">
                  <a:moveTo>
                    <a:pt x="4114799" y="0"/>
                  </a:moveTo>
                  <a:lnTo>
                    <a:pt x="2863595" y="0"/>
                  </a:lnTo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2">
              <a:extLst>
                <a:ext uri="{FF2B5EF4-FFF2-40B4-BE49-F238E27FC236}">
                  <a16:creationId xmlns:a16="http://schemas.microsoft.com/office/drawing/2014/main" id="{31DBFDB1-56D8-9B8D-E01C-94CD0D7A4B0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59496" y="1709165"/>
              <a:ext cx="77724" cy="222504"/>
            </a:xfrm>
            <a:prstGeom prst="rect">
              <a:avLst/>
            </a:prstGeom>
          </p:spPr>
        </p:pic>
        <p:sp>
          <p:nvSpPr>
            <p:cNvPr id="16" name="object 13">
              <a:extLst>
                <a:ext uri="{FF2B5EF4-FFF2-40B4-BE49-F238E27FC236}">
                  <a16:creationId xmlns:a16="http://schemas.microsoft.com/office/drawing/2014/main" id="{233156D3-908D-135E-5294-5C3F0F4941BA}"/>
                </a:ext>
              </a:extLst>
            </p:cNvPr>
            <p:cNvSpPr/>
            <p:nvPr/>
          </p:nvSpPr>
          <p:spPr>
            <a:xfrm>
              <a:off x="6140196" y="3646169"/>
              <a:ext cx="2040889" cy="1765300"/>
            </a:xfrm>
            <a:custGeom>
              <a:avLst/>
              <a:gdLst/>
              <a:ahLst/>
              <a:cxnLst/>
              <a:rect l="l" t="t" r="r" b="b"/>
              <a:pathLst>
                <a:path w="2040890" h="1765300">
                  <a:moveTo>
                    <a:pt x="77724" y="582168"/>
                  </a:moveTo>
                  <a:lnTo>
                    <a:pt x="51816" y="582168"/>
                  </a:lnTo>
                  <a:lnTo>
                    <a:pt x="51816" y="0"/>
                  </a:lnTo>
                  <a:lnTo>
                    <a:pt x="25908" y="0"/>
                  </a:lnTo>
                  <a:lnTo>
                    <a:pt x="25908" y="582168"/>
                  </a:lnTo>
                  <a:lnTo>
                    <a:pt x="0" y="582168"/>
                  </a:lnTo>
                  <a:lnTo>
                    <a:pt x="38862" y="659892"/>
                  </a:lnTo>
                  <a:lnTo>
                    <a:pt x="71247" y="595122"/>
                  </a:lnTo>
                  <a:lnTo>
                    <a:pt x="77724" y="582168"/>
                  </a:lnTo>
                  <a:close/>
                </a:path>
                <a:path w="2040890" h="1765300">
                  <a:moveTo>
                    <a:pt x="115824" y="1648968"/>
                  </a:moveTo>
                  <a:lnTo>
                    <a:pt x="89916" y="1648968"/>
                  </a:lnTo>
                  <a:lnTo>
                    <a:pt x="89916" y="1371600"/>
                  </a:lnTo>
                  <a:lnTo>
                    <a:pt x="64008" y="1371600"/>
                  </a:lnTo>
                  <a:lnTo>
                    <a:pt x="64008" y="1648968"/>
                  </a:lnTo>
                  <a:lnTo>
                    <a:pt x="38100" y="1648968"/>
                  </a:lnTo>
                  <a:lnTo>
                    <a:pt x="76962" y="1726692"/>
                  </a:lnTo>
                  <a:lnTo>
                    <a:pt x="109347" y="1661922"/>
                  </a:lnTo>
                  <a:lnTo>
                    <a:pt x="115824" y="1648968"/>
                  </a:lnTo>
                  <a:close/>
                </a:path>
                <a:path w="2040890" h="1765300">
                  <a:moveTo>
                    <a:pt x="2040636" y="1687068"/>
                  </a:moveTo>
                  <a:lnTo>
                    <a:pt x="2014728" y="1687068"/>
                  </a:lnTo>
                  <a:lnTo>
                    <a:pt x="2014728" y="1409700"/>
                  </a:lnTo>
                  <a:lnTo>
                    <a:pt x="1988820" y="1409700"/>
                  </a:lnTo>
                  <a:lnTo>
                    <a:pt x="1988820" y="1687068"/>
                  </a:lnTo>
                  <a:lnTo>
                    <a:pt x="1962912" y="1687068"/>
                  </a:lnTo>
                  <a:lnTo>
                    <a:pt x="2001774" y="1764792"/>
                  </a:lnTo>
                  <a:lnTo>
                    <a:pt x="2034159" y="1700022"/>
                  </a:lnTo>
                  <a:lnTo>
                    <a:pt x="2040636" y="16870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4">
              <a:extLst>
                <a:ext uri="{FF2B5EF4-FFF2-40B4-BE49-F238E27FC236}">
                  <a16:creationId xmlns:a16="http://schemas.microsoft.com/office/drawing/2014/main" id="{A6E4966D-730B-1608-5DAD-07AE08DC11DD}"/>
                </a:ext>
              </a:extLst>
            </p:cNvPr>
            <p:cNvSpPr/>
            <p:nvPr/>
          </p:nvSpPr>
          <p:spPr>
            <a:xfrm>
              <a:off x="6192774" y="3899153"/>
              <a:ext cx="1935480" cy="0"/>
            </a:xfrm>
            <a:custGeom>
              <a:avLst/>
              <a:gdLst/>
              <a:ahLst/>
              <a:cxnLst/>
              <a:rect l="l" t="t" r="r" b="b"/>
              <a:pathLst>
                <a:path w="1935479">
                  <a:moveTo>
                    <a:pt x="0" y="0"/>
                  </a:moveTo>
                  <a:lnTo>
                    <a:pt x="1935479" y="0"/>
                  </a:lnTo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5">
              <a:extLst>
                <a:ext uri="{FF2B5EF4-FFF2-40B4-BE49-F238E27FC236}">
                  <a16:creationId xmlns:a16="http://schemas.microsoft.com/office/drawing/2014/main" id="{428C3EAB-EBAA-7E56-BC62-4DC884DEFE84}"/>
                </a:ext>
              </a:extLst>
            </p:cNvPr>
            <p:cNvSpPr/>
            <p:nvPr/>
          </p:nvSpPr>
          <p:spPr>
            <a:xfrm>
              <a:off x="8090154" y="3004565"/>
              <a:ext cx="1341120" cy="1289685"/>
            </a:xfrm>
            <a:custGeom>
              <a:avLst/>
              <a:gdLst/>
              <a:ahLst/>
              <a:cxnLst/>
              <a:rect l="l" t="t" r="r" b="b"/>
              <a:pathLst>
                <a:path w="1341120" h="1289685">
                  <a:moveTo>
                    <a:pt x="147066" y="1211580"/>
                  </a:moveTo>
                  <a:lnTo>
                    <a:pt x="121158" y="1211580"/>
                  </a:lnTo>
                  <a:lnTo>
                    <a:pt x="121158" y="914400"/>
                  </a:lnTo>
                  <a:lnTo>
                    <a:pt x="95250" y="914400"/>
                  </a:lnTo>
                  <a:lnTo>
                    <a:pt x="95250" y="1211580"/>
                  </a:lnTo>
                  <a:lnTo>
                    <a:pt x="69342" y="1211580"/>
                  </a:lnTo>
                  <a:lnTo>
                    <a:pt x="108204" y="1289304"/>
                  </a:lnTo>
                  <a:lnTo>
                    <a:pt x="140589" y="1224534"/>
                  </a:lnTo>
                  <a:lnTo>
                    <a:pt x="147066" y="1211580"/>
                  </a:lnTo>
                  <a:close/>
                </a:path>
                <a:path w="1341120" h="1289685">
                  <a:moveTo>
                    <a:pt x="147066" y="792480"/>
                  </a:moveTo>
                  <a:lnTo>
                    <a:pt x="121158" y="792480"/>
                  </a:lnTo>
                  <a:lnTo>
                    <a:pt x="121158" y="0"/>
                  </a:lnTo>
                  <a:lnTo>
                    <a:pt x="95250" y="0"/>
                  </a:lnTo>
                  <a:lnTo>
                    <a:pt x="95250" y="792480"/>
                  </a:lnTo>
                  <a:lnTo>
                    <a:pt x="69342" y="792480"/>
                  </a:lnTo>
                  <a:lnTo>
                    <a:pt x="108204" y="870204"/>
                  </a:lnTo>
                  <a:lnTo>
                    <a:pt x="140589" y="805434"/>
                  </a:lnTo>
                  <a:lnTo>
                    <a:pt x="147066" y="792480"/>
                  </a:lnTo>
                  <a:close/>
                </a:path>
                <a:path w="1341120" h="1289685">
                  <a:moveTo>
                    <a:pt x="1341120" y="881634"/>
                  </a:moveTo>
                  <a:lnTo>
                    <a:pt x="77724" y="881634"/>
                  </a:lnTo>
                  <a:lnTo>
                    <a:pt x="77724" y="855726"/>
                  </a:lnTo>
                  <a:lnTo>
                    <a:pt x="0" y="894588"/>
                  </a:lnTo>
                  <a:lnTo>
                    <a:pt x="77724" y="933450"/>
                  </a:lnTo>
                  <a:lnTo>
                    <a:pt x="77724" y="907542"/>
                  </a:lnTo>
                  <a:lnTo>
                    <a:pt x="1341120" y="907542"/>
                  </a:lnTo>
                  <a:lnTo>
                    <a:pt x="1341120" y="881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6">
            <a:extLst>
              <a:ext uri="{FF2B5EF4-FFF2-40B4-BE49-F238E27FC236}">
                <a16:creationId xmlns:a16="http://schemas.microsoft.com/office/drawing/2014/main" id="{0893B14C-21AF-BE49-4562-729558A77591}"/>
              </a:ext>
            </a:extLst>
          </p:cNvPr>
          <p:cNvGrpSpPr/>
          <p:nvPr/>
        </p:nvGrpSpPr>
        <p:grpSpPr>
          <a:xfrm>
            <a:off x="7601711" y="3153155"/>
            <a:ext cx="1143000" cy="515620"/>
            <a:chOff x="7601711" y="3153155"/>
            <a:chExt cx="1143000" cy="515620"/>
          </a:xfrm>
        </p:grpSpPr>
        <p:sp>
          <p:nvSpPr>
            <p:cNvPr id="20" name="object 17">
              <a:extLst>
                <a:ext uri="{FF2B5EF4-FFF2-40B4-BE49-F238E27FC236}">
                  <a16:creationId xmlns:a16="http://schemas.microsoft.com/office/drawing/2014/main" id="{745C1310-B040-E48B-5C5F-E530F07D9CEC}"/>
                </a:ext>
              </a:extLst>
            </p:cNvPr>
            <p:cNvSpPr/>
            <p:nvPr/>
          </p:nvSpPr>
          <p:spPr>
            <a:xfrm>
              <a:off x="7614665" y="3166109"/>
              <a:ext cx="1117600" cy="489584"/>
            </a:xfrm>
            <a:custGeom>
              <a:avLst/>
              <a:gdLst/>
              <a:ahLst/>
              <a:cxnLst/>
              <a:rect l="l" t="t" r="r" b="b"/>
              <a:pathLst>
                <a:path w="1117600" h="489585">
                  <a:moveTo>
                    <a:pt x="1117092" y="0"/>
                  </a:moveTo>
                  <a:lnTo>
                    <a:pt x="0" y="0"/>
                  </a:lnTo>
                  <a:lnTo>
                    <a:pt x="0" y="489203"/>
                  </a:lnTo>
                  <a:lnTo>
                    <a:pt x="1117092" y="489203"/>
                  </a:lnTo>
                  <a:lnTo>
                    <a:pt x="11170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18">
              <a:extLst>
                <a:ext uri="{FF2B5EF4-FFF2-40B4-BE49-F238E27FC236}">
                  <a16:creationId xmlns:a16="http://schemas.microsoft.com/office/drawing/2014/main" id="{B78EA1EF-69F0-866A-3F65-40917CD61072}"/>
                </a:ext>
              </a:extLst>
            </p:cNvPr>
            <p:cNvSpPr/>
            <p:nvPr/>
          </p:nvSpPr>
          <p:spPr>
            <a:xfrm>
              <a:off x="7614665" y="3166109"/>
              <a:ext cx="1117600" cy="489584"/>
            </a:xfrm>
            <a:custGeom>
              <a:avLst/>
              <a:gdLst/>
              <a:ahLst/>
              <a:cxnLst/>
              <a:rect l="l" t="t" r="r" b="b"/>
              <a:pathLst>
                <a:path w="1117600" h="489585">
                  <a:moveTo>
                    <a:pt x="0" y="489203"/>
                  </a:moveTo>
                  <a:lnTo>
                    <a:pt x="1117092" y="489203"/>
                  </a:lnTo>
                  <a:lnTo>
                    <a:pt x="1117092" y="0"/>
                  </a:lnTo>
                  <a:lnTo>
                    <a:pt x="0" y="0"/>
                  </a:lnTo>
                  <a:lnTo>
                    <a:pt x="0" y="489203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19">
            <a:extLst>
              <a:ext uri="{FF2B5EF4-FFF2-40B4-BE49-F238E27FC236}">
                <a16:creationId xmlns:a16="http://schemas.microsoft.com/office/drawing/2014/main" id="{D7B10923-F7A3-7A2B-9B24-295D7E7C4651}"/>
              </a:ext>
            </a:extLst>
          </p:cNvPr>
          <p:cNvSpPr/>
          <p:nvPr/>
        </p:nvSpPr>
        <p:spPr>
          <a:xfrm>
            <a:off x="6553961" y="2884932"/>
            <a:ext cx="533400" cy="86995"/>
          </a:xfrm>
          <a:custGeom>
            <a:avLst/>
            <a:gdLst/>
            <a:ahLst/>
            <a:cxnLst/>
            <a:rect l="l" t="t" r="r" b="b"/>
            <a:pathLst>
              <a:path w="533400" h="86994">
                <a:moveTo>
                  <a:pt x="86868" y="0"/>
                </a:moveTo>
                <a:lnTo>
                  <a:pt x="0" y="43433"/>
                </a:lnTo>
                <a:lnTo>
                  <a:pt x="86868" y="86867"/>
                </a:lnTo>
                <a:lnTo>
                  <a:pt x="86868" y="57912"/>
                </a:lnTo>
                <a:lnTo>
                  <a:pt x="72390" y="57912"/>
                </a:lnTo>
                <a:lnTo>
                  <a:pt x="72390" y="28955"/>
                </a:lnTo>
                <a:lnTo>
                  <a:pt x="86868" y="28955"/>
                </a:lnTo>
                <a:lnTo>
                  <a:pt x="86868" y="0"/>
                </a:lnTo>
                <a:close/>
              </a:path>
              <a:path w="533400" h="86994">
                <a:moveTo>
                  <a:pt x="446532" y="0"/>
                </a:moveTo>
                <a:lnTo>
                  <a:pt x="446532" y="86867"/>
                </a:lnTo>
                <a:lnTo>
                  <a:pt x="504443" y="57912"/>
                </a:lnTo>
                <a:lnTo>
                  <a:pt x="461010" y="57912"/>
                </a:lnTo>
                <a:lnTo>
                  <a:pt x="461010" y="28955"/>
                </a:lnTo>
                <a:lnTo>
                  <a:pt x="504444" y="28955"/>
                </a:lnTo>
                <a:lnTo>
                  <a:pt x="446532" y="0"/>
                </a:lnTo>
                <a:close/>
              </a:path>
              <a:path w="533400" h="86994">
                <a:moveTo>
                  <a:pt x="86868" y="28955"/>
                </a:moveTo>
                <a:lnTo>
                  <a:pt x="72390" y="28955"/>
                </a:lnTo>
                <a:lnTo>
                  <a:pt x="72390" y="57912"/>
                </a:lnTo>
                <a:lnTo>
                  <a:pt x="86868" y="57912"/>
                </a:lnTo>
                <a:lnTo>
                  <a:pt x="86868" y="28955"/>
                </a:lnTo>
                <a:close/>
              </a:path>
              <a:path w="533400" h="86994">
                <a:moveTo>
                  <a:pt x="446532" y="28955"/>
                </a:moveTo>
                <a:lnTo>
                  <a:pt x="86868" y="28955"/>
                </a:lnTo>
                <a:lnTo>
                  <a:pt x="86868" y="57912"/>
                </a:lnTo>
                <a:lnTo>
                  <a:pt x="446532" y="57912"/>
                </a:lnTo>
                <a:lnTo>
                  <a:pt x="446532" y="28955"/>
                </a:lnTo>
                <a:close/>
              </a:path>
              <a:path w="533400" h="86994">
                <a:moveTo>
                  <a:pt x="504444" y="28955"/>
                </a:moveTo>
                <a:lnTo>
                  <a:pt x="461010" y="28955"/>
                </a:lnTo>
                <a:lnTo>
                  <a:pt x="461010" y="57912"/>
                </a:lnTo>
                <a:lnTo>
                  <a:pt x="504443" y="57912"/>
                </a:lnTo>
                <a:lnTo>
                  <a:pt x="533400" y="43433"/>
                </a:lnTo>
                <a:lnTo>
                  <a:pt x="504444" y="289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3" name="object 20">
            <a:extLst>
              <a:ext uri="{FF2B5EF4-FFF2-40B4-BE49-F238E27FC236}">
                <a16:creationId xmlns:a16="http://schemas.microsoft.com/office/drawing/2014/main" id="{8BDC4275-79AF-CF35-8087-98C8F18BF3A9}"/>
              </a:ext>
            </a:extLst>
          </p:cNvPr>
          <p:cNvGraphicFramePr>
            <a:graphicFrameLocks noGrp="1"/>
          </p:cNvGraphicFramePr>
          <p:nvPr/>
        </p:nvGraphicFramePr>
        <p:xfrm>
          <a:off x="1815083" y="3893820"/>
          <a:ext cx="2819400" cy="1143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1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17526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2800" b="1" spc="-10" dirty="0">
                          <a:latin typeface="Comic Sans MS"/>
                          <a:cs typeface="Comic Sans MS"/>
                        </a:rPr>
                        <a:t>Reorder</a:t>
                      </a:r>
                      <a:r>
                        <a:rPr sz="2800" b="1" spc="-2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2800" b="1" spc="-10" dirty="0">
                          <a:latin typeface="Comic Sans MS"/>
                          <a:cs typeface="Comic Sans MS"/>
                        </a:rPr>
                        <a:t>Table</a:t>
                      </a:r>
                      <a:endParaRPr sz="2800">
                        <a:latin typeface="Comic Sans MS"/>
                        <a:cs typeface="Comic Sans MS"/>
                      </a:endParaRPr>
                    </a:p>
                  </a:txBody>
                  <a:tcPr marL="0" marR="0" marT="10985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4" name="object 21">
            <a:extLst>
              <a:ext uri="{FF2B5EF4-FFF2-40B4-BE49-F238E27FC236}">
                <a16:creationId xmlns:a16="http://schemas.microsoft.com/office/drawing/2014/main" id="{94A3ED78-350A-3F56-8152-EAB1DE631384}"/>
              </a:ext>
            </a:extLst>
          </p:cNvPr>
          <p:cNvSpPr txBox="1"/>
          <p:nvPr/>
        </p:nvSpPr>
        <p:spPr>
          <a:xfrm>
            <a:off x="1905547" y="2765701"/>
            <a:ext cx="344170" cy="1032510"/>
          </a:xfrm>
          <a:prstGeom prst="rect">
            <a:avLst/>
          </a:prstGeom>
        </p:spPr>
        <p:txBody>
          <a:bodyPr vert="vert270" wrap="square" lIns="0" tIns="355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1800" b="1" dirty="0">
                <a:latin typeface="Comic Sans MS"/>
                <a:cs typeface="Comic Sans MS"/>
              </a:rPr>
              <a:t>Dest</a:t>
            </a:r>
            <a:r>
              <a:rPr sz="1800" b="1" spc="-90" dirty="0">
                <a:latin typeface="Comic Sans MS"/>
                <a:cs typeface="Comic Sans MS"/>
              </a:rPr>
              <a:t> </a:t>
            </a:r>
            <a:r>
              <a:rPr sz="1800" b="1" spc="-5" dirty="0">
                <a:latin typeface="Comic Sans MS"/>
                <a:cs typeface="Comic Sans MS"/>
              </a:rPr>
              <a:t>Reg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25" name="object 22">
            <a:extLst>
              <a:ext uri="{FF2B5EF4-FFF2-40B4-BE49-F238E27FC236}">
                <a16:creationId xmlns:a16="http://schemas.microsoft.com/office/drawing/2014/main" id="{575E12D3-2165-5FC0-6A19-FE014CCE6C82}"/>
              </a:ext>
            </a:extLst>
          </p:cNvPr>
          <p:cNvSpPr txBox="1"/>
          <p:nvPr/>
        </p:nvSpPr>
        <p:spPr>
          <a:xfrm>
            <a:off x="2512988" y="3099100"/>
            <a:ext cx="344170" cy="700405"/>
          </a:xfrm>
          <a:prstGeom prst="rect">
            <a:avLst/>
          </a:prstGeom>
        </p:spPr>
        <p:txBody>
          <a:bodyPr vert="vert270" wrap="square" lIns="0" tIns="355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1800" b="1" spc="-5" dirty="0">
                <a:latin typeface="Comic Sans MS"/>
                <a:cs typeface="Comic Sans MS"/>
              </a:rPr>
              <a:t>Result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26" name="object 23">
            <a:extLst>
              <a:ext uri="{FF2B5EF4-FFF2-40B4-BE49-F238E27FC236}">
                <a16:creationId xmlns:a16="http://schemas.microsoft.com/office/drawing/2014/main" id="{B11ADF92-2E25-1CAF-F791-A11CEA54316D}"/>
              </a:ext>
            </a:extLst>
          </p:cNvPr>
          <p:cNvSpPr txBox="1"/>
          <p:nvPr/>
        </p:nvSpPr>
        <p:spPr>
          <a:xfrm>
            <a:off x="3122588" y="2473406"/>
            <a:ext cx="344170" cy="1325880"/>
          </a:xfrm>
          <a:prstGeom prst="rect">
            <a:avLst/>
          </a:prstGeom>
        </p:spPr>
        <p:txBody>
          <a:bodyPr vert="vert270" wrap="square" lIns="0" tIns="355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1800" b="1" dirty="0">
                <a:latin typeface="Comic Sans MS"/>
                <a:cs typeface="Comic Sans MS"/>
              </a:rPr>
              <a:t>E</a:t>
            </a:r>
            <a:r>
              <a:rPr sz="1800" b="1" spc="5" dirty="0">
                <a:latin typeface="Comic Sans MS"/>
                <a:cs typeface="Comic Sans MS"/>
              </a:rPr>
              <a:t>x</a:t>
            </a:r>
            <a:r>
              <a:rPr sz="1800" b="1" dirty="0">
                <a:latin typeface="Comic Sans MS"/>
                <a:cs typeface="Comic Sans MS"/>
              </a:rPr>
              <a:t>ceptio</a:t>
            </a:r>
            <a:r>
              <a:rPr sz="1800" b="1" spc="5" dirty="0">
                <a:latin typeface="Comic Sans MS"/>
                <a:cs typeface="Comic Sans MS"/>
              </a:rPr>
              <a:t>n</a:t>
            </a:r>
            <a:r>
              <a:rPr sz="1800" b="1" dirty="0">
                <a:latin typeface="Comic Sans MS"/>
                <a:cs typeface="Comic Sans MS"/>
              </a:rPr>
              <a:t>s?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27" name="object 24">
            <a:extLst>
              <a:ext uri="{FF2B5EF4-FFF2-40B4-BE49-F238E27FC236}">
                <a16:creationId xmlns:a16="http://schemas.microsoft.com/office/drawing/2014/main" id="{3CE96510-AB62-E9D7-D93F-4DE87FB63BFA}"/>
              </a:ext>
            </a:extLst>
          </p:cNvPr>
          <p:cNvSpPr txBox="1"/>
          <p:nvPr/>
        </p:nvSpPr>
        <p:spPr>
          <a:xfrm>
            <a:off x="3732188" y="1940231"/>
            <a:ext cx="878840" cy="1859280"/>
          </a:xfrm>
          <a:prstGeom prst="rect">
            <a:avLst/>
          </a:prstGeom>
        </p:spPr>
        <p:txBody>
          <a:bodyPr vert="vert270" wrap="square" lIns="0" tIns="355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1800" b="1" spc="-5" dirty="0">
                <a:latin typeface="Comic Sans MS"/>
                <a:cs typeface="Comic Sans MS"/>
              </a:rPr>
              <a:t>Valid</a:t>
            </a:r>
            <a:endParaRPr sz="1800">
              <a:latin typeface="Comic Sans MS"/>
              <a:cs typeface="Comic Sans MS"/>
            </a:endParaRPr>
          </a:p>
          <a:p>
            <a:pPr marL="13335">
              <a:lnSpc>
                <a:spcPct val="100000"/>
              </a:lnSpc>
              <a:spcBef>
                <a:spcPts val="2050"/>
              </a:spcBef>
            </a:pPr>
            <a:r>
              <a:rPr sz="1800" b="1" spc="-5" dirty="0">
                <a:latin typeface="Comic Sans MS"/>
                <a:cs typeface="Comic Sans MS"/>
              </a:rPr>
              <a:t>Program</a:t>
            </a:r>
            <a:r>
              <a:rPr sz="1800" b="1" spc="-80" dirty="0">
                <a:latin typeface="Comic Sans MS"/>
                <a:cs typeface="Comic Sans MS"/>
              </a:rPr>
              <a:t> </a:t>
            </a:r>
            <a:r>
              <a:rPr sz="1800" b="1" dirty="0">
                <a:latin typeface="Comic Sans MS"/>
                <a:cs typeface="Comic Sans MS"/>
              </a:rPr>
              <a:t>Counter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30EBDA-A40F-ABF7-7089-F34A76195763}"/>
              </a:ext>
            </a:extLst>
          </p:cNvPr>
          <p:cNvSpPr txBox="1"/>
          <p:nvPr/>
        </p:nvSpPr>
        <p:spPr>
          <a:xfrm>
            <a:off x="1165609" y="5637125"/>
            <a:ext cx="9693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Please note that ROB stores the results too </a:t>
            </a:r>
            <a:r>
              <a:rPr lang="en-US" dirty="0">
                <a:sym typeface="Wingdings" panose="05000000000000000000" pitchFamily="2" charset="2"/>
              </a:rPr>
              <a:t> , When commit/retire, it updates registers and memory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26298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8715BC-EC42-49B2-9160-4D6FCCB65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Advanced Computer Architecture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7C6EC4-7B44-480D-979F-A0AC0D8C9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11</a:t>
            </a:fld>
            <a:endParaRPr lang="en-IN" dirty="0"/>
          </a:p>
        </p:txBody>
      </p:sp>
      <p:grpSp>
        <p:nvGrpSpPr>
          <p:cNvPr id="93" name="Group 2">
            <a:extLst>
              <a:ext uri="{FF2B5EF4-FFF2-40B4-BE49-F238E27FC236}">
                <a16:creationId xmlns:a16="http://schemas.microsoft.com/office/drawing/2014/main" id="{8A7D928B-4FB0-48DA-8187-FFAAFD812D1F}"/>
              </a:ext>
            </a:extLst>
          </p:cNvPr>
          <p:cNvGrpSpPr>
            <a:grpSpLocks/>
          </p:cNvGrpSpPr>
          <p:nvPr/>
        </p:nvGrpSpPr>
        <p:grpSpPr bwMode="auto">
          <a:xfrm>
            <a:off x="6081713" y="4438650"/>
            <a:ext cx="2514600" cy="406400"/>
            <a:chOff x="2064" y="2928"/>
            <a:chExt cx="1584" cy="256"/>
          </a:xfrm>
        </p:grpSpPr>
        <p:sp>
          <p:nvSpPr>
            <p:cNvPr id="94" name="Rectangle 3">
              <a:extLst>
                <a:ext uri="{FF2B5EF4-FFF2-40B4-BE49-F238E27FC236}">
                  <a16:creationId xmlns:a16="http://schemas.microsoft.com/office/drawing/2014/main" id="{BF4E3F82-04B0-4322-928B-4B589687C5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2928"/>
              <a:ext cx="1584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>
                <a:spcBef>
                  <a:spcPct val="0"/>
                </a:spcBef>
              </a:pPr>
              <a:endParaRPr lang="en-US" altLang="en-US" sz="1800">
                <a:latin typeface="Courier New" panose="02070309020205020404" pitchFamily="49" charset="0"/>
              </a:endParaRPr>
            </a:p>
          </p:txBody>
        </p:sp>
        <p:sp>
          <p:nvSpPr>
            <p:cNvPr id="95" name="Rectangle 4">
              <a:extLst>
                <a:ext uri="{FF2B5EF4-FFF2-40B4-BE49-F238E27FC236}">
                  <a16:creationId xmlns:a16="http://schemas.microsoft.com/office/drawing/2014/main" id="{98D7E1FB-ACFE-407F-B70C-2750BCA078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3056"/>
              <a:ext cx="1584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96" name="Rectangle 5">
              <a:extLst>
                <a:ext uri="{FF2B5EF4-FFF2-40B4-BE49-F238E27FC236}">
                  <a16:creationId xmlns:a16="http://schemas.microsoft.com/office/drawing/2014/main" id="{A7802A3F-5890-488A-872E-0629BE42FA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3" y="2928"/>
              <a:ext cx="425" cy="25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97" name="Rectangle 6">
            <a:extLst>
              <a:ext uri="{FF2B5EF4-FFF2-40B4-BE49-F238E27FC236}">
                <a16:creationId xmlns:a16="http://schemas.microsoft.com/office/drawing/2014/main" id="{A1B3CFEE-4E76-41E6-87D2-7610B4570E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1313" y="4286250"/>
            <a:ext cx="2590800" cy="203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</a:pPr>
            <a:endParaRPr lang="en-US" altLang="en-US" sz="1800">
              <a:latin typeface="Courier New" panose="02070309020205020404" pitchFamily="49" charset="0"/>
            </a:endParaRPr>
          </a:p>
        </p:txBody>
      </p:sp>
      <p:sp>
        <p:nvSpPr>
          <p:cNvPr id="98" name="Rectangle 7">
            <a:extLst>
              <a:ext uri="{FF2B5EF4-FFF2-40B4-BE49-F238E27FC236}">
                <a16:creationId xmlns:a16="http://schemas.microsoft.com/office/drawing/2014/main" id="{D9F56F84-C698-41C3-86A4-9754B17E33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1313" y="4489450"/>
            <a:ext cx="2590800" cy="203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99" name="Rectangle 8">
            <a:extLst>
              <a:ext uri="{FF2B5EF4-FFF2-40B4-BE49-F238E27FC236}">
                <a16:creationId xmlns:a16="http://schemas.microsoft.com/office/drawing/2014/main" id="{C27C789F-00D0-4F25-9DC3-20CD1D88BD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1313" y="4692650"/>
            <a:ext cx="2590800" cy="203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00" name="Rectangle 9">
            <a:extLst>
              <a:ext uri="{FF2B5EF4-FFF2-40B4-BE49-F238E27FC236}">
                <a16:creationId xmlns:a16="http://schemas.microsoft.com/office/drawing/2014/main" id="{402A13A8-F933-44BA-BAB3-BE51D1F639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1" y="4286250"/>
            <a:ext cx="633412" cy="609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01" name="Line 11">
            <a:extLst>
              <a:ext uri="{FF2B5EF4-FFF2-40B4-BE49-F238E27FC236}">
                <a16:creationId xmlns:a16="http://schemas.microsoft.com/office/drawing/2014/main" id="{7F11F3B7-7A2A-48F3-8566-11D9172B3D84}"/>
              </a:ext>
            </a:extLst>
          </p:cNvPr>
          <p:cNvSpPr>
            <a:spLocks noChangeShapeType="1"/>
          </p:cNvSpPr>
          <p:nvPr/>
        </p:nvSpPr>
        <p:spPr bwMode="auto">
          <a:xfrm>
            <a:off x="2881313" y="6115050"/>
            <a:ext cx="85344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02" name="Text Box 12">
            <a:extLst>
              <a:ext uri="{FF2B5EF4-FFF2-40B4-BE49-F238E27FC236}">
                <a16:creationId xmlns:a16="http://schemas.microsoft.com/office/drawing/2014/main" id="{147786C9-CEB8-4BC9-AB3C-9F2A0FE27E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02727" y="3374448"/>
            <a:ext cx="1058303" cy="572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800">
                <a:latin typeface="Comic Sans MS" panose="030F0702030302020204" pitchFamily="66" charset="0"/>
              </a:rPr>
              <a:t>To</a:t>
            </a:r>
          </a:p>
          <a:p>
            <a:pPr>
              <a:lnSpc>
                <a:spcPct val="70000"/>
              </a:lnSpc>
              <a:spcBef>
                <a:spcPct val="0"/>
              </a:spcBef>
            </a:pPr>
            <a:r>
              <a:rPr lang="en-US" altLang="en-US" sz="1800">
                <a:latin typeface="Comic Sans MS" panose="030F0702030302020204" pitchFamily="66" charset="0"/>
              </a:rPr>
              <a:t>Memory</a:t>
            </a:r>
          </a:p>
        </p:txBody>
      </p:sp>
      <p:sp>
        <p:nvSpPr>
          <p:cNvPr id="103" name="Rectangle 13">
            <a:extLst>
              <a:ext uri="{FF2B5EF4-FFF2-40B4-BE49-F238E27FC236}">
                <a16:creationId xmlns:a16="http://schemas.microsoft.com/office/drawing/2014/main" id="{24BF1C6C-845F-40DC-BC60-59C3C7A04B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7613" y="5429250"/>
            <a:ext cx="1066800" cy="3048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800">
                <a:latin typeface="Comic Sans MS" panose="030F0702030302020204" pitchFamily="66" charset="0"/>
              </a:rPr>
              <a:t>FP adders</a:t>
            </a:r>
          </a:p>
        </p:txBody>
      </p:sp>
      <p:sp>
        <p:nvSpPr>
          <p:cNvPr id="104" name="Rectangle 14">
            <a:extLst>
              <a:ext uri="{FF2B5EF4-FFF2-40B4-BE49-F238E27FC236}">
                <a16:creationId xmlns:a16="http://schemas.microsoft.com/office/drawing/2014/main" id="{B4A3EE2F-333E-4743-BF74-52F3A6F0AF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9426" y="5429250"/>
            <a:ext cx="1447800" cy="3048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800">
                <a:latin typeface="Comic Sans MS" panose="030F0702030302020204" pitchFamily="66" charset="0"/>
              </a:rPr>
              <a:t>FP multipliers</a:t>
            </a:r>
          </a:p>
        </p:txBody>
      </p:sp>
      <p:sp>
        <p:nvSpPr>
          <p:cNvPr id="105" name="Line 15">
            <a:extLst>
              <a:ext uri="{FF2B5EF4-FFF2-40B4-BE49-F238E27FC236}">
                <a16:creationId xmlns:a16="http://schemas.microsoft.com/office/drawing/2014/main" id="{4CD766C4-30BF-4910-A8E7-0B86789BBD7E}"/>
              </a:ext>
            </a:extLst>
          </p:cNvPr>
          <p:cNvSpPr>
            <a:spLocks noChangeShapeType="1"/>
          </p:cNvSpPr>
          <p:nvPr/>
        </p:nvSpPr>
        <p:spPr bwMode="auto">
          <a:xfrm>
            <a:off x="3933826" y="4895850"/>
            <a:ext cx="0" cy="533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06" name="Line 16">
            <a:extLst>
              <a:ext uri="{FF2B5EF4-FFF2-40B4-BE49-F238E27FC236}">
                <a16:creationId xmlns:a16="http://schemas.microsoft.com/office/drawing/2014/main" id="{E248F38A-EF57-4754-A91E-148BFF49966B}"/>
              </a:ext>
            </a:extLst>
          </p:cNvPr>
          <p:cNvSpPr>
            <a:spLocks noChangeShapeType="1"/>
          </p:cNvSpPr>
          <p:nvPr/>
        </p:nvSpPr>
        <p:spPr bwMode="auto">
          <a:xfrm>
            <a:off x="4619626" y="4895850"/>
            <a:ext cx="0" cy="533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07" name="Line 17">
            <a:extLst>
              <a:ext uri="{FF2B5EF4-FFF2-40B4-BE49-F238E27FC236}">
                <a16:creationId xmlns:a16="http://schemas.microsoft.com/office/drawing/2014/main" id="{276D30DE-78DD-4EE9-92C0-D0A57F3C1E11}"/>
              </a:ext>
            </a:extLst>
          </p:cNvPr>
          <p:cNvSpPr>
            <a:spLocks noChangeShapeType="1"/>
          </p:cNvSpPr>
          <p:nvPr/>
        </p:nvSpPr>
        <p:spPr bwMode="auto">
          <a:xfrm>
            <a:off x="7058026" y="4819650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08" name="Line 18">
            <a:extLst>
              <a:ext uri="{FF2B5EF4-FFF2-40B4-BE49-F238E27FC236}">
                <a16:creationId xmlns:a16="http://schemas.microsoft.com/office/drawing/2014/main" id="{405B7DF7-F780-4865-80C2-A2F929D7335C}"/>
              </a:ext>
            </a:extLst>
          </p:cNvPr>
          <p:cNvSpPr>
            <a:spLocks noChangeShapeType="1"/>
          </p:cNvSpPr>
          <p:nvPr/>
        </p:nvSpPr>
        <p:spPr bwMode="auto">
          <a:xfrm>
            <a:off x="7972426" y="4819650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09" name="Text Box 19">
            <a:extLst>
              <a:ext uri="{FF2B5EF4-FFF2-40B4-BE49-F238E27FC236}">
                <a16:creationId xmlns:a16="http://schemas.microsoft.com/office/drawing/2014/main" id="{1F0B6653-5DD6-4E66-AAB2-51B9EF4681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2401" y="4922838"/>
            <a:ext cx="1555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800">
                <a:latin typeface="Comic Sans MS" panose="030F0702030302020204" pitchFamily="66" charset="0"/>
              </a:rPr>
              <a:t>Reservation </a:t>
            </a:r>
          </a:p>
          <a:p>
            <a:pPr>
              <a:spcBef>
                <a:spcPct val="0"/>
              </a:spcBef>
            </a:pPr>
            <a:r>
              <a:rPr lang="en-US" altLang="en-US" sz="1800">
                <a:latin typeface="Comic Sans MS" panose="030F0702030302020204" pitchFamily="66" charset="0"/>
              </a:rPr>
              <a:t>Stations</a:t>
            </a:r>
          </a:p>
        </p:txBody>
      </p:sp>
      <p:sp>
        <p:nvSpPr>
          <p:cNvPr id="110" name="Line 20">
            <a:extLst>
              <a:ext uri="{FF2B5EF4-FFF2-40B4-BE49-F238E27FC236}">
                <a16:creationId xmlns:a16="http://schemas.microsoft.com/office/drawing/2014/main" id="{E0C119E5-9307-44C9-858D-49446D209C7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91113" y="4895850"/>
            <a:ext cx="0" cy="12192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11" name="Line 21">
            <a:extLst>
              <a:ext uri="{FF2B5EF4-FFF2-40B4-BE49-F238E27FC236}">
                <a16:creationId xmlns:a16="http://schemas.microsoft.com/office/drawing/2014/main" id="{660FD83F-7D5E-4372-961B-96A532C0AC4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43913" y="4819650"/>
            <a:ext cx="0" cy="12954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12" name="Text Box 22">
            <a:extLst>
              <a:ext uri="{FF2B5EF4-FFF2-40B4-BE49-F238E27FC236}">
                <a16:creationId xmlns:a16="http://schemas.microsoft.com/office/drawing/2014/main" id="{EB43FBC8-ECB1-4613-BD48-BD1CDE72AC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5114" y="552450"/>
            <a:ext cx="87947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800">
                <a:latin typeface="Comic Sans MS" panose="030F0702030302020204" pitchFamily="66" charset="0"/>
              </a:rPr>
              <a:t>FP Op</a:t>
            </a:r>
          </a:p>
          <a:p>
            <a:pPr>
              <a:spcBef>
                <a:spcPct val="0"/>
              </a:spcBef>
            </a:pPr>
            <a:r>
              <a:rPr lang="en-US" altLang="en-US" sz="1800">
                <a:latin typeface="Comic Sans MS" panose="030F0702030302020204" pitchFamily="66" charset="0"/>
              </a:rPr>
              <a:t>Queue</a:t>
            </a:r>
          </a:p>
        </p:txBody>
      </p:sp>
      <p:grpSp>
        <p:nvGrpSpPr>
          <p:cNvPr id="113" name="Group 23">
            <a:extLst>
              <a:ext uri="{FF2B5EF4-FFF2-40B4-BE49-F238E27FC236}">
                <a16:creationId xmlns:a16="http://schemas.microsoft.com/office/drawing/2014/main" id="{6C134A39-73BD-4F5E-98B7-BF2D8EAF4A10}"/>
              </a:ext>
            </a:extLst>
          </p:cNvPr>
          <p:cNvGrpSpPr>
            <a:grpSpLocks/>
          </p:cNvGrpSpPr>
          <p:nvPr/>
        </p:nvGrpSpPr>
        <p:grpSpPr bwMode="auto">
          <a:xfrm>
            <a:off x="6081713" y="3143250"/>
            <a:ext cx="2209800" cy="812800"/>
            <a:chOff x="3456" y="1200"/>
            <a:chExt cx="1392" cy="512"/>
          </a:xfrm>
        </p:grpSpPr>
        <p:sp>
          <p:nvSpPr>
            <p:cNvPr id="114" name="Rectangle 24">
              <a:extLst>
                <a:ext uri="{FF2B5EF4-FFF2-40B4-BE49-F238E27FC236}">
                  <a16:creationId xmlns:a16="http://schemas.microsoft.com/office/drawing/2014/main" id="{8D44536F-60D1-406B-8A9C-ED72F34E2C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200"/>
              <a:ext cx="1392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15" name="Rectangle 25">
              <a:extLst>
                <a:ext uri="{FF2B5EF4-FFF2-40B4-BE49-F238E27FC236}">
                  <a16:creationId xmlns:a16="http://schemas.microsoft.com/office/drawing/2014/main" id="{0E35CE1E-3CAB-4E79-B50D-43A83495C7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328"/>
              <a:ext cx="1392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16" name="Rectangle 26">
              <a:extLst>
                <a:ext uri="{FF2B5EF4-FFF2-40B4-BE49-F238E27FC236}">
                  <a16:creationId xmlns:a16="http://schemas.microsoft.com/office/drawing/2014/main" id="{107695D6-E1B0-44F4-A2E3-B148FCB73F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456"/>
              <a:ext cx="1392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17" name="Rectangle 27">
              <a:extLst>
                <a:ext uri="{FF2B5EF4-FFF2-40B4-BE49-F238E27FC236}">
                  <a16:creationId xmlns:a16="http://schemas.microsoft.com/office/drawing/2014/main" id="{FD3804E9-A572-4FF4-B8EB-857537E028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584"/>
              <a:ext cx="1392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118" name="Freeform 28">
            <a:extLst>
              <a:ext uri="{FF2B5EF4-FFF2-40B4-BE49-F238E27FC236}">
                <a16:creationId xmlns:a16="http://schemas.microsoft.com/office/drawing/2014/main" id="{8890427D-66C9-4A28-9433-6CAC2F7114D0}"/>
              </a:ext>
            </a:extLst>
          </p:cNvPr>
          <p:cNvSpPr>
            <a:spLocks/>
          </p:cNvSpPr>
          <p:nvPr/>
        </p:nvSpPr>
        <p:spPr bwMode="auto">
          <a:xfrm>
            <a:off x="7529513" y="2914650"/>
            <a:ext cx="2057400" cy="533400"/>
          </a:xfrm>
          <a:custGeom>
            <a:avLst/>
            <a:gdLst>
              <a:gd name="T0" fmla="*/ 0 w 1296"/>
              <a:gd name="T1" fmla="*/ 0 h 480"/>
              <a:gd name="T2" fmla="*/ 2057400 w 1296"/>
              <a:gd name="T3" fmla="*/ 0 h 480"/>
              <a:gd name="T4" fmla="*/ 2057400 w 1296"/>
              <a:gd name="T5" fmla="*/ 533400 h 48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296" h="480">
                <a:moveTo>
                  <a:pt x="0" y="0"/>
                </a:moveTo>
                <a:lnTo>
                  <a:pt x="1296" y="0"/>
                </a:lnTo>
                <a:lnTo>
                  <a:pt x="1296" y="480"/>
                </a:lnTo>
              </a:path>
            </a:pathLst>
          </a:custGeom>
          <a:noFill/>
          <a:ln w="76200" cap="flat" cmpd="sng">
            <a:solidFill>
              <a:schemeClr val="hlink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19" name="Text Box 29">
            <a:extLst>
              <a:ext uri="{FF2B5EF4-FFF2-40B4-BE49-F238E27FC236}">
                <a16:creationId xmlns:a16="http://schemas.microsoft.com/office/drawing/2014/main" id="{A823B117-AAAB-405F-AE18-27DEBAE768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67913" y="628650"/>
            <a:ext cx="660400" cy="2198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en-US" sz="1400">
                <a:solidFill>
                  <a:schemeClr val="hlink"/>
                </a:solidFill>
                <a:latin typeface="Comic Sans MS" panose="030F0702030302020204" pitchFamily="66" charset="0"/>
              </a:rPr>
              <a:t>ROB7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en-US" sz="1400">
                <a:solidFill>
                  <a:schemeClr val="hlink"/>
                </a:solidFill>
                <a:latin typeface="Comic Sans MS" panose="030F0702030302020204" pitchFamily="66" charset="0"/>
              </a:rPr>
              <a:t>ROB6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en-US" sz="1400">
                <a:solidFill>
                  <a:schemeClr val="hlink"/>
                </a:solidFill>
                <a:latin typeface="Comic Sans MS" panose="030F0702030302020204" pitchFamily="66" charset="0"/>
              </a:rPr>
              <a:t>ROB5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en-US" sz="1400">
                <a:solidFill>
                  <a:schemeClr val="hlink"/>
                </a:solidFill>
                <a:latin typeface="Comic Sans MS" panose="030F0702030302020204" pitchFamily="66" charset="0"/>
              </a:rPr>
              <a:t>ROB4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en-US" sz="1400">
                <a:solidFill>
                  <a:schemeClr val="hlink"/>
                </a:solidFill>
                <a:latin typeface="Comic Sans MS" panose="030F0702030302020204" pitchFamily="66" charset="0"/>
              </a:rPr>
              <a:t>ROB3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en-US" sz="1400">
                <a:solidFill>
                  <a:schemeClr val="hlink"/>
                </a:solidFill>
                <a:latin typeface="Comic Sans MS" panose="030F0702030302020204" pitchFamily="66" charset="0"/>
              </a:rPr>
              <a:t>ROB2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en-US" sz="1400">
                <a:solidFill>
                  <a:schemeClr val="hlink"/>
                </a:solidFill>
                <a:latin typeface="Comic Sans MS" panose="030F0702030302020204" pitchFamily="66" charset="0"/>
              </a:rPr>
              <a:t>ROB1</a:t>
            </a:r>
          </a:p>
        </p:txBody>
      </p:sp>
      <p:grpSp>
        <p:nvGrpSpPr>
          <p:cNvPr id="120" name="Group 30">
            <a:extLst>
              <a:ext uri="{FF2B5EF4-FFF2-40B4-BE49-F238E27FC236}">
                <a16:creationId xmlns:a16="http://schemas.microsoft.com/office/drawing/2014/main" id="{9BBA9086-C3FA-4775-B507-9CD2B84E682B}"/>
              </a:ext>
            </a:extLst>
          </p:cNvPr>
          <p:cNvGrpSpPr>
            <a:grpSpLocks/>
          </p:cNvGrpSpPr>
          <p:nvPr/>
        </p:nvGrpSpPr>
        <p:grpSpPr bwMode="auto">
          <a:xfrm>
            <a:off x="6081713" y="628650"/>
            <a:ext cx="3886200" cy="1219200"/>
            <a:chOff x="2208" y="576"/>
            <a:chExt cx="2448" cy="768"/>
          </a:xfrm>
        </p:grpSpPr>
        <p:sp>
          <p:nvSpPr>
            <p:cNvPr id="121" name="Rectangle 31">
              <a:extLst>
                <a:ext uri="{FF2B5EF4-FFF2-40B4-BE49-F238E27FC236}">
                  <a16:creationId xmlns:a16="http://schemas.microsoft.com/office/drawing/2014/main" id="{2677B33D-96C3-4FE3-8847-A48B7C5538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576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</a:pPr>
              <a:endParaRPr lang="en-US" altLang="en-US" sz="1800">
                <a:latin typeface="Courier New" panose="02070309020205020404" pitchFamily="49" charset="0"/>
              </a:endParaRPr>
            </a:p>
          </p:txBody>
        </p:sp>
        <p:sp>
          <p:nvSpPr>
            <p:cNvPr id="122" name="Rectangle 32">
              <a:extLst>
                <a:ext uri="{FF2B5EF4-FFF2-40B4-BE49-F238E27FC236}">
                  <a16:creationId xmlns:a16="http://schemas.microsoft.com/office/drawing/2014/main" id="{DAE9509A-0F87-4163-8009-FCD40F306B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768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</a:pPr>
              <a:endParaRPr lang="en-US" altLang="en-US" sz="1800">
                <a:latin typeface="Courier New" panose="02070309020205020404" pitchFamily="49" charset="0"/>
              </a:endParaRPr>
            </a:p>
          </p:txBody>
        </p:sp>
        <p:sp>
          <p:nvSpPr>
            <p:cNvPr id="123" name="Rectangle 33">
              <a:extLst>
                <a:ext uri="{FF2B5EF4-FFF2-40B4-BE49-F238E27FC236}">
                  <a16:creationId xmlns:a16="http://schemas.microsoft.com/office/drawing/2014/main" id="{58648A6E-1828-4401-AFE0-FA1038C4A5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576"/>
              <a:ext cx="62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</a:pPr>
              <a:endParaRPr lang="en-US" altLang="en-US" sz="1800">
                <a:latin typeface="Courier New" panose="02070309020205020404" pitchFamily="49" charset="0"/>
              </a:endParaRPr>
            </a:p>
          </p:txBody>
        </p:sp>
        <p:sp>
          <p:nvSpPr>
            <p:cNvPr id="124" name="Rectangle 34">
              <a:extLst>
                <a:ext uri="{FF2B5EF4-FFF2-40B4-BE49-F238E27FC236}">
                  <a16:creationId xmlns:a16="http://schemas.microsoft.com/office/drawing/2014/main" id="{82839DD2-7308-400C-AAFB-E276F89FB1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768"/>
              <a:ext cx="62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</a:pPr>
              <a:endParaRPr lang="en-US" altLang="en-US" sz="1800">
                <a:latin typeface="Courier New" panose="02070309020205020404" pitchFamily="49" charset="0"/>
              </a:endParaRPr>
            </a:p>
          </p:txBody>
        </p:sp>
        <p:sp>
          <p:nvSpPr>
            <p:cNvPr id="125" name="Rectangle 35">
              <a:extLst>
                <a:ext uri="{FF2B5EF4-FFF2-40B4-BE49-F238E27FC236}">
                  <a16:creationId xmlns:a16="http://schemas.microsoft.com/office/drawing/2014/main" id="{6953C362-5A11-4618-9436-CAC3CF0223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576"/>
              <a:ext cx="134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>
                <a:spcBef>
                  <a:spcPct val="0"/>
                </a:spcBef>
              </a:pPr>
              <a:endParaRPr lang="en-US" altLang="en-US" sz="1800">
                <a:latin typeface="Courier New" panose="02070309020205020404" pitchFamily="49" charset="0"/>
              </a:endParaRPr>
            </a:p>
          </p:txBody>
        </p:sp>
        <p:sp>
          <p:nvSpPr>
            <p:cNvPr id="126" name="Rectangle 36">
              <a:extLst>
                <a:ext uri="{FF2B5EF4-FFF2-40B4-BE49-F238E27FC236}">
                  <a16:creationId xmlns:a16="http://schemas.microsoft.com/office/drawing/2014/main" id="{F4526E15-B31F-4329-A3E7-FB3C81CDCA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768"/>
              <a:ext cx="134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>
                <a:spcBef>
                  <a:spcPct val="0"/>
                </a:spcBef>
              </a:pPr>
              <a:endParaRPr lang="en-US" altLang="en-US" sz="1800">
                <a:latin typeface="Courier New" panose="02070309020205020404" pitchFamily="49" charset="0"/>
              </a:endParaRPr>
            </a:p>
          </p:txBody>
        </p:sp>
        <p:sp>
          <p:nvSpPr>
            <p:cNvPr id="127" name="Rectangle 37">
              <a:extLst>
                <a:ext uri="{FF2B5EF4-FFF2-40B4-BE49-F238E27FC236}">
                  <a16:creationId xmlns:a16="http://schemas.microsoft.com/office/drawing/2014/main" id="{6E044063-5337-406A-A850-40C60DB8A3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576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</a:pPr>
              <a:endParaRPr lang="en-US" altLang="en-US" sz="1800">
                <a:latin typeface="Courier New" panose="02070309020205020404" pitchFamily="49" charset="0"/>
              </a:endParaRPr>
            </a:p>
          </p:txBody>
        </p:sp>
        <p:sp>
          <p:nvSpPr>
            <p:cNvPr id="128" name="Rectangle 38">
              <a:extLst>
                <a:ext uri="{FF2B5EF4-FFF2-40B4-BE49-F238E27FC236}">
                  <a16:creationId xmlns:a16="http://schemas.microsoft.com/office/drawing/2014/main" id="{91F780B6-6096-4B74-915F-19E0CB05A9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768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</a:pPr>
              <a:endParaRPr lang="en-US" altLang="en-US" sz="1800">
                <a:latin typeface="Courier New" panose="02070309020205020404" pitchFamily="49" charset="0"/>
              </a:endParaRPr>
            </a:p>
          </p:txBody>
        </p:sp>
        <p:sp>
          <p:nvSpPr>
            <p:cNvPr id="129" name="Rectangle 39">
              <a:extLst>
                <a:ext uri="{FF2B5EF4-FFF2-40B4-BE49-F238E27FC236}">
                  <a16:creationId xmlns:a16="http://schemas.microsoft.com/office/drawing/2014/main" id="{4444BF5D-6648-4512-BDFE-BA6FE2FE74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960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</a:pPr>
              <a:endParaRPr lang="en-US" altLang="en-US" sz="1800">
                <a:latin typeface="Courier New" panose="02070309020205020404" pitchFamily="49" charset="0"/>
              </a:endParaRPr>
            </a:p>
          </p:txBody>
        </p:sp>
        <p:sp>
          <p:nvSpPr>
            <p:cNvPr id="130" name="Rectangle 40">
              <a:extLst>
                <a:ext uri="{FF2B5EF4-FFF2-40B4-BE49-F238E27FC236}">
                  <a16:creationId xmlns:a16="http://schemas.microsoft.com/office/drawing/2014/main" id="{33E5EED7-0775-463F-B33E-81B770BCEA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960"/>
              <a:ext cx="62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</a:pPr>
              <a:endParaRPr lang="en-US" altLang="en-US" sz="1800">
                <a:latin typeface="Courier New" panose="02070309020205020404" pitchFamily="49" charset="0"/>
              </a:endParaRPr>
            </a:p>
          </p:txBody>
        </p:sp>
        <p:sp>
          <p:nvSpPr>
            <p:cNvPr id="131" name="Rectangle 41">
              <a:extLst>
                <a:ext uri="{FF2B5EF4-FFF2-40B4-BE49-F238E27FC236}">
                  <a16:creationId xmlns:a16="http://schemas.microsoft.com/office/drawing/2014/main" id="{88040C9E-CFE1-4D52-A81C-AA612E9127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960"/>
              <a:ext cx="134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>
                <a:spcBef>
                  <a:spcPct val="0"/>
                </a:spcBef>
              </a:pPr>
              <a:endParaRPr lang="en-US" altLang="en-US" sz="1800">
                <a:latin typeface="Courier New" panose="02070309020205020404" pitchFamily="49" charset="0"/>
              </a:endParaRPr>
            </a:p>
          </p:txBody>
        </p:sp>
        <p:sp>
          <p:nvSpPr>
            <p:cNvPr id="132" name="Rectangle 42">
              <a:extLst>
                <a:ext uri="{FF2B5EF4-FFF2-40B4-BE49-F238E27FC236}">
                  <a16:creationId xmlns:a16="http://schemas.microsoft.com/office/drawing/2014/main" id="{6705462C-1944-4EA1-B30C-03EFD116FF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960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</a:pPr>
              <a:endParaRPr lang="en-US" altLang="en-US" sz="1800">
                <a:latin typeface="Courier New" panose="02070309020205020404" pitchFamily="49" charset="0"/>
              </a:endParaRPr>
            </a:p>
          </p:txBody>
        </p:sp>
        <p:sp>
          <p:nvSpPr>
            <p:cNvPr id="133" name="Rectangle 43">
              <a:extLst>
                <a:ext uri="{FF2B5EF4-FFF2-40B4-BE49-F238E27FC236}">
                  <a16:creationId xmlns:a16="http://schemas.microsoft.com/office/drawing/2014/main" id="{F94694FA-E811-4A38-AFFD-4A4CFBD992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152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</a:pPr>
              <a:endParaRPr lang="en-US" altLang="en-US" sz="1800">
                <a:latin typeface="Courier New" panose="02070309020205020404" pitchFamily="49" charset="0"/>
              </a:endParaRPr>
            </a:p>
          </p:txBody>
        </p:sp>
        <p:sp>
          <p:nvSpPr>
            <p:cNvPr id="134" name="Rectangle 44">
              <a:extLst>
                <a:ext uri="{FF2B5EF4-FFF2-40B4-BE49-F238E27FC236}">
                  <a16:creationId xmlns:a16="http://schemas.microsoft.com/office/drawing/2014/main" id="{738B9DB0-6CAE-4514-8E28-E13276E9F1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1152"/>
              <a:ext cx="62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</a:pPr>
              <a:endParaRPr lang="en-US" altLang="en-US" sz="1800">
                <a:latin typeface="Courier New" panose="02070309020205020404" pitchFamily="49" charset="0"/>
              </a:endParaRPr>
            </a:p>
          </p:txBody>
        </p:sp>
        <p:sp>
          <p:nvSpPr>
            <p:cNvPr id="135" name="Rectangle 45">
              <a:extLst>
                <a:ext uri="{FF2B5EF4-FFF2-40B4-BE49-F238E27FC236}">
                  <a16:creationId xmlns:a16="http://schemas.microsoft.com/office/drawing/2014/main" id="{0F123450-330C-4BD8-94FA-197600534F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1152"/>
              <a:ext cx="134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>
                <a:spcBef>
                  <a:spcPct val="0"/>
                </a:spcBef>
              </a:pPr>
              <a:endParaRPr lang="en-US" altLang="en-US" sz="1800">
                <a:latin typeface="Courier New" panose="02070309020205020404" pitchFamily="49" charset="0"/>
              </a:endParaRPr>
            </a:p>
          </p:txBody>
        </p:sp>
        <p:sp>
          <p:nvSpPr>
            <p:cNvPr id="136" name="Rectangle 46">
              <a:extLst>
                <a:ext uri="{FF2B5EF4-FFF2-40B4-BE49-F238E27FC236}">
                  <a16:creationId xmlns:a16="http://schemas.microsoft.com/office/drawing/2014/main" id="{FF8ED5AC-D916-4AB5-931A-FE4869ED0F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1152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</a:pPr>
              <a:endParaRPr lang="en-US" altLang="en-US" sz="1800">
                <a:latin typeface="Courier New" panose="02070309020205020404" pitchFamily="49" charset="0"/>
              </a:endParaRPr>
            </a:p>
          </p:txBody>
        </p:sp>
      </p:grpSp>
      <p:sp>
        <p:nvSpPr>
          <p:cNvPr id="137" name="Rectangle 47">
            <a:extLst>
              <a:ext uri="{FF2B5EF4-FFF2-40B4-BE49-F238E27FC236}">
                <a16:creationId xmlns:a16="http://schemas.microsoft.com/office/drawing/2014/main" id="{E9981C05-AA98-4A99-A971-B57D9E0348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1713" y="1847850"/>
            <a:ext cx="3810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Courier New" panose="02070309020205020404" pitchFamily="49" charset="0"/>
            </a:endParaRPr>
          </a:p>
        </p:txBody>
      </p:sp>
      <p:sp>
        <p:nvSpPr>
          <p:cNvPr id="138" name="Rectangle 48">
            <a:extLst>
              <a:ext uri="{FF2B5EF4-FFF2-40B4-BE49-F238E27FC236}">
                <a16:creationId xmlns:a16="http://schemas.microsoft.com/office/drawing/2014/main" id="{8493D508-9758-4685-BF8A-952D890A73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1713" y="2152650"/>
            <a:ext cx="3810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Courier New" panose="02070309020205020404" pitchFamily="49" charset="0"/>
            </a:endParaRPr>
          </a:p>
        </p:txBody>
      </p:sp>
      <p:sp>
        <p:nvSpPr>
          <p:cNvPr id="139" name="Rectangle 49">
            <a:extLst>
              <a:ext uri="{FF2B5EF4-FFF2-40B4-BE49-F238E27FC236}">
                <a16:creationId xmlns:a16="http://schemas.microsoft.com/office/drawing/2014/main" id="{9BA7E900-7FFD-450E-A41F-9BF84EAC38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1713" y="2457450"/>
            <a:ext cx="3810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800">
                <a:latin typeface="Courier New" panose="02070309020205020404" pitchFamily="49" charset="0"/>
              </a:rPr>
              <a:t>F0</a:t>
            </a:r>
          </a:p>
        </p:txBody>
      </p:sp>
      <p:sp>
        <p:nvSpPr>
          <p:cNvPr id="140" name="Rectangle 50">
            <a:extLst>
              <a:ext uri="{FF2B5EF4-FFF2-40B4-BE49-F238E27FC236}">
                <a16:creationId xmlns:a16="http://schemas.microsoft.com/office/drawing/2014/main" id="{0094FD51-D6F9-45CE-8B55-C9A0FDEF75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2713" y="1847850"/>
            <a:ext cx="9906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Courier New" panose="02070309020205020404" pitchFamily="49" charset="0"/>
            </a:endParaRPr>
          </a:p>
        </p:txBody>
      </p:sp>
      <p:sp>
        <p:nvSpPr>
          <p:cNvPr id="141" name="Rectangle 51">
            <a:extLst>
              <a:ext uri="{FF2B5EF4-FFF2-40B4-BE49-F238E27FC236}">
                <a16:creationId xmlns:a16="http://schemas.microsoft.com/office/drawing/2014/main" id="{FD9EDCB6-39BD-4FF6-A36A-33AD83D306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2713" y="2152650"/>
            <a:ext cx="9906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Courier New" panose="02070309020205020404" pitchFamily="49" charset="0"/>
            </a:endParaRPr>
          </a:p>
        </p:txBody>
      </p:sp>
      <p:sp>
        <p:nvSpPr>
          <p:cNvPr id="142" name="Rectangle 52">
            <a:extLst>
              <a:ext uri="{FF2B5EF4-FFF2-40B4-BE49-F238E27FC236}">
                <a16:creationId xmlns:a16="http://schemas.microsoft.com/office/drawing/2014/main" id="{07A4F665-E756-41B5-A079-668C15CEBC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2713" y="2457450"/>
            <a:ext cx="9906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Courier New" panose="02070309020205020404" pitchFamily="49" charset="0"/>
            </a:endParaRPr>
          </a:p>
        </p:txBody>
      </p:sp>
      <p:sp>
        <p:nvSpPr>
          <p:cNvPr id="143" name="Rectangle 53">
            <a:extLst>
              <a:ext uri="{FF2B5EF4-FFF2-40B4-BE49-F238E27FC236}">
                <a16:creationId xmlns:a16="http://schemas.microsoft.com/office/drawing/2014/main" id="{815E865F-FB1E-4EE7-AD0F-65754A81F4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3313" y="1847850"/>
            <a:ext cx="21336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</a:pPr>
            <a:endParaRPr lang="en-US" altLang="en-US" sz="1800">
              <a:latin typeface="Courier New" panose="02070309020205020404" pitchFamily="49" charset="0"/>
            </a:endParaRPr>
          </a:p>
        </p:txBody>
      </p:sp>
      <p:sp>
        <p:nvSpPr>
          <p:cNvPr id="144" name="Rectangle 54">
            <a:extLst>
              <a:ext uri="{FF2B5EF4-FFF2-40B4-BE49-F238E27FC236}">
                <a16:creationId xmlns:a16="http://schemas.microsoft.com/office/drawing/2014/main" id="{623218EF-7F3F-4E10-94F4-6E075A9FEF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3313" y="2152650"/>
            <a:ext cx="21336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</a:pPr>
            <a:endParaRPr lang="en-US" altLang="en-US" sz="1800">
              <a:latin typeface="Courier New" panose="02070309020205020404" pitchFamily="49" charset="0"/>
            </a:endParaRPr>
          </a:p>
        </p:txBody>
      </p:sp>
      <p:sp>
        <p:nvSpPr>
          <p:cNvPr id="145" name="Rectangle 55">
            <a:extLst>
              <a:ext uri="{FF2B5EF4-FFF2-40B4-BE49-F238E27FC236}">
                <a16:creationId xmlns:a16="http://schemas.microsoft.com/office/drawing/2014/main" id="{DD40D7A0-011E-4E76-A34F-BA45BB86DC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3313" y="2457450"/>
            <a:ext cx="21336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</a:pPr>
            <a:r>
              <a:rPr lang="en-US" altLang="en-US" sz="1800">
                <a:latin typeface="Courier New" panose="02070309020205020404" pitchFamily="49" charset="0"/>
              </a:rPr>
              <a:t>LD F0,10(R2)</a:t>
            </a:r>
          </a:p>
        </p:txBody>
      </p:sp>
      <p:sp>
        <p:nvSpPr>
          <p:cNvPr id="146" name="Rectangle 56">
            <a:extLst>
              <a:ext uri="{FF2B5EF4-FFF2-40B4-BE49-F238E27FC236}">
                <a16:creationId xmlns:a16="http://schemas.microsoft.com/office/drawing/2014/main" id="{3DD08B16-26D5-4524-B7B6-6C233D2B6B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86913" y="1847850"/>
            <a:ext cx="3810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Courier New" panose="02070309020205020404" pitchFamily="49" charset="0"/>
            </a:endParaRPr>
          </a:p>
        </p:txBody>
      </p:sp>
      <p:sp>
        <p:nvSpPr>
          <p:cNvPr id="147" name="Rectangle 57">
            <a:extLst>
              <a:ext uri="{FF2B5EF4-FFF2-40B4-BE49-F238E27FC236}">
                <a16:creationId xmlns:a16="http://schemas.microsoft.com/office/drawing/2014/main" id="{08635209-0676-48B6-91F8-A9DE0FDDD1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86913" y="2152650"/>
            <a:ext cx="3810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endParaRPr lang="en-US" altLang="en-US" sz="1800">
              <a:latin typeface="Courier New" panose="02070309020205020404" pitchFamily="49" charset="0"/>
            </a:endParaRPr>
          </a:p>
        </p:txBody>
      </p:sp>
      <p:sp>
        <p:nvSpPr>
          <p:cNvPr id="148" name="Rectangle 58">
            <a:extLst>
              <a:ext uri="{FF2B5EF4-FFF2-40B4-BE49-F238E27FC236}">
                <a16:creationId xmlns:a16="http://schemas.microsoft.com/office/drawing/2014/main" id="{07382F13-B3DA-439B-936C-234D509071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86913" y="2457450"/>
            <a:ext cx="381000" cy="3048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800">
                <a:latin typeface="Courier New" panose="02070309020205020404" pitchFamily="49" charset="0"/>
              </a:rPr>
              <a:t>N</a:t>
            </a:r>
          </a:p>
        </p:txBody>
      </p:sp>
      <p:sp>
        <p:nvSpPr>
          <p:cNvPr id="149" name="Line 59">
            <a:extLst>
              <a:ext uri="{FF2B5EF4-FFF2-40B4-BE49-F238E27FC236}">
                <a16:creationId xmlns:a16="http://schemas.microsoft.com/office/drawing/2014/main" id="{DE82255A-6E9F-417E-B296-A16C9F105BCF}"/>
              </a:ext>
            </a:extLst>
          </p:cNvPr>
          <p:cNvSpPr>
            <a:spLocks noChangeShapeType="1"/>
          </p:cNvSpPr>
          <p:nvPr/>
        </p:nvSpPr>
        <p:spPr bwMode="auto">
          <a:xfrm>
            <a:off x="7529513" y="2762250"/>
            <a:ext cx="0" cy="3810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50" name="Text Box 60">
            <a:extLst>
              <a:ext uri="{FF2B5EF4-FFF2-40B4-BE49-F238E27FC236}">
                <a16:creationId xmlns:a16="http://schemas.microsoft.com/office/drawing/2014/main" id="{E1B679CE-6F58-457B-B3D1-E63C2B33FD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34513" y="247651"/>
            <a:ext cx="8461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800">
                <a:latin typeface="Comic Sans MS" panose="030F0702030302020204" pitchFamily="66" charset="0"/>
              </a:rPr>
              <a:t>Done?</a:t>
            </a:r>
          </a:p>
        </p:txBody>
      </p:sp>
      <p:sp>
        <p:nvSpPr>
          <p:cNvPr id="151" name="Freeform 61">
            <a:extLst>
              <a:ext uri="{FF2B5EF4-FFF2-40B4-BE49-F238E27FC236}">
                <a16:creationId xmlns:a16="http://schemas.microsoft.com/office/drawing/2014/main" id="{891587D1-2460-4824-A50E-E4BFC8719A3E}"/>
              </a:ext>
            </a:extLst>
          </p:cNvPr>
          <p:cNvSpPr>
            <a:spLocks/>
          </p:cNvSpPr>
          <p:nvPr/>
        </p:nvSpPr>
        <p:spPr bwMode="auto">
          <a:xfrm>
            <a:off x="10044113" y="1847850"/>
            <a:ext cx="609600" cy="4267200"/>
          </a:xfrm>
          <a:custGeom>
            <a:avLst/>
            <a:gdLst>
              <a:gd name="T0" fmla="*/ 609600 w 576"/>
              <a:gd name="T1" fmla="*/ 4267200 h 2832"/>
              <a:gd name="T2" fmla="*/ 609600 w 576"/>
              <a:gd name="T3" fmla="*/ 0 h 2832"/>
              <a:gd name="T4" fmla="*/ 0 w 576"/>
              <a:gd name="T5" fmla="*/ 0 h 283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576" h="2832">
                <a:moveTo>
                  <a:pt x="576" y="2832"/>
                </a:moveTo>
                <a:lnTo>
                  <a:pt x="576" y="0"/>
                </a:lnTo>
                <a:lnTo>
                  <a:pt x="0" y="0"/>
                </a:lnTo>
              </a:path>
            </a:pathLst>
          </a:custGeom>
          <a:noFill/>
          <a:ln w="76200" cap="flat" cmpd="sng">
            <a:solidFill>
              <a:schemeClr val="hlink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52" name="Line 62">
            <a:extLst>
              <a:ext uri="{FF2B5EF4-FFF2-40B4-BE49-F238E27FC236}">
                <a16:creationId xmlns:a16="http://schemas.microsoft.com/office/drawing/2014/main" id="{1E34BEE1-DBEB-4AE9-A70C-72C8508B8E2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529513" y="5734050"/>
            <a:ext cx="0" cy="4572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53" name="Line 63">
            <a:extLst>
              <a:ext uri="{FF2B5EF4-FFF2-40B4-BE49-F238E27FC236}">
                <a16:creationId xmlns:a16="http://schemas.microsoft.com/office/drawing/2014/main" id="{A49C1A95-CF29-4A80-95FE-2EB3D50A1CB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92602" y="5729289"/>
            <a:ext cx="7937" cy="401637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54" name="Text Box 64">
            <a:extLst>
              <a:ext uri="{FF2B5EF4-FFF2-40B4-BE49-F238E27FC236}">
                <a16:creationId xmlns:a16="http://schemas.microsoft.com/office/drawing/2014/main" id="{38CB9544-57C9-4A13-9BBC-6714C66A83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6689" y="3921126"/>
            <a:ext cx="69691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800">
                <a:latin typeface="Comic Sans MS" panose="030F0702030302020204" pitchFamily="66" charset="0"/>
              </a:rPr>
              <a:t>Dest</a:t>
            </a:r>
          </a:p>
        </p:txBody>
      </p:sp>
      <p:sp>
        <p:nvSpPr>
          <p:cNvPr id="155" name="Text Box 65">
            <a:extLst>
              <a:ext uri="{FF2B5EF4-FFF2-40B4-BE49-F238E27FC236}">
                <a16:creationId xmlns:a16="http://schemas.microsoft.com/office/drawing/2014/main" id="{925D548C-A20C-4BB3-A1A4-14DCE89CDF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9314" y="4057651"/>
            <a:ext cx="69691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800">
                <a:latin typeface="Comic Sans MS" panose="030F0702030302020204" pitchFamily="66" charset="0"/>
              </a:rPr>
              <a:t>Dest</a:t>
            </a:r>
          </a:p>
        </p:txBody>
      </p:sp>
      <p:sp>
        <p:nvSpPr>
          <p:cNvPr id="156" name="AutoShape 66">
            <a:extLst>
              <a:ext uri="{FF2B5EF4-FFF2-40B4-BE49-F238E27FC236}">
                <a16:creationId xmlns:a16="http://schemas.microsoft.com/office/drawing/2014/main" id="{78950E7A-5366-4B48-B374-9BA8C886C837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1002963" y="1009650"/>
            <a:ext cx="457200" cy="1143000"/>
          </a:xfrm>
          <a:prstGeom prst="upArrow">
            <a:avLst>
              <a:gd name="adj1" fmla="val 50000"/>
              <a:gd name="adj2" fmla="val 62500"/>
            </a:avLst>
          </a:prstGeom>
          <a:solidFill>
            <a:schemeClr val="accent2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57" name="Text Box 67">
            <a:extLst>
              <a:ext uri="{FF2B5EF4-FFF2-40B4-BE49-F238E27FC236}">
                <a16:creationId xmlns:a16="http://schemas.microsoft.com/office/drawing/2014/main" id="{CDF20D65-61E6-4436-BB0D-F9F8D2DE02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75952" y="2228851"/>
            <a:ext cx="9112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800">
                <a:latin typeface="Comic Sans MS" panose="030F0702030302020204" pitchFamily="66" charset="0"/>
              </a:rPr>
              <a:t>Oldest</a:t>
            </a:r>
          </a:p>
        </p:txBody>
      </p:sp>
      <p:sp>
        <p:nvSpPr>
          <p:cNvPr id="158" name="Text Box 68">
            <a:extLst>
              <a:ext uri="{FF2B5EF4-FFF2-40B4-BE49-F238E27FC236}">
                <a16:creationId xmlns:a16="http://schemas.microsoft.com/office/drawing/2014/main" id="{4F252F80-D0E5-482A-ACAC-20F15798B7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29913" y="628651"/>
            <a:ext cx="10033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800">
                <a:latin typeface="Comic Sans MS" panose="030F0702030302020204" pitchFamily="66" charset="0"/>
              </a:rPr>
              <a:t>Newest</a:t>
            </a:r>
          </a:p>
        </p:txBody>
      </p:sp>
      <p:grpSp>
        <p:nvGrpSpPr>
          <p:cNvPr id="159" name="Group 69">
            <a:extLst>
              <a:ext uri="{FF2B5EF4-FFF2-40B4-BE49-F238E27FC236}">
                <a16:creationId xmlns:a16="http://schemas.microsoft.com/office/drawing/2014/main" id="{E3B034B4-AE34-4705-BE2F-45DB51BE77BB}"/>
              </a:ext>
            </a:extLst>
          </p:cNvPr>
          <p:cNvGrpSpPr>
            <a:grpSpLocks/>
          </p:cNvGrpSpPr>
          <p:nvPr/>
        </p:nvGrpSpPr>
        <p:grpSpPr bwMode="auto">
          <a:xfrm rot="16200000">
            <a:off x="3871913" y="198438"/>
            <a:ext cx="914400" cy="1219200"/>
            <a:chOff x="1872" y="1584"/>
            <a:chExt cx="576" cy="864"/>
          </a:xfrm>
        </p:grpSpPr>
        <p:sp>
          <p:nvSpPr>
            <p:cNvPr id="160" name="Rectangle 70">
              <a:extLst>
                <a:ext uri="{FF2B5EF4-FFF2-40B4-BE49-F238E27FC236}">
                  <a16:creationId xmlns:a16="http://schemas.microsoft.com/office/drawing/2014/main" id="{F85710D6-1FE2-4E60-9773-C4F74B5400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584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61" name="Rectangle 71">
              <a:extLst>
                <a:ext uri="{FF2B5EF4-FFF2-40B4-BE49-F238E27FC236}">
                  <a16:creationId xmlns:a16="http://schemas.microsoft.com/office/drawing/2014/main" id="{2806A92E-A987-4DD7-8562-70FFD59BCA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728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62" name="Rectangle 72">
              <a:extLst>
                <a:ext uri="{FF2B5EF4-FFF2-40B4-BE49-F238E27FC236}">
                  <a16:creationId xmlns:a16="http://schemas.microsoft.com/office/drawing/2014/main" id="{BC28F802-72B5-40AC-B48B-24489F8FD6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872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63" name="Rectangle 73">
              <a:extLst>
                <a:ext uri="{FF2B5EF4-FFF2-40B4-BE49-F238E27FC236}">
                  <a16:creationId xmlns:a16="http://schemas.microsoft.com/office/drawing/2014/main" id="{26D73814-B70F-4938-94D3-37F426AC45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016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64" name="Rectangle 74">
              <a:extLst>
                <a:ext uri="{FF2B5EF4-FFF2-40B4-BE49-F238E27FC236}">
                  <a16:creationId xmlns:a16="http://schemas.microsoft.com/office/drawing/2014/main" id="{45E219B6-2047-4112-A520-840611736C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160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65" name="Rectangle 75">
              <a:extLst>
                <a:ext uri="{FF2B5EF4-FFF2-40B4-BE49-F238E27FC236}">
                  <a16:creationId xmlns:a16="http://schemas.microsoft.com/office/drawing/2014/main" id="{17043C25-ABB0-43E5-889F-FF41C3AC1B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304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166" name="Text Box 76">
            <a:extLst>
              <a:ext uri="{FF2B5EF4-FFF2-40B4-BE49-F238E27FC236}">
                <a16:creationId xmlns:a16="http://schemas.microsoft.com/office/drawing/2014/main" id="{33F11214-9020-46FC-82DC-063A2448BB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36064" y="4015798"/>
            <a:ext cx="1058303" cy="572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800">
                <a:latin typeface="Comic Sans MS" panose="030F0702030302020204" pitchFamily="66" charset="0"/>
              </a:rPr>
              <a:t>from </a:t>
            </a:r>
          </a:p>
          <a:p>
            <a:pPr>
              <a:lnSpc>
                <a:spcPct val="70000"/>
              </a:lnSpc>
              <a:spcBef>
                <a:spcPct val="0"/>
              </a:spcBef>
            </a:pPr>
            <a:r>
              <a:rPr lang="en-US" altLang="en-US" sz="1800">
                <a:latin typeface="Comic Sans MS" panose="030F0702030302020204" pitchFamily="66" charset="0"/>
              </a:rPr>
              <a:t>Memory</a:t>
            </a:r>
          </a:p>
        </p:txBody>
      </p:sp>
      <p:sp>
        <p:nvSpPr>
          <p:cNvPr id="167" name="Line 77">
            <a:extLst>
              <a:ext uri="{FF2B5EF4-FFF2-40B4-BE49-F238E27FC236}">
                <a16:creationId xmlns:a16="http://schemas.microsoft.com/office/drawing/2014/main" id="{E391FD54-6D4D-4207-8A86-8C6998571BF5}"/>
              </a:ext>
            </a:extLst>
          </p:cNvPr>
          <p:cNvSpPr>
            <a:spLocks noChangeShapeType="1"/>
          </p:cNvSpPr>
          <p:nvPr/>
        </p:nvSpPr>
        <p:spPr bwMode="auto">
          <a:xfrm>
            <a:off x="9586913" y="4591050"/>
            <a:ext cx="0" cy="3810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grpSp>
        <p:nvGrpSpPr>
          <p:cNvPr id="168" name="Group 78">
            <a:extLst>
              <a:ext uri="{FF2B5EF4-FFF2-40B4-BE49-F238E27FC236}">
                <a16:creationId xmlns:a16="http://schemas.microsoft.com/office/drawing/2014/main" id="{5B4F3CD3-A6CE-48BE-A208-3212D9C92A87}"/>
              </a:ext>
            </a:extLst>
          </p:cNvPr>
          <p:cNvGrpSpPr>
            <a:grpSpLocks/>
          </p:cNvGrpSpPr>
          <p:nvPr/>
        </p:nvGrpSpPr>
        <p:grpSpPr bwMode="auto">
          <a:xfrm>
            <a:off x="8977313" y="4972050"/>
            <a:ext cx="1066800" cy="762000"/>
            <a:chOff x="4320" y="3360"/>
            <a:chExt cx="576" cy="480"/>
          </a:xfrm>
        </p:grpSpPr>
        <p:sp>
          <p:nvSpPr>
            <p:cNvPr id="169" name="Rectangle 79">
              <a:extLst>
                <a:ext uri="{FF2B5EF4-FFF2-40B4-BE49-F238E27FC236}">
                  <a16:creationId xmlns:a16="http://schemas.microsoft.com/office/drawing/2014/main" id="{E644762B-F924-464C-A53B-B7B090A155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3360"/>
              <a:ext cx="576" cy="16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>
                <a:spcBef>
                  <a:spcPct val="0"/>
                </a:spcBef>
              </a:pPr>
              <a:r>
                <a:rPr lang="en-US" altLang="en-US" sz="1800">
                  <a:solidFill>
                    <a:schemeClr val="hlink"/>
                  </a:solidFill>
                  <a:latin typeface="Courier New" panose="02070309020205020404" pitchFamily="49" charset="0"/>
                </a:rPr>
                <a:t>1</a:t>
              </a:r>
              <a:r>
                <a:rPr lang="en-US" altLang="en-US" sz="1800">
                  <a:latin typeface="Courier New" panose="02070309020205020404" pitchFamily="49" charset="0"/>
                </a:rPr>
                <a:t> 10+R2</a:t>
              </a:r>
            </a:p>
          </p:txBody>
        </p:sp>
        <p:sp>
          <p:nvSpPr>
            <p:cNvPr id="170" name="Rectangle 80">
              <a:extLst>
                <a:ext uri="{FF2B5EF4-FFF2-40B4-BE49-F238E27FC236}">
                  <a16:creationId xmlns:a16="http://schemas.microsoft.com/office/drawing/2014/main" id="{A8B3D00E-5B31-4995-9374-3A787D0AFE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3520"/>
              <a:ext cx="576" cy="16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71" name="Rectangle 81">
              <a:extLst>
                <a:ext uri="{FF2B5EF4-FFF2-40B4-BE49-F238E27FC236}">
                  <a16:creationId xmlns:a16="http://schemas.microsoft.com/office/drawing/2014/main" id="{BF61603E-E54D-4DA8-946D-017DFC59F1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3680"/>
              <a:ext cx="576" cy="16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72" name="Line 82">
              <a:extLst>
                <a:ext uri="{FF2B5EF4-FFF2-40B4-BE49-F238E27FC236}">
                  <a16:creationId xmlns:a16="http://schemas.microsoft.com/office/drawing/2014/main" id="{926FCCE4-0D8E-4363-A07B-C575128648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2" y="3360"/>
              <a:ext cx="0" cy="4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173" name="Text Box 83">
            <a:extLst>
              <a:ext uri="{FF2B5EF4-FFF2-40B4-BE49-F238E27FC236}">
                <a16:creationId xmlns:a16="http://schemas.microsoft.com/office/drawing/2014/main" id="{BDF7C6A7-5CFE-436B-86A4-1974CB1DD7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24914" y="4667251"/>
            <a:ext cx="69691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800">
                <a:latin typeface="Comic Sans MS" panose="030F0702030302020204" pitchFamily="66" charset="0"/>
              </a:rPr>
              <a:t>Dest</a:t>
            </a:r>
          </a:p>
        </p:txBody>
      </p:sp>
      <p:sp>
        <p:nvSpPr>
          <p:cNvPr id="174" name="Text Box 84">
            <a:extLst>
              <a:ext uri="{FF2B5EF4-FFF2-40B4-BE49-F238E27FC236}">
                <a16:creationId xmlns:a16="http://schemas.microsoft.com/office/drawing/2014/main" id="{48422A93-1366-4F0D-8A5F-9AF4F03F51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9914" y="1543051"/>
            <a:ext cx="28416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2800">
                <a:latin typeface="Comic Sans MS" panose="030F0702030302020204" pitchFamily="66" charset="0"/>
              </a:rPr>
              <a:t>Reorder Buffer</a:t>
            </a:r>
            <a:endParaRPr lang="en-US" altLang="en-US" sz="1800">
              <a:latin typeface="Comic Sans MS" panose="030F0702030302020204" pitchFamily="66" charset="0"/>
            </a:endParaRPr>
          </a:p>
        </p:txBody>
      </p:sp>
      <p:sp>
        <p:nvSpPr>
          <p:cNvPr id="175" name="Text Box 85">
            <a:extLst>
              <a:ext uri="{FF2B5EF4-FFF2-40B4-BE49-F238E27FC236}">
                <a16:creationId xmlns:a16="http://schemas.microsoft.com/office/drawing/2014/main" id="{F06E32A6-D996-4201-90B8-C5F81DD7C9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6714" y="3219451"/>
            <a:ext cx="17827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2800">
                <a:latin typeface="Comic Sans MS" panose="030F0702030302020204" pitchFamily="66" charset="0"/>
              </a:rPr>
              <a:t>Registers</a:t>
            </a:r>
          </a:p>
        </p:txBody>
      </p:sp>
      <p:sp>
        <p:nvSpPr>
          <p:cNvPr id="176" name="Line 86">
            <a:extLst>
              <a:ext uri="{FF2B5EF4-FFF2-40B4-BE49-F238E27FC236}">
                <a16:creationId xmlns:a16="http://schemas.microsoft.com/office/drawing/2014/main" id="{42D23FBD-2D94-43B1-9E67-8062702A84A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586913" y="5734050"/>
            <a:ext cx="0" cy="3810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77" name="Line 87">
            <a:extLst>
              <a:ext uri="{FF2B5EF4-FFF2-40B4-BE49-F238E27FC236}">
                <a16:creationId xmlns:a16="http://schemas.microsoft.com/office/drawing/2014/main" id="{F1D6C2A3-4077-4591-8DF6-1390EEA46EA6}"/>
              </a:ext>
            </a:extLst>
          </p:cNvPr>
          <p:cNvSpPr>
            <a:spLocks noChangeShapeType="1"/>
          </p:cNvSpPr>
          <p:nvPr/>
        </p:nvSpPr>
        <p:spPr bwMode="auto">
          <a:xfrm>
            <a:off x="4938713" y="781050"/>
            <a:ext cx="11430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02845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208421-1F34-4FBF-83CF-0711ACF3A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12</a:t>
            </a:fld>
            <a:endParaRPr lang="en-IN" dirty="0"/>
          </a:p>
        </p:txBody>
      </p:sp>
      <p:grpSp>
        <p:nvGrpSpPr>
          <p:cNvPr id="7" name="Group 2">
            <a:extLst>
              <a:ext uri="{FF2B5EF4-FFF2-40B4-BE49-F238E27FC236}">
                <a16:creationId xmlns:a16="http://schemas.microsoft.com/office/drawing/2014/main" id="{F064AA89-D791-469C-8466-1973AF246E1A}"/>
              </a:ext>
            </a:extLst>
          </p:cNvPr>
          <p:cNvGrpSpPr>
            <a:grpSpLocks/>
          </p:cNvGrpSpPr>
          <p:nvPr/>
        </p:nvGrpSpPr>
        <p:grpSpPr bwMode="auto">
          <a:xfrm>
            <a:off x="6081713" y="4438650"/>
            <a:ext cx="2514600" cy="406400"/>
            <a:chOff x="2064" y="2928"/>
            <a:chExt cx="1584" cy="256"/>
          </a:xfrm>
        </p:grpSpPr>
        <p:sp>
          <p:nvSpPr>
            <p:cNvPr id="8" name="Rectangle 3">
              <a:extLst>
                <a:ext uri="{FF2B5EF4-FFF2-40B4-BE49-F238E27FC236}">
                  <a16:creationId xmlns:a16="http://schemas.microsoft.com/office/drawing/2014/main" id="{B3D11D32-0508-4993-8F58-B3A95F8E99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2928"/>
              <a:ext cx="1584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>
                <a:spcBef>
                  <a:spcPct val="0"/>
                </a:spcBef>
              </a:pPr>
              <a:endParaRPr lang="en-US" altLang="en-US" sz="1800">
                <a:latin typeface="Courier New" panose="02070309020205020404" pitchFamily="49" charset="0"/>
              </a:endParaRPr>
            </a:p>
          </p:txBody>
        </p:sp>
        <p:sp>
          <p:nvSpPr>
            <p:cNvPr id="9" name="Rectangle 4">
              <a:extLst>
                <a:ext uri="{FF2B5EF4-FFF2-40B4-BE49-F238E27FC236}">
                  <a16:creationId xmlns:a16="http://schemas.microsoft.com/office/drawing/2014/main" id="{ACAE1545-1BEF-4CB1-8E54-58B2122A43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3056"/>
              <a:ext cx="1584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0" name="Rectangle 5">
              <a:extLst>
                <a:ext uri="{FF2B5EF4-FFF2-40B4-BE49-F238E27FC236}">
                  <a16:creationId xmlns:a16="http://schemas.microsoft.com/office/drawing/2014/main" id="{1CBD5EE8-86FC-4802-B143-2B204D86E5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3" y="2928"/>
              <a:ext cx="425" cy="25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11" name="Rectangle 6">
            <a:extLst>
              <a:ext uri="{FF2B5EF4-FFF2-40B4-BE49-F238E27FC236}">
                <a16:creationId xmlns:a16="http://schemas.microsoft.com/office/drawing/2014/main" id="{3375FEE6-722F-4079-8D91-3A6FFE01C0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1313" y="4286250"/>
            <a:ext cx="2590800" cy="203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</a:pPr>
            <a:r>
              <a:rPr lang="en-US" altLang="en-US" sz="1800">
                <a:solidFill>
                  <a:schemeClr val="hlink"/>
                </a:solidFill>
                <a:latin typeface="Courier New" panose="02070309020205020404" pitchFamily="49" charset="0"/>
              </a:rPr>
              <a:t>2</a:t>
            </a:r>
            <a:r>
              <a:rPr lang="en-US" altLang="en-US" sz="1800">
                <a:latin typeface="Courier New" panose="02070309020205020404" pitchFamily="49" charset="0"/>
              </a:rPr>
              <a:t> ADDD R(F4),</a:t>
            </a:r>
            <a:r>
              <a:rPr lang="en-US" altLang="en-US" sz="1800">
                <a:solidFill>
                  <a:schemeClr val="hlink"/>
                </a:solidFill>
                <a:latin typeface="Courier New" panose="02070309020205020404" pitchFamily="49" charset="0"/>
              </a:rPr>
              <a:t>ROB1</a:t>
            </a:r>
            <a:endParaRPr lang="en-US" altLang="en-US" sz="1800">
              <a:latin typeface="Courier New" panose="02070309020205020404" pitchFamily="49" charset="0"/>
            </a:endParaRPr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5E7E0BEA-3355-4FFD-9BF6-0086DA45B8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1313" y="4489450"/>
            <a:ext cx="2590800" cy="203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3" name="Rectangle 8">
            <a:extLst>
              <a:ext uri="{FF2B5EF4-FFF2-40B4-BE49-F238E27FC236}">
                <a16:creationId xmlns:a16="http://schemas.microsoft.com/office/drawing/2014/main" id="{1F72BE59-0871-40E6-ADD4-2E1691B353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1313" y="4692650"/>
            <a:ext cx="2590800" cy="203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4" name="Rectangle 9">
            <a:extLst>
              <a:ext uri="{FF2B5EF4-FFF2-40B4-BE49-F238E27FC236}">
                <a16:creationId xmlns:a16="http://schemas.microsoft.com/office/drawing/2014/main" id="{7495FA72-B53F-437D-B641-105335AD9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1" y="4286250"/>
            <a:ext cx="633412" cy="609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5" name="Line 11">
            <a:extLst>
              <a:ext uri="{FF2B5EF4-FFF2-40B4-BE49-F238E27FC236}">
                <a16:creationId xmlns:a16="http://schemas.microsoft.com/office/drawing/2014/main" id="{37BBF451-A0EC-4D93-ACB4-BD6CDF313771}"/>
              </a:ext>
            </a:extLst>
          </p:cNvPr>
          <p:cNvSpPr>
            <a:spLocks noChangeShapeType="1"/>
          </p:cNvSpPr>
          <p:nvPr/>
        </p:nvSpPr>
        <p:spPr bwMode="auto">
          <a:xfrm>
            <a:off x="2881313" y="6115050"/>
            <a:ext cx="85344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6" name="Text Box 12">
            <a:extLst>
              <a:ext uri="{FF2B5EF4-FFF2-40B4-BE49-F238E27FC236}">
                <a16:creationId xmlns:a16="http://schemas.microsoft.com/office/drawing/2014/main" id="{C0777452-7953-4518-87DC-1B8E05ED87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02727" y="3374448"/>
            <a:ext cx="1058303" cy="572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800">
                <a:latin typeface="Comic Sans MS" panose="030F0702030302020204" pitchFamily="66" charset="0"/>
              </a:rPr>
              <a:t>To</a:t>
            </a:r>
          </a:p>
          <a:p>
            <a:pPr>
              <a:lnSpc>
                <a:spcPct val="70000"/>
              </a:lnSpc>
              <a:spcBef>
                <a:spcPct val="0"/>
              </a:spcBef>
            </a:pPr>
            <a:r>
              <a:rPr lang="en-US" altLang="en-US" sz="1800">
                <a:latin typeface="Comic Sans MS" panose="030F0702030302020204" pitchFamily="66" charset="0"/>
              </a:rPr>
              <a:t>Memory</a:t>
            </a:r>
          </a:p>
        </p:txBody>
      </p:sp>
      <p:sp>
        <p:nvSpPr>
          <p:cNvPr id="17" name="Rectangle 13">
            <a:extLst>
              <a:ext uri="{FF2B5EF4-FFF2-40B4-BE49-F238E27FC236}">
                <a16:creationId xmlns:a16="http://schemas.microsoft.com/office/drawing/2014/main" id="{7E8D0471-D31A-41B7-AE48-2F772CF241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7613" y="5429250"/>
            <a:ext cx="1066800" cy="3048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800">
                <a:latin typeface="Comic Sans MS" panose="030F0702030302020204" pitchFamily="66" charset="0"/>
              </a:rPr>
              <a:t>FP adders</a:t>
            </a:r>
          </a:p>
        </p:txBody>
      </p:sp>
      <p:sp>
        <p:nvSpPr>
          <p:cNvPr id="18" name="Rectangle 14">
            <a:extLst>
              <a:ext uri="{FF2B5EF4-FFF2-40B4-BE49-F238E27FC236}">
                <a16:creationId xmlns:a16="http://schemas.microsoft.com/office/drawing/2014/main" id="{9DF99FB1-F800-45FB-888E-0A85F95DD1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9426" y="5429250"/>
            <a:ext cx="1447800" cy="3048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800">
                <a:latin typeface="Comic Sans MS" panose="030F0702030302020204" pitchFamily="66" charset="0"/>
              </a:rPr>
              <a:t>FP multipliers</a:t>
            </a:r>
          </a:p>
        </p:txBody>
      </p:sp>
      <p:sp>
        <p:nvSpPr>
          <p:cNvPr id="19" name="Line 15">
            <a:extLst>
              <a:ext uri="{FF2B5EF4-FFF2-40B4-BE49-F238E27FC236}">
                <a16:creationId xmlns:a16="http://schemas.microsoft.com/office/drawing/2014/main" id="{A44BA2BC-DD49-4C0A-9736-CE075D1F750D}"/>
              </a:ext>
            </a:extLst>
          </p:cNvPr>
          <p:cNvSpPr>
            <a:spLocks noChangeShapeType="1"/>
          </p:cNvSpPr>
          <p:nvPr/>
        </p:nvSpPr>
        <p:spPr bwMode="auto">
          <a:xfrm>
            <a:off x="3933826" y="4895850"/>
            <a:ext cx="0" cy="533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0" name="Line 16">
            <a:extLst>
              <a:ext uri="{FF2B5EF4-FFF2-40B4-BE49-F238E27FC236}">
                <a16:creationId xmlns:a16="http://schemas.microsoft.com/office/drawing/2014/main" id="{248D66A1-5164-4C4A-8E28-DF2B7737E188}"/>
              </a:ext>
            </a:extLst>
          </p:cNvPr>
          <p:cNvSpPr>
            <a:spLocks noChangeShapeType="1"/>
          </p:cNvSpPr>
          <p:nvPr/>
        </p:nvSpPr>
        <p:spPr bwMode="auto">
          <a:xfrm>
            <a:off x="4619626" y="4895850"/>
            <a:ext cx="0" cy="533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1" name="Line 17">
            <a:extLst>
              <a:ext uri="{FF2B5EF4-FFF2-40B4-BE49-F238E27FC236}">
                <a16:creationId xmlns:a16="http://schemas.microsoft.com/office/drawing/2014/main" id="{5298E5BE-1648-4C23-9000-79947D0AF032}"/>
              </a:ext>
            </a:extLst>
          </p:cNvPr>
          <p:cNvSpPr>
            <a:spLocks noChangeShapeType="1"/>
          </p:cNvSpPr>
          <p:nvPr/>
        </p:nvSpPr>
        <p:spPr bwMode="auto">
          <a:xfrm>
            <a:off x="7058026" y="4819650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2" name="Line 18">
            <a:extLst>
              <a:ext uri="{FF2B5EF4-FFF2-40B4-BE49-F238E27FC236}">
                <a16:creationId xmlns:a16="http://schemas.microsoft.com/office/drawing/2014/main" id="{58216692-7825-40C1-B1F9-EFF0698983D2}"/>
              </a:ext>
            </a:extLst>
          </p:cNvPr>
          <p:cNvSpPr>
            <a:spLocks noChangeShapeType="1"/>
          </p:cNvSpPr>
          <p:nvPr/>
        </p:nvSpPr>
        <p:spPr bwMode="auto">
          <a:xfrm>
            <a:off x="7972426" y="4819650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3" name="Text Box 19">
            <a:extLst>
              <a:ext uri="{FF2B5EF4-FFF2-40B4-BE49-F238E27FC236}">
                <a16:creationId xmlns:a16="http://schemas.microsoft.com/office/drawing/2014/main" id="{1ADC482C-E8BC-426B-AFD4-273D40EF26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2401" y="4922838"/>
            <a:ext cx="1555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800">
                <a:latin typeface="Comic Sans MS" panose="030F0702030302020204" pitchFamily="66" charset="0"/>
              </a:rPr>
              <a:t>Reservation </a:t>
            </a:r>
          </a:p>
          <a:p>
            <a:pPr>
              <a:spcBef>
                <a:spcPct val="0"/>
              </a:spcBef>
            </a:pPr>
            <a:r>
              <a:rPr lang="en-US" altLang="en-US" sz="1800">
                <a:latin typeface="Comic Sans MS" panose="030F0702030302020204" pitchFamily="66" charset="0"/>
              </a:rPr>
              <a:t>Stations</a:t>
            </a:r>
          </a:p>
        </p:txBody>
      </p:sp>
      <p:sp>
        <p:nvSpPr>
          <p:cNvPr id="24" name="Line 20">
            <a:extLst>
              <a:ext uri="{FF2B5EF4-FFF2-40B4-BE49-F238E27FC236}">
                <a16:creationId xmlns:a16="http://schemas.microsoft.com/office/drawing/2014/main" id="{B7B82DF3-5DA2-4FC4-BE0F-F2F3BDE8236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91113" y="4895850"/>
            <a:ext cx="0" cy="12192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5" name="Line 21">
            <a:extLst>
              <a:ext uri="{FF2B5EF4-FFF2-40B4-BE49-F238E27FC236}">
                <a16:creationId xmlns:a16="http://schemas.microsoft.com/office/drawing/2014/main" id="{B949343F-EBDA-48FD-BF69-71553FF1411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43913" y="4819650"/>
            <a:ext cx="0" cy="12954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6" name="Text Box 22">
            <a:extLst>
              <a:ext uri="{FF2B5EF4-FFF2-40B4-BE49-F238E27FC236}">
                <a16:creationId xmlns:a16="http://schemas.microsoft.com/office/drawing/2014/main" id="{C8541854-913C-468A-86A4-F31225BED5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5114" y="552450"/>
            <a:ext cx="87947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800">
                <a:latin typeface="Comic Sans MS" panose="030F0702030302020204" pitchFamily="66" charset="0"/>
              </a:rPr>
              <a:t>FP Op</a:t>
            </a:r>
          </a:p>
          <a:p>
            <a:pPr>
              <a:spcBef>
                <a:spcPct val="0"/>
              </a:spcBef>
            </a:pPr>
            <a:r>
              <a:rPr lang="en-US" altLang="en-US" sz="1800">
                <a:latin typeface="Comic Sans MS" panose="030F0702030302020204" pitchFamily="66" charset="0"/>
              </a:rPr>
              <a:t>Queue</a:t>
            </a:r>
          </a:p>
        </p:txBody>
      </p:sp>
      <p:grpSp>
        <p:nvGrpSpPr>
          <p:cNvPr id="27" name="Group 23">
            <a:extLst>
              <a:ext uri="{FF2B5EF4-FFF2-40B4-BE49-F238E27FC236}">
                <a16:creationId xmlns:a16="http://schemas.microsoft.com/office/drawing/2014/main" id="{FEAC23CB-6E4E-4D06-9958-C3299E566F07}"/>
              </a:ext>
            </a:extLst>
          </p:cNvPr>
          <p:cNvGrpSpPr>
            <a:grpSpLocks/>
          </p:cNvGrpSpPr>
          <p:nvPr/>
        </p:nvGrpSpPr>
        <p:grpSpPr bwMode="auto">
          <a:xfrm>
            <a:off x="6081713" y="3143250"/>
            <a:ext cx="2209800" cy="812800"/>
            <a:chOff x="3456" y="1200"/>
            <a:chExt cx="1392" cy="512"/>
          </a:xfrm>
        </p:grpSpPr>
        <p:sp>
          <p:nvSpPr>
            <p:cNvPr id="28" name="Rectangle 24">
              <a:extLst>
                <a:ext uri="{FF2B5EF4-FFF2-40B4-BE49-F238E27FC236}">
                  <a16:creationId xmlns:a16="http://schemas.microsoft.com/office/drawing/2014/main" id="{D68B6570-E15E-4E3C-954E-EF29902556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200"/>
              <a:ext cx="1392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9" name="Rectangle 25">
              <a:extLst>
                <a:ext uri="{FF2B5EF4-FFF2-40B4-BE49-F238E27FC236}">
                  <a16:creationId xmlns:a16="http://schemas.microsoft.com/office/drawing/2014/main" id="{4250BD8F-64AF-4BED-B242-49AAA0990F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328"/>
              <a:ext cx="1392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" name="Rectangle 26">
              <a:extLst>
                <a:ext uri="{FF2B5EF4-FFF2-40B4-BE49-F238E27FC236}">
                  <a16:creationId xmlns:a16="http://schemas.microsoft.com/office/drawing/2014/main" id="{A551301C-F752-4C2A-86A3-6FB87169E4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456"/>
              <a:ext cx="1392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" name="Rectangle 27">
              <a:extLst>
                <a:ext uri="{FF2B5EF4-FFF2-40B4-BE49-F238E27FC236}">
                  <a16:creationId xmlns:a16="http://schemas.microsoft.com/office/drawing/2014/main" id="{265E113C-4D55-4C70-909B-9C4B104D81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584"/>
              <a:ext cx="1392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32" name="Freeform 28">
            <a:extLst>
              <a:ext uri="{FF2B5EF4-FFF2-40B4-BE49-F238E27FC236}">
                <a16:creationId xmlns:a16="http://schemas.microsoft.com/office/drawing/2014/main" id="{D847644E-8FD2-4D7E-B940-5F42E1EB1F4C}"/>
              </a:ext>
            </a:extLst>
          </p:cNvPr>
          <p:cNvSpPr>
            <a:spLocks/>
          </p:cNvSpPr>
          <p:nvPr/>
        </p:nvSpPr>
        <p:spPr bwMode="auto">
          <a:xfrm>
            <a:off x="7529513" y="2914650"/>
            <a:ext cx="2057400" cy="533400"/>
          </a:xfrm>
          <a:custGeom>
            <a:avLst/>
            <a:gdLst>
              <a:gd name="T0" fmla="*/ 0 w 1296"/>
              <a:gd name="T1" fmla="*/ 0 h 480"/>
              <a:gd name="T2" fmla="*/ 2057400 w 1296"/>
              <a:gd name="T3" fmla="*/ 0 h 480"/>
              <a:gd name="T4" fmla="*/ 2057400 w 1296"/>
              <a:gd name="T5" fmla="*/ 533400 h 48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296" h="480">
                <a:moveTo>
                  <a:pt x="0" y="0"/>
                </a:moveTo>
                <a:lnTo>
                  <a:pt x="1296" y="0"/>
                </a:lnTo>
                <a:lnTo>
                  <a:pt x="1296" y="480"/>
                </a:lnTo>
              </a:path>
            </a:pathLst>
          </a:custGeom>
          <a:noFill/>
          <a:ln w="76200" cap="flat" cmpd="sng">
            <a:solidFill>
              <a:schemeClr val="hlink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3" name="Text Box 29">
            <a:extLst>
              <a:ext uri="{FF2B5EF4-FFF2-40B4-BE49-F238E27FC236}">
                <a16:creationId xmlns:a16="http://schemas.microsoft.com/office/drawing/2014/main" id="{05C27982-CA4A-4A8B-A67C-20215A029E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67913" y="628650"/>
            <a:ext cx="660400" cy="2198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en-US" sz="1400">
                <a:solidFill>
                  <a:schemeClr val="hlink"/>
                </a:solidFill>
                <a:latin typeface="Comic Sans MS" panose="030F0702030302020204" pitchFamily="66" charset="0"/>
              </a:rPr>
              <a:t>ROB7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en-US" sz="1400">
                <a:solidFill>
                  <a:schemeClr val="hlink"/>
                </a:solidFill>
                <a:latin typeface="Comic Sans MS" panose="030F0702030302020204" pitchFamily="66" charset="0"/>
              </a:rPr>
              <a:t>ROB6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en-US" sz="1400">
                <a:solidFill>
                  <a:schemeClr val="hlink"/>
                </a:solidFill>
                <a:latin typeface="Comic Sans MS" panose="030F0702030302020204" pitchFamily="66" charset="0"/>
              </a:rPr>
              <a:t>ROB5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en-US" sz="1400">
                <a:solidFill>
                  <a:schemeClr val="hlink"/>
                </a:solidFill>
                <a:latin typeface="Comic Sans MS" panose="030F0702030302020204" pitchFamily="66" charset="0"/>
              </a:rPr>
              <a:t>ROB4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en-US" sz="1400">
                <a:solidFill>
                  <a:schemeClr val="hlink"/>
                </a:solidFill>
                <a:latin typeface="Comic Sans MS" panose="030F0702030302020204" pitchFamily="66" charset="0"/>
              </a:rPr>
              <a:t>ROB3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en-US" sz="1400">
                <a:solidFill>
                  <a:schemeClr val="hlink"/>
                </a:solidFill>
                <a:latin typeface="Comic Sans MS" panose="030F0702030302020204" pitchFamily="66" charset="0"/>
              </a:rPr>
              <a:t>ROB2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en-US" sz="1400">
                <a:solidFill>
                  <a:schemeClr val="hlink"/>
                </a:solidFill>
                <a:latin typeface="Comic Sans MS" panose="030F0702030302020204" pitchFamily="66" charset="0"/>
              </a:rPr>
              <a:t>ROB1</a:t>
            </a:r>
          </a:p>
        </p:txBody>
      </p:sp>
      <p:grpSp>
        <p:nvGrpSpPr>
          <p:cNvPr id="34" name="Group 30">
            <a:extLst>
              <a:ext uri="{FF2B5EF4-FFF2-40B4-BE49-F238E27FC236}">
                <a16:creationId xmlns:a16="http://schemas.microsoft.com/office/drawing/2014/main" id="{7494F6FA-AFD0-4A16-8806-1ABE447FFED0}"/>
              </a:ext>
            </a:extLst>
          </p:cNvPr>
          <p:cNvGrpSpPr>
            <a:grpSpLocks/>
          </p:cNvGrpSpPr>
          <p:nvPr/>
        </p:nvGrpSpPr>
        <p:grpSpPr bwMode="auto">
          <a:xfrm>
            <a:off x="6081713" y="628650"/>
            <a:ext cx="3886200" cy="2133600"/>
            <a:chOff x="2208" y="624"/>
            <a:chExt cx="2448" cy="1344"/>
          </a:xfrm>
        </p:grpSpPr>
        <p:grpSp>
          <p:nvGrpSpPr>
            <p:cNvPr id="35" name="Group 31">
              <a:extLst>
                <a:ext uri="{FF2B5EF4-FFF2-40B4-BE49-F238E27FC236}">
                  <a16:creationId xmlns:a16="http://schemas.microsoft.com/office/drawing/2014/main" id="{B3CBF85A-8651-4F9D-962D-856F0D1B98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8" y="624"/>
              <a:ext cx="2448" cy="768"/>
              <a:chOff x="2208" y="576"/>
              <a:chExt cx="2448" cy="768"/>
            </a:xfrm>
          </p:grpSpPr>
          <p:sp>
            <p:nvSpPr>
              <p:cNvPr id="48" name="Rectangle 32">
                <a:extLst>
                  <a:ext uri="{FF2B5EF4-FFF2-40B4-BE49-F238E27FC236}">
                    <a16:creationId xmlns:a16="http://schemas.microsoft.com/office/drawing/2014/main" id="{A3A40956-31FE-4A95-BFEE-3C39A882F6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576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endParaRPr lang="en-US" altLang="en-US" sz="1800">
                  <a:latin typeface="Courier New" panose="02070309020205020404" pitchFamily="49" charset="0"/>
                </a:endParaRPr>
              </a:p>
            </p:txBody>
          </p:sp>
          <p:sp>
            <p:nvSpPr>
              <p:cNvPr id="49" name="Rectangle 33">
                <a:extLst>
                  <a:ext uri="{FF2B5EF4-FFF2-40B4-BE49-F238E27FC236}">
                    <a16:creationId xmlns:a16="http://schemas.microsoft.com/office/drawing/2014/main" id="{DA5E5881-808B-427F-B429-9978B37D0D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768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endParaRPr lang="en-US" altLang="en-US" sz="1800">
                  <a:latin typeface="Courier New" panose="02070309020205020404" pitchFamily="49" charset="0"/>
                </a:endParaRPr>
              </a:p>
            </p:txBody>
          </p:sp>
          <p:sp>
            <p:nvSpPr>
              <p:cNvPr id="50" name="Rectangle 34">
                <a:extLst>
                  <a:ext uri="{FF2B5EF4-FFF2-40B4-BE49-F238E27FC236}">
                    <a16:creationId xmlns:a16="http://schemas.microsoft.com/office/drawing/2014/main" id="{F0C5ACFD-8B42-48F3-9423-4B8036994F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576"/>
                <a:ext cx="62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endParaRPr lang="en-US" altLang="en-US" sz="1800">
                  <a:latin typeface="Courier New" panose="02070309020205020404" pitchFamily="49" charset="0"/>
                </a:endParaRPr>
              </a:p>
            </p:txBody>
          </p:sp>
          <p:sp>
            <p:nvSpPr>
              <p:cNvPr id="51" name="Rectangle 35">
                <a:extLst>
                  <a:ext uri="{FF2B5EF4-FFF2-40B4-BE49-F238E27FC236}">
                    <a16:creationId xmlns:a16="http://schemas.microsoft.com/office/drawing/2014/main" id="{47231131-309B-4AE2-AC81-2450240609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768"/>
                <a:ext cx="62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endParaRPr lang="en-US" altLang="en-US" sz="1800">
                  <a:latin typeface="Courier New" panose="02070309020205020404" pitchFamily="49" charset="0"/>
                </a:endParaRPr>
              </a:p>
            </p:txBody>
          </p:sp>
          <p:sp>
            <p:nvSpPr>
              <p:cNvPr id="52" name="Rectangle 36">
                <a:extLst>
                  <a:ext uri="{FF2B5EF4-FFF2-40B4-BE49-F238E27FC236}">
                    <a16:creationId xmlns:a16="http://schemas.microsoft.com/office/drawing/2014/main" id="{160F9F13-229B-4FDB-B21B-1DA2B8E8C3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2" y="576"/>
                <a:ext cx="134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l">
                  <a:spcBef>
                    <a:spcPct val="0"/>
                  </a:spcBef>
                </a:pPr>
                <a:endParaRPr lang="en-US" altLang="en-US" sz="1800">
                  <a:latin typeface="Courier New" panose="02070309020205020404" pitchFamily="49" charset="0"/>
                </a:endParaRPr>
              </a:p>
            </p:txBody>
          </p:sp>
          <p:sp>
            <p:nvSpPr>
              <p:cNvPr id="53" name="Rectangle 37">
                <a:extLst>
                  <a:ext uri="{FF2B5EF4-FFF2-40B4-BE49-F238E27FC236}">
                    <a16:creationId xmlns:a16="http://schemas.microsoft.com/office/drawing/2014/main" id="{74B5F580-6515-41F9-B16E-BE75F91EB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2" y="768"/>
                <a:ext cx="134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l">
                  <a:spcBef>
                    <a:spcPct val="0"/>
                  </a:spcBef>
                </a:pPr>
                <a:endParaRPr lang="en-US" altLang="en-US" sz="1800">
                  <a:latin typeface="Courier New" panose="02070309020205020404" pitchFamily="49" charset="0"/>
                </a:endParaRPr>
              </a:p>
            </p:txBody>
          </p:sp>
          <p:sp>
            <p:nvSpPr>
              <p:cNvPr id="54" name="Rectangle 38">
                <a:extLst>
                  <a:ext uri="{FF2B5EF4-FFF2-40B4-BE49-F238E27FC236}">
                    <a16:creationId xmlns:a16="http://schemas.microsoft.com/office/drawing/2014/main" id="{90516C5D-766D-4AB7-99E8-57D411EDD7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576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endParaRPr lang="en-US" altLang="en-US" sz="1800">
                  <a:latin typeface="Courier New" panose="02070309020205020404" pitchFamily="49" charset="0"/>
                </a:endParaRPr>
              </a:p>
            </p:txBody>
          </p:sp>
          <p:sp>
            <p:nvSpPr>
              <p:cNvPr id="55" name="Rectangle 39">
                <a:extLst>
                  <a:ext uri="{FF2B5EF4-FFF2-40B4-BE49-F238E27FC236}">
                    <a16:creationId xmlns:a16="http://schemas.microsoft.com/office/drawing/2014/main" id="{C8D40812-A763-4E2A-B85A-88107F484B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768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endParaRPr lang="en-US" altLang="en-US" sz="1800">
                  <a:latin typeface="Courier New" panose="02070309020205020404" pitchFamily="49" charset="0"/>
                </a:endParaRPr>
              </a:p>
            </p:txBody>
          </p:sp>
          <p:sp>
            <p:nvSpPr>
              <p:cNvPr id="56" name="Rectangle 40">
                <a:extLst>
                  <a:ext uri="{FF2B5EF4-FFF2-40B4-BE49-F238E27FC236}">
                    <a16:creationId xmlns:a16="http://schemas.microsoft.com/office/drawing/2014/main" id="{DBEE8F17-50F9-4D0C-9CF2-42A5502533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960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endParaRPr lang="en-US" altLang="en-US" sz="1800">
                  <a:latin typeface="Courier New" panose="02070309020205020404" pitchFamily="49" charset="0"/>
                </a:endParaRPr>
              </a:p>
            </p:txBody>
          </p:sp>
          <p:sp>
            <p:nvSpPr>
              <p:cNvPr id="57" name="Rectangle 41">
                <a:extLst>
                  <a:ext uri="{FF2B5EF4-FFF2-40B4-BE49-F238E27FC236}">
                    <a16:creationId xmlns:a16="http://schemas.microsoft.com/office/drawing/2014/main" id="{765FBF6E-613F-49D7-BA11-4F1B769C6A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960"/>
                <a:ext cx="62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endParaRPr lang="en-US" altLang="en-US" sz="1800">
                  <a:latin typeface="Courier New" panose="02070309020205020404" pitchFamily="49" charset="0"/>
                </a:endParaRPr>
              </a:p>
            </p:txBody>
          </p:sp>
          <p:sp>
            <p:nvSpPr>
              <p:cNvPr id="58" name="Rectangle 42">
                <a:extLst>
                  <a:ext uri="{FF2B5EF4-FFF2-40B4-BE49-F238E27FC236}">
                    <a16:creationId xmlns:a16="http://schemas.microsoft.com/office/drawing/2014/main" id="{FE58EB37-6129-402F-90CB-BDC9B41E31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2" y="960"/>
                <a:ext cx="134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l">
                  <a:spcBef>
                    <a:spcPct val="0"/>
                  </a:spcBef>
                </a:pPr>
                <a:endParaRPr lang="en-US" altLang="en-US" sz="1800">
                  <a:latin typeface="Courier New" panose="02070309020205020404" pitchFamily="49" charset="0"/>
                </a:endParaRPr>
              </a:p>
            </p:txBody>
          </p:sp>
          <p:sp>
            <p:nvSpPr>
              <p:cNvPr id="59" name="Rectangle 43">
                <a:extLst>
                  <a:ext uri="{FF2B5EF4-FFF2-40B4-BE49-F238E27FC236}">
                    <a16:creationId xmlns:a16="http://schemas.microsoft.com/office/drawing/2014/main" id="{7801D3B2-A6A5-4401-98ED-471161DE60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960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endParaRPr lang="en-US" altLang="en-US" sz="1800">
                  <a:latin typeface="Courier New" panose="02070309020205020404" pitchFamily="49" charset="0"/>
                </a:endParaRPr>
              </a:p>
            </p:txBody>
          </p:sp>
          <p:sp>
            <p:nvSpPr>
              <p:cNvPr id="60" name="Rectangle 44">
                <a:extLst>
                  <a:ext uri="{FF2B5EF4-FFF2-40B4-BE49-F238E27FC236}">
                    <a16:creationId xmlns:a16="http://schemas.microsoft.com/office/drawing/2014/main" id="{3D053AEE-64C5-41D0-BE94-5D41A72BB1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1152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endParaRPr lang="en-US" altLang="en-US" sz="1800">
                  <a:latin typeface="Courier New" panose="02070309020205020404" pitchFamily="49" charset="0"/>
                </a:endParaRPr>
              </a:p>
            </p:txBody>
          </p:sp>
          <p:sp>
            <p:nvSpPr>
              <p:cNvPr id="61" name="Rectangle 45">
                <a:extLst>
                  <a:ext uri="{FF2B5EF4-FFF2-40B4-BE49-F238E27FC236}">
                    <a16:creationId xmlns:a16="http://schemas.microsoft.com/office/drawing/2014/main" id="{E23090F1-10C1-43A9-AD1D-BA8FF62120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1152"/>
                <a:ext cx="62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endParaRPr lang="en-US" altLang="en-US" sz="1800">
                  <a:latin typeface="Courier New" panose="02070309020205020404" pitchFamily="49" charset="0"/>
                </a:endParaRPr>
              </a:p>
            </p:txBody>
          </p:sp>
          <p:sp>
            <p:nvSpPr>
              <p:cNvPr id="62" name="Rectangle 46">
                <a:extLst>
                  <a:ext uri="{FF2B5EF4-FFF2-40B4-BE49-F238E27FC236}">
                    <a16:creationId xmlns:a16="http://schemas.microsoft.com/office/drawing/2014/main" id="{9BA28022-0399-41C1-8E34-3C877DF2A0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2" y="1152"/>
                <a:ext cx="134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l">
                  <a:spcBef>
                    <a:spcPct val="0"/>
                  </a:spcBef>
                </a:pPr>
                <a:endParaRPr lang="en-US" altLang="en-US" sz="1800">
                  <a:latin typeface="Courier New" panose="02070309020205020404" pitchFamily="49" charset="0"/>
                </a:endParaRPr>
              </a:p>
            </p:txBody>
          </p:sp>
          <p:sp>
            <p:nvSpPr>
              <p:cNvPr id="63" name="Rectangle 47">
                <a:extLst>
                  <a:ext uri="{FF2B5EF4-FFF2-40B4-BE49-F238E27FC236}">
                    <a16:creationId xmlns:a16="http://schemas.microsoft.com/office/drawing/2014/main" id="{CE98F9AC-68E5-458F-B781-BA162C15AB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1152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endParaRPr lang="en-US" altLang="en-US" sz="1800">
                  <a:latin typeface="Courier New" panose="02070309020205020404" pitchFamily="49" charset="0"/>
                </a:endParaRPr>
              </a:p>
            </p:txBody>
          </p:sp>
        </p:grpSp>
        <p:sp>
          <p:nvSpPr>
            <p:cNvPr id="36" name="Rectangle 48">
              <a:extLst>
                <a:ext uri="{FF2B5EF4-FFF2-40B4-BE49-F238E27FC236}">
                  <a16:creationId xmlns:a16="http://schemas.microsoft.com/office/drawing/2014/main" id="{4B54209F-F2B0-4F74-8051-88A875C267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392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</a:pPr>
              <a:endParaRPr lang="en-US" altLang="en-US" sz="1800">
                <a:latin typeface="Courier New" panose="02070309020205020404" pitchFamily="49" charset="0"/>
              </a:endParaRPr>
            </a:p>
          </p:txBody>
        </p:sp>
        <p:sp>
          <p:nvSpPr>
            <p:cNvPr id="37" name="Rectangle 49">
              <a:extLst>
                <a:ext uri="{FF2B5EF4-FFF2-40B4-BE49-F238E27FC236}">
                  <a16:creationId xmlns:a16="http://schemas.microsoft.com/office/drawing/2014/main" id="{913028DC-9F2F-4845-BCD6-FE2F93D456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584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lang="en-US" altLang="en-US" sz="1800">
                  <a:latin typeface="Courier New" panose="02070309020205020404" pitchFamily="49" charset="0"/>
                </a:rPr>
                <a:t>F10</a:t>
              </a:r>
            </a:p>
          </p:txBody>
        </p:sp>
        <p:sp>
          <p:nvSpPr>
            <p:cNvPr id="38" name="Rectangle 50">
              <a:extLst>
                <a:ext uri="{FF2B5EF4-FFF2-40B4-BE49-F238E27FC236}">
                  <a16:creationId xmlns:a16="http://schemas.microsoft.com/office/drawing/2014/main" id="{088358AF-7CFD-41A5-BE53-81615270F1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776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lang="en-US" altLang="en-US" sz="1800">
                  <a:latin typeface="Courier New" panose="02070309020205020404" pitchFamily="49" charset="0"/>
                </a:rPr>
                <a:t>F0</a:t>
              </a:r>
            </a:p>
          </p:txBody>
        </p:sp>
        <p:sp>
          <p:nvSpPr>
            <p:cNvPr id="39" name="Rectangle 51">
              <a:extLst>
                <a:ext uri="{FF2B5EF4-FFF2-40B4-BE49-F238E27FC236}">
                  <a16:creationId xmlns:a16="http://schemas.microsoft.com/office/drawing/2014/main" id="{EFA18D3E-BE49-41DC-B256-2AE597D9E4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1392"/>
              <a:ext cx="62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</a:pPr>
              <a:endParaRPr lang="en-US" altLang="en-US" sz="1800">
                <a:latin typeface="Courier New" panose="02070309020205020404" pitchFamily="49" charset="0"/>
              </a:endParaRPr>
            </a:p>
          </p:txBody>
        </p:sp>
        <p:sp>
          <p:nvSpPr>
            <p:cNvPr id="40" name="Rectangle 52">
              <a:extLst>
                <a:ext uri="{FF2B5EF4-FFF2-40B4-BE49-F238E27FC236}">
                  <a16:creationId xmlns:a16="http://schemas.microsoft.com/office/drawing/2014/main" id="{682F261D-C9BD-4BED-8FBA-1F5DA7F81A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1584"/>
              <a:ext cx="62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</a:pPr>
              <a:endParaRPr lang="en-US" altLang="en-US" sz="1800">
                <a:latin typeface="Courier New" panose="02070309020205020404" pitchFamily="49" charset="0"/>
              </a:endParaRPr>
            </a:p>
          </p:txBody>
        </p:sp>
        <p:sp>
          <p:nvSpPr>
            <p:cNvPr id="41" name="Rectangle 53">
              <a:extLst>
                <a:ext uri="{FF2B5EF4-FFF2-40B4-BE49-F238E27FC236}">
                  <a16:creationId xmlns:a16="http://schemas.microsoft.com/office/drawing/2014/main" id="{1A4FACD4-62DB-4AAD-8F56-89E442B696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1776"/>
              <a:ext cx="62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</a:pPr>
              <a:endParaRPr lang="en-US" altLang="en-US" sz="1800">
                <a:latin typeface="Courier New" panose="02070309020205020404" pitchFamily="49" charset="0"/>
              </a:endParaRPr>
            </a:p>
          </p:txBody>
        </p:sp>
        <p:sp>
          <p:nvSpPr>
            <p:cNvPr id="42" name="Rectangle 54">
              <a:extLst>
                <a:ext uri="{FF2B5EF4-FFF2-40B4-BE49-F238E27FC236}">
                  <a16:creationId xmlns:a16="http://schemas.microsoft.com/office/drawing/2014/main" id="{7FFFE722-53EE-4B16-B536-E96FA57AF9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1392"/>
              <a:ext cx="134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>
                <a:spcBef>
                  <a:spcPct val="0"/>
                </a:spcBef>
              </a:pPr>
              <a:endParaRPr lang="en-US" altLang="en-US" sz="1800">
                <a:latin typeface="Courier New" panose="02070309020205020404" pitchFamily="49" charset="0"/>
              </a:endParaRPr>
            </a:p>
          </p:txBody>
        </p:sp>
        <p:sp>
          <p:nvSpPr>
            <p:cNvPr id="43" name="Rectangle 55">
              <a:extLst>
                <a:ext uri="{FF2B5EF4-FFF2-40B4-BE49-F238E27FC236}">
                  <a16:creationId xmlns:a16="http://schemas.microsoft.com/office/drawing/2014/main" id="{F11A3374-DB1F-4574-9410-2FD915987B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1584"/>
              <a:ext cx="134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>
                <a:spcBef>
                  <a:spcPct val="0"/>
                </a:spcBef>
              </a:pPr>
              <a:r>
                <a:rPr lang="en-US" altLang="en-US" sz="1800">
                  <a:latin typeface="Courier New" panose="02070309020205020404" pitchFamily="49" charset="0"/>
                </a:rPr>
                <a:t>ADDD F10,F4,F0</a:t>
              </a:r>
            </a:p>
          </p:txBody>
        </p:sp>
        <p:sp>
          <p:nvSpPr>
            <p:cNvPr id="44" name="Rectangle 56">
              <a:extLst>
                <a:ext uri="{FF2B5EF4-FFF2-40B4-BE49-F238E27FC236}">
                  <a16:creationId xmlns:a16="http://schemas.microsoft.com/office/drawing/2014/main" id="{92E92C65-4144-43FC-BCD2-F1BCEB0A14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1776"/>
              <a:ext cx="134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>
                <a:spcBef>
                  <a:spcPct val="0"/>
                </a:spcBef>
              </a:pPr>
              <a:r>
                <a:rPr lang="en-US" altLang="en-US" sz="1800">
                  <a:latin typeface="Courier New" panose="02070309020205020404" pitchFamily="49" charset="0"/>
                </a:rPr>
                <a:t>LD F0,10(R2)</a:t>
              </a:r>
            </a:p>
          </p:txBody>
        </p:sp>
        <p:sp>
          <p:nvSpPr>
            <p:cNvPr id="45" name="Rectangle 57">
              <a:extLst>
                <a:ext uri="{FF2B5EF4-FFF2-40B4-BE49-F238E27FC236}">
                  <a16:creationId xmlns:a16="http://schemas.microsoft.com/office/drawing/2014/main" id="{2F9BF9B8-9766-4B97-AC1F-08601CDD49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1392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</a:pPr>
              <a:endParaRPr lang="en-US" altLang="en-US" sz="1800">
                <a:latin typeface="Courier New" panose="02070309020205020404" pitchFamily="49" charset="0"/>
              </a:endParaRPr>
            </a:p>
          </p:txBody>
        </p:sp>
        <p:sp>
          <p:nvSpPr>
            <p:cNvPr id="46" name="Rectangle 58">
              <a:extLst>
                <a:ext uri="{FF2B5EF4-FFF2-40B4-BE49-F238E27FC236}">
                  <a16:creationId xmlns:a16="http://schemas.microsoft.com/office/drawing/2014/main" id="{8CF20D0A-B7EB-40C2-8BFD-BCBC6B0DCA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1584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lang="en-US" altLang="en-US" sz="1800">
                  <a:latin typeface="Courier New" panose="02070309020205020404" pitchFamily="49" charset="0"/>
                </a:rPr>
                <a:t>N</a:t>
              </a:r>
            </a:p>
          </p:txBody>
        </p:sp>
        <p:sp>
          <p:nvSpPr>
            <p:cNvPr id="47" name="Rectangle 59">
              <a:extLst>
                <a:ext uri="{FF2B5EF4-FFF2-40B4-BE49-F238E27FC236}">
                  <a16:creationId xmlns:a16="http://schemas.microsoft.com/office/drawing/2014/main" id="{F66ACC1E-8C7E-4C6A-8980-49C8ED62C3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1776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lang="en-US" altLang="en-US" sz="1800">
                  <a:latin typeface="Courier New" panose="02070309020205020404" pitchFamily="49" charset="0"/>
                </a:rPr>
                <a:t>N</a:t>
              </a:r>
            </a:p>
          </p:txBody>
        </p:sp>
      </p:grpSp>
      <p:sp>
        <p:nvSpPr>
          <p:cNvPr id="64" name="Line 60">
            <a:extLst>
              <a:ext uri="{FF2B5EF4-FFF2-40B4-BE49-F238E27FC236}">
                <a16:creationId xmlns:a16="http://schemas.microsoft.com/office/drawing/2014/main" id="{068BF9FB-DCC7-4CD8-9B1C-E9742D40934A}"/>
              </a:ext>
            </a:extLst>
          </p:cNvPr>
          <p:cNvSpPr>
            <a:spLocks noChangeShapeType="1"/>
          </p:cNvSpPr>
          <p:nvPr/>
        </p:nvSpPr>
        <p:spPr bwMode="auto">
          <a:xfrm>
            <a:off x="7529513" y="2762250"/>
            <a:ext cx="0" cy="3810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5" name="Text Box 61">
            <a:extLst>
              <a:ext uri="{FF2B5EF4-FFF2-40B4-BE49-F238E27FC236}">
                <a16:creationId xmlns:a16="http://schemas.microsoft.com/office/drawing/2014/main" id="{F3B7BA6E-74BB-4FFD-8A18-BD4178D81F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34513" y="247651"/>
            <a:ext cx="8461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800">
                <a:latin typeface="Comic Sans MS" panose="030F0702030302020204" pitchFamily="66" charset="0"/>
              </a:rPr>
              <a:t>Done?</a:t>
            </a:r>
          </a:p>
        </p:txBody>
      </p:sp>
      <p:sp>
        <p:nvSpPr>
          <p:cNvPr id="66" name="Freeform 62">
            <a:extLst>
              <a:ext uri="{FF2B5EF4-FFF2-40B4-BE49-F238E27FC236}">
                <a16:creationId xmlns:a16="http://schemas.microsoft.com/office/drawing/2014/main" id="{ECBBAE45-8920-4EEC-8B56-AD5C8ACBD0D4}"/>
              </a:ext>
            </a:extLst>
          </p:cNvPr>
          <p:cNvSpPr>
            <a:spLocks/>
          </p:cNvSpPr>
          <p:nvPr/>
        </p:nvSpPr>
        <p:spPr bwMode="auto">
          <a:xfrm>
            <a:off x="10044113" y="1847850"/>
            <a:ext cx="609600" cy="4267200"/>
          </a:xfrm>
          <a:custGeom>
            <a:avLst/>
            <a:gdLst>
              <a:gd name="T0" fmla="*/ 609600 w 576"/>
              <a:gd name="T1" fmla="*/ 4267200 h 2832"/>
              <a:gd name="T2" fmla="*/ 609600 w 576"/>
              <a:gd name="T3" fmla="*/ 0 h 2832"/>
              <a:gd name="T4" fmla="*/ 0 w 576"/>
              <a:gd name="T5" fmla="*/ 0 h 283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576" h="2832">
                <a:moveTo>
                  <a:pt x="576" y="2832"/>
                </a:moveTo>
                <a:lnTo>
                  <a:pt x="576" y="0"/>
                </a:lnTo>
                <a:lnTo>
                  <a:pt x="0" y="0"/>
                </a:lnTo>
              </a:path>
            </a:pathLst>
          </a:custGeom>
          <a:noFill/>
          <a:ln w="76200" cap="flat" cmpd="sng">
            <a:solidFill>
              <a:schemeClr val="hlink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7" name="Line 63">
            <a:extLst>
              <a:ext uri="{FF2B5EF4-FFF2-40B4-BE49-F238E27FC236}">
                <a16:creationId xmlns:a16="http://schemas.microsoft.com/office/drawing/2014/main" id="{A3CB09FB-E625-499F-BBDA-6B1CA65B465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529513" y="5734050"/>
            <a:ext cx="0" cy="4572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8" name="Line 64">
            <a:extLst>
              <a:ext uri="{FF2B5EF4-FFF2-40B4-BE49-F238E27FC236}">
                <a16:creationId xmlns:a16="http://schemas.microsoft.com/office/drawing/2014/main" id="{8AEE312F-DF3F-46D8-8C9C-5FBC61AB897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92602" y="5729289"/>
            <a:ext cx="7937" cy="401637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9" name="Text Box 65">
            <a:extLst>
              <a:ext uri="{FF2B5EF4-FFF2-40B4-BE49-F238E27FC236}">
                <a16:creationId xmlns:a16="http://schemas.microsoft.com/office/drawing/2014/main" id="{200BED59-DAD9-4BB0-A786-C0F2509279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6689" y="3921126"/>
            <a:ext cx="69691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800">
                <a:latin typeface="Comic Sans MS" panose="030F0702030302020204" pitchFamily="66" charset="0"/>
              </a:rPr>
              <a:t>Dest</a:t>
            </a:r>
          </a:p>
        </p:txBody>
      </p:sp>
      <p:sp>
        <p:nvSpPr>
          <p:cNvPr id="70" name="Text Box 66">
            <a:extLst>
              <a:ext uri="{FF2B5EF4-FFF2-40B4-BE49-F238E27FC236}">
                <a16:creationId xmlns:a16="http://schemas.microsoft.com/office/drawing/2014/main" id="{85E84F06-4FE3-4E67-A27A-F9F70F24EA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9314" y="4057651"/>
            <a:ext cx="69691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800">
                <a:latin typeface="Comic Sans MS" panose="030F0702030302020204" pitchFamily="66" charset="0"/>
              </a:rPr>
              <a:t>Dest</a:t>
            </a:r>
          </a:p>
        </p:txBody>
      </p:sp>
      <p:sp>
        <p:nvSpPr>
          <p:cNvPr id="71" name="AutoShape 67">
            <a:extLst>
              <a:ext uri="{FF2B5EF4-FFF2-40B4-BE49-F238E27FC236}">
                <a16:creationId xmlns:a16="http://schemas.microsoft.com/office/drawing/2014/main" id="{3F34F895-8D76-407A-9E81-012CFCFCC9E1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1002963" y="1009650"/>
            <a:ext cx="457200" cy="1143000"/>
          </a:xfrm>
          <a:prstGeom prst="upArrow">
            <a:avLst>
              <a:gd name="adj1" fmla="val 50000"/>
              <a:gd name="adj2" fmla="val 62500"/>
            </a:avLst>
          </a:prstGeom>
          <a:solidFill>
            <a:schemeClr val="accent2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72" name="Text Box 68">
            <a:extLst>
              <a:ext uri="{FF2B5EF4-FFF2-40B4-BE49-F238E27FC236}">
                <a16:creationId xmlns:a16="http://schemas.microsoft.com/office/drawing/2014/main" id="{CCE9E518-1863-43B0-B695-743526A9E3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75952" y="2228851"/>
            <a:ext cx="9112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800">
                <a:latin typeface="Comic Sans MS" panose="030F0702030302020204" pitchFamily="66" charset="0"/>
              </a:rPr>
              <a:t>Oldest</a:t>
            </a:r>
          </a:p>
        </p:txBody>
      </p:sp>
      <p:sp>
        <p:nvSpPr>
          <p:cNvPr id="73" name="Text Box 69">
            <a:extLst>
              <a:ext uri="{FF2B5EF4-FFF2-40B4-BE49-F238E27FC236}">
                <a16:creationId xmlns:a16="http://schemas.microsoft.com/office/drawing/2014/main" id="{7BCCBBC5-6920-4A66-96F3-97AFD67A08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29913" y="628651"/>
            <a:ext cx="10033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800">
                <a:latin typeface="Comic Sans MS" panose="030F0702030302020204" pitchFamily="66" charset="0"/>
              </a:rPr>
              <a:t>Newest</a:t>
            </a:r>
          </a:p>
        </p:txBody>
      </p:sp>
      <p:grpSp>
        <p:nvGrpSpPr>
          <p:cNvPr id="74" name="Group 70">
            <a:extLst>
              <a:ext uri="{FF2B5EF4-FFF2-40B4-BE49-F238E27FC236}">
                <a16:creationId xmlns:a16="http://schemas.microsoft.com/office/drawing/2014/main" id="{D2A8F03F-520D-49FB-85AE-44D5A51BF97F}"/>
              </a:ext>
            </a:extLst>
          </p:cNvPr>
          <p:cNvGrpSpPr>
            <a:grpSpLocks/>
          </p:cNvGrpSpPr>
          <p:nvPr/>
        </p:nvGrpSpPr>
        <p:grpSpPr bwMode="auto">
          <a:xfrm rot="16200000">
            <a:off x="3871913" y="198438"/>
            <a:ext cx="914400" cy="1219200"/>
            <a:chOff x="1872" y="1584"/>
            <a:chExt cx="576" cy="864"/>
          </a:xfrm>
        </p:grpSpPr>
        <p:sp>
          <p:nvSpPr>
            <p:cNvPr id="75" name="Rectangle 71">
              <a:extLst>
                <a:ext uri="{FF2B5EF4-FFF2-40B4-BE49-F238E27FC236}">
                  <a16:creationId xmlns:a16="http://schemas.microsoft.com/office/drawing/2014/main" id="{AF2BE55A-D4DD-4467-9D8A-FFF6B4ACA2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584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76" name="Rectangle 72">
              <a:extLst>
                <a:ext uri="{FF2B5EF4-FFF2-40B4-BE49-F238E27FC236}">
                  <a16:creationId xmlns:a16="http://schemas.microsoft.com/office/drawing/2014/main" id="{B97AD203-22F2-477A-B000-A66D4CB9BD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728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77" name="Rectangle 73">
              <a:extLst>
                <a:ext uri="{FF2B5EF4-FFF2-40B4-BE49-F238E27FC236}">
                  <a16:creationId xmlns:a16="http://schemas.microsoft.com/office/drawing/2014/main" id="{92207580-00BC-46BD-B512-A3094C1BE1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872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78" name="Rectangle 74">
              <a:extLst>
                <a:ext uri="{FF2B5EF4-FFF2-40B4-BE49-F238E27FC236}">
                  <a16:creationId xmlns:a16="http://schemas.microsoft.com/office/drawing/2014/main" id="{74DD754B-376E-4070-88EE-B962898224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016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79" name="Rectangle 75">
              <a:extLst>
                <a:ext uri="{FF2B5EF4-FFF2-40B4-BE49-F238E27FC236}">
                  <a16:creationId xmlns:a16="http://schemas.microsoft.com/office/drawing/2014/main" id="{D04CCA13-28FD-4F5E-AA35-A11C16FDB5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160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80" name="Rectangle 76">
              <a:extLst>
                <a:ext uri="{FF2B5EF4-FFF2-40B4-BE49-F238E27FC236}">
                  <a16:creationId xmlns:a16="http://schemas.microsoft.com/office/drawing/2014/main" id="{A81A8714-71FE-4854-B771-5AFBD2C800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304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81" name="Text Box 77">
            <a:extLst>
              <a:ext uri="{FF2B5EF4-FFF2-40B4-BE49-F238E27FC236}">
                <a16:creationId xmlns:a16="http://schemas.microsoft.com/office/drawing/2014/main" id="{387692FE-6E4E-4766-94C1-661C426D23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36064" y="4015798"/>
            <a:ext cx="1058303" cy="572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800">
                <a:latin typeface="Comic Sans MS" panose="030F0702030302020204" pitchFamily="66" charset="0"/>
              </a:rPr>
              <a:t>from </a:t>
            </a:r>
          </a:p>
          <a:p>
            <a:pPr>
              <a:lnSpc>
                <a:spcPct val="70000"/>
              </a:lnSpc>
              <a:spcBef>
                <a:spcPct val="0"/>
              </a:spcBef>
            </a:pPr>
            <a:r>
              <a:rPr lang="en-US" altLang="en-US" sz="1800">
                <a:latin typeface="Comic Sans MS" panose="030F0702030302020204" pitchFamily="66" charset="0"/>
              </a:rPr>
              <a:t>Memory</a:t>
            </a:r>
          </a:p>
        </p:txBody>
      </p:sp>
      <p:sp>
        <p:nvSpPr>
          <p:cNvPr id="82" name="Line 78">
            <a:extLst>
              <a:ext uri="{FF2B5EF4-FFF2-40B4-BE49-F238E27FC236}">
                <a16:creationId xmlns:a16="http://schemas.microsoft.com/office/drawing/2014/main" id="{5188EC69-4B39-4843-A03B-DE6E86DF2C5C}"/>
              </a:ext>
            </a:extLst>
          </p:cNvPr>
          <p:cNvSpPr>
            <a:spLocks noChangeShapeType="1"/>
          </p:cNvSpPr>
          <p:nvPr/>
        </p:nvSpPr>
        <p:spPr bwMode="auto">
          <a:xfrm>
            <a:off x="9586913" y="4591050"/>
            <a:ext cx="0" cy="3810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grpSp>
        <p:nvGrpSpPr>
          <p:cNvPr id="83" name="Group 79">
            <a:extLst>
              <a:ext uri="{FF2B5EF4-FFF2-40B4-BE49-F238E27FC236}">
                <a16:creationId xmlns:a16="http://schemas.microsoft.com/office/drawing/2014/main" id="{AB99F5CF-317C-4F3D-A3C5-D3F7F4FDFB89}"/>
              </a:ext>
            </a:extLst>
          </p:cNvPr>
          <p:cNvGrpSpPr>
            <a:grpSpLocks/>
          </p:cNvGrpSpPr>
          <p:nvPr/>
        </p:nvGrpSpPr>
        <p:grpSpPr bwMode="auto">
          <a:xfrm>
            <a:off x="8977313" y="4972050"/>
            <a:ext cx="1066800" cy="762000"/>
            <a:chOff x="4320" y="3360"/>
            <a:chExt cx="576" cy="480"/>
          </a:xfrm>
        </p:grpSpPr>
        <p:sp>
          <p:nvSpPr>
            <p:cNvPr id="84" name="Rectangle 80">
              <a:extLst>
                <a:ext uri="{FF2B5EF4-FFF2-40B4-BE49-F238E27FC236}">
                  <a16:creationId xmlns:a16="http://schemas.microsoft.com/office/drawing/2014/main" id="{EE592420-C387-4D72-A2C7-78F15DB4F2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3360"/>
              <a:ext cx="576" cy="16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>
                <a:spcBef>
                  <a:spcPct val="0"/>
                </a:spcBef>
              </a:pPr>
              <a:r>
                <a:rPr lang="en-US" altLang="en-US" sz="1800">
                  <a:solidFill>
                    <a:schemeClr val="hlink"/>
                  </a:solidFill>
                  <a:latin typeface="Courier New" panose="02070309020205020404" pitchFamily="49" charset="0"/>
                </a:rPr>
                <a:t>1</a:t>
              </a:r>
              <a:r>
                <a:rPr lang="en-US" altLang="en-US" sz="1800">
                  <a:latin typeface="Courier New" panose="02070309020205020404" pitchFamily="49" charset="0"/>
                </a:rPr>
                <a:t> 10+R2</a:t>
              </a:r>
            </a:p>
          </p:txBody>
        </p:sp>
        <p:sp>
          <p:nvSpPr>
            <p:cNvPr id="85" name="Rectangle 81">
              <a:extLst>
                <a:ext uri="{FF2B5EF4-FFF2-40B4-BE49-F238E27FC236}">
                  <a16:creationId xmlns:a16="http://schemas.microsoft.com/office/drawing/2014/main" id="{F7862E4C-81EF-49AF-8406-B00A887AA7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3520"/>
              <a:ext cx="576" cy="16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86" name="Rectangle 82">
              <a:extLst>
                <a:ext uri="{FF2B5EF4-FFF2-40B4-BE49-F238E27FC236}">
                  <a16:creationId xmlns:a16="http://schemas.microsoft.com/office/drawing/2014/main" id="{808D3F3A-8FD4-4724-975F-DE91A731CC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3680"/>
              <a:ext cx="576" cy="16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87" name="Line 83">
              <a:extLst>
                <a:ext uri="{FF2B5EF4-FFF2-40B4-BE49-F238E27FC236}">
                  <a16:creationId xmlns:a16="http://schemas.microsoft.com/office/drawing/2014/main" id="{B9FCF877-2AB9-4DEB-9947-0987F87921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2" y="3360"/>
              <a:ext cx="0" cy="4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88" name="Text Box 84">
            <a:extLst>
              <a:ext uri="{FF2B5EF4-FFF2-40B4-BE49-F238E27FC236}">
                <a16:creationId xmlns:a16="http://schemas.microsoft.com/office/drawing/2014/main" id="{A1C87618-D1B7-4955-9658-F1E1082C3C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24914" y="4667251"/>
            <a:ext cx="69691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800">
                <a:latin typeface="Comic Sans MS" panose="030F0702030302020204" pitchFamily="66" charset="0"/>
              </a:rPr>
              <a:t>Dest</a:t>
            </a:r>
          </a:p>
        </p:txBody>
      </p:sp>
      <p:sp>
        <p:nvSpPr>
          <p:cNvPr id="89" name="Text Box 85">
            <a:extLst>
              <a:ext uri="{FF2B5EF4-FFF2-40B4-BE49-F238E27FC236}">
                <a16:creationId xmlns:a16="http://schemas.microsoft.com/office/drawing/2014/main" id="{7245FBA9-7622-4855-95DB-163D442653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9914" y="1543051"/>
            <a:ext cx="28416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2800">
                <a:latin typeface="Comic Sans MS" panose="030F0702030302020204" pitchFamily="66" charset="0"/>
              </a:rPr>
              <a:t>Reorder Buffer</a:t>
            </a:r>
            <a:endParaRPr lang="en-US" altLang="en-US" sz="1800">
              <a:latin typeface="Comic Sans MS" panose="030F0702030302020204" pitchFamily="66" charset="0"/>
            </a:endParaRPr>
          </a:p>
        </p:txBody>
      </p:sp>
      <p:sp>
        <p:nvSpPr>
          <p:cNvPr id="90" name="Text Box 86">
            <a:extLst>
              <a:ext uri="{FF2B5EF4-FFF2-40B4-BE49-F238E27FC236}">
                <a16:creationId xmlns:a16="http://schemas.microsoft.com/office/drawing/2014/main" id="{5B3BC224-7DCA-4A76-8EEC-49798181FE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6714" y="3219451"/>
            <a:ext cx="17827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2800">
                <a:latin typeface="Comic Sans MS" panose="030F0702030302020204" pitchFamily="66" charset="0"/>
              </a:rPr>
              <a:t>Registers</a:t>
            </a:r>
          </a:p>
        </p:txBody>
      </p:sp>
      <p:sp>
        <p:nvSpPr>
          <p:cNvPr id="91" name="Line 87">
            <a:extLst>
              <a:ext uri="{FF2B5EF4-FFF2-40B4-BE49-F238E27FC236}">
                <a16:creationId xmlns:a16="http://schemas.microsoft.com/office/drawing/2014/main" id="{97B0DFE7-58C8-431C-A62E-05CD8FD9172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586913" y="5734050"/>
            <a:ext cx="0" cy="3810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92" name="Line 88">
            <a:extLst>
              <a:ext uri="{FF2B5EF4-FFF2-40B4-BE49-F238E27FC236}">
                <a16:creationId xmlns:a16="http://schemas.microsoft.com/office/drawing/2014/main" id="{0CD7BFA6-56BC-4140-838C-428C2B1C726F}"/>
              </a:ext>
            </a:extLst>
          </p:cNvPr>
          <p:cNvSpPr>
            <a:spLocks noChangeShapeType="1"/>
          </p:cNvSpPr>
          <p:nvPr/>
        </p:nvSpPr>
        <p:spPr bwMode="auto">
          <a:xfrm>
            <a:off x="4938713" y="781050"/>
            <a:ext cx="11430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04FFAB38-37A1-7BD5-7A8F-412245A35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1280" y="6356350"/>
            <a:ext cx="5532120" cy="365125"/>
          </a:xfrm>
        </p:spPr>
        <p:txBody>
          <a:bodyPr/>
          <a:lstStyle/>
          <a:p>
            <a:r>
              <a:rPr lang="en-IN" dirty="0"/>
              <a:t>Advanced Computer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8696508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39227B-C566-4E95-B96C-388B44665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13</a:t>
            </a:fld>
            <a:endParaRPr lang="en-IN" dirty="0"/>
          </a:p>
        </p:txBody>
      </p:sp>
      <p:grpSp>
        <p:nvGrpSpPr>
          <p:cNvPr id="7" name="Group 2">
            <a:extLst>
              <a:ext uri="{FF2B5EF4-FFF2-40B4-BE49-F238E27FC236}">
                <a16:creationId xmlns:a16="http://schemas.microsoft.com/office/drawing/2014/main" id="{62B06875-A18A-4B66-83AD-A7D6749F76AF}"/>
              </a:ext>
            </a:extLst>
          </p:cNvPr>
          <p:cNvGrpSpPr>
            <a:grpSpLocks/>
          </p:cNvGrpSpPr>
          <p:nvPr/>
        </p:nvGrpSpPr>
        <p:grpSpPr bwMode="auto">
          <a:xfrm>
            <a:off x="6081714" y="4422774"/>
            <a:ext cx="2514600" cy="406400"/>
            <a:chOff x="2064" y="2928"/>
            <a:chExt cx="1584" cy="256"/>
          </a:xfrm>
        </p:grpSpPr>
        <p:sp>
          <p:nvSpPr>
            <p:cNvPr id="8" name="Rectangle 3">
              <a:extLst>
                <a:ext uri="{FF2B5EF4-FFF2-40B4-BE49-F238E27FC236}">
                  <a16:creationId xmlns:a16="http://schemas.microsoft.com/office/drawing/2014/main" id="{3C0BEF8B-DF31-4581-AC6F-20522CA8A5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2928"/>
              <a:ext cx="1584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>
                <a:spcBef>
                  <a:spcPct val="0"/>
                </a:spcBef>
              </a:pPr>
              <a:r>
                <a:rPr lang="en-US" altLang="en-US" sz="1800">
                  <a:solidFill>
                    <a:schemeClr val="hlink"/>
                  </a:solidFill>
                  <a:latin typeface="Courier New" panose="02070309020205020404" pitchFamily="49" charset="0"/>
                </a:rPr>
                <a:t>3</a:t>
              </a:r>
              <a:r>
                <a:rPr lang="en-US" altLang="en-US" sz="1800">
                  <a:latin typeface="Courier New" panose="02070309020205020404" pitchFamily="49" charset="0"/>
                </a:rPr>
                <a:t> DIVD </a:t>
              </a:r>
              <a:r>
                <a:rPr lang="en-US" altLang="en-US" sz="1800">
                  <a:solidFill>
                    <a:schemeClr val="hlink"/>
                  </a:solidFill>
                  <a:latin typeface="Courier New" panose="02070309020205020404" pitchFamily="49" charset="0"/>
                </a:rPr>
                <a:t>ROB2</a:t>
              </a:r>
              <a:r>
                <a:rPr lang="en-US" altLang="en-US" sz="1800">
                  <a:latin typeface="Courier New" panose="02070309020205020404" pitchFamily="49" charset="0"/>
                </a:rPr>
                <a:t>,R(F6)</a:t>
              </a:r>
            </a:p>
          </p:txBody>
        </p:sp>
        <p:sp>
          <p:nvSpPr>
            <p:cNvPr id="9" name="Rectangle 4">
              <a:extLst>
                <a:ext uri="{FF2B5EF4-FFF2-40B4-BE49-F238E27FC236}">
                  <a16:creationId xmlns:a16="http://schemas.microsoft.com/office/drawing/2014/main" id="{94B12DBD-9A4A-4357-BFDA-B7A41DE23B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3056"/>
              <a:ext cx="1584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0" name="Rectangle 5">
              <a:extLst>
                <a:ext uri="{FF2B5EF4-FFF2-40B4-BE49-F238E27FC236}">
                  <a16:creationId xmlns:a16="http://schemas.microsoft.com/office/drawing/2014/main" id="{3F48C82D-A9F6-4F5C-BC3E-56EC9F126B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3" y="2928"/>
              <a:ext cx="425" cy="25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11" name="Rectangle 6">
            <a:extLst>
              <a:ext uri="{FF2B5EF4-FFF2-40B4-BE49-F238E27FC236}">
                <a16:creationId xmlns:a16="http://schemas.microsoft.com/office/drawing/2014/main" id="{3CDE2857-2883-41E2-839F-23394EF784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1314" y="4270374"/>
            <a:ext cx="2590800" cy="203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</a:pPr>
            <a:r>
              <a:rPr lang="en-US" altLang="en-US" sz="1800">
                <a:solidFill>
                  <a:schemeClr val="hlink"/>
                </a:solidFill>
                <a:latin typeface="Courier New" panose="02070309020205020404" pitchFamily="49" charset="0"/>
              </a:rPr>
              <a:t>2</a:t>
            </a:r>
            <a:r>
              <a:rPr lang="en-US" altLang="en-US" sz="1800">
                <a:latin typeface="Courier New" panose="02070309020205020404" pitchFamily="49" charset="0"/>
              </a:rPr>
              <a:t> ADDD R(F4),</a:t>
            </a:r>
            <a:r>
              <a:rPr lang="en-US" altLang="en-US" sz="1800">
                <a:solidFill>
                  <a:schemeClr val="hlink"/>
                </a:solidFill>
                <a:latin typeface="Courier New" panose="02070309020205020404" pitchFamily="49" charset="0"/>
              </a:rPr>
              <a:t>ROB1</a:t>
            </a:r>
            <a:endParaRPr lang="en-US" altLang="en-US" sz="1800">
              <a:latin typeface="Courier New" panose="02070309020205020404" pitchFamily="49" charset="0"/>
            </a:endParaRPr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08A62E8F-C822-4560-97A1-E1E06F6489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1314" y="4473574"/>
            <a:ext cx="2590800" cy="203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3" name="Rectangle 8">
            <a:extLst>
              <a:ext uri="{FF2B5EF4-FFF2-40B4-BE49-F238E27FC236}">
                <a16:creationId xmlns:a16="http://schemas.microsoft.com/office/drawing/2014/main" id="{5AA4574D-3E65-4A62-9AA7-235C5FA483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1314" y="4676774"/>
            <a:ext cx="2590800" cy="203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4" name="Rectangle 9">
            <a:extLst>
              <a:ext uri="{FF2B5EF4-FFF2-40B4-BE49-F238E27FC236}">
                <a16:creationId xmlns:a16="http://schemas.microsoft.com/office/drawing/2014/main" id="{AABBE1C0-7FA8-4647-B0E9-3ED92E08D0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2" y="4270374"/>
            <a:ext cx="633412" cy="609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5" name="Line 11">
            <a:extLst>
              <a:ext uri="{FF2B5EF4-FFF2-40B4-BE49-F238E27FC236}">
                <a16:creationId xmlns:a16="http://schemas.microsoft.com/office/drawing/2014/main" id="{2A3F2C1C-B73E-420B-A573-C14F32582F5D}"/>
              </a:ext>
            </a:extLst>
          </p:cNvPr>
          <p:cNvSpPr>
            <a:spLocks noChangeShapeType="1"/>
          </p:cNvSpPr>
          <p:nvPr/>
        </p:nvSpPr>
        <p:spPr bwMode="auto">
          <a:xfrm>
            <a:off x="2881314" y="6099174"/>
            <a:ext cx="85344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6" name="Text Box 12">
            <a:extLst>
              <a:ext uri="{FF2B5EF4-FFF2-40B4-BE49-F238E27FC236}">
                <a16:creationId xmlns:a16="http://schemas.microsoft.com/office/drawing/2014/main" id="{D6F10892-8266-4194-B04E-BAC845B789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02728" y="3358572"/>
            <a:ext cx="1058303" cy="572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800">
                <a:latin typeface="Comic Sans MS" panose="030F0702030302020204" pitchFamily="66" charset="0"/>
              </a:rPr>
              <a:t>To</a:t>
            </a:r>
          </a:p>
          <a:p>
            <a:pPr>
              <a:lnSpc>
                <a:spcPct val="70000"/>
              </a:lnSpc>
              <a:spcBef>
                <a:spcPct val="0"/>
              </a:spcBef>
            </a:pPr>
            <a:r>
              <a:rPr lang="en-US" altLang="en-US" sz="1800">
                <a:latin typeface="Comic Sans MS" panose="030F0702030302020204" pitchFamily="66" charset="0"/>
              </a:rPr>
              <a:t>Memory</a:t>
            </a:r>
          </a:p>
        </p:txBody>
      </p:sp>
      <p:sp>
        <p:nvSpPr>
          <p:cNvPr id="17" name="Rectangle 13">
            <a:extLst>
              <a:ext uri="{FF2B5EF4-FFF2-40B4-BE49-F238E27FC236}">
                <a16:creationId xmlns:a16="http://schemas.microsoft.com/office/drawing/2014/main" id="{F9479E30-C1BF-4960-85BC-C96475B04D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7614" y="5413374"/>
            <a:ext cx="1066800" cy="3048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800">
                <a:latin typeface="Comic Sans MS" panose="030F0702030302020204" pitchFamily="66" charset="0"/>
              </a:rPr>
              <a:t>FP adders</a:t>
            </a:r>
          </a:p>
        </p:txBody>
      </p:sp>
      <p:sp>
        <p:nvSpPr>
          <p:cNvPr id="18" name="Rectangle 14">
            <a:extLst>
              <a:ext uri="{FF2B5EF4-FFF2-40B4-BE49-F238E27FC236}">
                <a16:creationId xmlns:a16="http://schemas.microsoft.com/office/drawing/2014/main" id="{28A17166-6741-46FB-ADAD-7D1EC5C27E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9427" y="5413374"/>
            <a:ext cx="1447800" cy="3048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800">
                <a:latin typeface="Comic Sans MS" panose="030F0702030302020204" pitchFamily="66" charset="0"/>
              </a:rPr>
              <a:t>FP multipliers</a:t>
            </a:r>
          </a:p>
        </p:txBody>
      </p:sp>
      <p:sp>
        <p:nvSpPr>
          <p:cNvPr id="19" name="Line 15">
            <a:extLst>
              <a:ext uri="{FF2B5EF4-FFF2-40B4-BE49-F238E27FC236}">
                <a16:creationId xmlns:a16="http://schemas.microsoft.com/office/drawing/2014/main" id="{34AD073C-4274-47B2-908A-7CA25E27D22E}"/>
              </a:ext>
            </a:extLst>
          </p:cNvPr>
          <p:cNvSpPr>
            <a:spLocks noChangeShapeType="1"/>
          </p:cNvSpPr>
          <p:nvPr/>
        </p:nvSpPr>
        <p:spPr bwMode="auto">
          <a:xfrm>
            <a:off x="3933827" y="4879974"/>
            <a:ext cx="0" cy="533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0" name="Line 16">
            <a:extLst>
              <a:ext uri="{FF2B5EF4-FFF2-40B4-BE49-F238E27FC236}">
                <a16:creationId xmlns:a16="http://schemas.microsoft.com/office/drawing/2014/main" id="{FADA32D2-AFC0-4134-BB04-93711462A3B0}"/>
              </a:ext>
            </a:extLst>
          </p:cNvPr>
          <p:cNvSpPr>
            <a:spLocks noChangeShapeType="1"/>
          </p:cNvSpPr>
          <p:nvPr/>
        </p:nvSpPr>
        <p:spPr bwMode="auto">
          <a:xfrm>
            <a:off x="4619627" y="4879974"/>
            <a:ext cx="0" cy="533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1" name="Line 17">
            <a:extLst>
              <a:ext uri="{FF2B5EF4-FFF2-40B4-BE49-F238E27FC236}">
                <a16:creationId xmlns:a16="http://schemas.microsoft.com/office/drawing/2014/main" id="{25EF777A-61A9-4791-A9C3-C4CCF8CDD356}"/>
              </a:ext>
            </a:extLst>
          </p:cNvPr>
          <p:cNvSpPr>
            <a:spLocks noChangeShapeType="1"/>
          </p:cNvSpPr>
          <p:nvPr/>
        </p:nvSpPr>
        <p:spPr bwMode="auto">
          <a:xfrm>
            <a:off x="7058027" y="4803774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2" name="Line 18">
            <a:extLst>
              <a:ext uri="{FF2B5EF4-FFF2-40B4-BE49-F238E27FC236}">
                <a16:creationId xmlns:a16="http://schemas.microsoft.com/office/drawing/2014/main" id="{672523AC-228B-4F1A-956C-13000710FB7C}"/>
              </a:ext>
            </a:extLst>
          </p:cNvPr>
          <p:cNvSpPr>
            <a:spLocks noChangeShapeType="1"/>
          </p:cNvSpPr>
          <p:nvPr/>
        </p:nvSpPr>
        <p:spPr bwMode="auto">
          <a:xfrm>
            <a:off x="7972427" y="4803774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3" name="Text Box 19">
            <a:extLst>
              <a:ext uri="{FF2B5EF4-FFF2-40B4-BE49-F238E27FC236}">
                <a16:creationId xmlns:a16="http://schemas.microsoft.com/office/drawing/2014/main" id="{F262FDE0-4EBC-45D7-A840-B70194EAB4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2402" y="4906962"/>
            <a:ext cx="1555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800">
                <a:latin typeface="Comic Sans MS" panose="030F0702030302020204" pitchFamily="66" charset="0"/>
              </a:rPr>
              <a:t>Reservation </a:t>
            </a:r>
          </a:p>
          <a:p>
            <a:pPr>
              <a:spcBef>
                <a:spcPct val="0"/>
              </a:spcBef>
            </a:pPr>
            <a:r>
              <a:rPr lang="en-US" altLang="en-US" sz="1800">
                <a:latin typeface="Comic Sans MS" panose="030F0702030302020204" pitchFamily="66" charset="0"/>
              </a:rPr>
              <a:t>Stations</a:t>
            </a:r>
          </a:p>
        </p:txBody>
      </p:sp>
      <p:sp>
        <p:nvSpPr>
          <p:cNvPr id="24" name="Line 20">
            <a:extLst>
              <a:ext uri="{FF2B5EF4-FFF2-40B4-BE49-F238E27FC236}">
                <a16:creationId xmlns:a16="http://schemas.microsoft.com/office/drawing/2014/main" id="{9883811D-4538-4262-8A82-AD5980CBD8F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91114" y="4879974"/>
            <a:ext cx="0" cy="12192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5" name="Line 21">
            <a:extLst>
              <a:ext uri="{FF2B5EF4-FFF2-40B4-BE49-F238E27FC236}">
                <a16:creationId xmlns:a16="http://schemas.microsoft.com/office/drawing/2014/main" id="{C55AB171-3EB9-471B-B92E-4E4A8423B9B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43914" y="4803774"/>
            <a:ext cx="0" cy="12954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6" name="Text Box 22">
            <a:extLst>
              <a:ext uri="{FF2B5EF4-FFF2-40B4-BE49-F238E27FC236}">
                <a16:creationId xmlns:a16="http://schemas.microsoft.com/office/drawing/2014/main" id="{08643082-0A31-4549-BCCD-097D218BDD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5115" y="536574"/>
            <a:ext cx="87947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800">
                <a:latin typeface="Comic Sans MS" panose="030F0702030302020204" pitchFamily="66" charset="0"/>
              </a:rPr>
              <a:t>FP Op</a:t>
            </a:r>
          </a:p>
          <a:p>
            <a:pPr>
              <a:spcBef>
                <a:spcPct val="0"/>
              </a:spcBef>
            </a:pPr>
            <a:r>
              <a:rPr lang="en-US" altLang="en-US" sz="1800">
                <a:latin typeface="Comic Sans MS" panose="030F0702030302020204" pitchFamily="66" charset="0"/>
              </a:rPr>
              <a:t>Queue</a:t>
            </a:r>
          </a:p>
        </p:txBody>
      </p:sp>
      <p:grpSp>
        <p:nvGrpSpPr>
          <p:cNvPr id="27" name="Group 23">
            <a:extLst>
              <a:ext uri="{FF2B5EF4-FFF2-40B4-BE49-F238E27FC236}">
                <a16:creationId xmlns:a16="http://schemas.microsoft.com/office/drawing/2014/main" id="{1D07EFF0-D8B4-4A76-8605-65FE18CAE472}"/>
              </a:ext>
            </a:extLst>
          </p:cNvPr>
          <p:cNvGrpSpPr>
            <a:grpSpLocks/>
          </p:cNvGrpSpPr>
          <p:nvPr/>
        </p:nvGrpSpPr>
        <p:grpSpPr bwMode="auto">
          <a:xfrm>
            <a:off x="6081714" y="3127374"/>
            <a:ext cx="2209800" cy="812800"/>
            <a:chOff x="3456" y="1200"/>
            <a:chExt cx="1392" cy="512"/>
          </a:xfrm>
        </p:grpSpPr>
        <p:sp>
          <p:nvSpPr>
            <p:cNvPr id="28" name="Rectangle 24">
              <a:extLst>
                <a:ext uri="{FF2B5EF4-FFF2-40B4-BE49-F238E27FC236}">
                  <a16:creationId xmlns:a16="http://schemas.microsoft.com/office/drawing/2014/main" id="{24743FA7-0272-4451-86E0-FDF23E7C31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200"/>
              <a:ext cx="1392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9" name="Rectangle 25">
              <a:extLst>
                <a:ext uri="{FF2B5EF4-FFF2-40B4-BE49-F238E27FC236}">
                  <a16:creationId xmlns:a16="http://schemas.microsoft.com/office/drawing/2014/main" id="{5C85792B-D02B-4D4D-8DFB-87F8224B50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328"/>
              <a:ext cx="1392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0" name="Rectangle 26">
              <a:extLst>
                <a:ext uri="{FF2B5EF4-FFF2-40B4-BE49-F238E27FC236}">
                  <a16:creationId xmlns:a16="http://schemas.microsoft.com/office/drawing/2014/main" id="{8D31C066-2121-4EC5-8A69-0AD794D331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456"/>
              <a:ext cx="1392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1" name="Rectangle 27">
              <a:extLst>
                <a:ext uri="{FF2B5EF4-FFF2-40B4-BE49-F238E27FC236}">
                  <a16:creationId xmlns:a16="http://schemas.microsoft.com/office/drawing/2014/main" id="{D03B516A-E885-46A0-8368-B9DF51AB5C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584"/>
              <a:ext cx="1392" cy="1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32" name="Freeform 28">
            <a:extLst>
              <a:ext uri="{FF2B5EF4-FFF2-40B4-BE49-F238E27FC236}">
                <a16:creationId xmlns:a16="http://schemas.microsoft.com/office/drawing/2014/main" id="{137EA203-615B-48E8-9D8C-68DB1A709E57}"/>
              </a:ext>
            </a:extLst>
          </p:cNvPr>
          <p:cNvSpPr>
            <a:spLocks/>
          </p:cNvSpPr>
          <p:nvPr/>
        </p:nvSpPr>
        <p:spPr bwMode="auto">
          <a:xfrm>
            <a:off x="7529514" y="2898774"/>
            <a:ext cx="2057400" cy="533400"/>
          </a:xfrm>
          <a:custGeom>
            <a:avLst/>
            <a:gdLst>
              <a:gd name="T0" fmla="*/ 0 w 1296"/>
              <a:gd name="T1" fmla="*/ 0 h 480"/>
              <a:gd name="T2" fmla="*/ 2057400 w 1296"/>
              <a:gd name="T3" fmla="*/ 0 h 480"/>
              <a:gd name="T4" fmla="*/ 2057400 w 1296"/>
              <a:gd name="T5" fmla="*/ 533400 h 48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296" h="480">
                <a:moveTo>
                  <a:pt x="0" y="0"/>
                </a:moveTo>
                <a:lnTo>
                  <a:pt x="1296" y="0"/>
                </a:lnTo>
                <a:lnTo>
                  <a:pt x="1296" y="480"/>
                </a:lnTo>
              </a:path>
            </a:pathLst>
          </a:custGeom>
          <a:noFill/>
          <a:ln w="76200" cap="flat" cmpd="sng">
            <a:solidFill>
              <a:schemeClr val="hlink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3" name="Text Box 29">
            <a:extLst>
              <a:ext uri="{FF2B5EF4-FFF2-40B4-BE49-F238E27FC236}">
                <a16:creationId xmlns:a16="http://schemas.microsoft.com/office/drawing/2014/main" id="{0A5036CB-22FB-4557-919E-700C0E501A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67914" y="612774"/>
            <a:ext cx="660400" cy="2198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en-US" sz="1400">
                <a:solidFill>
                  <a:schemeClr val="hlink"/>
                </a:solidFill>
                <a:latin typeface="Comic Sans MS" panose="030F0702030302020204" pitchFamily="66" charset="0"/>
              </a:rPr>
              <a:t>ROB7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en-US" sz="1400">
                <a:solidFill>
                  <a:schemeClr val="hlink"/>
                </a:solidFill>
                <a:latin typeface="Comic Sans MS" panose="030F0702030302020204" pitchFamily="66" charset="0"/>
              </a:rPr>
              <a:t>ROB6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en-US" sz="1400">
                <a:solidFill>
                  <a:schemeClr val="hlink"/>
                </a:solidFill>
                <a:latin typeface="Comic Sans MS" panose="030F0702030302020204" pitchFamily="66" charset="0"/>
              </a:rPr>
              <a:t>ROB5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en-US" sz="1400">
                <a:solidFill>
                  <a:schemeClr val="hlink"/>
                </a:solidFill>
                <a:latin typeface="Comic Sans MS" panose="030F0702030302020204" pitchFamily="66" charset="0"/>
              </a:rPr>
              <a:t>ROB4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en-US" sz="1400">
                <a:solidFill>
                  <a:schemeClr val="hlink"/>
                </a:solidFill>
                <a:latin typeface="Comic Sans MS" panose="030F0702030302020204" pitchFamily="66" charset="0"/>
              </a:rPr>
              <a:t>ROB3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en-US" sz="1400">
                <a:solidFill>
                  <a:schemeClr val="hlink"/>
                </a:solidFill>
                <a:latin typeface="Comic Sans MS" panose="030F0702030302020204" pitchFamily="66" charset="0"/>
              </a:rPr>
              <a:t>ROB2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en-US" sz="1400">
                <a:solidFill>
                  <a:schemeClr val="hlink"/>
                </a:solidFill>
                <a:latin typeface="Comic Sans MS" panose="030F0702030302020204" pitchFamily="66" charset="0"/>
              </a:rPr>
              <a:t>ROB1</a:t>
            </a:r>
          </a:p>
        </p:txBody>
      </p:sp>
      <p:grpSp>
        <p:nvGrpSpPr>
          <p:cNvPr id="34" name="Group 30">
            <a:extLst>
              <a:ext uri="{FF2B5EF4-FFF2-40B4-BE49-F238E27FC236}">
                <a16:creationId xmlns:a16="http://schemas.microsoft.com/office/drawing/2014/main" id="{648BF082-EB97-42D4-91FB-58AED1315354}"/>
              </a:ext>
            </a:extLst>
          </p:cNvPr>
          <p:cNvGrpSpPr>
            <a:grpSpLocks/>
          </p:cNvGrpSpPr>
          <p:nvPr/>
        </p:nvGrpSpPr>
        <p:grpSpPr bwMode="auto">
          <a:xfrm>
            <a:off x="6081714" y="612774"/>
            <a:ext cx="3886200" cy="2133600"/>
            <a:chOff x="2208" y="624"/>
            <a:chExt cx="2448" cy="1344"/>
          </a:xfrm>
        </p:grpSpPr>
        <p:grpSp>
          <p:nvGrpSpPr>
            <p:cNvPr id="35" name="Group 31">
              <a:extLst>
                <a:ext uri="{FF2B5EF4-FFF2-40B4-BE49-F238E27FC236}">
                  <a16:creationId xmlns:a16="http://schemas.microsoft.com/office/drawing/2014/main" id="{195E8668-29E8-4C19-A2FE-CF8EC9AA56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8" y="624"/>
              <a:ext cx="2448" cy="768"/>
              <a:chOff x="2208" y="576"/>
              <a:chExt cx="2448" cy="768"/>
            </a:xfrm>
          </p:grpSpPr>
          <p:sp>
            <p:nvSpPr>
              <p:cNvPr id="48" name="Rectangle 32">
                <a:extLst>
                  <a:ext uri="{FF2B5EF4-FFF2-40B4-BE49-F238E27FC236}">
                    <a16:creationId xmlns:a16="http://schemas.microsoft.com/office/drawing/2014/main" id="{57E14F4F-83DD-460D-A911-B4B438868A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576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endParaRPr lang="en-US" altLang="en-US" sz="1800">
                  <a:latin typeface="Courier New" panose="02070309020205020404" pitchFamily="49" charset="0"/>
                </a:endParaRPr>
              </a:p>
            </p:txBody>
          </p:sp>
          <p:sp>
            <p:nvSpPr>
              <p:cNvPr id="49" name="Rectangle 33">
                <a:extLst>
                  <a:ext uri="{FF2B5EF4-FFF2-40B4-BE49-F238E27FC236}">
                    <a16:creationId xmlns:a16="http://schemas.microsoft.com/office/drawing/2014/main" id="{14487B45-CD26-42D4-97AE-C9B334734A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768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endParaRPr lang="en-US" altLang="en-US" sz="1800">
                  <a:latin typeface="Courier New" panose="02070309020205020404" pitchFamily="49" charset="0"/>
                </a:endParaRPr>
              </a:p>
            </p:txBody>
          </p:sp>
          <p:sp>
            <p:nvSpPr>
              <p:cNvPr id="50" name="Rectangle 34">
                <a:extLst>
                  <a:ext uri="{FF2B5EF4-FFF2-40B4-BE49-F238E27FC236}">
                    <a16:creationId xmlns:a16="http://schemas.microsoft.com/office/drawing/2014/main" id="{3C5A772B-6F67-4C8B-9207-F274E7D78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576"/>
                <a:ext cx="62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endParaRPr lang="en-US" altLang="en-US" sz="1800">
                  <a:latin typeface="Courier New" panose="02070309020205020404" pitchFamily="49" charset="0"/>
                </a:endParaRPr>
              </a:p>
            </p:txBody>
          </p:sp>
          <p:sp>
            <p:nvSpPr>
              <p:cNvPr id="51" name="Rectangle 35">
                <a:extLst>
                  <a:ext uri="{FF2B5EF4-FFF2-40B4-BE49-F238E27FC236}">
                    <a16:creationId xmlns:a16="http://schemas.microsoft.com/office/drawing/2014/main" id="{B7FF9693-86D3-4C63-97D4-C74692B31F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768"/>
                <a:ext cx="62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endParaRPr lang="en-US" altLang="en-US" sz="1800">
                  <a:latin typeface="Courier New" panose="02070309020205020404" pitchFamily="49" charset="0"/>
                </a:endParaRPr>
              </a:p>
            </p:txBody>
          </p:sp>
          <p:sp>
            <p:nvSpPr>
              <p:cNvPr id="52" name="Rectangle 36">
                <a:extLst>
                  <a:ext uri="{FF2B5EF4-FFF2-40B4-BE49-F238E27FC236}">
                    <a16:creationId xmlns:a16="http://schemas.microsoft.com/office/drawing/2014/main" id="{C50028FD-FADD-4B24-B6DF-B8122CD092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2" y="576"/>
                <a:ext cx="134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l">
                  <a:spcBef>
                    <a:spcPct val="0"/>
                  </a:spcBef>
                </a:pPr>
                <a:endParaRPr lang="en-US" altLang="en-US" sz="1800">
                  <a:latin typeface="Courier New" panose="02070309020205020404" pitchFamily="49" charset="0"/>
                </a:endParaRPr>
              </a:p>
            </p:txBody>
          </p:sp>
          <p:sp>
            <p:nvSpPr>
              <p:cNvPr id="53" name="Rectangle 37">
                <a:extLst>
                  <a:ext uri="{FF2B5EF4-FFF2-40B4-BE49-F238E27FC236}">
                    <a16:creationId xmlns:a16="http://schemas.microsoft.com/office/drawing/2014/main" id="{E650911E-819D-4AFB-901A-C53332B07E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2" y="768"/>
                <a:ext cx="134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l">
                  <a:spcBef>
                    <a:spcPct val="0"/>
                  </a:spcBef>
                </a:pPr>
                <a:endParaRPr lang="en-US" altLang="en-US" sz="1800">
                  <a:latin typeface="Courier New" panose="02070309020205020404" pitchFamily="49" charset="0"/>
                </a:endParaRPr>
              </a:p>
            </p:txBody>
          </p:sp>
          <p:sp>
            <p:nvSpPr>
              <p:cNvPr id="54" name="Rectangle 38">
                <a:extLst>
                  <a:ext uri="{FF2B5EF4-FFF2-40B4-BE49-F238E27FC236}">
                    <a16:creationId xmlns:a16="http://schemas.microsoft.com/office/drawing/2014/main" id="{62FAA39F-5B31-486A-AE4A-45D4A10F84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576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endParaRPr lang="en-US" altLang="en-US" sz="1800">
                  <a:latin typeface="Courier New" panose="02070309020205020404" pitchFamily="49" charset="0"/>
                </a:endParaRPr>
              </a:p>
            </p:txBody>
          </p:sp>
          <p:sp>
            <p:nvSpPr>
              <p:cNvPr id="55" name="Rectangle 39">
                <a:extLst>
                  <a:ext uri="{FF2B5EF4-FFF2-40B4-BE49-F238E27FC236}">
                    <a16:creationId xmlns:a16="http://schemas.microsoft.com/office/drawing/2014/main" id="{55C42C60-99AA-4F99-BBA1-51D4389D18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768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endParaRPr lang="en-US" altLang="en-US" sz="1800">
                  <a:latin typeface="Courier New" panose="02070309020205020404" pitchFamily="49" charset="0"/>
                </a:endParaRPr>
              </a:p>
            </p:txBody>
          </p:sp>
          <p:sp>
            <p:nvSpPr>
              <p:cNvPr id="56" name="Rectangle 40">
                <a:extLst>
                  <a:ext uri="{FF2B5EF4-FFF2-40B4-BE49-F238E27FC236}">
                    <a16:creationId xmlns:a16="http://schemas.microsoft.com/office/drawing/2014/main" id="{04F0D827-03F1-480B-AA12-7478A571C5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960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endParaRPr lang="en-US" altLang="en-US" sz="1800">
                  <a:latin typeface="Courier New" panose="02070309020205020404" pitchFamily="49" charset="0"/>
                </a:endParaRPr>
              </a:p>
            </p:txBody>
          </p:sp>
          <p:sp>
            <p:nvSpPr>
              <p:cNvPr id="57" name="Rectangle 41">
                <a:extLst>
                  <a:ext uri="{FF2B5EF4-FFF2-40B4-BE49-F238E27FC236}">
                    <a16:creationId xmlns:a16="http://schemas.microsoft.com/office/drawing/2014/main" id="{9271C633-943E-4A3D-A0E3-8D4BAA8803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960"/>
                <a:ext cx="62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endParaRPr lang="en-US" altLang="en-US" sz="1800">
                  <a:latin typeface="Courier New" panose="02070309020205020404" pitchFamily="49" charset="0"/>
                </a:endParaRPr>
              </a:p>
            </p:txBody>
          </p:sp>
          <p:sp>
            <p:nvSpPr>
              <p:cNvPr id="58" name="Rectangle 42">
                <a:extLst>
                  <a:ext uri="{FF2B5EF4-FFF2-40B4-BE49-F238E27FC236}">
                    <a16:creationId xmlns:a16="http://schemas.microsoft.com/office/drawing/2014/main" id="{935491DE-FC52-4795-8D68-9220AA643B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2" y="960"/>
                <a:ext cx="134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l">
                  <a:spcBef>
                    <a:spcPct val="0"/>
                  </a:spcBef>
                </a:pPr>
                <a:endParaRPr lang="en-US" altLang="en-US" sz="1800">
                  <a:latin typeface="Courier New" panose="02070309020205020404" pitchFamily="49" charset="0"/>
                </a:endParaRPr>
              </a:p>
            </p:txBody>
          </p:sp>
          <p:sp>
            <p:nvSpPr>
              <p:cNvPr id="59" name="Rectangle 43">
                <a:extLst>
                  <a:ext uri="{FF2B5EF4-FFF2-40B4-BE49-F238E27FC236}">
                    <a16:creationId xmlns:a16="http://schemas.microsoft.com/office/drawing/2014/main" id="{C3713551-D2F7-4D3B-ABB8-5F0A750E5F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960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endParaRPr lang="en-US" altLang="en-US" sz="1800">
                  <a:latin typeface="Courier New" panose="02070309020205020404" pitchFamily="49" charset="0"/>
                </a:endParaRPr>
              </a:p>
            </p:txBody>
          </p:sp>
          <p:sp>
            <p:nvSpPr>
              <p:cNvPr id="60" name="Rectangle 44">
                <a:extLst>
                  <a:ext uri="{FF2B5EF4-FFF2-40B4-BE49-F238E27FC236}">
                    <a16:creationId xmlns:a16="http://schemas.microsoft.com/office/drawing/2014/main" id="{9E6BC304-117E-4D37-B903-0E6F2E82BB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1152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endParaRPr lang="en-US" altLang="en-US" sz="1800">
                  <a:latin typeface="Courier New" panose="02070309020205020404" pitchFamily="49" charset="0"/>
                </a:endParaRPr>
              </a:p>
            </p:txBody>
          </p:sp>
          <p:sp>
            <p:nvSpPr>
              <p:cNvPr id="61" name="Rectangle 45">
                <a:extLst>
                  <a:ext uri="{FF2B5EF4-FFF2-40B4-BE49-F238E27FC236}">
                    <a16:creationId xmlns:a16="http://schemas.microsoft.com/office/drawing/2014/main" id="{1CC46F60-1438-4E8D-A874-1B66058B5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1152"/>
                <a:ext cx="62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endParaRPr lang="en-US" altLang="en-US" sz="1800">
                  <a:latin typeface="Courier New" panose="02070309020205020404" pitchFamily="49" charset="0"/>
                </a:endParaRPr>
              </a:p>
            </p:txBody>
          </p:sp>
          <p:sp>
            <p:nvSpPr>
              <p:cNvPr id="62" name="Rectangle 46">
                <a:extLst>
                  <a:ext uri="{FF2B5EF4-FFF2-40B4-BE49-F238E27FC236}">
                    <a16:creationId xmlns:a16="http://schemas.microsoft.com/office/drawing/2014/main" id="{13DE6096-BD2A-4C48-A043-53428989CA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2" y="1152"/>
                <a:ext cx="1344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l">
                  <a:spcBef>
                    <a:spcPct val="0"/>
                  </a:spcBef>
                </a:pPr>
                <a:endParaRPr lang="en-US" altLang="en-US" sz="1800">
                  <a:latin typeface="Courier New" panose="02070309020205020404" pitchFamily="49" charset="0"/>
                </a:endParaRPr>
              </a:p>
            </p:txBody>
          </p:sp>
          <p:sp>
            <p:nvSpPr>
              <p:cNvPr id="63" name="Rectangle 47">
                <a:extLst>
                  <a:ext uri="{FF2B5EF4-FFF2-40B4-BE49-F238E27FC236}">
                    <a16:creationId xmlns:a16="http://schemas.microsoft.com/office/drawing/2014/main" id="{1A2DE8CB-3308-41A9-8897-C0F9748708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1152"/>
                <a:ext cx="240" cy="192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</a:pPr>
                <a:endParaRPr lang="en-US" altLang="en-US" sz="1800">
                  <a:latin typeface="Courier New" panose="02070309020205020404" pitchFamily="49" charset="0"/>
                </a:endParaRPr>
              </a:p>
            </p:txBody>
          </p:sp>
        </p:grpSp>
        <p:sp>
          <p:nvSpPr>
            <p:cNvPr id="36" name="Rectangle 48">
              <a:extLst>
                <a:ext uri="{FF2B5EF4-FFF2-40B4-BE49-F238E27FC236}">
                  <a16:creationId xmlns:a16="http://schemas.microsoft.com/office/drawing/2014/main" id="{19E804FC-FF96-4D02-B2FD-41D5C07D08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392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lang="en-US" altLang="en-US" sz="1800">
                  <a:latin typeface="Courier New" panose="02070309020205020404" pitchFamily="49" charset="0"/>
                </a:rPr>
                <a:t>F2</a:t>
              </a:r>
            </a:p>
          </p:txBody>
        </p:sp>
        <p:sp>
          <p:nvSpPr>
            <p:cNvPr id="37" name="Rectangle 49">
              <a:extLst>
                <a:ext uri="{FF2B5EF4-FFF2-40B4-BE49-F238E27FC236}">
                  <a16:creationId xmlns:a16="http://schemas.microsoft.com/office/drawing/2014/main" id="{55D55F9D-3B59-45E1-B1F3-5716362311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584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lang="en-US" altLang="en-US" sz="1800">
                  <a:latin typeface="Courier New" panose="02070309020205020404" pitchFamily="49" charset="0"/>
                </a:rPr>
                <a:t>F10</a:t>
              </a:r>
            </a:p>
          </p:txBody>
        </p:sp>
        <p:sp>
          <p:nvSpPr>
            <p:cNvPr id="38" name="Rectangle 50">
              <a:extLst>
                <a:ext uri="{FF2B5EF4-FFF2-40B4-BE49-F238E27FC236}">
                  <a16:creationId xmlns:a16="http://schemas.microsoft.com/office/drawing/2014/main" id="{3EF61F65-FAB9-4869-B2A8-0E9A48BEE7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776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lang="en-US" altLang="en-US" sz="1800">
                  <a:latin typeface="Courier New" panose="02070309020205020404" pitchFamily="49" charset="0"/>
                </a:rPr>
                <a:t>F0</a:t>
              </a:r>
            </a:p>
          </p:txBody>
        </p:sp>
        <p:sp>
          <p:nvSpPr>
            <p:cNvPr id="39" name="Rectangle 51">
              <a:extLst>
                <a:ext uri="{FF2B5EF4-FFF2-40B4-BE49-F238E27FC236}">
                  <a16:creationId xmlns:a16="http://schemas.microsoft.com/office/drawing/2014/main" id="{4D6042BD-A01C-400F-B500-287C3ABEB5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1392"/>
              <a:ext cx="62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</a:pPr>
              <a:endParaRPr lang="en-US" altLang="en-US" sz="1800">
                <a:latin typeface="Courier New" panose="02070309020205020404" pitchFamily="49" charset="0"/>
              </a:endParaRPr>
            </a:p>
          </p:txBody>
        </p:sp>
        <p:sp>
          <p:nvSpPr>
            <p:cNvPr id="40" name="Rectangle 52">
              <a:extLst>
                <a:ext uri="{FF2B5EF4-FFF2-40B4-BE49-F238E27FC236}">
                  <a16:creationId xmlns:a16="http://schemas.microsoft.com/office/drawing/2014/main" id="{C422CF5D-D668-4570-9081-CF90212F6E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1584"/>
              <a:ext cx="62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</a:pPr>
              <a:endParaRPr lang="en-US" altLang="en-US" sz="1800">
                <a:latin typeface="Courier New" panose="02070309020205020404" pitchFamily="49" charset="0"/>
              </a:endParaRPr>
            </a:p>
          </p:txBody>
        </p:sp>
        <p:sp>
          <p:nvSpPr>
            <p:cNvPr id="41" name="Rectangle 53">
              <a:extLst>
                <a:ext uri="{FF2B5EF4-FFF2-40B4-BE49-F238E27FC236}">
                  <a16:creationId xmlns:a16="http://schemas.microsoft.com/office/drawing/2014/main" id="{3A2878F8-B3F8-4E5F-8F03-82EDCDF864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1776"/>
              <a:ext cx="62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</a:pPr>
              <a:endParaRPr lang="en-US" altLang="en-US" sz="1800">
                <a:latin typeface="Courier New" panose="02070309020205020404" pitchFamily="49" charset="0"/>
              </a:endParaRPr>
            </a:p>
          </p:txBody>
        </p:sp>
        <p:sp>
          <p:nvSpPr>
            <p:cNvPr id="42" name="Rectangle 54">
              <a:extLst>
                <a:ext uri="{FF2B5EF4-FFF2-40B4-BE49-F238E27FC236}">
                  <a16:creationId xmlns:a16="http://schemas.microsoft.com/office/drawing/2014/main" id="{4C32F676-7E92-469D-B813-6597A2A94E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1392"/>
              <a:ext cx="134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>
                <a:spcBef>
                  <a:spcPct val="0"/>
                </a:spcBef>
              </a:pPr>
              <a:r>
                <a:rPr lang="en-US" altLang="en-US" sz="1800">
                  <a:latin typeface="Courier New" panose="02070309020205020404" pitchFamily="49" charset="0"/>
                </a:rPr>
                <a:t>DIVD F2,F10,F6</a:t>
              </a:r>
            </a:p>
          </p:txBody>
        </p:sp>
        <p:sp>
          <p:nvSpPr>
            <p:cNvPr id="43" name="Rectangle 55">
              <a:extLst>
                <a:ext uri="{FF2B5EF4-FFF2-40B4-BE49-F238E27FC236}">
                  <a16:creationId xmlns:a16="http://schemas.microsoft.com/office/drawing/2014/main" id="{D8692AAB-F8EC-48AE-81A1-EE5B50C890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1584"/>
              <a:ext cx="134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>
                <a:spcBef>
                  <a:spcPct val="0"/>
                </a:spcBef>
              </a:pPr>
              <a:r>
                <a:rPr lang="en-US" altLang="en-US" sz="1800" dirty="0">
                  <a:latin typeface="Courier New" panose="02070309020205020404" pitchFamily="49" charset="0"/>
                </a:rPr>
                <a:t>ADDD F1,F4,F0</a:t>
              </a:r>
            </a:p>
          </p:txBody>
        </p:sp>
        <p:sp>
          <p:nvSpPr>
            <p:cNvPr id="44" name="Rectangle 56">
              <a:extLst>
                <a:ext uri="{FF2B5EF4-FFF2-40B4-BE49-F238E27FC236}">
                  <a16:creationId xmlns:a16="http://schemas.microsoft.com/office/drawing/2014/main" id="{33CE1A85-7F23-46E5-8C1E-216FE378B5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1776"/>
              <a:ext cx="1344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>
                <a:spcBef>
                  <a:spcPct val="0"/>
                </a:spcBef>
              </a:pPr>
              <a:r>
                <a:rPr lang="en-US" altLang="en-US" sz="1800">
                  <a:latin typeface="Courier New" panose="02070309020205020404" pitchFamily="49" charset="0"/>
                </a:rPr>
                <a:t>LD F0,10(R2)</a:t>
              </a:r>
            </a:p>
          </p:txBody>
        </p:sp>
        <p:sp>
          <p:nvSpPr>
            <p:cNvPr id="45" name="Rectangle 57">
              <a:extLst>
                <a:ext uri="{FF2B5EF4-FFF2-40B4-BE49-F238E27FC236}">
                  <a16:creationId xmlns:a16="http://schemas.microsoft.com/office/drawing/2014/main" id="{8A4EF59A-2667-47E4-8631-21E84D7656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1392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lang="en-US" altLang="en-US" sz="1800">
                  <a:latin typeface="Courier New" panose="02070309020205020404" pitchFamily="49" charset="0"/>
                </a:rPr>
                <a:t>N</a:t>
              </a:r>
            </a:p>
          </p:txBody>
        </p:sp>
        <p:sp>
          <p:nvSpPr>
            <p:cNvPr id="46" name="Rectangle 58">
              <a:extLst>
                <a:ext uri="{FF2B5EF4-FFF2-40B4-BE49-F238E27FC236}">
                  <a16:creationId xmlns:a16="http://schemas.microsoft.com/office/drawing/2014/main" id="{C8825BDA-CEC0-44C3-AA71-D1C4B023FF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1584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lang="en-US" altLang="en-US" sz="1800">
                  <a:latin typeface="Courier New" panose="02070309020205020404" pitchFamily="49" charset="0"/>
                </a:rPr>
                <a:t>N</a:t>
              </a:r>
            </a:p>
          </p:txBody>
        </p:sp>
        <p:sp>
          <p:nvSpPr>
            <p:cNvPr id="47" name="Rectangle 59">
              <a:extLst>
                <a:ext uri="{FF2B5EF4-FFF2-40B4-BE49-F238E27FC236}">
                  <a16:creationId xmlns:a16="http://schemas.microsoft.com/office/drawing/2014/main" id="{3D2F33FA-CF13-4952-985E-50659B16BE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1776"/>
              <a:ext cx="240" cy="19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lang="en-US" altLang="en-US" sz="1800">
                  <a:latin typeface="Courier New" panose="02070309020205020404" pitchFamily="49" charset="0"/>
                </a:rPr>
                <a:t>N</a:t>
              </a:r>
            </a:p>
          </p:txBody>
        </p:sp>
      </p:grpSp>
      <p:sp>
        <p:nvSpPr>
          <p:cNvPr id="64" name="Line 60">
            <a:extLst>
              <a:ext uri="{FF2B5EF4-FFF2-40B4-BE49-F238E27FC236}">
                <a16:creationId xmlns:a16="http://schemas.microsoft.com/office/drawing/2014/main" id="{262A9D2D-E457-4C29-9A5E-DE63ACE1183B}"/>
              </a:ext>
            </a:extLst>
          </p:cNvPr>
          <p:cNvSpPr>
            <a:spLocks noChangeShapeType="1"/>
          </p:cNvSpPr>
          <p:nvPr/>
        </p:nvSpPr>
        <p:spPr bwMode="auto">
          <a:xfrm>
            <a:off x="7529514" y="2746374"/>
            <a:ext cx="0" cy="3810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5" name="Text Box 61">
            <a:extLst>
              <a:ext uri="{FF2B5EF4-FFF2-40B4-BE49-F238E27FC236}">
                <a16:creationId xmlns:a16="http://schemas.microsoft.com/office/drawing/2014/main" id="{A69619C7-ADAA-4548-9C36-CB641D4074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34514" y="231775"/>
            <a:ext cx="8461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800">
                <a:latin typeface="Comic Sans MS" panose="030F0702030302020204" pitchFamily="66" charset="0"/>
              </a:rPr>
              <a:t>Done?</a:t>
            </a:r>
          </a:p>
        </p:txBody>
      </p:sp>
      <p:sp>
        <p:nvSpPr>
          <p:cNvPr id="66" name="Freeform 62">
            <a:extLst>
              <a:ext uri="{FF2B5EF4-FFF2-40B4-BE49-F238E27FC236}">
                <a16:creationId xmlns:a16="http://schemas.microsoft.com/office/drawing/2014/main" id="{7882706C-76EC-4543-9DEE-12820CEB2F01}"/>
              </a:ext>
            </a:extLst>
          </p:cNvPr>
          <p:cNvSpPr>
            <a:spLocks/>
          </p:cNvSpPr>
          <p:nvPr/>
        </p:nvSpPr>
        <p:spPr bwMode="auto">
          <a:xfrm>
            <a:off x="10044114" y="1831974"/>
            <a:ext cx="609600" cy="4267200"/>
          </a:xfrm>
          <a:custGeom>
            <a:avLst/>
            <a:gdLst>
              <a:gd name="T0" fmla="*/ 609600 w 576"/>
              <a:gd name="T1" fmla="*/ 4267200 h 2832"/>
              <a:gd name="T2" fmla="*/ 609600 w 576"/>
              <a:gd name="T3" fmla="*/ 0 h 2832"/>
              <a:gd name="T4" fmla="*/ 0 w 576"/>
              <a:gd name="T5" fmla="*/ 0 h 283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576" h="2832">
                <a:moveTo>
                  <a:pt x="576" y="2832"/>
                </a:moveTo>
                <a:lnTo>
                  <a:pt x="576" y="0"/>
                </a:lnTo>
                <a:lnTo>
                  <a:pt x="0" y="0"/>
                </a:lnTo>
              </a:path>
            </a:pathLst>
          </a:custGeom>
          <a:noFill/>
          <a:ln w="76200" cap="flat" cmpd="sng">
            <a:solidFill>
              <a:schemeClr val="hlink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7" name="Line 63">
            <a:extLst>
              <a:ext uri="{FF2B5EF4-FFF2-40B4-BE49-F238E27FC236}">
                <a16:creationId xmlns:a16="http://schemas.microsoft.com/office/drawing/2014/main" id="{B6ACA45E-2C77-436B-8B18-80DA9D56936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529514" y="5718174"/>
            <a:ext cx="0" cy="4572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8" name="Line 64">
            <a:extLst>
              <a:ext uri="{FF2B5EF4-FFF2-40B4-BE49-F238E27FC236}">
                <a16:creationId xmlns:a16="http://schemas.microsoft.com/office/drawing/2014/main" id="{17361660-70F7-4109-8292-C4F7B46E4FB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92603" y="5713413"/>
            <a:ext cx="7937" cy="401637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9" name="Text Box 65">
            <a:extLst>
              <a:ext uri="{FF2B5EF4-FFF2-40B4-BE49-F238E27FC236}">
                <a16:creationId xmlns:a16="http://schemas.microsoft.com/office/drawing/2014/main" id="{F6E1149E-78A1-4854-BFD7-8BEF2793BD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6690" y="3905250"/>
            <a:ext cx="69691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800">
                <a:latin typeface="Comic Sans MS" panose="030F0702030302020204" pitchFamily="66" charset="0"/>
              </a:rPr>
              <a:t>Dest</a:t>
            </a:r>
          </a:p>
        </p:txBody>
      </p:sp>
      <p:sp>
        <p:nvSpPr>
          <p:cNvPr id="70" name="Text Box 66">
            <a:extLst>
              <a:ext uri="{FF2B5EF4-FFF2-40B4-BE49-F238E27FC236}">
                <a16:creationId xmlns:a16="http://schemas.microsoft.com/office/drawing/2014/main" id="{B4B74A73-6BDC-4CFE-99F4-7ACBB9FDD1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9315" y="4041775"/>
            <a:ext cx="69691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800">
                <a:latin typeface="Comic Sans MS" panose="030F0702030302020204" pitchFamily="66" charset="0"/>
              </a:rPr>
              <a:t>Dest</a:t>
            </a:r>
          </a:p>
        </p:txBody>
      </p:sp>
      <p:sp>
        <p:nvSpPr>
          <p:cNvPr id="71" name="AutoShape 67">
            <a:extLst>
              <a:ext uri="{FF2B5EF4-FFF2-40B4-BE49-F238E27FC236}">
                <a16:creationId xmlns:a16="http://schemas.microsoft.com/office/drawing/2014/main" id="{3660CBDF-1583-42E6-A570-9594ECC0CCC4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1002964" y="993774"/>
            <a:ext cx="457200" cy="1143000"/>
          </a:xfrm>
          <a:prstGeom prst="upArrow">
            <a:avLst>
              <a:gd name="adj1" fmla="val 50000"/>
              <a:gd name="adj2" fmla="val 62500"/>
            </a:avLst>
          </a:prstGeom>
          <a:solidFill>
            <a:schemeClr val="accent2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72" name="Text Box 68">
            <a:extLst>
              <a:ext uri="{FF2B5EF4-FFF2-40B4-BE49-F238E27FC236}">
                <a16:creationId xmlns:a16="http://schemas.microsoft.com/office/drawing/2014/main" id="{5553086E-ACEA-45EF-9BB0-28BB20C529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75953" y="2212975"/>
            <a:ext cx="9112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800">
                <a:latin typeface="Comic Sans MS" panose="030F0702030302020204" pitchFamily="66" charset="0"/>
              </a:rPr>
              <a:t>Oldest</a:t>
            </a:r>
          </a:p>
        </p:txBody>
      </p:sp>
      <p:sp>
        <p:nvSpPr>
          <p:cNvPr id="73" name="Text Box 69">
            <a:extLst>
              <a:ext uri="{FF2B5EF4-FFF2-40B4-BE49-F238E27FC236}">
                <a16:creationId xmlns:a16="http://schemas.microsoft.com/office/drawing/2014/main" id="{D9FE8C19-CECC-4F8A-A34D-70946E86AB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29914" y="612775"/>
            <a:ext cx="10033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800">
                <a:latin typeface="Comic Sans MS" panose="030F0702030302020204" pitchFamily="66" charset="0"/>
              </a:rPr>
              <a:t>Newest</a:t>
            </a:r>
          </a:p>
        </p:txBody>
      </p:sp>
      <p:grpSp>
        <p:nvGrpSpPr>
          <p:cNvPr id="74" name="Group 70">
            <a:extLst>
              <a:ext uri="{FF2B5EF4-FFF2-40B4-BE49-F238E27FC236}">
                <a16:creationId xmlns:a16="http://schemas.microsoft.com/office/drawing/2014/main" id="{797DC4C3-6BEC-464A-93A5-4EA5E07D660F}"/>
              </a:ext>
            </a:extLst>
          </p:cNvPr>
          <p:cNvGrpSpPr>
            <a:grpSpLocks/>
          </p:cNvGrpSpPr>
          <p:nvPr/>
        </p:nvGrpSpPr>
        <p:grpSpPr bwMode="auto">
          <a:xfrm rot="16200000">
            <a:off x="3871914" y="182562"/>
            <a:ext cx="914400" cy="1219200"/>
            <a:chOff x="1872" y="1584"/>
            <a:chExt cx="576" cy="864"/>
          </a:xfrm>
        </p:grpSpPr>
        <p:sp>
          <p:nvSpPr>
            <p:cNvPr id="75" name="Rectangle 71">
              <a:extLst>
                <a:ext uri="{FF2B5EF4-FFF2-40B4-BE49-F238E27FC236}">
                  <a16:creationId xmlns:a16="http://schemas.microsoft.com/office/drawing/2014/main" id="{A9BEB6E0-D2A7-48B3-9399-B06DF6312C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584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76" name="Rectangle 72">
              <a:extLst>
                <a:ext uri="{FF2B5EF4-FFF2-40B4-BE49-F238E27FC236}">
                  <a16:creationId xmlns:a16="http://schemas.microsoft.com/office/drawing/2014/main" id="{6E7EC35A-CEFA-4F96-86E3-E8AB41EFAA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728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77" name="Rectangle 73">
              <a:extLst>
                <a:ext uri="{FF2B5EF4-FFF2-40B4-BE49-F238E27FC236}">
                  <a16:creationId xmlns:a16="http://schemas.microsoft.com/office/drawing/2014/main" id="{62FE95C4-8755-4C7E-993A-C0C757D75A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872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78" name="Rectangle 74">
              <a:extLst>
                <a:ext uri="{FF2B5EF4-FFF2-40B4-BE49-F238E27FC236}">
                  <a16:creationId xmlns:a16="http://schemas.microsoft.com/office/drawing/2014/main" id="{23F3A9EE-631B-48D1-ABBE-433F2D0519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016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79" name="Rectangle 75">
              <a:extLst>
                <a:ext uri="{FF2B5EF4-FFF2-40B4-BE49-F238E27FC236}">
                  <a16:creationId xmlns:a16="http://schemas.microsoft.com/office/drawing/2014/main" id="{2987D0ED-CA10-4023-AD3E-7BA7D26139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160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80" name="Rectangle 76">
              <a:extLst>
                <a:ext uri="{FF2B5EF4-FFF2-40B4-BE49-F238E27FC236}">
                  <a16:creationId xmlns:a16="http://schemas.microsoft.com/office/drawing/2014/main" id="{C650B8CA-16AE-4CA6-816C-BCD8E750A9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304"/>
              <a:ext cx="576" cy="14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81" name="Text Box 77">
            <a:extLst>
              <a:ext uri="{FF2B5EF4-FFF2-40B4-BE49-F238E27FC236}">
                <a16:creationId xmlns:a16="http://schemas.microsoft.com/office/drawing/2014/main" id="{4C2A9BBB-BE8B-4922-8006-E8871F1DA1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36065" y="3999922"/>
            <a:ext cx="1058303" cy="572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800">
                <a:latin typeface="Comic Sans MS" panose="030F0702030302020204" pitchFamily="66" charset="0"/>
              </a:rPr>
              <a:t>from </a:t>
            </a:r>
          </a:p>
          <a:p>
            <a:pPr>
              <a:lnSpc>
                <a:spcPct val="70000"/>
              </a:lnSpc>
              <a:spcBef>
                <a:spcPct val="0"/>
              </a:spcBef>
            </a:pPr>
            <a:r>
              <a:rPr lang="en-US" altLang="en-US" sz="1800">
                <a:latin typeface="Comic Sans MS" panose="030F0702030302020204" pitchFamily="66" charset="0"/>
              </a:rPr>
              <a:t>Memory</a:t>
            </a:r>
          </a:p>
        </p:txBody>
      </p:sp>
      <p:sp>
        <p:nvSpPr>
          <p:cNvPr id="82" name="Line 78">
            <a:extLst>
              <a:ext uri="{FF2B5EF4-FFF2-40B4-BE49-F238E27FC236}">
                <a16:creationId xmlns:a16="http://schemas.microsoft.com/office/drawing/2014/main" id="{C675A381-07E3-4444-B8B9-41B570A055A0}"/>
              </a:ext>
            </a:extLst>
          </p:cNvPr>
          <p:cNvSpPr>
            <a:spLocks noChangeShapeType="1"/>
          </p:cNvSpPr>
          <p:nvPr/>
        </p:nvSpPr>
        <p:spPr bwMode="auto">
          <a:xfrm>
            <a:off x="9586914" y="4575174"/>
            <a:ext cx="0" cy="3810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grpSp>
        <p:nvGrpSpPr>
          <p:cNvPr id="83" name="Group 79">
            <a:extLst>
              <a:ext uri="{FF2B5EF4-FFF2-40B4-BE49-F238E27FC236}">
                <a16:creationId xmlns:a16="http://schemas.microsoft.com/office/drawing/2014/main" id="{C8ECDC1C-D69B-4A08-AC8E-3B8DF5407E42}"/>
              </a:ext>
            </a:extLst>
          </p:cNvPr>
          <p:cNvGrpSpPr>
            <a:grpSpLocks/>
          </p:cNvGrpSpPr>
          <p:nvPr/>
        </p:nvGrpSpPr>
        <p:grpSpPr bwMode="auto">
          <a:xfrm>
            <a:off x="8977314" y="4956174"/>
            <a:ext cx="1066800" cy="762000"/>
            <a:chOff x="4320" y="3360"/>
            <a:chExt cx="576" cy="480"/>
          </a:xfrm>
        </p:grpSpPr>
        <p:sp>
          <p:nvSpPr>
            <p:cNvPr id="84" name="Rectangle 80">
              <a:extLst>
                <a:ext uri="{FF2B5EF4-FFF2-40B4-BE49-F238E27FC236}">
                  <a16:creationId xmlns:a16="http://schemas.microsoft.com/office/drawing/2014/main" id="{F3CEAFBF-2B0F-4A07-88A7-7607E7876A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3360"/>
              <a:ext cx="576" cy="16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>
                <a:spcBef>
                  <a:spcPct val="0"/>
                </a:spcBef>
              </a:pPr>
              <a:r>
                <a:rPr lang="en-US" altLang="en-US" sz="1800">
                  <a:solidFill>
                    <a:schemeClr val="hlink"/>
                  </a:solidFill>
                  <a:latin typeface="Courier New" panose="02070309020205020404" pitchFamily="49" charset="0"/>
                </a:rPr>
                <a:t>1</a:t>
              </a:r>
              <a:r>
                <a:rPr lang="en-US" altLang="en-US" sz="1800">
                  <a:latin typeface="Courier New" panose="02070309020205020404" pitchFamily="49" charset="0"/>
                </a:rPr>
                <a:t> 10+R2</a:t>
              </a:r>
            </a:p>
          </p:txBody>
        </p:sp>
        <p:sp>
          <p:nvSpPr>
            <p:cNvPr id="85" name="Rectangle 81">
              <a:extLst>
                <a:ext uri="{FF2B5EF4-FFF2-40B4-BE49-F238E27FC236}">
                  <a16:creationId xmlns:a16="http://schemas.microsoft.com/office/drawing/2014/main" id="{7B1099F7-E393-4B14-A672-F6B34708D1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3520"/>
              <a:ext cx="576" cy="16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86" name="Rectangle 82">
              <a:extLst>
                <a:ext uri="{FF2B5EF4-FFF2-40B4-BE49-F238E27FC236}">
                  <a16:creationId xmlns:a16="http://schemas.microsoft.com/office/drawing/2014/main" id="{219A36E9-2B63-427C-A97F-682EBA7F6C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3680"/>
              <a:ext cx="576" cy="16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87" name="Line 83">
              <a:extLst>
                <a:ext uri="{FF2B5EF4-FFF2-40B4-BE49-F238E27FC236}">
                  <a16:creationId xmlns:a16="http://schemas.microsoft.com/office/drawing/2014/main" id="{2FB1CEB9-3CB6-4E73-820F-C0C558FB95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2" y="3360"/>
              <a:ext cx="0" cy="4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88" name="Text Box 84">
            <a:extLst>
              <a:ext uri="{FF2B5EF4-FFF2-40B4-BE49-F238E27FC236}">
                <a16:creationId xmlns:a16="http://schemas.microsoft.com/office/drawing/2014/main" id="{12CB422D-E409-4AE4-AC92-E2AA641D3B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24915" y="4651375"/>
            <a:ext cx="69691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800">
                <a:latin typeface="Comic Sans MS" panose="030F0702030302020204" pitchFamily="66" charset="0"/>
              </a:rPr>
              <a:t>Dest</a:t>
            </a:r>
          </a:p>
        </p:txBody>
      </p:sp>
      <p:sp>
        <p:nvSpPr>
          <p:cNvPr id="89" name="Text Box 85">
            <a:extLst>
              <a:ext uri="{FF2B5EF4-FFF2-40B4-BE49-F238E27FC236}">
                <a16:creationId xmlns:a16="http://schemas.microsoft.com/office/drawing/2014/main" id="{42721A32-4122-4C09-9703-7479A1ECD9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9915" y="1527175"/>
            <a:ext cx="28416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2800">
                <a:latin typeface="Comic Sans MS" panose="030F0702030302020204" pitchFamily="66" charset="0"/>
              </a:rPr>
              <a:t>Reorder Buffer</a:t>
            </a:r>
            <a:endParaRPr lang="en-US" altLang="en-US" sz="1800">
              <a:latin typeface="Comic Sans MS" panose="030F0702030302020204" pitchFamily="66" charset="0"/>
            </a:endParaRPr>
          </a:p>
        </p:txBody>
      </p:sp>
      <p:sp>
        <p:nvSpPr>
          <p:cNvPr id="90" name="Text Box 86">
            <a:extLst>
              <a:ext uri="{FF2B5EF4-FFF2-40B4-BE49-F238E27FC236}">
                <a16:creationId xmlns:a16="http://schemas.microsoft.com/office/drawing/2014/main" id="{28FD6FC8-E395-4638-B3B4-1C73F20D9E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6715" y="3203575"/>
            <a:ext cx="17827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2800">
                <a:latin typeface="Comic Sans MS" panose="030F0702030302020204" pitchFamily="66" charset="0"/>
              </a:rPr>
              <a:t>Registers</a:t>
            </a:r>
          </a:p>
        </p:txBody>
      </p:sp>
      <p:sp>
        <p:nvSpPr>
          <p:cNvPr id="91" name="Line 87">
            <a:extLst>
              <a:ext uri="{FF2B5EF4-FFF2-40B4-BE49-F238E27FC236}">
                <a16:creationId xmlns:a16="http://schemas.microsoft.com/office/drawing/2014/main" id="{C732DB07-CF24-42FF-A718-65AEDE0B2DC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586914" y="5718174"/>
            <a:ext cx="0" cy="38100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92" name="Line 88">
            <a:extLst>
              <a:ext uri="{FF2B5EF4-FFF2-40B4-BE49-F238E27FC236}">
                <a16:creationId xmlns:a16="http://schemas.microsoft.com/office/drawing/2014/main" id="{95454775-644E-49A3-82F2-39FAC3F9BF29}"/>
              </a:ext>
            </a:extLst>
          </p:cNvPr>
          <p:cNvSpPr>
            <a:spLocks noChangeShapeType="1"/>
          </p:cNvSpPr>
          <p:nvPr/>
        </p:nvSpPr>
        <p:spPr bwMode="auto">
          <a:xfrm>
            <a:off x="4938714" y="765174"/>
            <a:ext cx="11430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468AAD-8F95-48D5-AC8C-94FB5D54B338}"/>
              </a:ext>
            </a:extLst>
          </p:cNvPr>
          <p:cNvSpPr txBox="1"/>
          <p:nvPr/>
        </p:nvSpPr>
        <p:spPr>
          <a:xfrm>
            <a:off x="273510" y="2078039"/>
            <a:ext cx="501592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If the predicted taken path is wrong, </a:t>
            </a:r>
          </a:p>
          <a:p>
            <a:r>
              <a:rPr lang="en-US" sz="2400" dirty="0"/>
              <a:t>flush out all instructions from the ROB </a:t>
            </a:r>
          </a:p>
          <a:p>
            <a:r>
              <a:rPr lang="en-US" sz="2400" dirty="0"/>
              <a:t>and reissue in the correct order</a:t>
            </a:r>
            <a:endParaRPr lang="en-IN" sz="2400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0FDE5ED-74E7-4EDF-8782-9B39DB8DF35C}"/>
              </a:ext>
            </a:extLst>
          </p:cNvPr>
          <p:cNvSpPr txBox="1"/>
          <p:nvPr/>
        </p:nvSpPr>
        <p:spPr>
          <a:xfrm>
            <a:off x="-15297" y="4979806"/>
            <a:ext cx="375230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Remember exception/page </a:t>
            </a:r>
          </a:p>
          <a:p>
            <a:r>
              <a:rPr lang="en-US" sz="2400" dirty="0"/>
              <a:t>fault handling gets resolved </a:t>
            </a:r>
          </a:p>
          <a:p>
            <a:r>
              <a:rPr lang="en-US" sz="2400" dirty="0"/>
              <a:t>when the instruction </a:t>
            </a:r>
          </a:p>
          <a:p>
            <a:r>
              <a:rPr lang="en-US" sz="2400" dirty="0"/>
              <a:t>reaches the head of the ROB</a:t>
            </a:r>
            <a:endParaRPr lang="en-IN" sz="2400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3835B1B3-4B5B-4995-0873-050665DB5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1280" y="6356350"/>
            <a:ext cx="5532120" cy="365125"/>
          </a:xfrm>
        </p:spPr>
        <p:txBody>
          <a:bodyPr/>
          <a:lstStyle/>
          <a:p>
            <a:r>
              <a:rPr lang="en-IN" dirty="0"/>
              <a:t>Advanced Computer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2589757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68A4C-3C91-D298-BABE-921382A0F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805"/>
            <a:ext cx="10515600" cy="1505883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LSQ (Load Store Q): For out-of-order requests into memory hierarchy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884843A-2916-7783-2866-A768D7CE5E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311" y="1845426"/>
            <a:ext cx="10114325" cy="445030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91CB33-F180-63B8-3A6F-92A6CC487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Advanced Computer Architecture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894CAB-6DB2-0965-F334-B32387D26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8651ABE-1138-46C6-9A43-7FCD4EB2550C}" type="slidenum">
              <a:rPr lang="en-US" sz="1200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14</a:t>
            </a:fld>
            <a:endParaRPr lang="en-US" sz="1200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86604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72B69-2EE7-07DB-2A72-942CDDDB7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LSQ?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008E8F-E80F-3357-078D-40DA96E7EC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3017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ROB makes sure register writes are in order. What about stores or memory writes? </a:t>
            </a:r>
          </a:p>
          <a:p>
            <a:endParaRPr lang="en-US" dirty="0"/>
          </a:p>
          <a:p>
            <a:r>
              <a:rPr lang="en-US" dirty="0"/>
              <a:t>LSQ: </a:t>
            </a:r>
          </a:p>
          <a:p>
            <a:pPr marL="857250" indent="-857250">
              <a:buAutoNum type="romanLcParenR"/>
            </a:pPr>
            <a:r>
              <a:rPr lang="en-US" dirty="0"/>
              <a:t>Stores write to LSQ, in an O3. That is why writes are not in critical path </a:t>
            </a:r>
            <a:r>
              <a:rPr lang="en-US" dirty="0">
                <a:sym typeface="Wingdings" panose="05000000000000000000" pitchFamily="2" charset="2"/>
              </a:rPr>
              <a:t> </a:t>
            </a:r>
            <a:endParaRPr lang="en-US" dirty="0"/>
          </a:p>
          <a:p>
            <a:pPr marL="857250" indent="-857250">
              <a:buAutoNum type="romanLcParenR"/>
            </a:pPr>
            <a:r>
              <a:rPr lang="en-US" dirty="0"/>
              <a:t> When store </a:t>
            </a:r>
            <a:r>
              <a:rPr lang="en-US" dirty="0">
                <a:solidFill>
                  <a:srgbClr val="FF0000"/>
                </a:solidFill>
              </a:rPr>
              <a:t>retires</a:t>
            </a:r>
            <a:r>
              <a:rPr lang="en-US" dirty="0"/>
              <a:t>, head of LSQ written to L1D </a:t>
            </a:r>
          </a:p>
          <a:p>
            <a:pPr marL="857250" indent="-857250">
              <a:buAutoNum type="romanLcParenR"/>
            </a:pPr>
            <a:r>
              <a:rPr lang="en-IN" dirty="0"/>
              <a:t> When load executes, access LSQ and L1D in parallel. </a:t>
            </a:r>
          </a:p>
          <a:p>
            <a:pPr marL="857250" indent="-857250">
              <a:buAutoNum type="romanLcParenR"/>
            </a:pPr>
            <a:r>
              <a:rPr lang="en-IN" dirty="0"/>
              <a:t> Loads are O3. Else there is no point </a:t>
            </a:r>
            <a:r>
              <a:rPr lang="en-IN" dirty="0">
                <a:sym typeface="Wingdings" panose="05000000000000000000" pitchFamily="2" charset="2"/>
              </a:rPr>
              <a:t> </a:t>
            </a:r>
            <a:endParaRPr lang="en-IN" dirty="0"/>
          </a:p>
          <a:p>
            <a:pPr marL="857250" indent="-857250">
              <a:buAutoNum type="romanLcParenR"/>
            </a:pP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CCEDE4-7762-2201-1672-6818BC691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76D416-A179-220C-2597-416FAF4B6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15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9269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E2D98-724A-6749-2050-F184AD7B1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LSQ?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8D97A8-551A-C110-29A5-60D6120F9D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For non-memory operations, dependency is checked in the issue stage </a:t>
            </a:r>
          </a:p>
          <a:p>
            <a:endParaRPr lang="en-US" dirty="0"/>
          </a:p>
          <a:p>
            <a:r>
              <a:rPr lang="en-US" dirty="0"/>
              <a:t>But </a:t>
            </a:r>
            <a:r>
              <a:rPr lang="en-US" dirty="0" err="1"/>
              <a:t>but</a:t>
            </a:r>
            <a:r>
              <a:rPr lang="en-US" dirty="0"/>
              <a:t> </a:t>
            </a:r>
            <a:r>
              <a:rPr lang="en-US" dirty="0" err="1"/>
              <a:t>but</a:t>
            </a:r>
            <a:r>
              <a:rPr lang="en-US" dirty="0"/>
              <a:t>, memory addresses are known after execute stage. So when and where to check dependency. </a:t>
            </a:r>
          </a:p>
          <a:p>
            <a:endParaRPr lang="en-US" dirty="0"/>
          </a:p>
          <a:p>
            <a:r>
              <a:rPr lang="en-US" dirty="0"/>
              <a:t>LSQ tracks memory dependences (L-S, S-L, L-L, S-S). 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84FB31-E5A3-9AA6-64BD-1C7C43FE5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D146F5-BCA5-E7C9-E634-43DFDC658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16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81457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BC46C-3BDC-4537-5278-4E14C4C93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Continues…. LQ and SQ, On a load request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A4B91C-3189-6D05-13BF-448041E2C4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 the youngest store older than the load  </a:t>
            </a:r>
          </a:p>
          <a:p>
            <a:endParaRPr lang="en-US" dirty="0"/>
          </a:p>
          <a:p>
            <a:r>
              <a:rPr lang="en-US" dirty="0"/>
              <a:t>If hit in the SQ, forward data from SQ </a:t>
            </a:r>
          </a:p>
          <a:p>
            <a:endParaRPr lang="en-US" dirty="0"/>
          </a:p>
          <a:p>
            <a:r>
              <a:rPr lang="en-US" dirty="0"/>
              <a:t>If miss, send it to TLB and L1D. 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CA49EE-FBA6-D6EF-B1D5-973E37583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7FA754-B2FE-EAA1-3F7A-90681A489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17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41074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9C412-B254-6C2C-8FC9-BF0E59887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tricky situation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76A87E-37CA-3F8F-806B-DF6507951E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sd</a:t>
            </a:r>
            <a:r>
              <a:rPr lang="en-US" dirty="0"/>
              <a:t> x1, (x2)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ld</a:t>
            </a:r>
            <a:r>
              <a:rPr lang="en-US" dirty="0"/>
              <a:t> x3, (x4)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When can we execute the load?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0AAB51-1104-0B3C-B5AA-458D83088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722806-0D55-1578-8D02-A250393AA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18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11902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E876A-CEB5-2CC7-7092-3B8DC1A96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Approaches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37131-F717-9FE2-11D3-6D447FFB98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>
                <a:solidFill>
                  <a:srgbClr val="C00000"/>
                </a:solidFill>
              </a:rPr>
              <a:t>In-order: </a:t>
            </a:r>
            <a:r>
              <a:rPr lang="en-US" dirty="0">
                <a:sym typeface="Wingdings" panose="05000000000000000000" pitchFamily="2" charset="2"/>
              </a:rPr>
              <a:t> Then what is the point of out-of-order   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/>
              <a:t>Can execute load before store, </a:t>
            </a:r>
            <a:r>
              <a:rPr lang="en-US" dirty="0">
                <a:solidFill>
                  <a:srgbClr val="C00000"/>
                </a:solidFill>
              </a:rPr>
              <a:t>if addresses known </a:t>
            </a:r>
            <a:r>
              <a:rPr lang="en-US" dirty="0"/>
              <a:t>and x4 != x2</a:t>
            </a:r>
          </a:p>
          <a:p>
            <a:endParaRPr lang="en-US" dirty="0"/>
          </a:p>
          <a:p>
            <a:r>
              <a:rPr lang="en-US" dirty="0"/>
              <a:t>Each load address compared with addresses of all previous uncommitted stores, do not LOAD if STORE address is not known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A51CF2-0064-C261-E4FC-C757CA321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6E16FA-E11C-3774-2C41-4C3CA1FD9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19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94915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9D709-3D75-9B7B-99C5-BF1A1ADAD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Dependency violation continues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72DE90-D5DA-6E0C-8FF6-77CAFE54F6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LOAD executed before STORE </a:t>
            </a:r>
            <a:r>
              <a:rPr lang="en-US" dirty="0">
                <a:sym typeface="Wingdings" panose="05000000000000000000" pitchFamily="2" charset="2"/>
              </a:rPr>
              <a:t> Fix it  </a:t>
            </a:r>
          </a:p>
          <a:p>
            <a:r>
              <a:rPr lang="en-US" dirty="0">
                <a:sym typeface="Wingdings" panose="05000000000000000000" pitchFamily="2" charset="2"/>
              </a:rPr>
              <a:t>How? 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Select </a:t>
            </a:r>
            <a:r>
              <a:rPr lang="en-US" dirty="0">
                <a:solidFill>
                  <a:srgbClr val="C00000"/>
                </a:solidFill>
                <a:sym typeface="Wingdings" panose="05000000000000000000" pitchFamily="2" charset="2"/>
              </a:rPr>
              <a:t>the oldest load that is younger than the store </a:t>
            </a:r>
          </a:p>
          <a:p>
            <a:pPr marL="0" indent="0">
              <a:buNone/>
            </a:pPr>
            <a:endParaRPr lang="en-US" dirty="0">
              <a:solidFill>
                <a:srgbClr val="C00000"/>
              </a:solidFill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Use store position, Processor flushes and restarts. 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2E00EF-5D90-B009-B9C3-333209A5A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F49DDC-1084-1EBC-AE2F-2C3EF8413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20</a:t>
            </a:fld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6386439-203F-0B84-1C08-5922FC504C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3900" y="5139653"/>
            <a:ext cx="4389500" cy="845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8833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95A93-84B0-60D8-066D-64DD42D07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Address Speculation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2A438-5376-51F8-B80F-BADD7478EC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 err="1"/>
              <a:t>sd</a:t>
            </a:r>
            <a:r>
              <a:rPr lang="en-US" dirty="0"/>
              <a:t> x1, (x2) </a:t>
            </a:r>
          </a:p>
          <a:p>
            <a:pPr marL="0" indent="0">
              <a:buNone/>
            </a:pPr>
            <a:r>
              <a:rPr lang="en-US" dirty="0" err="1"/>
              <a:t>ld</a:t>
            </a:r>
            <a:r>
              <a:rPr lang="en-US" dirty="0"/>
              <a:t> x3, (x4) </a:t>
            </a:r>
            <a:endParaRPr lang="en-IN" dirty="0"/>
          </a:p>
          <a:p>
            <a:r>
              <a:rPr lang="en-US" dirty="0">
                <a:solidFill>
                  <a:srgbClr val="C00000"/>
                </a:solidFill>
              </a:rPr>
              <a:t>Guess</a:t>
            </a:r>
            <a:r>
              <a:rPr lang="en-US" dirty="0"/>
              <a:t> that x4 != x2 </a:t>
            </a:r>
          </a:p>
          <a:p>
            <a:r>
              <a:rPr lang="en-US" dirty="0"/>
              <a:t>Execute load before store address known </a:t>
            </a:r>
          </a:p>
          <a:p>
            <a:r>
              <a:rPr lang="en-US" dirty="0"/>
              <a:t>Need to </a:t>
            </a:r>
            <a:r>
              <a:rPr lang="en-US" dirty="0">
                <a:solidFill>
                  <a:srgbClr val="C00000"/>
                </a:solidFill>
              </a:rPr>
              <a:t>hold all completed but uncommitted load/store addresses in program order</a:t>
            </a:r>
          </a:p>
          <a:p>
            <a:r>
              <a:rPr lang="en-US" dirty="0"/>
              <a:t>If subsequently find x4==x2, squash load and all following instructions =&gt; Large penalty for inaccurate address speculation 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2AE312-B32E-3648-55B2-913C2BE07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90E96D-975C-0BEA-62E4-1039BA439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21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59891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425AE-B08D-6623-1472-15D08B54A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Better Approach? Predict, Load-store dependency predictor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E23E8-DF05-9AA6-3EB8-44507F4239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Predict, which loads or load store pairs will cause violations. </a:t>
            </a:r>
          </a:p>
          <a:p>
            <a:r>
              <a:rPr lang="en-US" dirty="0"/>
              <a:t>Loads </a:t>
            </a:r>
            <a:r>
              <a:rPr lang="en-US" dirty="0">
                <a:solidFill>
                  <a:srgbClr val="C00000"/>
                </a:solidFill>
              </a:rPr>
              <a:t>must execute in-order with respect to older stores</a:t>
            </a:r>
            <a:r>
              <a:rPr lang="en-US" dirty="0"/>
              <a:t>. </a:t>
            </a:r>
          </a:p>
          <a:p>
            <a:r>
              <a:rPr lang="en-US" dirty="0"/>
              <a:t>Load execution requires knowledge of all older store addresses. If some older store address is not available yet, wait </a:t>
            </a:r>
            <a:r>
              <a:rPr lang="en-US" dirty="0">
                <a:sym typeface="Wingdings" panose="05000000000000000000" pitchFamily="2" charset="2"/>
              </a:rPr>
              <a:t></a:t>
            </a:r>
            <a:r>
              <a:rPr lang="en-US" dirty="0"/>
              <a:t> </a:t>
            </a:r>
          </a:p>
          <a:p>
            <a:r>
              <a:rPr lang="en-US" dirty="0"/>
              <a:t>There is a store buffer (along with store Q) that deals with the committed store instructions and pushing data into cache hierarchy. 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725651-1932-8D4E-BD7A-B4EE44604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540A5F-C01E-9089-5F90-A71BB97E0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22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0578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BD7AE-A644-7D00-F031-9CA53520B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subtle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FB323-66E5-3E52-C76F-5E44C97A9B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Store queue deals with in-flight instructions.</a:t>
            </a:r>
          </a:p>
          <a:p>
            <a:endParaRPr lang="en-US" dirty="0"/>
          </a:p>
          <a:p>
            <a:r>
              <a:rPr lang="en-US" dirty="0"/>
              <a:t>Once a store instruction retires from the pipeline and is no longer speculative, its data and address are transferred from the store queue to the store buffer.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E0133A-0119-34C1-2725-B89701522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104D8D-17DC-41A8-9A8C-CAB0E7666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23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67866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8451D-CC00-8867-774E-2EA41FF05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 not Forget the Bigger Picture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740251-37C2-5C7A-9625-EB7C6E2963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Issue Q </a:t>
            </a:r>
          </a:p>
          <a:p>
            <a:r>
              <a:rPr lang="en-US" dirty="0"/>
              <a:t>ROB </a:t>
            </a:r>
          </a:p>
          <a:p>
            <a:r>
              <a:rPr lang="en-US" dirty="0"/>
              <a:t>RS</a:t>
            </a:r>
          </a:p>
          <a:p>
            <a:r>
              <a:rPr lang="en-US" dirty="0"/>
              <a:t>LQ</a:t>
            </a:r>
          </a:p>
          <a:p>
            <a:r>
              <a:rPr lang="en-US" dirty="0"/>
              <a:t>SQ</a:t>
            </a:r>
          </a:p>
          <a:p>
            <a:r>
              <a:rPr lang="en-US" dirty="0"/>
              <a:t>Store buffer 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FA6020-9624-04D1-E857-F3CBB0C35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56A582-5DB7-EC1E-4767-6F60B5BB1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24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64102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71DAD-8467-0D47-7AC9-5A07C1E3C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175" y="171162"/>
            <a:ext cx="3448049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Is this relevant in 2023? </a:t>
            </a:r>
            <a:br>
              <a:rPr lang="en-US" sz="3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3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Intel Skylake for you</a:t>
            </a:r>
            <a:r>
              <a:rPr lang="en-US" sz="3200" kern="1200" dirty="0">
                <a:solidFill>
                  <a:srgbClr val="FFFFFF"/>
                </a:solidFill>
                <a:latin typeface="+mj-lt"/>
                <a:ea typeface="+mj-ea"/>
                <a:cs typeface="+mj-cs"/>
                <a:sym typeface="Wingdings" panose="05000000000000000000" pitchFamily="2" charset="2"/>
              </a:rPr>
              <a:t> </a:t>
            </a:r>
            <a:endParaRPr lang="en-US" sz="32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D477D70-4705-2482-688F-F49D6D93FE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6128" y="255080"/>
            <a:ext cx="4584192" cy="6366934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268539-5080-63D8-C3A8-B48FFF7D4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5960951" cy="365125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Advanced Computer Architecture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D4265F-E24D-48FB-4EF5-50071BEA3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26476" y="6356350"/>
            <a:ext cx="625443" cy="365125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Aft>
                <a:spcPts val="600"/>
              </a:spcAft>
            </a:pPr>
            <a:fld id="{B8651ABE-1138-46C6-9A43-7FCD4EB2550C}" type="slidenum">
              <a:rPr lang="en-US" sz="1200" smtClean="0">
                <a:solidFill>
                  <a:schemeClr val="tx1">
                    <a:tint val="75000"/>
                  </a:schemeClr>
                </a:solidFill>
              </a:rPr>
              <a:pPr algn="l">
                <a:spcAft>
                  <a:spcPts val="600"/>
                </a:spcAft>
              </a:pPr>
              <a:t>25</a:t>
            </a:fld>
            <a:endParaRPr lang="en-US" sz="120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10DBE0-B027-A751-0AB7-77E4B064BC0C}"/>
              </a:ext>
            </a:extLst>
          </p:cNvPr>
          <p:cNvSpPr txBox="1"/>
          <p:nvPr/>
        </p:nvSpPr>
        <p:spPr>
          <a:xfrm>
            <a:off x="2461846" y="2713055"/>
            <a:ext cx="2140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Intel latest processor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57063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C2D03-AC77-D094-9804-E80324EDC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Apple hai Kya? </a:t>
            </a:r>
          </a:p>
        </p:txBody>
      </p:sp>
      <p:pic>
        <p:nvPicPr>
          <p:cNvPr id="1026" name="Picture 2" descr="A computer screen shot of a computer&#10;&#10;Description automatically generated">
            <a:extLst>
              <a:ext uri="{FF2B5EF4-FFF2-40B4-BE49-F238E27FC236}">
                <a16:creationId xmlns:a16="http://schemas.microsoft.com/office/drawing/2014/main" id="{17D81EF1-90D7-2322-312F-7D43A3BE6B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207933" y="958878"/>
            <a:ext cx="7347537" cy="4941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A36CFB-C846-472E-655A-22CF3F72A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5960951" cy="365125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Advanced Computer Architecture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13993D-882B-E9D6-353F-BDA902B4E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26476" y="6356350"/>
            <a:ext cx="625443" cy="365125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Aft>
                <a:spcPts val="600"/>
              </a:spcAft>
            </a:pPr>
            <a:fld id="{B8651ABE-1138-46C6-9A43-7FCD4EB2550C}" type="slidenum">
              <a:rPr lang="en-US" sz="1200" smtClean="0">
                <a:solidFill>
                  <a:schemeClr val="tx1">
                    <a:tint val="75000"/>
                  </a:schemeClr>
                </a:solidFill>
              </a:rPr>
              <a:pPr algn="l">
                <a:spcAft>
                  <a:spcPts val="600"/>
                </a:spcAft>
              </a:pPr>
              <a:t>26</a:t>
            </a:fld>
            <a:endParaRPr lang="en-US" sz="120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FFEB3D-1CDA-6D47-3ABE-BB89464C6721}"/>
              </a:ext>
            </a:extLst>
          </p:cNvPr>
          <p:cNvSpPr txBox="1"/>
          <p:nvPr/>
        </p:nvSpPr>
        <p:spPr>
          <a:xfrm>
            <a:off x="2461846" y="2713055"/>
            <a:ext cx="2265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Apple latest processor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02376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8E884-0978-8BC7-2FFD-E18D73773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What about AMD?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7ADBEA-F9B9-C2DA-0C10-53EDCC4278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35" y="640080"/>
            <a:ext cx="5887932" cy="5578816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975EA6-9AAC-AFE0-FD95-B83B4B97A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5960951" cy="365125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Advanced Computer Architecture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08B514-4804-2DAA-0351-8B4A86EE9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26476" y="6356350"/>
            <a:ext cx="625443" cy="365125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Aft>
                <a:spcPts val="600"/>
              </a:spcAft>
            </a:pPr>
            <a:fld id="{B8651ABE-1138-46C6-9A43-7FCD4EB2550C}" type="slidenum">
              <a:rPr lang="en-US" sz="1200" smtClean="0">
                <a:solidFill>
                  <a:schemeClr val="tx1">
                    <a:tint val="75000"/>
                  </a:schemeClr>
                </a:solidFill>
              </a:rPr>
              <a:pPr algn="l">
                <a:spcAft>
                  <a:spcPts val="600"/>
                </a:spcAft>
              </a:pPr>
              <a:t>27</a:t>
            </a:fld>
            <a:endParaRPr lang="en-US" sz="120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E7A365-1541-DADC-BCEA-DB3E212B6DE9}"/>
              </a:ext>
            </a:extLst>
          </p:cNvPr>
          <p:cNvSpPr txBox="1"/>
          <p:nvPr/>
        </p:nvSpPr>
        <p:spPr>
          <a:xfrm>
            <a:off x="2461846" y="2713055"/>
            <a:ext cx="2193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AMD latest processor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82452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Fog-covered mountain">
            <a:extLst>
              <a:ext uri="{FF2B5EF4-FFF2-40B4-BE49-F238E27FC236}">
                <a16:creationId xmlns:a16="http://schemas.microsoft.com/office/drawing/2014/main" id="{3896933C-2E16-B5D5-CDBA-4D91EED714D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730"/>
          <a:stretch/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9BDE917-45CC-AF5F-2A15-53B5C0ACC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>
                <a:solidFill>
                  <a:srgbClr val="FFFFFF"/>
                </a:solidFill>
              </a:rPr>
              <a:t>Devil is in the details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C04928-45B4-1259-9203-6D081855B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 sz="1200" kern="1200">
                <a:solidFill>
                  <a:srgbClr val="FFFFFF"/>
                </a:solidFill>
                <a:latin typeface="Calibri" panose="020F0502020204030204"/>
                <a:ea typeface="+mn-ea"/>
                <a:cs typeface="+mn-cs"/>
              </a:rPr>
              <a:t>Advanced Computer Architecture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9AEE97-F2DE-0AEE-8376-504CA6E2D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B8651ABE-1138-46C6-9A43-7FCD4EB2550C}" type="slidenum">
              <a:rPr lang="en-US" sz="1200">
                <a:solidFill>
                  <a:srgbClr val="FFFFFF"/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28</a:t>
            </a:fld>
            <a:endParaRPr lang="en-US" sz="1200">
              <a:solidFill>
                <a:srgbClr val="FFFFFF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956759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86952-4D43-38E4-7CEE-29959D390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 All now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B340A-2B24-5AF3-62BF-0B7247F6C3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Memory systems, caches, TLBs, MSHRs, LSQs, O3 execution, ROB, …..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Can you guess: An L3 cache miss may not cause performance degradation, why? When? </a:t>
            </a:r>
            <a:r>
              <a:rPr lang="en-US" dirty="0">
                <a:sym typeface="Wingdings" panose="05000000000000000000" pitchFamily="2" charset="2"/>
              </a:rPr>
              <a:t> 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What next: Energy/Power of a modern processor 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DFB2AA-2F91-3C6C-E09D-72297EA6A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7578E0-6A20-D211-9EF0-AE437CEE7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29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75659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73277-76E8-E4E4-34E9-3DDD6486D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SMT processors: ILP to TLP (Thread-level)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FFEBB-BF78-1841-EEEC-841295D8E1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DD6C7E-C262-37B2-10FD-F67C5FF71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Advanced Computer Architecture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373622-0023-2832-6364-16B4BBFB9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1ABE-1138-46C6-9A43-7FCD4EB2550C}" type="slidenum">
              <a:rPr lang="en-IN" smtClean="0"/>
              <a:pPr/>
              <a:t>30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32716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DAE3A-9087-BBD0-C945-A4E44BCF1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Single-thread to SMT (Yes IBM, no Apple)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2D92AA-1966-8774-2585-3EF930977D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a thread in hardware? It is a PC, Thread level parallelism  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A6F9A0-E6BD-5E39-8592-D71B33CC62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31</a:t>
            </a:fld>
            <a:endParaRPr lang="en"/>
          </a:p>
        </p:txBody>
      </p:sp>
      <p:grpSp>
        <p:nvGrpSpPr>
          <p:cNvPr id="531" name="Group 530">
            <a:extLst>
              <a:ext uri="{FF2B5EF4-FFF2-40B4-BE49-F238E27FC236}">
                <a16:creationId xmlns:a16="http://schemas.microsoft.com/office/drawing/2014/main" id="{6CC13B7D-2A6C-6F73-A5B6-CD6EE86F2218}"/>
              </a:ext>
            </a:extLst>
          </p:cNvPr>
          <p:cNvGrpSpPr/>
          <p:nvPr/>
        </p:nvGrpSpPr>
        <p:grpSpPr>
          <a:xfrm>
            <a:off x="1097280" y="1867157"/>
            <a:ext cx="9009888" cy="4860480"/>
            <a:chOff x="821842" y="946226"/>
            <a:chExt cx="7562825" cy="5274386"/>
          </a:xfrm>
        </p:grpSpPr>
        <p:grpSp>
          <p:nvGrpSpPr>
            <p:cNvPr id="532" name="object 3">
              <a:extLst>
                <a:ext uri="{FF2B5EF4-FFF2-40B4-BE49-F238E27FC236}">
                  <a16:creationId xmlns:a16="http://schemas.microsoft.com/office/drawing/2014/main" id="{1E3326B8-03D0-28FB-392E-FC615D02B2C1}"/>
                </a:ext>
              </a:extLst>
            </p:cNvPr>
            <p:cNvGrpSpPr/>
            <p:nvPr/>
          </p:nvGrpSpPr>
          <p:grpSpPr>
            <a:xfrm>
              <a:off x="891539" y="1513332"/>
              <a:ext cx="238125" cy="238125"/>
              <a:chOff x="891539" y="1513332"/>
              <a:chExt cx="238125" cy="238125"/>
            </a:xfrm>
          </p:grpSpPr>
          <p:sp>
            <p:nvSpPr>
              <p:cNvPr id="1054" name="object 4">
                <a:extLst>
                  <a:ext uri="{FF2B5EF4-FFF2-40B4-BE49-F238E27FC236}">
                    <a16:creationId xmlns:a16="http://schemas.microsoft.com/office/drawing/2014/main" id="{65F1A386-3062-9581-5F63-3A2E713BA449}"/>
                  </a:ext>
                </a:extLst>
              </p:cNvPr>
              <p:cNvSpPr/>
              <p:nvPr/>
            </p:nvSpPr>
            <p:spPr>
              <a:xfrm>
                <a:off x="896111" y="15179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55" name="object 5">
                <a:extLst>
                  <a:ext uri="{FF2B5EF4-FFF2-40B4-BE49-F238E27FC236}">
                    <a16:creationId xmlns:a16="http://schemas.microsoft.com/office/drawing/2014/main" id="{F80D7222-C613-4208-E584-0A993615F9EA}"/>
                  </a:ext>
                </a:extLst>
              </p:cNvPr>
              <p:cNvSpPr/>
              <p:nvPr/>
            </p:nvSpPr>
            <p:spPr>
              <a:xfrm>
                <a:off x="896111" y="15179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533" name="object 6">
              <a:extLst>
                <a:ext uri="{FF2B5EF4-FFF2-40B4-BE49-F238E27FC236}">
                  <a16:creationId xmlns:a16="http://schemas.microsoft.com/office/drawing/2014/main" id="{8776CF3F-3027-0C9D-E09E-2C05DCE93F74}"/>
                </a:ext>
              </a:extLst>
            </p:cNvPr>
            <p:cNvGrpSpPr/>
            <p:nvPr/>
          </p:nvGrpSpPr>
          <p:grpSpPr>
            <a:xfrm>
              <a:off x="1196339" y="1513332"/>
              <a:ext cx="238125" cy="238125"/>
              <a:chOff x="1196339" y="1513332"/>
              <a:chExt cx="238125" cy="238125"/>
            </a:xfrm>
          </p:grpSpPr>
          <p:sp>
            <p:nvSpPr>
              <p:cNvPr id="1052" name="object 7">
                <a:extLst>
                  <a:ext uri="{FF2B5EF4-FFF2-40B4-BE49-F238E27FC236}">
                    <a16:creationId xmlns:a16="http://schemas.microsoft.com/office/drawing/2014/main" id="{E879C190-4029-F1F6-2834-7B4812B29170}"/>
                  </a:ext>
                </a:extLst>
              </p:cNvPr>
              <p:cNvSpPr/>
              <p:nvPr/>
            </p:nvSpPr>
            <p:spPr>
              <a:xfrm>
                <a:off x="1200911" y="15179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53" name="object 8">
                <a:extLst>
                  <a:ext uri="{FF2B5EF4-FFF2-40B4-BE49-F238E27FC236}">
                    <a16:creationId xmlns:a16="http://schemas.microsoft.com/office/drawing/2014/main" id="{6156E058-2CEC-83E0-7ACE-187E30A3C1DF}"/>
                  </a:ext>
                </a:extLst>
              </p:cNvPr>
              <p:cNvSpPr/>
              <p:nvPr/>
            </p:nvSpPr>
            <p:spPr>
              <a:xfrm>
                <a:off x="1200911" y="15179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534" name="object 9">
              <a:extLst>
                <a:ext uri="{FF2B5EF4-FFF2-40B4-BE49-F238E27FC236}">
                  <a16:creationId xmlns:a16="http://schemas.microsoft.com/office/drawing/2014/main" id="{A86F00D0-C6C5-C964-FA4F-19655525A18F}"/>
                </a:ext>
              </a:extLst>
            </p:cNvPr>
            <p:cNvSpPr/>
            <p:nvPr/>
          </p:nvSpPr>
          <p:spPr>
            <a:xfrm>
              <a:off x="1505711" y="151790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5" name="object 10">
              <a:extLst>
                <a:ext uri="{FF2B5EF4-FFF2-40B4-BE49-F238E27FC236}">
                  <a16:creationId xmlns:a16="http://schemas.microsoft.com/office/drawing/2014/main" id="{7D5DDFEF-4EEF-EF74-8D5B-0501E9FB8D0B}"/>
                </a:ext>
              </a:extLst>
            </p:cNvPr>
            <p:cNvSpPr/>
            <p:nvPr/>
          </p:nvSpPr>
          <p:spPr>
            <a:xfrm>
              <a:off x="1810511" y="151790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536" name="object 11">
              <a:extLst>
                <a:ext uri="{FF2B5EF4-FFF2-40B4-BE49-F238E27FC236}">
                  <a16:creationId xmlns:a16="http://schemas.microsoft.com/office/drawing/2014/main" id="{B921CA9B-7F00-1FF3-1B28-6A968F54CD79}"/>
                </a:ext>
              </a:extLst>
            </p:cNvPr>
            <p:cNvGrpSpPr/>
            <p:nvPr/>
          </p:nvGrpSpPr>
          <p:grpSpPr>
            <a:xfrm>
              <a:off x="891539" y="1818132"/>
              <a:ext cx="238125" cy="238125"/>
              <a:chOff x="891539" y="1818132"/>
              <a:chExt cx="238125" cy="238125"/>
            </a:xfrm>
          </p:grpSpPr>
          <p:sp>
            <p:nvSpPr>
              <p:cNvPr id="1050" name="object 12">
                <a:extLst>
                  <a:ext uri="{FF2B5EF4-FFF2-40B4-BE49-F238E27FC236}">
                    <a16:creationId xmlns:a16="http://schemas.microsoft.com/office/drawing/2014/main" id="{66483537-38BC-4BD1-5BA2-23962C179CEE}"/>
                  </a:ext>
                </a:extLst>
              </p:cNvPr>
              <p:cNvSpPr/>
              <p:nvPr/>
            </p:nvSpPr>
            <p:spPr>
              <a:xfrm>
                <a:off x="896111" y="18227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51" name="object 13">
                <a:extLst>
                  <a:ext uri="{FF2B5EF4-FFF2-40B4-BE49-F238E27FC236}">
                    <a16:creationId xmlns:a16="http://schemas.microsoft.com/office/drawing/2014/main" id="{928B6EA5-2B40-46A1-1806-4FC26BC839D5}"/>
                  </a:ext>
                </a:extLst>
              </p:cNvPr>
              <p:cNvSpPr/>
              <p:nvPr/>
            </p:nvSpPr>
            <p:spPr>
              <a:xfrm>
                <a:off x="896111" y="18227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537" name="object 14">
              <a:extLst>
                <a:ext uri="{FF2B5EF4-FFF2-40B4-BE49-F238E27FC236}">
                  <a16:creationId xmlns:a16="http://schemas.microsoft.com/office/drawing/2014/main" id="{2F2BD312-2C89-0DA6-FBE7-4A7C188EE5D6}"/>
                </a:ext>
              </a:extLst>
            </p:cNvPr>
            <p:cNvSpPr/>
            <p:nvPr/>
          </p:nvSpPr>
          <p:spPr>
            <a:xfrm>
              <a:off x="1200911" y="1822704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8" name="object 15">
              <a:extLst>
                <a:ext uri="{FF2B5EF4-FFF2-40B4-BE49-F238E27FC236}">
                  <a16:creationId xmlns:a16="http://schemas.microsoft.com/office/drawing/2014/main" id="{8185B5C0-3BAD-F38C-97E0-D8A8464E107B}"/>
                </a:ext>
              </a:extLst>
            </p:cNvPr>
            <p:cNvSpPr/>
            <p:nvPr/>
          </p:nvSpPr>
          <p:spPr>
            <a:xfrm>
              <a:off x="1505711" y="1822704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9" name="object 16">
              <a:extLst>
                <a:ext uri="{FF2B5EF4-FFF2-40B4-BE49-F238E27FC236}">
                  <a16:creationId xmlns:a16="http://schemas.microsoft.com/office/drawing/2014/main" id="{C7B05B60-EB23-B6A2-B7D1-8E82C77EF200}"/>
                </a:ext>
              </a:extLst>
            </p:cNvPr>
            <p:cNvSpPr/>
            <p:nvPr/>
          </p:nvSpPr>
          <p:spPr>
            <a:xfrm>
              <a:off x="1810511" y="1822704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540" name="object 17">
              <a:extLst>
                <a:ext uri="{FF2B5EF4-FFF2-40B4-BE49-F238E27FC236}">
                  <a16:creationId xmlns:a16="http://schemas.microsoft.com/office/drawing/2014/main" id="{36116DE5-780D-6C24-B1AA-219D86E69C4C}"/>
                </a:ext>
              </a:extLst>
            </p:cNvPr>
            <p:cNvGrpSpPr/>
            <p:nvPr/>
          </p:nvGrpSpPr>
          <p:grpSpPr>
            <a:xfrm>
              <a:off x="891539" y="2122932"/>
              <a:ext cx="238125" cy="238125"/>
              <a:chOff x="891539" y="2122932"/>
              <a:chExt cx="238125" cy="238125"/>
            </a:xfrm>
          </p:grpSpPr>
          <p:sp>
            <p:nvSpPr>
              <p:cNvPr id="1048" name="object 18">
                <a:extLst>
                  <a:ext uri="{FF2B5EF4-FFF2-40B4-BE49-F238E27FC236}">
                    <a16:creationId xmlns:a16="http://schemas.microsoft.com/office/drawing/2014/main" id="{016EFE6C-109D-8F8B-7105-031250B51FFB}"/>
                  </a:ext>
                </a:extLst>
              </p:cNvPr>
              <p:cNvSpPr/>
              <p:nvPr/>
            </p:nvSpPr>
            <p:spPr>
              <a:xfrm>
                <a:off x="896111" y="21275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49" name="object 19">
                <a:extLst>
                  <a:ext uri="{FF2B5EF4-FFF2-40B4-BE49-F238E27FC236}">
                    <a16:creationId xmlns:a16="http://schemas.microsoft.com/office/drawing/2014/main" id="{FCBA988B-D720-B981-09F8-AA6A8CEBBA1C}"/>
                  </a:ext>
                </a:extLst>
              </p:cNvPr>
              <p:cNvSpPr/>
              <p:nvPr/>
            </p:nvSpPr>
            <p:spPr>
              <a:xfrm>
                <a:off x="896111" y="21275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541" name="object 20">
              <a:extLst>
                <a:ext uri="{FF2B5EF4-FFF2-40B4-BE49-F238E27FC236}">
                  <a16:creationId xmlns:a16="http://schemas.microsoft.com/office/drawing/2014/main" id="{7BA69E84-ABDA-BC21-8E57-FDA237C7AD35}"/>
                </a:ext>
              </a:extLst>
            </p:cNvPr>
            <p:cNvGrpSpPr/>
            <p:nvPr/>
          </p:nvGrpSpPr>
          <p:grpSpPr>
            <a:xfrm>
              <a:off x="1196339" y="2122932"/>
              <a:ext cx="238125" cy="238125"/>
              <a:chOff x="1196339" y="2122932"/>
              <a:chExt cx="238125" cy="238125"/>
            </a:xfrm>
          </p:grpSpPr>
          <p:sp>
            <p:nvSpPr>
              <p:cNvPr id="1046" name="object 21">
                <a:extLst>
                  <a:ext uri="{FF2B5EF4-FFF2-40B4-BE49-F238E27FC236}">
                    <a16:creationId xmlns:a16="http://schemas.microsoft.com/office/drawing/2014/main" id="{901E6B21-3A60-5EBE-B741-688A92FBE895}"/>
                  </a:ext>
                </a:extLst>
              </p:cNvPr>
              <p:cNvSpPr/>
              <p:nvPr/>
            </p:nvSpPr>
            <p:spPr>
              <a:xfrm>
                <a:off x="1200911" y="21275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47" name="object 22">
                <a:extLst>
                  <a:ext uri="{FF2B5EF4-FFF2-40B4-BE49-F238E27FC236}">
                    <a16:creationId xmlns:a16="http://schemas.microsoft.com/office/drawing/2014/main" id="{232E00FB-1C73-A661-0AF8-EC26558FBB59}"/>
                  </a:ext>
                </a:extLst>
              </p:cNvPr>
              <p:cNvSpPr/>
              <p:nvPr/>
            </p:nvSpPr>
            <p:spPr>
              <a:xfrm>
                <a:off x="1200911" y="21275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542" name="object 23">
              <a:extLst>
                <a:ext uri="{FF2B5EF4-FFF2-40B4-BE49-F238E27FC236}">
                  <a16:creationId xmlns:a16="http://schemas.microsoft.com/office/drawing/2014/main" id="{539A78CF-C42C-A379-E15D-693C7422F877}"/>
                </a:ext>
              </a:extLst>
            </p:cNvPr>
            <p:cNvSpPr/>
            <p:nvPr/>
          </p:nvSpPr>
          <p:spPr>
            <a:xfrm>
              <a:off x="1505711" y="2127504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3" name="object 24">
              <a:extLst>
                <a:ext uri="{FF2B5EF4-FFF2-40B4-BE49-F238E27FC236}">
                  <a16:creationId xmlns:a16="http://schemas.microsoft.com/office/drawing/2014/main" id="{CDF907C8-6944-5F3E-33F9-4DEB0CF81929}"/>
                </a:ext>
              </a:extLst>
            </p:cNvPr>
            <p:cNvSpPr/>
            <p:nvPr/>
          </p:nvSpPr>
          <p:spPr>
            <a:xfrm>
              <a:off x="1810511" y="2127504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544" name="object 25">
              <a:extLst>
                <a:ext uri="{FF2B5EF4-FFF2-40B4-BE49-F238E27FC236}">
                  <a16:creationId xmlns:a16="http://schemas.microsoft.com/office/drawing/2014/main" id="{D159D85B-7BCD-40C1-46B0-28EAF7179B57}"/>
                </a:ext>
              </a:extLst>
            </p:cNvPr>
            <p:cNvGrpSpPr/>
            <p:nvPr/>
          </p:nvGrpSpPr>
          <p:grpSpPr>
            <a:xfrm>
              <a:off x="891539" y="2427732"/>
              <a:ext cx="238125" cy="238125"/>
              <a:chOff x="891539" y="2427732"/>
              <a:chExt cx="238125" cy="238125"/>
            </a:xfrm>
          </p:grpSpPr>
          <p:sp>
            <p:nvSpPr>
              <p:cNvPr id="1044" name="object 26">
                <a:extLst>
                  <a:ext uri="{FF2B5EF4-FFF2-40B4-BE49-F238E27FC236}">
                    <a16:creationId xmlns:a16="http://schemas.microsoft.com/office/drawing/2014/main" id="{DB3EC392-E4F7-78BE-C731-1D0E7DEE4A02}"/>
                  </a:ext>
                </a:extLst>
              </p:cNvPr>
              <p:cNvSpPr/>
              <p:nvPr/>
            </p:nvSpPr>
            <p:spPr>
              <a:xfrm>
                <a:off x="896111" y="24323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45" name="object 27">
                <a:extLst>
                  <a:ext uri="{FF2B5EF4-FFF2-40B4-BE49-F238E27FC236}">
                    <a16:creationId xmlns:a16="http://schemas.microsoft.com/office/drawing/2014/main" id="{BD79EAA1-61E5-FB63-EC5B-0A58031A84F3}"/>
                  </a:ext>
                </a:extLst>
              </p:cNvPr>
              <p:cNvSpPr/>
              <p:nvPr/>
            </p:nvSpPr>
            <p:spPr>
              <a:xfrm>
                <a:off x="896111" y="24323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545" name="object 28">
              <a:extLst>
                <a:ext uri="{FF2B5EF4-FFF2-40B4-BE49-F238E27FC236}">
                  <a16:creationId xmlns:a16="http://schemas.microsoft.com/office/drawing/2014/main" id="{F80371BE-78CA-142D-202E-F2B4918D1760}"/>
                </a:ext>
              </a:extLst>
            </p:cNvPr>
            <p:cNvGrpSpPr/>
            <p:nvPr/>
          </p:nvGrpSpPr>
          <p:grpSpPr>
            <a:xfrm>
              <a:off x="1196339" y="2427732"/>
              <a:ext cx="238125" cy="238125"/>
              <a:chOff x="1196339" y="2427732"/>
              <a:chExt cx="238125" cy="238125"/>
            </a:xfrm>
          </p:grpSpPr>
          <p:sp>
            <p:nvSpPr>
              <p:cNvPr id="1042" name="object 29">
                <a:extLst>
                  <a:ext uri="{FF2B5EF4-FFF2-40B4-BE49-F238E27FC236}">
                    <a16:creationId xmlns:a16="http://schemas.microsoft.com/office/drawing/2014/main" id="{D1650A6F-7999-DE81-3182-22FBE21A5756}"/>
                  </a:ext>
                </a:extLst>
              </p:cNvPr>
              <p:cNvSpPr/>
              <p:nvPr/>
            </p:nvSpPr>
            <p:spPr>
              <a:xfrm>
                <a:off x="1200911" y="24323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43" name="object 30">
                <a:extLst>
                  <a:ext uri="{FF2B5EF4-FFF2-40B4-BE49-F238E27FC236}">
                    <a16:creationId xmlns:a16="http://schemas.microsoft.com/office/drawing/2014/main" id="{FDB938A1-B35A-7E4C-9F2E-CD4C731D9CBD}"/>
                  </a:ext>
                </a:extLst>
              </p:cNvPr>
              <p:cNvSpPr/>
              <p:nvPr/>
            </p:nvSpPr>
            <p:spPr>
              <a:xfrm>
                <a:off x="1200911" y="24323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546" name="object 31">
              <a:extLst>
                <a:ext uri="{FF2B5EF4-FFF2-40B4-BE49-F238E27FC236}">
                  <a16:creationId xmlns:a16="http://schemas.microsoft.com/office/drawing/2014/main" id="{C2A15934-1E3D-A2F7-3B9F-B1348580CF31}"/>
                </a:ext>
              </a:extLst>
            </p:cNvPr>
            <p:cNvGrpSpPr/>
            <p:nvPr/>
          </p:nvGrpSpPr>
          <p:grpSpPr>
            <a:xfrm>
              <a:off x="1501139" y="2427732"/>
              <a:ext cx="238125" cy="238125"/>
              <a:chOff x="1501139" y="2427732"/>
              <a:chExt cx="238125" cy="238125"/>
            </a:xfrm>
          </p:grpSpPr>
          <p:sp>
            <p:nvSpPr>
              <p:cNvPr id="1040" name="object 32">
                <a:extLst>
                  <a:ext uri="{FF2B5EF4-FFF2-40B4-BE49-F238E27FC236}">
                    <a16:creationId xmlns:a16="http://schemas.microsoft.com/office/drawing/2014/main" id="{4D2EB4FA-F1EB-7F38-90FD-F709D0278207}"/>
                  </a:ext>
                </a:extLst>
              </p:cNvPr>
              <p:cNvSpPr/>
              <p:nvPr/>
            </p:nvSpPr>
            <p:spPr>
              <a:xfrm>
                <a:off x="1505711" y="24323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41" name="object 33">
                <a:extLst>
                  <a:ext uri="{FF2B5EF4-FFF2-40B4-BE49-F238E27FC236}">
                    <a16:creationId xmlns:a16="http://schemas.microsoft.com/office/drawing/2014/main" id="{8AF3A374-F54B-1AD7-AD1A-586577F6FFEE}"/>
                  </a:ext>
                </a:extLst>
              </p:cNvPr>
              <p:cNvSpPr/>
              <p:nvPr/>
            </p:nvSpPr>
            <p:spPr>
              <a:xfrm>
                <a:off x="1505711" y="24323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547" name="object 34">
              <a:extLst>
                <a:ext uri="{FF2B5EF4-FFF2-40B4-BE49-F238E27FC236}">
                  <a16:creationId xmlns:a16="http://schemas.microsoft.com/office/drawing/2014/main" id="{3AB70D54-E3C1-397D-19AF-C4C69B019763}"/>
                </a:ext>
              </a:extLst>
            </p:cNvPr>
            <p:cNvSpPr/>
            <p:nvPr/>
          </p:nvSpPr>
          <p:spPr>
            <a:xfrm>
              <a:off x="1810511" y="2432304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8" name="object 35">
              <a:extLst>
                <a:ext uri="{FF2B5EF4-FFF2-40B4-BE49-F238E27FC236}">
                  <a16:creationId xmlns:a16="http://schemas.microsoft.com/office/drawing/2014/main" id="{46A01ABB-DCBC-209D-27FD-8318E14ACB48}"/>
                </a:ext>
              </a:extLst>
            </p:cNvPr>
            <p:cNvSpPr/>
            <p:nvPr/>
          </p:nvSpPr>
          <p:spPr>
            <a:xfrm>
              <a:off x="896111" y="2737104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9" name="object 36">
              <a:extLst>
                <a:ext uri="{FF2B5EF4-FFF2-40B4-BE49-F238E27FC236}">
                  <a16:creationId xmlns:a16="http://schemas.microsoft.com/office/drawing/2014/main" id="{A17A94E7-76A4-F836-8DEC-662D4CB94AC9}"/>
                </a:ext>
              </a:extLst>
            </p:cNvPr>
            <p:cNvSpPr/>
            <p:nvPr/>
          </p:nvSpPr>
          <p:spPr>
            <a:xfrm>
              <a:off x="1200911" y="2737104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0" name="object 37">
              <a:extLst>
                <a:ext uri="{FF2B5EF4-FFF2-40B4-BE49-F238E27FC236}">
                  <a16:creationId xmlns:a16="http://schemas.microsoft.com/office/drawing/2014/main" id="{D5C880CB-20EA-97EA-E66F-CC3A174623DB}"/>
                </a:ext>
              </a:extLst>
            </p:cNvPr>
            <p:cNvSpPr/>
            <p:nvPr/>
          </p:nvSpPr>
          <p:spPr>
            <a:xfrm>
              <a:off x="1505711" y="2737104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1" name="object 38">
              <a:extLst>
                <a:ext uri="{FF2B5EF4-FFF2-40B4-BE49-F238E27FC236}">
                  <a16:creationId xmlns:a16="http://schemas.microsoft.com/office/drawing/2014/main" id="{C2EC1429-28C9-CD20-A952-9E19E703AB10}"/>
                </a:ext>
              </a:extLst>
            </p:cNvPr>
            <p:cNvSpPr/>
            <p:nvPr/>
          </p:nvSpPr>
          <p:spPr>
            <a:xfrm>
              <a:off x="1810511" y="2737104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2" name="object 39">
              <a:extLst>
                <a:ext uri="{FF2B5EF4-FFF2-40B4-BE49-F238E27FC236}">
                  <a16:creationId xmlns:a16="http://schemas.microsoft.com/office/drawing/2014/main" id="{B6C86FEB-96F8-03F2-C15B-C1AB5815FCBE}"/>
                </a:ext>
              </a:extLst>
            </p:cNvPr>
            <p:cNvSpPr/>
            <p:nvPr/>
          </p:nvSpPr>
          <p:spPr>
            <a:xfrm>
              <a:off x="896111" y="3041904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3" name="object 40">
              <a:extLst>
                <a:ext uri="{FF2B5EF4-FFF2-40B4-BE49-F238E27FC236}">
                  <a16:creationId xmlns:a16="http://schemas.microsoft.com/office/drawing/2014/main" id="{900FB95A-4829-EA50-02C1-19E3C456D599}"/>
                </a:ext>
              </a:extLst>
            </p:cNvPr>
            <p:cNvSpPr/>
            <p:nvPr/>
          </p:nvSpPr>
          <p:spPr>
            <a:xfrm>
              <a:off x="1200911" y="3041904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4" name="object 41">
              <a:extLst>
                <a:ext uri="{FF2B5EF4-FFF2-40B4-BE49-F238E27FC236}">
                  <a16:creationId xmlns:a16="http://schemas.microsoft.com/office/drawing/2014/main" id="{B3B555A4-A888-7776-890D-991B71392BAD}"/>
                </a:ext>
              </a:extLst>
            </p:cNvPr>
            <p:cNvSpPr/>
            <p:nvPr/>
          </p:nvSpPr>
          <p:spPr>
            <a:xfrm>
              <a:off x="1505711" y="3041904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5" name="object 42">
              <a:extLst>
                <a:ext uri="{FF2B5EF4-FFF2-40B4-BE49-F238E27FC236}">
                  <a16:creationId xmlns:a16="http://schemas.microsoft.com/office/drawing/2014/main" id="{3D2A072A-3AFF-C78F-8A2E-2E3DF332D57D}"/>
                </a:ext>
              </a:extLst>
            </p:cNvPr>
            <p:cNvSpPr/>
            <p:nvPr/>
          </p:nvSpPr>
          <p:spPr>
            <a:xfrm>
              <a:off x="1810511" y="3041904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556" name="object 43">
              <a:extLst>
                <a:ext uri="{FF2B5EF4-FFF2-40B4-BE49-F238E27FC236}">
                  <a16:creationId xmlns:a16="http://schemas.microsoft.com/office/drawing/2014/main" id="{7F8A20A7-48E3-3097-F24E-D8A8B474BB91}"/>
                </a:ext>
              </a:extLst>
            </p:cNvPr>
            <p:cNvGrpSpPr/>
            <p:nvPr/>
          </p:nvGrpSpPr>
          <p:grpSpPr>
            <a:xfrm>
              <a:off x="891539" y="3342132"/>
              <a:ext cx="238125" cy="238125"/>
              <a:chOff x="891539" y="3342132"/>
              <a:chExt cx="238125" cy="238125"/>
            </a:xfrm>
          </p:grpSpPr>
          <p:sp>
            <p:nvSpPr>
              <p:cNvPr id="1038" name="object 44">
                <a:extLst>
                  <a:ext uri="{FF2B5EF4-FFF2-40B4-BE49-F238E27FC236}">
                    <a16:creationId xmlns:a16="http://schemas.microsoft.com/office/drawing/2014/main" id="{89687FF9-553C-AFBE-F9DA-32D72868802B}"/>
                  </a:ext>
                </a:extLst>
              </p:cNvPr>
              <p:cNvSpPr/>
              <p:nvPr/>
            </p:nvSpPr>
            <p:spPr>
              <a:xfrm>
                <a:off x="896111" y="33467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39" name="object 45">
                <a:extLst>
                  <a:ext uri="{FF2B5EF4-FFF2-40B4-BE49-F238E27FC236}">
                    <a16:creationId xmlns:a16="http://schemas.microsoft.com/office/drawing/2014/main" id="{C207CEAA-3B37-958D-43B6-42A21F0F8DA3}"/>
                  </a:ext>
                </a:extLst>
              </p:cNvPr>
              <p:cNvSpPr/>
              <p:nvPr/>
            </p:nvSpPr>
            <p:spPr>
              <a:xfrm>
                <a:off x="896111" y="33467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557" name="object 46">
              <a:extLst>
                <a:ext uri="{FF2B5EF4-FFF2-40B4-BE49-F238E27FC236}">
                  <a16:creationId xmlns:a16="http://schemas.microsoft.com/office/drawing/2014/main" id="{C5177816-3143-590B-33F2-F09E57C9BE0C}"/>
                </a:ext>
              </a:extLst>
            </p:cNvPr>
            <p:cNvGrpSpPr/>
            <p:nvPr/>
          </p:nvGrpSpPr>
          <p:grpSpPr>
            <a:xfrm>
              <a:off x="1196339" y="3342132"/>
              <a:ext cx="238125" cy="238125"/>
              <a:chOff x="1196339" y="3342132"/>
              <a:chExt cx="238125" cy="238125"/>
            </a:xfrm>
          </p:grpSpPr>
          <p:sp>
            <p:nvSpPr>
              <p:cNvPr id="1036" name="object 47">
                <a:extLst>
                  <a:ext uri="{FF2B5EF4-FFF2-40B4-BE49-F238E27FC236}">
                    <a16:creationId xmlns:a16="http://schemas.microsoft.com/office/drawing/2014/main" id="{282E163F-E01E-DD5B-9DFC-A057876FBEDA}"/>
                  </a:ext>
                </a:extLst>
              </p:cNvPr>
              <p:cNvSpPr/>
              <p:nvPr/>
            </p:nvSpPr>
            <p:spPr>
              <a:xfrm>
                <a:off x="1200911" y="33467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37" name="object 48">
                <a:extLst>
                  <a:ext uri="{FF2B5EF4-FFF2-40B4-BE49-F238E27FC236}">
                    <a16:creationId xmlns:a16="http://schemas.microsoft.com/office/drawing/2014/main" id="{E4E0501E-E8C7-A113-FD1A-8879EA0F7BD2}"/>
                  </a:ext>
                </a:extLst>
              </p:cNvPr>
              <p:cNvSpPr/>
              <p:nvPr/>
            </p:nvSpPr>
            <p:spPr>
              <a:xfrm>
                <a:off x="1200911" y="33467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558" name="object 49">
              <a:extLst>
                <a:ext uri="{FF2B5EF4-FFF2-40B4-BE49-F238E27FC236}">
                  <a16:creationId xmlns:a16="http://schemas.microsoft.com/office/drawing/2014/main" id="{C47AA5E8-8C43-C116-FFF0-85D073BEA8D6}"/>
                </a:ext>
              </a:extLst>
            </p:cNvPr>
            <p:cNvSpPr/>
            <p:nvPr/>
          </p:nvSpPr>
          <p:spPr>
            <a:xfrm>
              <a:off x="1505711" y="334670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9" name="object 50">
              <a:extLst>
                <a:ext uri="{FF2B5EF4-FFF2-40B4-BE49-F238E27FC236}">
                  <a16:creationId xmlns:a16="http://schemas.microsoft.com/office/drawing/2014/main" id="{4D9A719B-93D3-7D57-62E0-ECA80FCEB509}"/>
                </a:ext>
              </a:extLst>
            </p:cNvPr>
            <p:cNvSpPr/>
            <p:nvPr/>
          </p:nvSpPr>
          <p:spPr>
            <a:xfrm>
              <a:off x="1810511" y="334670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560" name="object 51">
              <a:extLst>
                <a:ext uri="{FF2B5EF4-FFF2-40B4-BE49-F238E27FC236}">
                  <a16:creationId xmlns:a16="http://schemas.microsoft.com/office/drawing/2014/main" id="{3E58878D-3CC2-E18F-8BD7-3D37228BCD18}"/>
                </a:ext>
              </a:extLst>
            </p:cNvPr>
            <p:cNvGrpSpPr/>
            <p:nvPr/>
          </p:nvGrpSpPr>
          <p:grpSpPr>
            <a:xfrm>
              <a:off x="891539" y="3646932"/>
              <a:ext cx="238125" cy="238125"/>
              <a:chOff x="891539" y="3646932"/>
              <a:chExt cx="238125" cy="238125"/>
            </a:xfrm>
          </p:grpSpPr>
          <p:sp>
            <p:nvSpPr>
              <p:cNvPr id="1034" name="object 52">
                <a:extLst>
                  <a:ext uri="{FF2B5EF4-FFF2-40B4-BE49-F238E27FC236}">
                    <a16:creationId xmlns:a16="http://schemas.microsoft.com/office/drawing/2014/main" id="{FDB05FE7-CBE6-DEE3-896E-8E48D13A7F0C}"/>
                  </a:ext>
                </a:extLst>
              </p:cNvPr>
              <p:cNvSpPr/>
              <p:nvPr/>
            </p:nvSpPr>
            <p:spPr>
              <a:xfrm>
                <a:off x="896111" y="36515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35" name="object 53">
                <a:extLst>
                  <a:ext uri="{FF2B5EF4-FFF2-40B4-BE49-F238E27FC236}">
                    <a16:creationId xmlns:a16="http://schemas.microsoft.com/office/drawing/2014/main" id="{D4F8504F-D343-8D1E-7B17-B8C4914EFC8D}"/>
                  </a:ext>
                </a:extLst>
              </p:cNvPr>
              <p:cNvSpPr/>
              <p:nvPr/>
            </p:nvSpPr>
            <p:spPr>
              <a:xfrm>
                <a:off x="896111" y="36515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561" name="object 54">
              <a:extLst>
                <a:ext uri="{FF2B5EF4-FFF2-40B4-BE49-F238E27FC236}">
                  <a16:creationId xmlns:a16="http://schemas.microsoft.com/office/drawing/2014/main" id="{3A834E54-4898-C735-E580-A0B3A324CE08}"/>
                </a:ext>
              </a:extLst>
            </p:cNvPr>
            <p:cNvSpPr/>
            <p:nvPr/>
          </p:nvSpPr>
          <p:spPr>
            <a:xfrm>
              <a:off x="1200911" y="365150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2" name="object 55">
              <a:extLst>
                <a:ext uri="{FF2B5EF4-FFF2-40B4-BE49-F238E27FC236}">
                  <a16:creationId xmlns:a16="http://schemas.microsoft.com/office/drawing/2014/main" id="{104C6419-05F2-73ED-3063-9E05E59999A0}"/>
                </a:ext>
              </a:extLst>
            </p:cNvPr>
            <p:cNvSpPr/>
            <p:nvPr/>
          </p:nvSpPr>
          <p:spPr>
            <a:xfrm>
              <a:off x="1505711" y="365150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3" name="object 56">
              <a:extLst>
                <a:ext uri="{FF2B5EF4-FFF2-40B4-BE49-F238E27FC236}">
                  <a16:creationId xmlns:a16="http://schemas.microsoft.com/office/drawing/2014/main" id="{B50872C3-E5A1-5536-E529-7E2F65908B8E}"/>
                </a:ext>
              </a:extLst>
            </p:cNvPr>
            <p:cNvSpPr/>
            <p:nvPr/>
          </p:nvSpPr>
          <p:spPr>
            <a:xfrm>
              <a:off x="1810511" y="365150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564" name="object 57">
              <a:extLst>
                <a:ext uri="{FF2B5EF4-FFF2-40B4-BE49-F238E27FC236}">
                  <a16:creationId xmlns:a16="http://schemas.microsoft.com/office/drawing/2014/main" id="{F48D634E-7CD4-21A4-6102-74F0B997E5D0}"/>
                </a:ext>
              </a:extLst>
            </p:cNvPr>
            <p:cNvGrpSpPr/>
            <p:nvPr/>
          </p:nvGrpSpPr>
          <p:grpSpPr>
            <a:xfrm>
              <a:off x="891539" y="3951732"/>
              <a:ext cx="238125" cy="238125"/>
              <a:chOff x="891539" y="3951732"/>
              <a:chExt cx="238125" cy="238125"/>
            </a:xfrm>
          </p:grpSpPr>
          <p:sp>
            <p:nvSpPr>
              <p:cNvPr id="1032" name="object 58">
                <a:extLst>
                  <a:ext uri="{FF2B5EF4-FFF2-40B4-BE49-F238E27FC236}">
                    <a16:creationId xmlns:a16="http://schemas.microsoft.com/office/drawing/2014/main" id="{62119FB4-AE31-95C0-8801-E3E7C77F37C6}"/>
                  </a:ext>
                </a:extLst>
              </p:cNvPr>
              <p:cNvSpPr/>
              <p:nvPr/>
            </p:nvSpPr>
            <p:spPr>
              <a:xfrm>
                <a:off x="896111" y="39563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33" name="object 59">
                <a:extLst>
                  <a:ext uri="{FF2B5EF4-FFF2-40B4-BE49-F238E27FC236}">
                    <a16:creationId xmlns:a16="http://schemas.microsoft.com/office/drawing/2014/main" id="{0EFF54F4-27E6-5591-CA9F-98DBBCD79539}"/>
                  </a:ext>
                </a:extLst>
              </p:cNvPr>
              <p:cNvSpPr/>
              <p:nvPr/>
            </p:nvSpPr>
            <p:spPr>
              <a:xfrm>
                <a:off x="896111" y="39563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565" name="object 60">
              <a:extLst>
                <a:ext uri="{FF2B5EF4-FFF2-40B4-BE49-F238E27FC236}">
                  <a16:creationId xmlns:a16="http://schemas.microsoft.com/office/drawing/2014/main" id="{FA41A1F0-2461-8B2F-B7A0-0C9889D676CF}"/>
                </a:ext>
              </a:extLst>
            </p:cNvPr>
            <p:cNvGrpSpPr/>
            <p:nvPr/>
          </p:nvGrpSpPr>
          <p:grpSpPr>
            <a:xfrm>
              <a:off x="1196339" y="3951732"/>
              <a:ext cx="238125" cy="238125"/>
              <a:chOff x="1196339" y="3951732"/>
              <a:chExt cx="238125" cy="238125"/>
            </a:xfrm>
          </p:grpSpPr>
          <p:sp>
            <p:nvSpPr>
              <p:cNvPr id="1030" name="object 61">
                <a:extLst>
                  <a:ext uri="{FF2B5EF4-FFF2-40B4-BE49-F238E27FC236}">
                    <a16:creationId xmlns:a16="http://schemas.microsoft.com/office/drawing/2014/main" id="{60EB0170-6050-3679-1915-5420CE5D9447}"/>
                  </a:ext>
                </a:extLst>
              </p:cNvPr>
              <p:cNvSpPr/>
              <p:nvPr/>
            </p:nvSpPr>
            <p:spPr>
              <a:xfrm>
                <a:off x="1200911" y="39563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31" name="object 62">
                <a:extLst>
                  <a:ext uri="{FF2B5EF4-FFF2-40B4-BE49-F238E27FC236}">
                    <a16:creationId xmlns:a16="http://schemas.microsoft.com/office/drawing/2014/main" id="{3ECD980C-76FA-9F94-DEF9-A98A82681211}"/>
                  </a:ext>
                </a:extLst>
              </p:cNvPr>
              <p:cNvSpPr/>
              <p:nvPr/>
            </p:nvSpPr>
            <p:spPr>
              <a:xfrm>
                <a:off x="1200911" y="39563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566" name="object 63">
              <a:extLst>
                <a:ext uri="{FF2B5EF4-FFF2-40B4-BE49-F238E27FC236}">
                  <a16:creationId xmlns:a16="http://schemas.microsoft.com/office/drawing/2014/main" id="{1F728DC9-0B8A-9EA1-EF7A-BFB60C2AAEAB}"/>
                </a:ext>
              </a:extLst>
            </p:cNvPr>
            <p:cNvGrpSpPr/>
            <p:nvPr/>
          </p:nvGrpSpPr>
          <p:grpSpPr>
            <a:xfrm>
              <a:off x="1501139" y="3951732"/>
              <a:ext cx="238125" cy="238125"/>
              <a:chOff x="1501139" y="3951732"/>
              <a:chExt cx="238125" cy="238125"/>
            </a:xfrm>
          </p:grpSpPr>
          <p:sp>
            <p:nvSpPr>
              <p:cNvPr id="1028" name="object 64">
                <a:extLst>
                  <a:ext uri="{FF2B5EF4-FFF2-40B4-BE49-F238E27FC236}">
                    <a16:creationId xmlns:a16="http://schemas.microsoft.com/office/drawing/2014/main" id="{31F051A8-A946-A215-1E99-0178FB7E3D10}"/>
                  </a:ext>
                </a:extLst>
              </p:cNvPr>
              <p:cNvSpPr/>
              <p:nvPr/>
            </p:nvSpPr>
            <p:spPr>
              <a:xfrm>
                <a:off x="1505711" y="39563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29" name="object 65">
                <a:extLst>
                  <a:ext uri="{FF2B5EF4-FFF2-40B4-BE49-F238E27FC236}">
                    <a16:creationId xmlns:a16="http://schemas.microsoft.com/office/drawing/2014/main" id="{C2E14A7F-1CAC-5A7B-12A7-612B56F5D41D}"/>
                  </a:ext>
                </a:extLst>
              </p:cNvPr>
              <p:cNvSpPr/>
              <p:nvPr/>
            </p:nvSpPr>
            <p:spPr>
              <a:xfrm>
                <a:off x="1505711" y="39563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567" name="object 66">
              <a:extLst>
                <a:ext uri="{FF2B5EF4-FFF2-40B4-BE49-F238E27FC236}">
                  <a16:creationId xmlns:a16="http://schemas.microsoft.com/office/drawing/2014/main" id="{9699ED4A-F0FE-0E83-BD04-37955C755FDF}"/>
                </a:ext>
              </a:extLst>
            </p:cNvPr>
            <p:cNvSpPr/>
            <p:nvPr/>
          </p:nvSpPr>
          <p:spPr>
            <a:xfrm>
              <a:off x="1810511" y="395630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8" name="object 67">
              <a:extLst>
                <a:ext uri="{FF2B5EF4-FFF2-40B4-BE49-F238E27FC236}">
                  <a16:creationId xmlns:a16="http://schemas.microsoft.com/office/drawing/2014/main" id="{FD4302BC-3C55-353F-BAB2-9266EBB25582}"/>
                </a:ext>
              </a:extLst>
            </p:cNvPr>
            <p:cNvSpPr/>
            <p:nvPr/>
          </p:nvSpPr>
          <p:spPr>
            <a:xfrm>
              <a:off x="896111" y="426110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9" name="object 68">
              <a:extLst>
                <a:ext uri="{FF2B5EF4-FFF2-40B4-BE49-F238E27FC236}">
                  <a16:creationId xmlns:a16="http://schemas.microsoft.com/office/drawing/2014/main" id="{4F753890-9EA2-DF61-EEBF-ED1C12877F2B}"/>
                </a:ext>
              </a:extLst>
            </p:cNvPr>
            <p:cNvSpPr/>
            <p:nvPr/>
          </p:nvSpPr>
          <p:spPr>
            <a:xfrm>
              <a:off x="1200911" y="426110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0" name="object 69">
              <a:extLst>
                <a:ext uri="{FF2B5EF4-FFF2-40B4-BE49-F238E27FC236}">
                  <a16:creationId xmlns:a16="http://schemas.microsoft.com/office/drawing/2014/main" id="{2BC0DF37-83FB-B544-25FE-BDB2D581C074}"/>
                </a:ext>
              </a:extLst>
            </p:cNvPr>
            <p:cNvSpPr/>
            <p:nvPr/>
          </p:nvSpPr>
          <p:spPr>
            <a:xfrm>
              <a:off x="1505711" y="426110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1" name="object 70">
              <a:extLst>
                <a:ext uri="{FF2B5EF4-FFF2-40B4-BE49-F238E27FC236}">
                  <a16:creationId xmlns:a16="http://schemas.microsoft.com/office/drawing/2014/main" id="{9E0DDF03-BEAE-A8DB-0768-7B4D6F35E7C9}"/>
                </a:ext>
              </a:extLst>
            </p:cNvPr>
            <p:cNvSpPr/>
            <p:nvPr/>
          </p:nvSpPr>
          <p:spPr>
            <a:xfrm>
              <a:off x="1810511" y="426110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2" name="object 71">
              <a:extLst>
                <a:ext uri="{FF2B5EF4-FFF2-40B4-BE49-F238E27FC236}">
                  <a16:creationId xmlns:a16="http://schemas.microsoft.com/office/drawing/2014/main" id="{F40B201C-751E-36E0-6AD6-05E1CA6CBF63}"/>
                </a:ext>
              </a:extLst>
            </p:cNvPr>
            <p:cNvSpPr/>
            <p:nvPr/>
          </p:nvSpPr>
          <p:spPr>
            <a:xfrm>
              <a:off x="896111" y="456590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3" name="object 72">
              <a:extLst>
                <a:ext uri="{FF2B5EF4-FFF2-40B4-BE49-F238E27FC236}">
                  <a16:creationId xmlns:a16="http://schemas.microsoft.com/office/drawing/2014/main" id="{217F2109-057F-3E84-B992-33F831E37693}"/>
                </a:ext>
              </a:extLst>
            </p:cNvPr>
            <p:cNvSpPr/>
            <p:nvPr/>
          </p:nvSpPr>
          <p:spPr>
            <a:xfrm>
              <a:off x="1200911" y="456590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4" name="object 73">
              <a:extLst>
                <a:ext uri="{FF2B5EF4-FFF2-40B4-BE49-F238E27FC236}">
                  <a16:creationId xmlns:a16="http://schemas.microsoft.com/office/drawing/2014/main" id="{95D441E5-BDB3-5D6A-FA32-1179EF787C0A}"/>
                </a:ext>
              </a:extLst>
            </p:cNvPr>
            <p:cNvSpPr/>
            <p:nvPr/>
          </p:nvSpPr>
          <p:spPr>
            <a:xfrm>
              <a:off x="1505711" y="456590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5" name="object 74">
              <a:extLst>
                <a:ext uri="{FF2B5EF4-FFF2-40B4-BE49-F238E27FC236}">
                  <a16:creationId xmlns:a16="http://schemas.microsoft.com/office/drawing/2014/main" id="{057016BE-0F3F-9FB9-C06B-9BD78782F394}"/>
                </a:ext>
              </a:extLst>
            </p:cNvPr>
            <p:cNvSpPr/>
            <p:nvPr/>
          </p:nvSpPr>
          <p:spPr>
            <a:xfrm>
              <a:off x="1810511" y="456590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576" name="object 75">
              <a:extLst>
                <a:ext uri="{FF2B5EF4-FFF2-40B4-BE49-F238E27FC236}">
                  <a16:creationId xmlns:a16="http://schemas.microsoft.com/office/drawing/2014/main" id="{924AFDA7-A55C-9742-0BD8-1655B771B022}"/>
                </a:ext>
              </a:extLst>
            </p:cNvPr>
            <p:cNvGrpSpPr/>
            <p:nvPr/>
          </p:nvGrpSpPr>
          <p:grpSpPr>
            <a:xfrm>
              <a:off x="891539" y="4866132"/>
              <a:ext cx="238125" cy="238125"/>
              <a:chOff x="891539" y="4866132"/>
              <a:chExt cx="238125" cy="238125"/>
            </a:xfrm>
          </p:grpSpPr>
          <p:sp>
            <p:nvSpPr>
              <p:cNvPr id="1026" name="object 76">
                <a:extLst>
                  <a:ext uri="{FF2B5EF4-FFF2-40B4-BE49-F238E27FC236}">
                    <a16:creationId xmlns:a16="http://schemas.microsoft.com/office/drawing/2014/main" id="{1A636A7D-D1C6-C8FB-38C2-1A6E0BAF0864}"/>
                  </a:ext>
                </a:extLst>
              </p:cNvPr>
              <p:cNvSpPr/>
              <p:nvPr/>
            </p:nvSpPr>
            <p:spPr>
              <a:xfrm>
                <a:off x="896111" y="48707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27" name="object 77">
                <a:extLst>
                  <a:ext uri="{FF2B5EF4-FFF2-40B4-BE49-F238E27FC236}">
                    <a16:creationId xmlns:a16="http://schemas.microsoft.com/office/drawing/2014/main" id="{FFFB5C0B-B1B5-B598-138B-ADD655A03953}"/>
                  </a:ext>
                </a:extLst>
              </p:cNvPr>
              <p:cNvSpPr/>
              <p:nvPr/>
            </p:nvSpPr>
            <p:spPr>
              <a:xfrm>
                <a:off x="896111" y="48707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577" name="object 78">
              <a:extLst>
                <a:ext uri="{FF2B5EF4-FFF2-40B4-BE49-F238E27FC236}">
                  <a16:creationId xmlns:a16="http://schemas.microsoft.com/office/drawing/2014/main" id="{05AED7EE-36D9-3F14-7F20-E176881719D2}"/>
                </a:ext>
              </a:extLst>
            </p:cNvPr>
            <p:cNvGrpSpPr/>
            <p:nvPr/>
          </p:nvGrpSpPr>
          <p:grpSpPr>
            <a:xfrm>
              <a:off x="1196339" y="4866132"/>
              <a:ext cx="238125" cy="238125"/>
              <a:chOff x="1196339" y="4866132"/>
              <a:chExt cx="238125" cy="238125"/>
            </a:xfrm>
          </p:grpSpPr>
          <p:sp>
            <p:nvSpPr>
              <p:cNvPr id="1024" name="object 79">
                <a:extLst>
                  <a:ext uri="{FF2B5EF4-FFF2-40B4-BE49-F238E27FC236}">
                    <a16:creationId xmlns:a16="http://schemas.microsoft.com/office/drawing/2014/main" id="{77681A60-2898-3FE0-4F34-A68602477E01}"/>
                  </a:ext>
                </a:extLst>
              </p:cNvPr>
              <p:cNvSpPr/>
              <p:nvPr/>
            </p:nvSpPr>
            <p:spPr>
              <a:xfrm>
                <a:off x="1200911" y="48707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25" name="object 80">
                <a:extLst>
                  <a:ext uri="{FF2B5EF4-FFF2-40B4-BE49-F238E27FC236}">
                    <a16:creationId xmlns:a16="http://schemas.microsoft.com/office/drawing/2014/main" id="{53B660BC-53AA-2ADA-333A-776457E6A6C7}"/>
                  </a:ext>
                </a:extLst>
              </p:cNvPr>
              <p:cNvSpPr/>
              <p:nvPr/>
            </p:nvSpPr>
            <p:spPr>
              <a:xfrm>
                <a:off x="1200911" y="48707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578" name="object 81">
              <a:extLst>
                <a:ext uri="{FF2B5EF4-FFF2-40B4-BE49-F238E27FC236}">
                  <a16:creationId xmlns:a16="http://schemas.microsoft.com/office/drawing/2014/main" id="{603E55E2-8A40-8A17-984A-8496CA6CE0AA}"/>
                </a:ext>
              </a:extLst>
            </p:cNvPr>
            <p:cNvSpPr/>
            <p:nvPr/>
          </p:nvSpPr>
          <p:spPr>
            <a:xfrm>
              <a:off x="1505711" y="487070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9" name="object 82">
              <a:extLst>
                <a:ext uri="{FF2B5EF4-FFF2-40B4-BE49-F238E27FC236}">
                  <a16:creationId xmlns:a16="http://schemas.microsoft.com/office/drawing/2014/main" id="{82D32D10-4DB5-1CFE-51B6-23EC9DC06E6E}"/>
                </a:ext>
              </a:extLst>
            </p:cNvPr>
            <p:cNvSpPr/>
            <p:nvPr/>
          </p:nvSpPr>
          <p:spPr>
            <a:xfrm>
              <a:off x="1810511" y="487070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580" name="object 83">
              <a:extLst>
                <a:ext uri="{FF2B5EF4-FFF2-40B4-BE49-F238E27FC236}">
                  <a16:creationId xmlns:a16="http://schemas.microsoft.com/office/drawing/2014/main" id="{55BEAC4E-2B05-541F-65C9-822588D9F98B}"/>
                </a:ext>
              </a:extLst>
            </p:cNvPr>
            <p:cNvGrpSpPr/>
            <p:nvPr/>
          </p:nvGrpSpPr>
          <p:grpSpPr>
            <a:xfrm>
              <a:off x="2415539" y="1513332"/>
              <a:ext cx="238125" cy="238125"/>
              <a:chOff x="2415539" y="1513332"/>
              <a:chExt cx="238125" cy="238125"/>
            </a:xfrm>
          </p:grpSpPr>
          <p:sp>
            <p:nvSpPr>
              <p:cNvPr id="1022" name="object 84">
                <a:extLst>
                  <a:ext uri="{FF2B5EF4-FFF2-40B4-BE49-F238E27FC236}">
                    <a16:creationId xmlns:a16="http://schemas.microsoft.com/office/drawing/2014/main" id="{013D456C-83C3-11AD-1B94-DE078BCD4411}"/>
                  </a:ext>
                </a:extLst>
              </p:cNvPr>
              <p:cNvSpPr/>
              <p:nvPr/>
            </p:nvSpPr>
            <p:spPr>
              <a:xfrm>
                <a:off x="2420111" y="15179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23" name="object 85">
                <a:extLst>
                  <a:ext uri="{FF2B5EF4-FFF2-40B4-BE49-F238E27FC236}">
                    <a16:creationId xmlns:a16="http://schemas.microsoft.com/office/drawing/2014/main" id="{BC0EC07C-DE67-1A15-8325-2C1A2817CA1E}"/>
                  </a:ext>
                </a:extLst>
              </p:cNvPr>
              <p:cNvSpPr/>
              <p:nvPr/>
            </p:nvSpPr>
            <p:spPr>
              <a:xfrm>
                <a:off x="2420111" y="15179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581" name="object 86">
              <a:extLst>
                <a:ext uri="{FF2B5EF4-FFF2-40B4-BE49-F238E27FC236}">
                  <a16:creationId xmlns:a16="http://schemas.microsoft.com/office/drawing/2014/main" id="{B1B49C12-C1B8-95DF-0BF0-44DC23463E39}"/>
                </a:ext>
              </a:extLst>
            </p:cNvPr>
            <p:cNvGrpSpPr/>
            <p:nvPr/>
          </p:nvGrpSpPr>
          <p:grpSpPr>
            <a:xfrm>
              <a:off x="2720339" y="1513332"/>
              <a:ext cx="238125" cy="238125"/>
              <a:chOff x="2720339" y="1513332"/>
              <a:chExt cx="238125" cy="238125"/>
            </a:xfrm>
          </p:grpSpPr>
          <p:sp>
            <p:nvSpPr>
              <p:cNvPr id="1020" name="object 87">
                <a:extLst>
                  <a:ext uri="{FF2B5EF4-FFF2-40B4-BE49-F238E27FC236}">
                    <a16:creationId xmlns:a16="http://schemas.microsoft.com/office/drawing/2014/main" id="{5D6B5BF5-B2C5-740D-87EB-76D4A64CB7A2}"/>
                  </a:ext>
                </a:extLst>
              </p:cNvPr>
              <p:cNvSpPr/>
              <p:nvPr/>
            </p:nvSpPr>
            <p:spPr>
              <a:xfrm>
                <a:off x="2724911" y="15179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21" name="object 88">
                <a:extLst>
                  <a:ext uri="{FF2B5EF4-FFF2-40B4-BE49-F238E27FC236}">
                    <a16:creationId xmlns:a16="http://schemas.microsoft.com/office/drawing/2014/main" id="{1496C551-C0BE-ECCB-9732-4005D659A8EA}"/>
                  </a:ext>
                </a:extLst>
              </p:cNvPr>
              <p:cNvSpPr/>
              <p:nvPr/>
            </p:nvSpPr>
            <p:spPr>
              <a:xfrm>
                <a:off x="2724911" y="15179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582" name="object 89">
              <a:extLst>
                <a:ext uri="{FF2B5EF4-FFF2-40B4-BE49-F238E27FC236}">
                  <a16:creationId xmlns:a16="http://schemas.microsoft.com/office/drawing/2014/main" id="{6246396F-1839-FAC4-CEC2-B278E4FD911A}"/>
                </a:ext>
              </a:extLst>
            </p:cNvPr>
            <p:cNvSpPr/>
            <p:nvPr/>
          </p:nvSpPr>
          <p:spPr>
            <a:xfrm>
              <a:off x="3029711" y="151790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3" name="object 90">
              <a:extLst>
                <a:ext uri="{FF2B5EF4-FFF2-40B4-BE49-F238E27FC236}">
                  <a16:creationId xmlns:a16="http://schemas.microsoft.com/office/drawing/2014/main" id="{7BBB5ABC-A302-F2E1-62CF-D214F542DB75}"/>
                </a:ext>
              </a:extLst>
            </p:cNvPr>
            <p:cNvSpPr/>
            <p:nvPr/>
          </p:nvSpPr>
          <p:spPr>
            <a:xfrm>
              <a:off x="3334511" y="151790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584" name="object 91">
              <a:extLst>
                <a:ext uri="{FF2B5EF4-FFF2-40B4-BE49-F238E27FC236}">
                  <a16:creationId xmlns:a16="http://schemas.microsoft.com/office/drawing/2014/main" id="{F8BC2AE1-9E07-5D78-DCB8-EFD289F197F6}"/>
                </a:ext>
              </a:extLst>
            </p:cNvPr>
            <p:cNvGrpSpPr/>
            <p:nvPr/>
          </p:nvGrpSpPr>
          <p:grpSpPr>
            <a:xfrm>
              <a:off x="2415539" y="1818132"/>
              <a:ext cx="238125" cy="238125"/>
              <a:chOff x="2415539" y="1818132"/>
              <a:chExt cx="238125" cy="238125"/>
            </a:xfrm>
          </p:grpSpPr>
          <p:pic>
            <p:nvPicPr>
              <p:cNvPr id="1018" name="object 92">
                <a:extLst>
                  <a:ext uri="{FF2B5EF4-FFF2-40B4-BE49-F238E27FC236}">
                    <a16:creationId xmlns:a16="http://schemas.microsoft.com/office/drawing/2014/main" id="{7EBB8437-E077-47EB-7030-28D9FEBCFD96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2420111" y="1822704"/>
                <a:ext cx="228600" cy="228600"/>
              </a:xfrm>
              <a:prstGeom prst="rect">
                <a:avLst/>
              </a:prstGeom>
            </p:spPr>
          </p:pic>
          <p:sp>
            <p:nvSpPr>
              <p:cNvPr id="1019" name="object 93">
                <a:extLst>
                  <a:ext uri="{FF2B5EF4-FFF2-40B4-BE49-F238E27FC236}">
                    <a16:creationId xmlns:a16="http://schemas.microsoft.com/office/drawing/2014/main" id="{29488B6F-BAE7-BA33-76FC-34DB72511622}"/>
                  </a:ext>
                </a:extLst>
              </p:cNvPr>
              <p:cNvSpPr/>
              <p:nvPr/>
            </p:nvSpPr>
            <p:spPr>
              <a:xfrm>
                <a:off x="2420111" y="18227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585" name="object 94">
              <a:extLst>
                <a:ext uri="{FF2B5EF4-FFF2-40B4-BE49-F238E27FC236}">
                  <a16:creationId xmlns:a16="http://schemas.microsoft.com/office/drawing/2014/main" id="{8A3870D8-66F2-4189-FCD0-19445F08F8E5}"/>
                </a:ext>
              </a:extLst>
            </p:cNvPr>
            <p:cNvGrpSpPr/>
            <p:nvPr/>
          </p:nvGrpSpPr>
          <p:grpSpPr>
            <a:xfrm>
              <a:off x="2720339" y="1818132"/>
              <a:ext cx="238125" cy="238125"/>
              <a:chOff x="2720339" y="1818132"/>
              <a:chExt cx="238125" cy="238125"/>
            </a:xfrm>
          </p:grpSpPr>
          <p:pic>
            <p:nvPicPr>
              <p:cNvPr id="1016" name="object 95">
                <a:extLst>
                  <a:ext uri="{FF2B5EF4-FFF2-40B4-BE49-F238E27FC236}">
                    <a16:creationId xmlns:a16="http://schemas.microsoft.com/office/drawing/2014/main" id="{921B2465-18C7-4F06-7F5E-C36EC4476815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2724911" y="1822704"/>
                <a:ext cx="228600" cy="228600"/>
              </a:xfrm>
              <a:prstGeom prst="rect">
                <a:avLst/>
              </a:prstGeom>
            </p:spPr>
          </p:pic>
          <p:sp>
            <p:nvSpPr>
              <p:cNvPr id="1017" name="object 96">
                <a:extLst>
                  <a:ext uri="{FF2B5EF4-FFF2-40B4-BE49-F238E27FC236}">
                    <a16:creationId xmlns:a16="http://schemas.microsoft.com/office/drawing/2014/main" id="{D18D8AA8-0FD3-39D9-B319-D72A43B1D3B0}"/>
                  </a:ext>
                </a:extLst>
              </p:cNvPr>
              <p:cNvSpPr/>
              <p:nvPr/>
            </p:nvSpPr>
            <p:spPr>
              <a:xfrm>
                <a:off x="2724911" y="18227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586" name="object 97">
              <a:extLst>
                <a:ext uri="{FF2B5EF4-FFF2-40B4-BE49-F238E27FC236}">
                  <a16:creationId xmlns:a16="http://schemas.microsoft.com/office/drawing/2014/main" id="{2A0AE72C-E9B1-877E-6031-B3609523E46D}"/>
                </a:ext>
              </a:extLst>
            </p:cNvPr>
            <p:cNvSpPr/>
            <p:nvPr/>
          </p:nvSpPr>
          <p:spPr>
            <a:xfrm>
              <a:off x="3029711" y="1822704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7" name="object 98">
              <a:extLst>
                <a:ext uri="{FF2B5EF4-FFF2-40B4-BE49-F238E27FC236}">
                  <a16:creationId xmlns:a16="http://schemas.microsoft.com/office/drawing/2014/main" id="{AE611256-96C0-44E4-C164-6AC43E6E433F}"/>
                </a:ext>
              </a:extLst>
            </p:cNvPr>
            <p:cNvSpPr/>
            <p:nvPr/>
          </p:nvSpPr>
          <p:spPr>
            <a:xfrm>
              <a:off x="3334511" y="1822704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588" name="object 99">
              <a:extLst>
                <a:ext uri="{FF2B5EF4-FFF2-40B4-BE49-F238E27FC236}">
                  <a16:creationId xmlns:a16="http://schemas.microsoft.com/office/drawing/2014/main" id="{CFA5AA55-0A7B-6E71-6CDA-28A6FD43A3EE}"/>
                </a:ext>
              </a:extLst>
            </p:cNvPr>
            <p:cNvGrpSpPr/>
            <p:nvPr/>
          </p:nvGrpSpPr>
          <p:grpSpPr>
            <a:xfrm>
              <a:off x="2415539" y="2122932"/>
              <a:ext cx="238125" cy="238125"/>
              <a:chOff x="2415539" y="2122932"/>
              <a:chExt cx="238125" cy="238125"/>
            </a:xfrm>
          </p:grpSpPr>
          <p:sp>
            <p:nvSpPr>
              <p:cNvPr id="1014" name="object 100">
                <a:extLst>
                  <a:ext uri="{FF2B5EF4-FFF2-40B4-BE49-F238E27FC236}">
                    <a16:creationId xmlns:a16="http://schemas.microsoft.com/office/drawing/2014/main" id="{9212D84B-0E1C-72A4-AEF5-4448DD633498}"/>
                  </a:ext>
                </a:extLst>
              </p:cNvPr>
              <p:cNvSpPr/>
              <p:nvPr/>
            </p:nvSpPr>
            <p:spPr>
              <a:xfrm>
                <a:off x="2420111" y="21275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FFFF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15" name="object 101">
                <a:extLst>
                  <a:ext uri="{FF2B5EF4-FFF2-40B4-BE49-F238E27FC236}">
                    <a16:creationId xmlns:a16="http://schemas.microsoft.com/office/drawing/2014/main" id="{38D3763A-271B-F278-1D1F-6FB9E22B191E}"/>
                  </a:ext>
                </a:extLst>
              </p:cNvPr>
              <p:cNvSpPr/>
              <p:nvPr/>
            </p:nvSpPr>
            <p:spPr>
              <a:xfrm>
                <a:off x="2420111" y="21275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589" name="object 102">
              <a:extLst>
                <a:ext uri="{FF2B5EF4-FFF2-40B4-BE49-F238E27FC236}">
                  <a16:creationId xmlns:a16="http://schemas.microsoft.com/office/drawing/2014/main" id="{C864E9B3-25CF-2D3A-F7D3-BE5EEB5E1E29}"/>
                </a:ext>
              </a:extLst>
            </p:cNvPr>
            <p:cNvGrpSpPr/>
            <p:nvPr/>
          </p:nvGrpSpPr>
          <p:grpSpPr>
            <a:xfrm>
              <a:off x="2720339" y="2122932"/>
              <a:ext cx="238125" cy="238125"/>
              <a:chOff x="2720339" y="2122932"/>
              <a:chExt cx="238125" cy="238125"/>
            </a:xfrm>
          </p:grpSpPr>
          <p:sp>
            <p:nvSpPr>
              <p:cNvPr id="1012" name="object 103">
                <a:extLst>
                  <a:ext uri="{FF2B5EF4-FFF2-40B4-BE49-F238E27FC236}">
                    <a16:creationId xmlns:a16="http://schemas.microsoft.com/office/drawing/2014/main" id="{D7E2F10C-489C-25F8-24A6-2B978EB536FE}"/>
                  </a:ext>
                </a:extLst>
              </p:cNvPr>
              <p:cNvSpPr/>
              <p:nvPr/>
            </p:nvSpPr>
            <p:spPr>
              <a:xfrm>
                <a:off x="2724911" y="21275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FFFF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13" name="object 104">
                <a:extLst>
                  <a:ext uri="{FF2B5EF4-FFF2-40B4-BE49-F238E27FC236}">
                    <a16:creationId xmlns:a16="http://schemas.microsoft.com/office/drawing/2014/main" id="{423D9B2F-648D-9B9B-F8CF-7EECEF737628}"/>
                  </a:ext>
                </a:extLst>
              </p:cNvPr>
              <p:cNvSpPr/>
              <p:nvPr/>
            </p:nvSpPr>
            <p:spPr>
              <a:xfrm>
                <a:off x="2724911" y="21275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590" name="object 105">
              <a:extLst>
                <a:ext uri="{FF2B5EF4-FFF2-40B4-BE49-F238E27FC236}">
                  <a16:creationId xmlns:a16="http://schemas.microsoft.com/office/drawing/2014/main" id="{49AFEABA-7F3B-D756-138B-DC88F79097FA}"/>
                </a:ext>
              </a:extLst>
            </p:cNvPr>
            <p:cNvSpPr/>
            <p:nvPr/>
          </p:nvSpPr>
          <p:spPr>
            <a:xfrm>
              <a:off x="3029711" y="2127504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1" name="object 106">
              <a:extLst>
                <a:ext uri="{FF2B5EF4-FFF2-40B4-BE49-F238E27FC236}">
                  <a16:creationId xmlns:a16="http://schemas.microsoft.com/office/drawing/2014/main" id="{E89F5940-5CC1-85D1-D599-D5DBA1C927D1}"/>
                </a:ext>
              </a:extLst>
            </p:cNvPr>
            <p:cNvSpPr/>
            <p:nvPr/>
          </p:nvSpPr>
          <p:spPr>
            <a:xfrm>
              <a:off x="3334511" y="2127504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592" name="object 107">
              <a:extLst>
                <a:ext uri="{FF2B5EF4-FFF2-40B4-BE49-F238E27FC236}">
                  <a16:creationId xmlns:a16="http://schemas.microsoft.com/office/drawing/2014/main" id="{D7D857B4-2788-0286-EBD6-AA673A946864}"/>
                </a:ext>
              </a:extLst>
            </p:cNvPr>
            <p:cNvGrpSpPr/>
            <p:nvPr/>
          </p:nvGrpSpPr>
          <p:grpSpPr>
            <a:xfrm>
              <a:off x="2415539" y="2427732"/>
              <a:ext cx="238125" cy="238125"/>
              <a:chOff x="2415539" y="2427732"/>
              <a:chExt cx="238125" cy="238125"/>
            </a:xfrm>
          </p:grpSpPr>
          <p:pic>
            <p:nvPicPr>
              <p:cNvPr id="1010" name="object 108">
                <a:extLst>
                  <a:ext uri="{FF2B5EF4-FFF2-40B4-BE49-F238E27FC236}">
                    <a16:creationId xmlns:a16="http://schemas.microsoft.com/office/drawing/2014/main" id="{5095857A-0D68-E616-1D7D-9D929CB818C2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2420111" y="2432304"/>
                <a:ext cx="228600" cy="228600"/>
              </a:xfrm>
              <a:prstGeom prst="rect">
                <a:avLst/>
              </a:prstGeom>
            </p:spPr>
          </p:pic>
          <p:sp>
            <p:nvSpPr>
              <p:cNvPr id="1011" name="object 109">
                <a:extLst>
                  <a:ext uri="{FF2B5EF4-FFF2-40B4-BE49-F238E27FC236}">
                    <a16:creationId xmlns:a16="http://schemas.microsoft.com/office/drawing/2014/main" id="{C2FAC425-5678-30A0-5413-F265B6B56A70}"/>
                  </a:ext>
                </a:extLst>
              </p:cNvPr>
              <p:cNvSpPr/>
              <p:nvPr/>
            </p:nvSpPr>
            <p:spPr>
              <a:xfrm>
                <a:off x="2420111" y="24323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593" name="object 110">
              <a:extLst>
                <a:ext uri="{FF2B5EF4-FFF2-40B4-BE49-F238E27FC236}">
                  <a16:creationId xmlns:a16="http://schemas.microsoft.com/office/drawing/2014/main" id="{3F01ABB7-8222-B104-4D49-06BBC2DF1285}"/>
                </a:ext>
              </a:extLst>
            </p:cNvPr>
            <p:cNvGrpSpPr/>
            <p:nvPr/>
          </p:nvGrpSpPr>
          <p:grpSpPr>
            <a:xfrm>
              <a:off x="2720339" y="2427732"/>
              <a:ext cx="238125" cy="238125"/>
              <a:chOff x="2720339" y="2427732"/>
              <a:chExt cx="238125" cy="238125"/>
            </a:xfrm>
          </p:grpSpPr>
          <p:pic>
            <p:nvPicPr>
              <p:cNvPr id="1008" name="object 111">
                <a:extLst>
                  <a:ext uri="{FF2B5EF4-FFF2-40B4-BE49-F238E27FC236}">
                    <a16:creationId xmlns:a16="http://schemas.microsoft.com/office/drawing/2014/main" id="{0197D487-08B3-798F-B73F-635E05F774DD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2724911" y="2432304"/>
                <a:ext cx="228600" cy="228600"/>
              </a:xfrm>
              <a:prstGeom prst="rect">
                <a:avLst/>
              </a:prstGeom>
            </p:spPr>
          </p:pic>
          <p:sp>
            <p:nvSpPr>
              <p:cNvPr id="1009" name="object 112">
                <a:extLst>
                  <a:ext uri="{FF2B5EF4-FFF2-40B4-BE49-F238E27FC236}">
                    <a16:creationId xmlns:a16="http://schemas.microsoft.com/office/drawing/2014/main" id="{708089D3-D504-6B2C-8F08-C0B4863F64E9}"/>
                  </a:ext>
                </a:extLst>
              </p:cNvPr>
              <p:cNvSpPr/>
              <p:nvPr/>
            </p:nvSpPr>
            <p:spPr>
              <a:xfrm>
                <a:off x="2724911" y="24323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594" name="object 113">
              <a:extLst>
                <a:ext uri="{FF2B5EF4-FFF2-40B4-BE49-F238E27FC236}">
                  <a16:creationId xmlns:a16="http://schemas.microsoft.com/office/drawing/2014/main" id="{654A6514-C2CD-C5B7-F1B0-B522BBC2CD0A}"/>
                </a:ext>
              </a:extLst>
            </p:cNvPr>
            <p:cNvSpPr/>
            <p:nvPr/>
          </p:nvSpPr>
          <p:spPr>
            <a:xfrm>
              <a:off x="3029711" y="2432304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5" name="object 114">
              <a:extLst>
                <a:ext uri="{FF2B5EF4-FFF2-40B4-BE49-F238E27FC236}">
                  <a16:creationId xmlns:a16="http://schemas.microsoft.com/office/drawing/2014/main" id="{FDC9F356-ABB2-E972-5618-4E38575BABA6}"/>
                </a:ext>
              </a:extLst>
            </p:cNvPr>
            <p:cNvSpPr/>
            <p:nvPr/>
          </p:nvSpPr>
          <p:spPr>
            <a:xfrm>
              <a:off x="3334511" y="2432304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596" name="object 115">
              <a:extLst>
                <a:ext uri="{FF2B5EF4-FFF2-40B4-BE49-F238E27FC236}">
                  <a16:creationId xmlns:a16="http://schemas.microsoft.com/office/drawing/2014/main" id="{C1574423-A62A-346D-5AAC-3F4EEDD5A759}"/>
                </a:ext>
              </a:extLst>
            </p:cNvPr>
            <p:cNvGrpSpPr/>
            <p:nvPr/>
          </p:nvGrpSpPr>
          <p:grpSpPr>
            <a:xfrm>
              <a:off x="2415539" y="2732532"/>
              <a:ext cx="238125" cy="238125"/>
              <a:chOff x="2415539" y="2732532"/>
              <a:chExt cx="238125" cy="238125"/>
            </a:xfrm>
          </p:grpSpPr>
          <p:pic>
            <p:nvPicPr>
              <p:cNvPr id="1006" name="object 116">
                <a:extLst>
                  <a:ext uri="{FF2B5EF4-FFF2-40B4-BE49-F238E27FC236}">
                    <a16:creationId xmlns:a16="http://schemas.microsoft.com/office/drawing/2014/main" id="{300F7C26-9352-1743-E9AF-A199EEA6DC08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2420111" y="2737104"/>
                <a:ext cx="228600" cy="228600"/>
              </a:xfrm>
              <a:prstGeom prst="rect">
                <a:avLst/>
              </a:prstGeom>
            </p:spPr>
          </p:pic>
          <p:sp>
            <p:nvSpPr>
              <p:cNvPr id="1007" name="object 117">
                <a:extLst>
                  <a:ext uri="{FF2B5EF4-FFF2-40B4-BE49-F238E27FC236}">
                    <a16:creationId xmlns:a16="http://schemas.microsoft.com/office/drawing/2014/main" id="{8150CCB7-3CF5-60C8-E85C-F0538251FE26}"/>
                  </a:ext>
                </a:extLst>
              </p:cNvPr>
              <p:cNvSpPr/>
              <p:nvPr/>
            </p:nvSpPr>
            <p:spPr>
              <a:xfrm>
                <a:off x="2420111" y="27371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597" name="object 118">
              <a:extLst>
                <a:ext uri="{FF2B5EF4-FFF2-40B4-BE49-F238E27FC236}">
                  <a16:creationId xmlns:a16="http://schemas.microsoft.com/office/drawing/2014/main" id="{CE80EEDD-D6CD-93AE-204A-3B56711C9592}"/>
                </a:ext>
              </a:extLst>
            </p:cNvPr>
            <p:cNvSpPr/>
            <p:nvPr/>
          </p:nvSpPr>
          <p:spPr>
            <a:xfrm>
              <a:off x="2724911" y="2737104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8" name="object 119">
              <a:extLst>
                <a:ext uri="{FF2B5EF4-FFF2-40B4-BE49-F238E27FC236}">
                  <a16:creationId xmlns:a16="http://schemas.microsoft.com/office/drawing/2014/main" id="{C573216B-A32F-F2D3-93F3-3D3BE939506B}"/>
                </a:ext>
              </a:extLst>
            </p:cNvPr>
            <p:cNvSpPr/>
            <p:nvPr/>
          </p:nvSpPr>
          <p:spPr>
            <a:xfrm>
              <a:off x="3029711" y="2737104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9" name="object 120">
              <a:extLst>
                <a:ext uri="{FF2B5EF4-FFF2-40B4-BE49-F238E27FC236}">
                  <a16:creationId xmlns:a16="http://schemas.microsoft.com/office/drawing/2014/main" id="{82657C49-E60B-1CA6-F57A-9074DAF4CFBB}"/>
                </a:ext>
              </a:extLst>
            </p:cNvPr>
            <p:cNvSpPr/>
            <p:nvPr/>
          </p:nvSpPr>
          <p:spPr>
            <a:xfrm>
              <a:off x="3334511" y="2737104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600" name="object 121">
              <a:extLst>
                <a:ext uri="{FF2B5EF4-FFF2-40B4-BE49-F238E27FC236}">
                  <a16:creationId xmlns:a16="http://schemas.microsoft.com/office/drawing/2014/main" id="{5EF018A0-D44C-F3E3-F5B5-6D4A9F718951}"/>
                </a:ext>
              </a:extLst>
            </p:cNvPr>
            <p:cNvGrpSpPr/>
            <p:nvPr/>
          </p:nvGrpSpPr>
          <p:grpSpPr>
            <a:xfrm>
              <a:off x="2415539" y="3037332"/>
              <a:ext cx="238125" cy="238125"/>
              <a:chOff x="2415539" y="3037332"/>
              <a:chExt cx="238125" cy="238125"/>
            </a:xfrm>
          </p:grpSpPr>
          <p:sp>
            <p:nvSpPr>
              <p:cNvPr id="1004" name="object 122">
                <a:extLst>
                  <a:ext uri="{FF2B5EF4-FFF2-40B4-BE49-F238E27FC236}">
                    <a16:creationId xmlns:a16="http://schemas.microsoft.com/office/drawing/2014/main" id="{319AF544-DE2E-3FE3-577F-20824BB02E3C}"/>
                  </a:ext>
                </a:extLst>
              </p:cNvPr>
              <p:cNvSpPr/>
              <p:nvPr/>
            </p:nvSpPr>
            <p:spPr>
              <a:xfrm>
                <a:off x="2420111" y="30419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05" name="object 123">
                <a:extLst>
                  <a:ext uri="{FF2B5EF4-FFF2-40B4-BE49-F238E27FC236}">
                    <a16:creationId xmlns:a16="http://schemas.microsoft.com/office/drawing/2014/main" id="{E18D6DBA-D630-BCD3-0EE2-9CDD73813BA0}"/>
                  </a:ext>
                </a:extLst>
              </p:cNvPr>
              <p:cNvSpPr/>
              <p:nvPr/>
            </p:nvSpPr>
            <p:spPr>
              <a:xfrm>
                <a:off x="2420111" y="30419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601" name="object 124">
              <a:extLst>
                <a:ext uri="{FF2B5EF4-FFF2-40B4-BE49-F238E27FC236}">
                  <a16:creationId xmlns:a16="http://schemas.microsoft.com/office/drawing/2014/main" id="{CC116C6C-F3E0-B4A4-5245-B338BEBE97E7}"/>
                </a:ext>
              </a:extLst>
            </p:cNvPr>
            <p:cNvGrpSpPr/>
            <p:nvPr/>
          </p:nvGrpSpPr>
          <p:grpSpPr>
            <a:xfrm>
              <a:off x="2720339" y="3037332"/>
              <a:ext cx="238125" cy="238125"/>
              <a:chOff x="2720339" y="3037332"/>
              <a:chExt cx="238125" cy="238125"/>
            </a:xfrm>
          </p:grpSpPr>
          <p:sp>
            <p:nvSpPr>
              <p:cNvPr id="1002" name="object 125">
                <a:extLst>
                  <a:ext uri="{FF2B5EF4-FFF2-40B4-BE49-F238E27FC236}">
                    <a16:creationId xmlns:a16="http://schemas.microsoft.com/office/drawing/2014/main" id="{A775D832-DD0A-CD1A-D272-274BA8EB7D53}"/>
                  </a:ext>
                </a:extLst>
              </p:cNvPr>
              <p:cNvSpPr/>
              <p:nvPr/>
            </p:nvSpPr>
            <p:spPr>
              <a:xfrm>
                <a:off x="2724911" y="30419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03" name="object 126">
                <a:extLst>
                  <a:ext uri="{FF2B5EF4-FFF2-40B4-BE49-F238E27FC236}">
                    <a16:creationId xmlns:a16="http://schemas.microsoft.com/office/drawing/2014/main" id="{46517B3E-3CBA-A5D5-D078-3C418F00A585}"/>
                  </a:ext>
                </a:extLst>
              </p:cNvPr>
              <p:cNvSpPr/>
              <p:nvPr/>
            </p:nvSpPr>
            <p:spPr>
              <a:xfrm>
                <a:off x="2724911" y="30419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602" name="object 127">
              <a:extLst>
                <a:ext uri="{FF2B5EF4-FFF2-40B4-BE49-F238E27FC236}">
                  <a16:creationId xmlns:a16="http://schemas.microsoft.com/office/drawing/2014/main" id="{B7CC70F9-864A-7497-B53F-D49F7B792B43}"/>
                </a:ext>
              </a:extLst>
            </p:cNvPr>
            <p:cNvGrpSpPr/>
            <p:nvPr/>
          </p:nvGrpSpPr>
          <p:grpSpPr>
            <a:xfrm>
              <a:off x="3025139" y="3037332"/>
              <a:ext cx="238125" cy="238125"/>
              <a:chOff x="3025139" y="3037332"/>
              <a:chExt cx="238125" cy="238125"/>
            </a:xfrm>
          </p:grpSpPr>
          <p:sp>
            <p:nvSpPr>
              <p:cNvPr id="1000" name="object 128">
                <a:extLst>
                  <a:ext uri="{FF2B5EF4-FFF2-40B4-BE49-F238E27FC236}">
                    <a16:creationId xmlns:a16="http://schemas.microsoft.com/office/drawing/2014/main" id="{2CEE1821-0C39-CB30-D07E-A0821A4A6572}"/>
                  </a:ext>
                </a:extLst>
              </p:cNvPr>
              <p:cNvSpPr/>
              <p:nvPr/>
            </p:nvSpPr>
            <p:spPr>
              <a:xfrm>
                <a:off x="3029711" y="30419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01" name="object 129">
                <a:extLst>
                  <a:ext uri="{FF2B5EF4-FFF2-40B4-BE49-F238E27FC236}">
                    <a16:creationId xmlns:a16="http://schemas.microsoft.com/office/drawing/2014/main" id="{08B40516-77AB-9BDA-AC4C-FF24D022B55D}"/>
                  </a:ext>
                </a:extLst>
              </p:cNvPr>
              <p:cNvSpPr/>
              <p:nvPr/>
            </p:nvSpPr>
            <p:spPr>
              <a:xfrm>
                <a:off x="3029711" y="30419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603" name="object 130">
              <a:extLst>
                <a:ext uri="{FF2B5EF4-FFF2-40B4-BE49-F238E27FC236}">
                  <a16:creationId xmlns:a16="http://schemas.microsoft.com/office/drawing/2014/main" id="{26DD15B0-958C-0909-BF38-E3B0E26F09CC}"/>
                </a:ext>
              </a:extLst>
            </p:cNvPr>
            <p:cNvGrpSpPr/>
            <p:nvPr/>
          </p:nvGrpSpPr>
          <p:grpSpPr>
            <a:xfrm>
              <a:off x="3329940" y="3037332"/>
              <a:ext cx="238125" cy="238125"/>
              <a:chOff x="3329940" y="3037332"/>
              <a:chExt cx="238125" cy="238125"/>
            </a:xfrm>
          </p:grpSpPr>
          <p:sp>
            <p:nvSpPr>
              <p:cNvPr id="998" name="object 131">
                <a:extLst>
                  <a:ext uri="{FF2B5EF4-FFF2-40B4-BE49-F238E27FC236}">
                    <a16:creationId xmlns:a16="http://schemas.microsoft.com/office/drawing/2014/main" id="{97E453C6-D652-81AC-18AE-96BBDA519BDB}"/>
                  </a:ext>
                </a:extLst>
              </p:cNvPr>
              <p:cNvSpPr/>
              <p:nvPr/>
            </p:nvSpPr>
            <p:spPr>
              <a:xfrm>
                <a:off x="3334512" y="30419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99" name="object 132">
                <a:extLst>
                  <a:ext uri="{FF2B5EF4-FFF2-40B4-BE49-F238E27FC236}">
                    <a16:creationId xmlns:a16="http://schemas.microsoft.com/office/drawing/2014/main" id="{45640998-DF70-ED42-0374-71FA5A8FB3B4}"/>
                  </a:ext>
                </a:extLst>
              </p:cNvPr>
              <p:cNvSpPr/>
              <p:nvPr/>
            </p:nvSpPr>
            <p:spPr>
              <a:xfrm>
                <a:off x="3334512" y="30419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604" name="object 133">
              <a:extLst>
                <a:ext uri="{FF2B5EF4-FFF2-40B4-BE49-F238E27FC236}">
                  <a16:creationId xmlns:a16="http://schemas.microsoft.com/office/drawing/2014/main" id="{FBAB455C-7357-E21B-45F0-62C330B58561}"/>
                </a:ext>
              </a:extLst>
            </p:cNvPr>
            <p:cNvGrpSpPr/>
            <p:nvPr/>
          </p:nvGrpSpPr>
          <p:grpSpPr>
            <a:xfrm>
              <a:off x="2415539" y="3342132"/>
              <a:ext cx="238125" cy="238125"/>
              <a:chOff x="2415539" y="3342132"/>
              <a:chExt cx="238125" cy="238125"/>
            </a:xfrm>
          </p:grpSpPr>
          <p:pic>
            <p:nvPicPr>
              <p:cNvPr id="996" name="object 134">
                <a:extLst>
                  <a:ext uri="{FF2B5EF4-FFF2-40B4-BE49-F238E27FC236}">
                    <a16:creationId xmlns:a16="http://schemas.microsoft.com/office/drawing/2014/main" id="{CB783937-90A0-5F27-D3F7-CA19B2401FCE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2420111" y="3346704"/>
                <a:ext cx="228600" cy="228600"/>
              </a:xfrm>
              <a:prstGeom prst="rect">
                <a:avLst/>
              </a:prstGeom>
            </p:spPr>
          </p:pic>
          <p:sp>
            <p:nvSpPr>
              <p:cNvPr id="997" name="object 135">
                <a:extLst>
                  <a:ext uri="{FF2B5EF4-FFF2-40B4-BE49-F238E27FC236}">
                    <a16:creationId xmlns:a16="http://schemas.microsoft.com/office/drawing/2014/main" id="{AC67D81D-9AE9-60B5-38DE-81E56C8E37A2}"/>
                  </a:ext>
                </a:extLst>
              </p:cNvPr>
              <p:cNvSpPr/>
              <p:nvPr/>
            </p:nvSpPr>
            <p:spPr>
              <a:xfrm>
                <a:off x="2420111" y="33467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605" name="object 136">
              <a:extLst>
                <a:ext uri="{FF2B5EF4-FFF2-40B4-BE49-F238E27FC236}">
                  <a16:creationId xmlns:a16="http://schemas.microsoft.com/office/drawing/2014/main" id="{62066BA0-BDA3-70CE-7963-58403FD6595E}"/>
                </a:ext>
              </a:extLst>
            </p:cNvPr>
            <p:cNvGrpSpPr/>
            <p:nvPr/>
          </p:nvGrpSpPr>
          <p:grpSpPr>
            <a:xfrm>
              <a:off x="2720339" y="3342132"/>
              <a:ext cx="238125" cy="238125"/>
              <a:chOff x="2720339" y="3342132"/>
              <a:chExt cx="238125" cy="238125"/>
            </a:xfrm>
          </p:grpSpPr>
          <p:pic>
            <p:nvPicPr>
              <p:cNvPr id="994" name="object 137">
                <a:extLst>
                  <a:ext uri="{FF2B5EF4-FFF2-40B4-BE49-F238E27FC236}">
                    <a16:creationId xmlns:a16="http://schemas.microsoft.com/office/drawing/2014/main" id="{D54D0079-2396-3A01-88A4-D9CA5A0002ED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2724911" y="3346704"/>
                <a:ext cx="228600" cy="228600"/>
              </a:xfrm>
              <a:prstGeom prst="rect">
                <a:avLst/>
              </a:prstGeom>
            </p:spPr>
          </p:pic>
          <p:sp>
            <p:nvSpPr>
              <p:cNvPr id="995" name="object 138">
                <a:extLst>
                  <a:ext uri="{FF2B5EF4-FFF2-40B4-BE49-F238E27FC236}">
                    <a16:creationId xmlns:a16="http://schemas.microsoft.com/office/drawing/2014/main" id="{9FC8D01A-39CA-C02B-1D82-C6DEBFAC8FC0}"/>
                  </a:ext>
                </a:extLst>
              </p:cNvPr>
              <p:cNvSpPr/>
              <p:nvPr/>
            </p:nvSpPr>
            <p:spPr>
              <a:xfrm>
                <a:off x="2724911" y="33467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606" name="object 139">
              <a:extLst>
                <a:ext uri="{FF2B5EF4-FFF2-40B4-BE49-F238E27FC236}">
                  <a16:creationId xmlns:a16="http://schemas.microsoft.com/office/drawing/2014/main" id="{58F65DA9-1823-C712-6733-755A254CC721}"/>
                </a:ext>
              </a:extLst>
            </p:cNvPr>
            <p:cNvGrpSpPr/>
            <p:nvPr/>
          </p:nvGrpSpPr>
          <p:grpSpPr>
            <a:xfrm>
              <a:off x="3025139" y="3342132"/>
              <a:ext cx="238125" cy="238125"/>
              <a:chOff x="3025139" y="3342132"/>
              <a:chExt cx="238125" cy="238125"/>
            </a:xfrm>
          </p:grpSpPr>
          <p:pic>
            <p:nvPicPr>
              <p:cNvPr id="992" name="object 140">
                <a:extLst>
                  <a:ext uri="{FF2B5EF4-FFF2-40B4-BE49-F238E27FC236}">
                    <a16:creationId xmlns:a16="http://schemas.microsoft.com/office/drawing/2014/main" id="{743BE2EF-06E8-D844-1281-388D5419C78D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029711" y="3346704"/>
                <a:ext cx="228600" cy="228600"/>
              </a:xfrm>
              <a:prstGeom prst="rect">
                <a:avLst/>
              </a:prstGeom>
            </p:spPr>
          </p:pic>
          <p:sp>
            <p:nvSpPr>
              <p:cNvPr id="993" name="object 141">
                <a:extLst>
                  <a:ext uri="{FF2B5EF4-FFF2-40B4-BE49-F238E27FC236}">
                    <a16:creationId xmlns:a16="http://schemas.microsoft.com/office/drawing/2014/main" id="{91B1AC0C-2C3B-A0F6-92E1-A07EB494CA3D}"/>
                  </a:ext>
                </a:extLst>
              </p:cNvPr>
              <p:cNvSpPr/>
              <p:nvPr/>
            </p:nvSpPr>
            <p:spPr>
              <a:xfrm>
                <a:off x="3029711" y="33467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607" name="object 142">
              <a:extLst>
                <a:ext uri="{FF2B5EF4-FFF2-40B4-BE49-F238E27FC236}">
                  <a16:creationId xmlns:a16="http://schemas.microsoft.com/office/drawing/2014/main" id="{2410C701-B493-8988-40CD-5721B806476D}"/>
                </a:ext>
              </a:extLst>
            </p:cNvPr>
            <p:cNvSpPr/>
            <p:nvPr/>
          </p:nvSpPr>
          <p:spPr>
            <a:xfrm>
              <a:off x="3334511" y="334670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608" name="object 143">
              <a:extLst>
                <a:ext uri="{FF2B5EF4-FFF2-40B4-BE49-F238E27FC236}">
                  <a16:creationId xmlns:a16="http://schemas.microsoft.com/office/drawing/2014/main" id="{6BEDAC69-2B27-FEE0-C19A-4F2264FA6DC7}"/>
                </a:ext>
              </a:extLst>
            </p:cNvPr>
            <p:cNvGrpSpPr/>
            <p:nvPr/>
          </p:nvGrpSpPr>
          <p:grpSpPr>
            <a:xfrm>
              <a:off x="2415539" y="3646932"/>
              <a:ext cx="238125" cy="238125"/>
              <a:chOff x="2415539" y="3646932"/>
              <a:chExt cx="238125" cy="238125"/>
            </a:xfrm>
          </p:grpSpPr>
          <p:sp>
            <p:nvSpPr>
              <p:cNvPr id="990" name="object 144">
                <a:extLst>
                  <a:ext uri="{FF2B5EF4-FFF2-40B4-BE49-F238E27FC236}">
                    <a16:creationId xmlns:a16="http://schemas.microsoft.com/office/drawing/2014/main" id="{67C60D54-DFD0-C5B9-7262-F31078F841AE}"/>
                  </a:ext>
                </a:extLst>
              </p:cNvPr>
              <p:cNvSpPr/>
              <p:nvPr/>
            </p:nvSpPr>
            <p:spPr>
              <a:xfrm>
                <a:off x="2420111" y="36515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FFFF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91" name="object 145">
                <a:extLst>
                  <a:ext uri="{FF2B5EF4-FFF2-40B4-BE49-F238E27FC236}">
                    <a16:creationId xmlns:a16="http://schemas.microsoft.com/office/drawing/2014/main" id="{3FAB8054-AF69-1B40-F57E-7DF586755472}"/>
                  </a:ext>
                </a:extLst>
              </p:cNvPr>
              <p:cNvSpPr/>
              <p:nvPr/>
            </p:nvSpPr>
            <p:spPr>
              <a:xfrm>
                <a:off x="2420111" y="36515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609" name="object 146">
              <a:extLst>
                <a:ext uri="{FF2B5EF4-FFF2-40B4-BE49-F238E27FC236}">
                  <a16:creationId xmlns:a16="http://schemas.microsoft.com/office/drawing/2014/main" id="{12AD2E89-45DB-B2BC-BB29-C4BA4E2C7C58}"/>
                </a:ext>
              </a:extLst>
            </p:cNvPr>
            <p:cNvGrpSpPr/>
            <p:nvPr/>
          </p:nvGrpSpPr>
          <p:grpSpPr>
            <a:xfrm>
              <a:off x="2720339" y="3646932"/>
              <a:ext cx="238125" cy="238125"/>
              <a:chOff x="2720339" y="3646932"/>
              <a:chExt cx="238125" cy="238125"/>
            </a:xfrm>
          </p:grpSpPr>
          <p:sp>
            <p:nvSpPr>
              <p:cNvPr id="988" name="object 147">
                <a:extLst>
                  <a:ext uri="{FF2B5EF4-FFF2-40B4-BE49-F238E27FC236}">
                    <a16:creationId xmlns:a16="http://schemas.microsoft.com/office/drawing/2014/main" id="{D283F245-5CFD-A968-C9F9-AD10DE8A4B32}"/>
                  </a:ext>
                </a:extLst>
              </p:cNvPr>
              <p:cNvSpPr/>
              <p:nvPr/>
            </p:nvSpPr>
            <p:spPr>
              <a:xfrm>
                <a:off x="2724911" y="36515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FFFF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89" name="object 148">
                <a:extLst>
                  <a:ext uri="{FF2B5EF4-FFF2-40B4-BE49-F238E27FC236}">
                    <a16:creationId xmlns:a16="http://schemas.microsoft.com/office/drawing/2014/main" id="{A187F051-DA7C-B3B0-B035-99C19B3C87D6}"/>
                  </a:ext>
                </a:extLst>
              </p:cNvPr>
              <p:cNvSpPr/>
              <p:nvPr/>
            </p:nvSpPr>
            <p:spPr>
              <a:xfrm>
                <a:off x="2724911" y="36515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610" name="object 149">
              <a:extLst>
                <a:ext uri="{FF2B5EF4-FFF2-40B4-BE49-F238E27FC236}">
                  <a16:creationId xmlns:a16="http://schemas.microsoft.com/office/drawing/2014/main" id="{C0D6546A-7B9F-FA2B-B061-EAE0328E8C48}"/>
                </a:ext>
              </a:extLst>
            </p:cNvPr>
            <p:cNvSpPr/>
            <p:nvPr/>
          </p:nvSpPr>
          <p:spPr>
            <a:xfrm>
              <a:off x="3029711" y="365150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1" name="object 150">
              <a:extLst>
                <a:ext uri="{FF2B5EF4-FFF2-40B4-BE49-F238E27FC236}">
                  <a16:creationId xmlns:a16="http://schemas.microsoft.com/office/drawing/2014/main" id="{A6056B13-22DF-70A3-F29C-C76045E50D9F}"/>
                </a:ext>
              </a:extLst>
            </p:cNvPr>
            <p:cNvSpPr/>
            <p:nvPr/>
          </p:nvSpPr>
          <p:spPr>
            <a:xfrm>
              <a:off x="3334511" y="365150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612" name="object 151">
              <a:extLst>
                <a:ext uri="{FF2B5EF4-FFF2-40B4-BE49-F238E27FC236}">
                  <a16:creationId xmlns:a16="http://schemas.microsoft.com/office/drawing/2014/main" id="{049B3D6D-0F02-E473-FECD-97ED4DAABE81}"/>
                </a:ext>
              </a:extLst>
            </p:cNvPr>
            <p:cNvGrpSpPr/>
            <p:nvPr/>
          </p:nvGrpSpPr>
          <p:grpSpPr>
            <a:xfrm>
              <a:off x="2415539" y="3951732"/>
              <a:ext cx="238125" cy="238125"/>
              <a:chOff x="2415539" y="3951732"/>
              <a:chExt cx="238125" cy="238125"/>
            </a:xfrm>
          </p:grpSpPr>
          <p:pic>
            <p:nvPicPr>
              <p:cNvPr id="986" name="object 152">
                <a:extLst>
                  <a:ext uri="{FF2B5EF4-FFF2-40B4-BE49-F238E27FC236}">
                    <a16:creationId xmlns:a16="http://schemas.microsoft.com/office/drawing/2014/main" id="{EC234888-23D1-9ABB-9A41-CC1BBB8584F9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2420111" y="3956304"/>
                <a:ext cx="228600" cy="228600"/>
              </a:xfrm>
              <a:prstGeom prst="rect">
                <a:avLst/>
              </a:prstGeom>
            </p:spPr>
          </p:pic>
          <p:sp>
            <p:nvSpPr>
              <p:cNvPr id="987" name="object 153">
                <a:extLst>
                  <a:ext uri="{FF2B5EF4-FFF2-40B4-BE49-F238E27FC236}">
                    <a16:creationId xmlns:a16="http://schemas.microsoft.com/office/drawing/2014/main" id="{0ED9D961-00A6-BE8F-9DE5-093DEF6AB621}"/>
                  </a:ext>
                </a:extLst>
              </p:cNvPr>
              <p:cNvSpPr/>
              <p:nvPr/>
            </p:nvSpPr>
            <p:spPr>
              <a:xfrm>
                <a:off x="2420111" y="39563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613" name="object 154">
              <a:extLst>
                <a:ext uri="{FF2B5EF4-FFF2-40B4-BE49-F238E27FC236}">
                  <a16:creationId xmlns:a16="http://schemas.microsoft.com/office/drawing/2014/main" id="{9EE099CE-B634-C425-B848-8229F43AA7DF}"/>
                </a:ext>
              </a:extLst>
            </p:cNvPr>
            <p:cNvSpPr/>
            <p:nvPr/>
          </p:nvSpPr>
          <p:spPr>
            <a:xfrm>
              <a:off x="2724911" y="395630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4" name="object 155">
              <a:extLst>
                <a:ext uri="{FF2B5EF4-FFF2-40B4-BE49-F238E27FC236}">
                  <a16:creationId xmlns:a16="http://schemas.microsoft.com/office/drawing/2014/main" id="{0B4A362F-9C01-C9C0-0393-73F9D9DC62ED}"/>
                </a:ext>
              </a:extLst>
            </p:cNvPr>
            <p:cNvSpPr/>
            <p:nvPr/>
          </p:nvSpPr>
          <p:spPr>
            <a:xfrm>
              <a:off x="3029711" y="395630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5" name="object 156">
              <a:extLst>
                <a:ext uri="{FF2B5EF4-FFF2-40B4-BE49-F238E27FC236}">
                  <a16:creationId xmlns:a16="http://schemas.microsoft.com/office/drawing/2014/main" id="{960191BC-7142-462C-54AC-24995379F4D4}"/>
                </a:ext>
              </a:extLst>
            </p:cNvPr>
            <p:cNvSpPr/>
            <p:nvPr/>
          </p:nvSpPr>
          <p:spPr>
            <a:xfrm>
              <a:off x="3334511" y="395630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616" name="object 157">
              <a:extLst>
                <a:ext uri="{FF2B5EF4-FFF2-40B4-BE49-F238E27FC236}">
                  <a16:creationId xmlns:a16="http://schemas.microsoft.com/office/drawing/2014/main" id="{7D2B4B2F-4B05-4F9B-C8F9-7778CDDCC1E5}"/>
                </a:ext>
              </a:extLst>
            </p:cNvPr>
            <p:cNvGrpSpPr/>
            <p:nvPr/>
          </p:nvGrpSpPr>
          <p:grpSpPr>
            <a:xfrm>
              <a:off x="2415539" y="4256532"/>
              <a:ext cx="238125" cy="238125"/>
              <a:chOff x="2415539" y="4256532"/>
              <a:chExt cx="238125" cy="238125"/>
            </a:xfrm>
          </p:grpSpPr>
          <p:pic>
            <p:nvPicPr>
              <p:cNvPr id="984" name="object 158">
                <a:extLst>
                  <a:ext uri="{FF2B5EF4-FFF2-40B4-BE49-F238E27FC236}">
                    <a16:creationId xmlns:a16="http://schemas.microsoft.com/office/drawing/2014/main" id="{E44321D2-80B4-AB67-B72E-8EE0367D6140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2420111" y="4261104"/>
                <a:ext cx="228600" cy="228600"/>
              </a:xfrm>
              <a:prstGeom prst="rect">
                <a:avLst/>
              </a:prstGeom>
            </p:spPr>
          </p:pic>
          <p:sp>
            <p:nvSpPr>
              <p:cNvPr id="985" name="object 159">
                <a:extLst>
                  <a:ext uri="{FF2B5EF4-FFF2-40B4-BE49-F238E27FC236}">
                    <a16:creationId xmlns:a16="http://schemas.microsoft.com/office/drawing/2014/main" id="{52370E74-443B-9366-E884-D653B08CB690}"/>
                  </a:ext>
                </a:extLst>
              </p:cNvPr>
              <p:cNvSpPr/>
              <p:nvPr/>
            </p:nvSpPr>
            <p:spPr>
              <a:xfrm>
                <a:off x="2420111" y="42611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617" name="object 160">
              <a:extLst>
                <a:ext uri="{FF2B5EF4-FFF2-40B4-BE49-F238E27FC236}">
                  <a16:creationId xmlns:a16="http://schemas.microsoft.com/office/drawing/2014/main" id="{D03F1D53-7CB0-9B74-A423-69A987E3F9C2}"/>
                </a:ext>
              </a:extLst>
            </p:cNvPr>
            <p:cNvGrpSpPr/>
            <p:nvPr/>
          </p:nvGrpSpPr>
          <p:grpSpPr>
            <a:xfrm>
              <a:off x="2720339" y="4256532"/>
              <a:ext cx="238125" cy="238125"/>
              <a:chOff x="2720339" y="4256532"/>
              <a:chExt cx="238125" cy="238125"/>
            </a:xfrm>
          </p:grpSpPr>
          <p:pic>
            <p:nvPicPr>
              <p:cNvPr id="982" name="object 161">
                <a:extLst>
                  <a:ext uri="{FF2B5EF4-FFF2-40B4-BE49-F238E27FC236}">
                    <a16:creationId xmlns:a16="http://schemas.microsoft.com/office/drawing/2014/main" id="{A4BB535A-4C21-B642-16DE-5D91E38D770A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2724911" y="4261104"/>
                <a:ext cx="228600" cy="228600"/>
              </a:xfrm>
              <a:prstGeom prst="rect">
                <a:avLst/>
              </a:prstGeom>
            </p:spPr>
          </p:pic>
          <p:sp>
            <p:nvSpPr>
              <p:cNvPr id="983" name="object 162">
                <a:extLst>
                  <a:ext uri="{FF2B5EF4-FFF2-40B4-BE49-F238E27FC236}">
                    <a16:creationId xmlns:a16="http://schemas.microsoft.com/office/drawing/2014/main" id="{0B41B345-28FE-E879-32DF-E4BFCC50BF79}"/>
                  </a:ext>
                </a:extLst>
              </p:cNvPr>
              <p:cNvSpPr/>
              <p:nvPr/>
            </p:nvSpPr>
            <p:spPr>
              <a:xfrm>
                <a:off x="2724911" y="42611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618" name="object 163">
              <a:extLst>
                <a:ext uri="{FF2B5EF4-FFF2-40B4-BE49-F238E27FC236}">
                  <a16:creationId xmlns:a16="http://schemas.microsoft.com/office/drawing/2014/main" id="{76CF26B3-C552-0FA7-D143-0FD596956C1C}"/>
                </a:ext>
              </a:extLst>
            </p:cNvPr>
            <p:cNvGrpSpPr/>
            <p:nvPr/>
          </p:nvGrpSpPr>
          <p:grpSpPr>
            <a:xfrm>
              <a:off x="3025139" y="4256532"/>
              <a:ext cx="238125" cy="238125"/>
              <a:chOff x="3025139" y="4256532"/>
              <a:chExt cx="238125" cy="238125"/>
            </a:xfrm>
          </p:grpSpPr>
          <p:pic>
            <p:nvPicPr>
              <p:cNvPr id="980" name="object 164">
                <a:extLst>
                  <a:ext uri="{FF2B5EF4-FFF2-40B4-BE49-F238E27FC236}">
                    <a16:creationId xmlns:a16="http://schemas.microsoft.com/office/drawing/2014/main" id="{B5D9EAAD-94E1-F9A0-A570-D67853ED58B6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3029711" y="4261104"/>
                <a:ext cx="228600" cy="228600"/>
              </a:xfrm>
              <a:prstGeom prst="rect">
                <a:avLst/>
              </a:prstGeom>
            </p:spPr>
          </p:pic>
          <p:sp>
            <p:nvSpPr>
              <p:cNvPr id="981" name="object 165">
                <a:extLst>
                  <a:ext uri="{FF2B5EF4-FFF2-40B4-BE49-F238E27FC236}">
                    <a16:creationId xmlns:a16="http://schemas.microsoft.com/office/drawing/2014/main" id="{2D281F2C-8550-4A3F-141B-B3839A0628B0}"/>
                  </a:ext>
                </a:extLst>
              </p:cNvPr>
              <p:cNvSpPr/>
              <p:nvPr/>
            </p:nvSpPr>
            <p:spPr>
              <a:xfrm>
                <a:off x="3029711" y="42611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619" name="object 166">
              <a:extLst>
                <a:ext uri="{FF2B5EF4-FFF2-40B4-BE49-F238E27FC236}">
                  <a16:creationId xmlns:a16="http://schemas.microsoft.com/office/drawing/2014/main" id="{B21C4443-45FD-424C-71DA-DD6E2D9114E5}"/>
                </a:ext>
              </a:extLst>
            </p:cNvPr>
            <p:cNvGrpSpPr/>
            <p:nvPr/>
          </p:nvGrpSpPr>
          <p:grpSpPr>
            <a:xfrm>
              <a:off x="3329940" y="4256532"/>
              <a:ext cx="238125" cy="238125"/>
              <a:chOff x="3329940" y="4256532"/>
              <a:chExt cx="238125" cy="238125"/>
            </a:xfrm>
          </p:grpSpPr>
          <p:pic>
            <p:nvPicPr>
              <p:cNvPr id="978" name="object 167">
                <a:extLst>
                  <a:ext uri="{FF2B5EF4-FFF2-40B4-BE49-F238E27FC236}">
                    <a16:creationId xmlns:a16="http://schemas.microsoft.com/office/drawing/2014/main" id="{2724AD6D-616F-B086-33D6-6BBF3437FA78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3334512" y="4261104"/>
                <a:ext cx="228600" cy="228600"/>
              </a:xfrm>
              <a:prstGeom prst="rect">
                <a:avLst/>
              </a:prstGeom>
            </p:spPr>
          </p:pic>
          <p:sp>
            <p:nvSpPr>
              <p:cNvPr id="979" name="object 168">
                <a:extLst>
                  <a:ext uri="{FF2B5EF4-FFF2-40B4-BE49-F238E27FC236}">
                    <a16:creationId xmlns:a16="http://schemas.microsoft.com/office/drawing/2014/main" id="{1B5823F8-5B94-9666-BD4F-F646B719A9FA}"/>
                  </a:ext>
                </a:extLst>
              </p:cNvPr>
              <p:cNvSpPr/>
              <p:nvPr/>
            </p:nvSpPr>
            <p:spPr>
              <a:xfrm>
                <a:off x="3334512" y="42611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620" name="object 169">
              <a:extLst>
                <a:ext uri="{FF2B5EF4-FFF2-40B4-BE49-F238E27FC236}">
                  <a16:creationId xmlns:a16="http://schemas.microsoft.com/office/drawing/2014/main" id="{0F4E484E-7AA0-F20E-C3F1-C972AC9F3836}"/>
                </a:ext>
              </a:extLst>
            </p:cNvPr>
            <p:cNvGrpSpPr/>
            <p:nvPr/>
          </p:nvGrpSpPr>
          <p:grpSpPr>
            <a:xfrm>
              <a:off x="2415539" y="4561332"/>
              <a:ext cx="238125" cy="238125"/>
              <a:chOff x="2415539" y="4561332"/>
              <a:chExt cx="238125" cy="238125"/>
            </a:xfrm>
          </p:grpSpPr>
          <p:sp>
            <p:nvSpPr>
              <p:cNvPr id="976" name="object 170">
                <a:extLst>
                  <a:ext uri="{FF2B5EF4-FFF2-40B4-BE49-F238E27FC236}">
                    <a16:creationId xmlns:a16="http://schemas.microsoft.com/office/drawing/2014/main" id="{EBA5F8ED-F1B7-7F48-497E-0F0ED02C22D0}"/>
                  </a:ext>
                </a:extLst>
              </p:cNvPr>
              <p:cNvSpPr/>
              <p:nvPr/>
            </p:nvSpPr>
            <p:spPr>
              <a:xfrm>
                <a:off x="2420111" y="45659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77" name="object 171">
                <a:extLst>
                  <a:ext uri="{FF2B5EF4-FFF2-40B4-BE49-F238E27FC236}">
                    <a16:creationId xmlns:a16="http://schemas.microsoft.com/office/drawing/2014/main" id="{15AEF546-996B-7B3F-EF47-91D56AAAEFDF}"/>
                  </a:ext>
                </a:extLst>
              </p:cNvPr>
              <p:cNvSpPr/>
              <p:nvPr/>
            </p:nvSpPr>
            <p:spPr>
              <a:xfrm>
                <a:off x="2420111" y="45659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621" name="object 172">
              <a:extLst>
                <a:ext uri="{FF2B5EF4-FFF2-40B4-BE49-F238E27FC236}">
                  <a16:creationId xmlns:a16="http://schemas.microsoft.com/office/drawing/2014/main" id="{3D228083-7E9D-F1F0-D3F6-95C6CAD9D09D}"/>
                </a:ext>
              </a:extLst>
            </p:cNvPr>
            <p:cNvGrpSpPr/>
            <p:nvPr/>
          </p:nvGrpSpPr>
          <p:grpSpPr>
            <a:xfrm>
              <a:off x="2720339" y="4561332"/>
              <a:ext cx="238125" cy="238125"/>
              <a:chOff x="2720339" y="4561332"/>
              <a:chExt cx="238125" cy="238125"/>
            </a:xfrm>
          </p:grpSpPr>
          <p:sp>
            <p:nvSpPr>
              <p:cNvPr id="974" name="object 173">
                <a:extLst>
                  <a:ext uri="{FF2B5EF4-FFF2-40B4-BE49-F238E27FC236}">
                    <a16:creationId xmlns:a16="http://schemas.microsoft.com/office/drawing/2014/main" id="{EBED91E9-A040-CE24-9884-A999B2962942}"/>
                  </a:ext>
                </a:extLst>
              </p:cNvPr>
              <p:cNvSpPr/>
              <p:nvPr/>
            </p:nvSpPr>
            <p:spPr>
              <a:xfrm>
                <a:off x="2724911" y="45659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75" name="object 174">
                <a:extLst>
                  <a:ext uri="{FF2B5EF4-FFF2-40B4-BE49-F238E27FC236}">
                    <a16:creationId xmlns:a16="http://schemas.microsoft.com/office/drawing/2014/main" id="{6FE53730-454D-7B57-58EC-1D33F13D31FC}"/>
                  </a:ext>
                </a:extLst>
              </p:cNvPr>
              <p:cNvSpPr/>
              <p:nvPr/>
            </p:nvSpPr>
            <p:spPr>
              <a:xfrm>
                <a:off x="2724911" y="45659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622" name="object 175">
              <a:extLst>
                <a:ext uri="{FF2B5EF4-FFF2-40B4-BE49-F238E27FC236}">
                  <a16:creationId xmlns:a16="http://schemas.microsoft.com/office/drawing/2014/main" id="{9DEDDB3C-3BDB-A623-A9D2-1A05E4C6CCC1}"/>
                </a:ext>
              </a:extLst>
            </p:cNvPr>
            <p:cNvGrpSpPr/>
            <p:nvPr/>
          </p:nvGrpSpPr>
          <p:grpSpPr>
            <a:xfrm>
              <a:off x="3025139" y="4561332"/>
              <a:ext cx="238125" cy="238125"/>
              <a:chOff x="3025139" y="4561332"/>
              <a:chExt cx="238125" cy="238125"/>
            </a:xfrm>
          </p:grpSpPr>
          <p:sp>
            <p:nvSpPr>
              <p:cNvPr id="972" name="object 176">
                <a:extLst>
                  <a:ext uri="{FF2B5EF4-FFF2-40B4-BE49-F238E27FC236}">
                    <a16:creationId xmlns:a16="http://schemas.microsoft.com/office/drawing/2014/main" id="{FA2C91AF-7200-4549-5F37-74398D0B70E6}"/>
                  </a:ext>
                </a:extLst>
              </p:cNvPr>
              <p:cNvSpPr/>
              <p:nvPr/>
            </p:nvSpPr>
            <p:spPr>
              <a:xfrm>
                <a:off x="3029711" y="45659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73" name="object 177">
                <a:extLst>
                  <a:ext uri="{FF2B5EF4-FFF2-40B4-BE49-F238E27FC236}">
                    <a16:creationId xmlns:a16="http://schemas.microsoft.com/office/drawing/2014/main" id="{79E5A721-70AF-1ECD-077D-EDB36FD956CD}"/>
                  </a:ext>
                </a:extLst>
              </p:cNvPr>
              <p:cNvSpPr/>
              <p:nvPr/>
            </p:nvSpPr>
            <p:spPr>
              <a:xfrm>
                <a:off x="3029711" y="45659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623" name="object 178">
              <a:extLst>
                <a:ext uri="{FF2B5EF4-FFF2-40B4-BE49-F238E27FC236}">
                  <a16:creationId xmlns:a16="http://schemas.microsoft.com/office/drawing/2014/main" id="{E2B6DF89-C5BD-B313-FBE0-47E6C5F9A709}"/>
                </a:ext>
              </a:extLst>
            </p:cNvPr>
            <p:cNvSpPr/>
            <p:nvPr/>
          </p:nvSpPr>
          <p:spPr>
            <a:xfrm>
              <a:off x="3334511" y="456590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624" name="object 179">
              <a:extLst>
                <a:ext uri="{FF2B5EF4-FFF2-40B4-BE49-F238E27FC236}">
                  <a16:creationId xmlns:a16="http://schemas.microsoft.com/office/drawing/2014/main" id="{2829CDDC-5813-3B5B-7A57-FE6C5F8F240D}"/>
                </a:ext>
              </a:extLst>
            </p:cNvPr>
            <p:cNvGrpSpPr/>
            <p:nvPr/>
          </p:nvGrpSpPr>
          <p:grpSpPr>
            <a:xfrm>
              <a:off x="2415539" y="4866132"/>
              <a:ext cx="238125" cy="238125"/>
              <a:chOff x="2415539" y="4866132"/>
              <a:chExt cx="238125" cy="238125"/>
            </a:xfrm>
          </p:grpSpPr>
          <p:pic>
            <p:nvPicPr>
              <p:cNvPr id="970" name="object 180">
                <a:extLst>
                  <a:ext uri="{FF2B5EF4-FFF2-40B4-BE49-F238E27FC236}">
                    <a16:creationId xmlns:a16="http://schemas.microsoft.com/office/drawing/2014/main" id="{3CF0163D-AF53-ADDE-A755-06E018B5BF8E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2420111" y="4870704"/>
                <a:ext cx="228600" cy="228600"/>
              </a:xfrm>
              <a:prstGeom prst="rect">
                <a:avLst/>
              </a:prstGeom>
            </p:spPr>
          </p:pic>
          <p:sp>
            <p:nvSpPr>
              <p:cNvPr id="971" name="object 181">
                <a:extLst>
                  <a:ext uri="{FF2B5EF4-FFF2-40B4-BE49-F238E27FC236}">
                    <a16:creationId xmlns:a16="http://schemas.microsoft.com/office/drawing/2014/main" id="{DC47B258-E872-545E-CD85-A1ECD807D00A}"/>
                  </a:ext>
                </a:extLst>
              </p:cNvPr>
              <p:cNvSpPr/>
              <p:nvPr/>
            </p:nvSpPr>
            <p:spPr>
              <a:xfrm>
                <a:off x="2420111" y="48707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625" name="object 182">
              <a:extLst>
                <a:ext uri="{FF2B5EF4-FFF2-40B4-BE49-F238E27FC236}">
                  <a16:creationId xmlns:a16="http://schemas.microsoft.com/office/drawing/2014/main" id="{44514400-2B17-FBC1-A868-DA337C67A1EC}"/>
                </a:ext>
              </a:extLst>
            </p:cNvPr>
            <p:cNvSpPr/>
            <p:nvPr/>
          </p:nvSpPr>
          <p:spPr>
            <a:xfrm>
              <a:off x="2724911" y="487070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6" name="object 183">
              <a:extLst>
                <a:ext uri="{FF2B5EF4-FFF2-40B4-BE49-F238E27FC236}">
                  <a16:creationId xmlns:a16="http://schemas.microsoft.com/office/drawing/2014/main" id="{51725E46-F301-494B-5AE2-9489C31C79A1}"/>
                </a:ext>
              </a:extLst>
            </p:cNvPr>
            <p:cNvSpPr/>
            <p:nvPr/>
          </p:nvSpPr>
          <p:spPr>
            <a:xfrm>
              <a:off x="3029711" y="487070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7" name="object 184">
              <a:extLst>
                <a:ext uri="{FF2B5EF4-FFF2-40B4-BE49-F238E27FC236}">
                  <a16:creationId xmlns:a16="http://schemas.microsoft.com/office/drawing/2014/main" id="{BD22750D-D143-FF03-B36A-9AD8E5227D0E}"/>
                </a:ext>
              </a:extLst>
            </p:cNvPr>
            <p:cNvSpPr/>
            <p:nvPr/>
          </p:nvSpPr>
          <p:spPr>
            <a:xfrm>
              <a:off x="3334511" y="487070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628" name="object 185">
              <a:extLst>
                <a:ext uri="{FF2B5EF4-FFF2-40B4-BE49-F238E27FC236}">
                  <a16:creationId xmlns:a16="http://schemas.microsoft.com/office/drawing/2014/main" id="{36D24DC8-603E-9DC9-A134-1B485C14097B}"/>
                </a:ext>
              </a:extLst>
            </p:cNvPr>
            <p:cNvGrpSpPr/>
            <p:nvPr/>
          </p:nvGrpSpPr>
          <p:grpSpPr>
            <a:xfrm>
              <a:off x="3939540" y="2732532"/>
              <a:ext cx="238125" cy="238125"/>
              <a:chOff x="3939540" y="2732532"/>
              <a:chExt cx="238125" cy="238125"/>
            </a:xfrm>
          </p:grpSpPr>
          <p:pic>
            <p:nvPicPr>
              <p:cNvPr id="968" name="object 186">
                <a:extLst>
                  <a:ext uri="{FF2B5EF4-FFF2-40B4-BE49-F238E27FC236}">
                    <a16:creationId xmlns:a16="http://schemas.microsoft.com/office/drawing/2014/main" id="{0732A85B-1CD0-F0D3-8F71-5AF3F5566B88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944112" y="2737104"/>
                <a:ext cx="228600" cy="228600"/>
              </a:xfrm>
              <a:prstGeom prst="rect">
                <a:avLst/>
              </a:prstGeom>
            </p:spPr>
          </p:pic>
          <p:sp>
            <p:nvSpPr>
              <p:cNvPr id="969" name="object 187">
                <a:extLst>
                  <a:ext uri="{FF2B5EF4-FFF2-40B4-BE49-F238E27FC236}">
                    <a16:creationId xmlns:a16="http://schemas.microsoft.com/office/drawing/2014/main" id="{0320ADEB-FB16-C60A-80C2-DCC7E0A08A29}"/>
                  </a:ext>
                </a:extLst>
              </p:cNvPr>
              <p:cNvSpPr/>
              <p:nvPr/>
            </p:nvSpPr>
            <p:spPr>
              <a:xfrm>
                <a:off x="3944112" y="27371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629" name="object 188">
              <a:extLst>
                <a:ext uri="{FF2B5EF4-FFF2-40B4-BE49-F238E27FC236}">
                  <a16:creationId xmlns:a16="http://schemas.microsoft.com/office/drawing/2014/main" id="{FBC98465-22C3-FA21-C4B1-64D8195F60BA}"/>
                </a:ext>
              </a:extLst>
            </p:cNvPr>
            <p:cNvGrpSpPr/>
            <p:nvPr/>
          </p:nvGrpSpPr>
          <p:grpSpPr>
            <a:xfrm>
              <a:off x="4244340" y="2732532"/>
              <a:ext cx="238125" cy="238125"/>
              <a:chOff x="4244340" y="2732532"/>
              <a:chExt cx="238125" cy="238125"/>
            </a:xfrm>
          </p:grpSpPr>
          <p:pic>
            <p:nvPicPr>
              <p:cNvPr id="966" name="object 189">
                <a:extLst>
                  <a:ext uri="{FF2B5EF4-FFF2-40B4-BE49-F238E27FC236}">
                    <a16:creationId xmlns:a16="http://schemas.microsoft.com/office/drawing/2014/main" id="{BF1B624A-9FEC-1203-A476-33E75A144F58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4248912" y="2737104"/>
                <a:ext cx="228600" cy="228600"/>
              </a:xfrm>
              <a:prstGeom prst="rect">
                <a:avLst/>
              </a:prstGeom>
            </p:spPr>
          </p:pic>
          <p:sp>
            <p:nvSpPr>
              <p:cNvPr id="967" name="object 190">
                <a:extLst>
                  <a:ext uri="{FF2B5EF4-FFF2-40B4-BE49-F238E27FC236}">
                    <a16:creationId xmlns:a16="http://schemas.microsoft.com/office/drawing/2014/main" id="{185A95C2-D874-61EF-FE42-1D2C25AB4986}"/>
                  </a:ext>
                </a:extLst>
              </p:cNvPr>
              <p:cNvSpPr/>
              <p:nvPr/>
            </p:nvSpPr>
            <p:spPr>
              <a:xfrm>
                <a:off x="4248912" y="27371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630" name="object 191">
              <a:extLst>
                <a:ext uri="{FF2B5EF4-FFF2-40B4-BE49-F238E27FC236}">
                  <a16:creationId xmlns:a16="http://schemas.microsoft.com/office/drawing/2014/main" id="{4B8BF30C-C394-F6BD-ED4F-3C7035BEA20A}"/>
                </a:ext>
              </a:extLst>
            </p:cNvPr>
            <p:cNvSpPr/>
            <p:nvPr/>
          </p:nvSpPr>
          <p:spPr>
            <a:xfrm>
              <a:off x="4553711" y="2737104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1" name="object 192">
              <a:extLst>
                <a:ext uri="{FF2B5EF4-FFF2-40B4-BE49-F238E27FC236}">
                  <a16:creationId xmlns:a16="http://schemas.microsoft.com/office/drawing/2014/main" id="{B3479BEB-1CBA-3053-53BD-2A039BA4D32B}"/>
                </a:ext>
              </a:extLst>
            </p:cNvPr>
            <p:cNvSpPr/>
            <p:nvPr/>
          </p:nvSpPr>
          <p:spPr>
            <a:xfrm>
              <a:off x="4858511" y="2737104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632" name="object 193">
              <a:extLst>
                <a:ext uri="{FF2B5EF4-FFF2-40B4-BE49-F238E27FC236}">
                  <a16:creationId xmlns:a16="http://schemas.microsoft.com/office/drawing/2014/main" id="{149FA1AC-11BF-73E2-E1A2-4F995E95656B}"/>
                </a:ext>
              </a:extLst>
            </p:cNvPr>
            <p:cNvGrpSpPr/>
            <p:nvPr/>
          </p:nvGrpSpPr>
          <p:grpSpPr>
            <a:xfrm>
              <a:off x="3939540" y="3037332"/>
              <a:ext cx="238125" cy="238125"/>
              <a:chOff x="3939540" y="3037332"/>
              <a:chExt cx="238125" cy="238125"/>
            </a:xfrm>
          </p:grpSpPr>
          <p:pic>
            <p:nvPicPr>
              <p:cNvPr id="964" name="object 194">
                <a:extLst>
                  <a:ext uri="{FF2B5EF4-FFF2-40B4-BE49-F238E27FC236}">
                    <a16:creationId xmlns:a16="http://schemas.microsoft.com/office/drawing/2014/main" id="{21137CCB-A875-207D-2A03-80924452E5D6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944112" y="3041904"/>
                <a:ext cx="228600" cy="228600"/>
              </a:xfrm>
              <a:prstGeom prst="rect">
                <a:avLst/>
              </a:prstGeom>
            </p:spPr>
          </p:pic>
          <p:sp>
            <p:nvSpPr>
              <p:cNvPr id="965" name="object 195">
                <a:extLst>
                  <a:ext uri="{FF2B5EF4-FFF2-40B4-BE49-F238E27FC236}">
                    <a16:creationId xmlns:a16="http://schemas.microsoft.com/office/drawing/2014/main" id="{B409FA75-8CE3-5ECB-3551-6F2EE17BA3D5}"/>
                  </a:ext>
                </a:extLst>
              </p:cNvPr>
              <p:cNvSpPr/>
              <p:nvPr/>
            </p:nvSpPr>
            <p:spPr>
              <a:xfrm>
                <a:off x="3944112" y="30419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633" name="object 196">
              <a:extLst>
                <a:ext uri="{FF2B5EF4-FFF2-40B4-BE49-F238E27FC236}">
                  <a16:creationId xmlns:a16="http://schemas.microsoft.com/office/drawing/2014/main" id="{1C0F093C-00AD-DDFF-7FFB-ACD0F3AC8032}"/>
                </a:ext>
              </a:extLst>
            </p:cNvPr>
            <p:cNvGrpSpPr/>
            <p:nvPr/>
          </p:nvGrpSpPr>
          <p:grpSpPr>
            <a:xfrm>
              <a:off x="4244340" y="3037332"/>
              <a:ext cx="238125" cy="238125"/>
              <a:chOff x="4244340" y="3037332"/>
              <a:chExt cx="238125" cy="238125"/>
            </a:xfrm>
          </p:grpSpPr>
          <p:pic>
            <p:nvPicPr>
              <p:cNvPr id="962" name="object 197">
                <a:extLst>
                  <a:ext uri="{FF2B5EF4-FFF2-40B4-BE49-F238E27FC236}">
                    <a16:creationId xmlns:a16="http://schemas.microsoft.com/office/drawing/2014/main" id="{D4CA8A4B-1640-86BB-36C8-0C783824F4F5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4248912" y="3041904"/>
                <a:ext cx="228600" cy="228600"/>
              </a:xfrm>
              <a:prstGeom prst="rect">
                <a:avLst/>
              </a:prstGeom>
            </p:spPr>
          </p:pic>
          <p:sp>
            <p:nvSpPr>
              <p:cNvPr id="963" name="object 198">
                <a:extLst>
                  <a:ext uri="{FF2B5EF4-FFF2-40B4-BE49-F238E27FC236}">
                    <a16:creationId xmlns:a16="http://schemas.microsoft.com/office/drawing/2014/main" id="{469CFF40-80F7-0A15-2DB4-A0AF572DCBCB}"/>
                  </a:ext>
                </a:extLst>
              </p:cNvPr>
              <p:cNvSpPr/>
              <p:nvPr/>
            </p:nvSpPr>
            <p:spPr>
              <a:xfrm>
                <a:off x="4248912" y="30419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634" name="object 199">
              <a:extLst>
                <a:ext uri="{FF2B5EF4-FFF2-40B4-BE49-F238E27FC236}">
                  <a16:creationId xmlns:a16="http://schemas.microsoft.com/office/drawing/2014/main" id="{121E8342-5375-7E42-1EC5-641C854BF1B5}"/>
                </a:ext>
              </a:extLst>
            </p:cNvPr>
            <p:cNvGrpSpPr/>
            <p:nvPr/>
          </p:nvGrpSpPr>
          <p:grpSpPr>
            <a:xfrm>
              <a:off x="4549140" y="3037332"/>
              <a:ext cx="238125" cy="238125"/>
              <a:chOff x="4549140" y="3037332"/>
              <a:chExt cx="238125" cy="238125"/>
            </a:xfrm>
          </p:grpSpPr>
          <p:pic>
            <p:nvPicPr>
              <p:cNvPr id="960" name="object 200">
                <a:extLst>
                  <a:ext uri="{FF2B5EF4-FFF2-40B4-BE49-F238E27FC236}">
                    <a16:creationId xmlns:a16="http://schemas.microsoft.com/office/drawing/2014/main" id="{D20BB319-FF2A-9865-59F4-5A41E7A65E90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4553712" y="3041904"/>
                <a:ext cx="228600" cy="228600"/>
              </a:xfrm>
              <a:prstGeom prst="rect">
                <a:avLst/>
              </a:prstGeom>
            </p:spPr>
          </p:pic>
          <p:sp>
            <p:nvSpPr>
              <p:cNvPr id="961" name="object 201">
                <a:extLst>
                  <a:ext uri="{FF2B5EF4-FFF2-40B4-BE49-F238E27FC236}">
                    <a16:creationId xmlns:a16="http://schemas.microsoft.com/office/drawing/2014/main" id="{8D04B2F9-43DA-5A46-0387-9428C5AF1C63}"/>
                  </a:ext>
                </a:extLst>
              </p:cNvPr>
              <p:cNvSpPr/>
              <p:nvPr/>
            </p:nvSpPr>
            <p:spPr>
              <a:xfrm>
                <a:off x="4553712" y="30419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635" name="object 202">
              <a:extLst>
                <a:ext uri="{FF2B5EF4-FFF2-40B4-BE49-F238E27FC236}">
                  <a16:creationId xmlns:a16="http://schemas.microsoft.com/office/drawing/2014/main" id="{C2A7AD1C-2432-9DCA-8DD5-CFC59F1B603F}"/>
                </a:ext>
              </a:extLst>
            </p:cNvPr>
            <p:cNvSpPr/>
            <p:nvPr/>
          </p:nvSpPr>
          <p:spPr>
            <a:xfrm>
              <a:off x="4858511" y="3041904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636" name="object 203">
              <a:extLst>
                <a:ext uri="{FF2B5EF4-FFF2-40B4-BE49-F238E27FC236}">
                  <a16:creationId xmlns:a16="http://schemas.microsoft.com/office/drawing/2014/main" id="{FA89118D-0602-E907-0ECC-084D26C060A0}"/>
                </a:ext>
              </a:extLst>
            </p:cNvPr>
            <p:cNvGrpSpPr/>
            <p:nvPr/>
          </p:nvGrpSpPr>
          <p:grpSpPr>
            <a:xfrm>
              <a:off x="3939540" y="3342132"/>
              <a:ext cx="238125" cy="238125"/>
              <a:chOff x="3939540" y="3342132"/>
              <a:chExt cx="238125" cy="238125"/>
            </a:xfrm>
          </p:grpSpPr>
          <p:pic>
            <p:nvPicPr>
              <p:cNvPr id="958" name="object 204">
                <a:extLst>
                  <a:ext uri="{FF2B5EF4-FFF2-40B4-BE49-F238E27FC236}">
                    <a16:creationId xmlns:a16="http://schemas.microsoft.com/office/drawing/2014/main" id="{1153B668-D906-A70E-7434-E46E9322E640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944112" y="3346704"/>
                <a:ext cx="228600" cy="228600"/>
              </a:xfrm>
              <a:prstGeom prst="rect">
                <a:avLst/>
              </a:prstGeom>
            </p:spPr>
          </p:pic>
          <p:sp>
            <p:nvSpPr>
              <p:cNvPr id="959" name="object 205">
                <a:extLst>
                  <a:ext uri="{FF2B5EF4-FFF2-40B4-BE49-F238E27FC236}">
                    <a16:creationId xmlns:a16="http://schemas.microsoft.com/office/drawing/2014/main" id="{C2081675-2B59-2EB9-8C3A-7950B2E8A699}"/>
                  </a:ext>
                </a:extLst>
              </p:cNvPr>
              <p:cNvSpPr/>
              <p:nvPr/>
            </p:nvSpPr>
            <p:spPr>
              <a:xfrm>
                <a:off x="3944112" y="33467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637" name="object 206">
              <a:extLst>
                <a:ext uri="{FF2B5EF4-FFF2-40B4-BE49-F238E27FC236}">
                  <a16:creationId xmlns:a16="http://schemas.microsoft.com/office/drawing/2014/main" id="{067CBF15-88AD-C6CE-B8CE-43FB4FB38730}"/>
                </a:ext>
              </a:extLst>
            </p:cNvPr>
            <p:cNvGrpSpPr/>
            <p:nvPr/>
          </p:nvGrpSpPr>
          <p:grpSpPr>
            <a:xfrm>
              <a:off x="4244340" y="3342132"/>
              <a:ext cx="238125" cy="238125"/>
              <a:chOff x="4244340" y="3342132"/>
              <a:chExt cx="238125" cy="238125"/>
            </a:xfrm>
          </p:grpSpPr>
          <p:pic>
            <p:nvPicPr>
              <p:cNvPr id="956" name="object 207">
                <a:extLst>
                  <a:ext uri="{FF2B5EF4-FFF2-40B4-BE49-F238E27FC236}">
                    <a16:creationId xmlns:a16="http://schemas.microsoft.com/office/drawing/2014/main" id="{423DCB8A-0081-CB9B-D64F-3F9A640F5544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4248912" y="3346704"/>
                <a:ext cx="228600" cy="228600"/>
              </a:xfrm>
              <a:prstGeom prst="rect">
                <a:avLst/>
              </a:prstGeom>
            </p:spPr>
          </p:pic>
          <p:sp>
            <p:nvSpPr>
              <p:cNvPr id="957" name="object 208">
                <a:extLst>
                  <a:ext uri="{FF2B5EF4-FFF2-40B4-BE49-F238E27FC236}">
                    <a16:creationId xmlns:a16="http://schemas.microsoft.com/office/drawing/2014/main" id="{BA66555B-41EB-6C18-2068-2AAC2EB41DB3}"/>
                  </a:ext>
                </a:extLst>
              </p:cNvPr>
              <p:cNvSpPr/>
              <p:nvPr/>
            </p:nvSpPr>
            <p:spPr>
              <a:xfrm>
                <a:off x="4248912" y="33467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638" name="object 209">
              <a:extLst>
                <a:ext uri="{FF2B5EF4-FFF2-40B4-BE49-F238E27FC236}">
                  <a16:creationId xmlns:a16="http://schemas.microsoft.com/office/drawing/2014/main" id="{1AFF2DDA-A2DF-A129-2B12-4051DF85A125}"/>
                </a:ext>
              </a:extLst>
            </p:cNvPr>
            <p:cNvGrpSpPr/>
            <p:nvPr/>
          </p:nvGrpSpPr>
          <p:grpSpPr>
            <a:xfrm>
              <a:off x="4549140" y="3342132"/>
              <a:ext cx="238125" cy="238125"/>
              <a:chOff x="4549140" y="3342132"/>
              <a:chExt cx="238125" cy="238125"/>
            </a:xfrm>
          </p:grpSpPr>
          <p:pic>
            <p:nvPicPr>
              <p:cNvPr id="954" name="object 210">
                <a:extLst>
                  <a:ext uri="{FF2B5EF4-FFF2-40B4-BE49-F238E27FC236}">
                    <a16:creationId xmlns:a16="http://schemas.microsoft.com/office/drawing/2014/main" id="{4B86D234-BFA7-7B3A-9CFB-59F04A48D5DE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4553712" y="3346704"/>
                <a:ext cx="228600" cy="228600"/>
              </a:xfrm>
              <a:prstGeom prst="rect">
                <a:avLst/>
              </a:prstGeom>
            </p:spPr>
          </p:pic>
          <p:sp>
            <p:nvSpPr>
              <p:cNvPr id="955" name="object 211">
                <a:extLst>
                  <a:ext uri="{FF2B5EF4-FFF2-40B4-BE49-F238E27FC236}">
                    <a16:creationId xmlns:a16="http://schemas.microsoft.com/office/drawing/2014/main" id="{04D56E7D-500A-FFB3-B20D-5E475931C82D}"/>
                  </a:ext>
                </a:extLst>
              </p:cNvPr>
              <p:cNvSpPr/>
              <p:nvPr/>
            </p:nvSpPr>
            <p:spPr>
              <a:xfrm>
                <a:off x="4553712" y="33467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639" name="object 212">
              <a:extLst>
                <a:ext uri="{FF2B5EF4-FFF2-40B4-BE49-F238E27FC236}">
                  <a16:creationId xmlns:a16="http://schemas.microsoft.com/office/drawing/2014/main" id="{6BF66C6E-BFDB-C2C5-84E9-A153492A93B3}"/>
                </a:ext>
              </a:extLst>
            </p:cNvPr>
            <p:cNvSpPr/>
            <p:nvPr/>
          </p:nvSpPr>
          <p:spPr>
            <a:xfrm>
              <a:off x="4858511" y="334670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640" name="object 213">
              <a:extLst>
                <a:ext uri="{FF2B5EF4-FFF2-40B4-BE49-F238E27FC236}">
                  <a16:creationId xmlns:a16="http://schemas.microsoft.com/office/drawing/2014/main" id="{8DD5CBDA-C2EE-A4DF-AEBC-BBB09047DB8E}"/>
                </a:ext>
              </a:extLst>
            </p:cNvPr>
            <p:cNvGrpSpPr/>
            <p:nvPr/>
          </p:nvGrpSpPr>
          <p:grpSpPr>
            <a:xfrm>
              <a:off x="3939540" y="3646932"/>
              <a:ext cx="238125" cy="238125"/>
              <a:chOff x="3939540" y="3646932"/>
              <a:chExt cx="238125" cy="238125"/>
            </a:xfrm>
          </p:grpSpPr>
          <p:sp>
            <p:nvSpPr>
              <p:cNvPr id="952" name="object 214">
                <a:extLst>
                  <a:ext uri="{FF2B5EF4-FFF2-40B4-BE49-F238E27FC236}">
                    <a16:creationId xmlns:a16="http://schemas.microsoft.com/office/drawing/2014/main" id="{12211104-517C-AEF0-9592-C0632161F78F}"/>
                  </a:ext>
                </a:extLst>
              </p:cNvPr>
              <p:cNvSpPr/>
              <p:nvPr/>
            </p:nvSpPr>
            <p:spPr>
              <a:xfrm>
                <a:off x="3944112" y="36515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FFFF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53" name="object 215">
                <a:extLst>
                  <a:ext uri="{FF2B5EF4-FFF2-40B4-BE49-F238E27FC236}">
                    <a16:creationId xmlns:a16="http://schemas.microsoft.com/office/drawing/2014/main" id="{0834237D-3211-BE84-2285-A835BAD174F2}"/>
                  </a:ext>
                </a:extLst>
              </p:cNvPr>
              <p:cNvSpPr/>
              <p:nvPr/>
            </p:nvSpPr>
            <p:spPr>
              <a:xfrm>
                <a:off x="3944112" y="36515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641" name="object 216">
              <a:extLst>
                <a:ext uri="{FF2B5EF4-FFF2-40B4-BE49-F238E27FC236}">
                  <a16:creationId xmlns:a16="http://schemas.microsoft.com/office/drawing/2014/main" id="{F0FFFA6B-41CD-20AA-712F-5F88D02408EA}"/>
                </a:ext>
              </a:extLst>
            </p:cNvPr>
            <p:cNvGrpSpPr/>
            <p:nvPr/>
          </p:nvGrpSpPr>
          <p:grpSpPr>
            <a:xfrm>
              <a:off x="4244340" y="3646932"/>
              <a:ext cx="238125" cy="238125"/>
              <a:chOff x="4244340" y="3646932"/>
              <a:chExt cx="238125" cy="238125"/>
            </a:xfrm>
          </p:grpSpPr>
          <p:sp>
            <p:nvSpPr>
              <p:cNvPr id="950" name="object 217">
                <a:extLst>
                  <a:ext uri="{FF2B5EF4-FFF2-40B4-BE49-F238E27FC236}">
                    <a16:creationId xmlns:a16="http://schemas.microsoft.com/office/drawing/2014/main" id="{370264A6-CD47-F322-59F1-723EF7F08B9E}"/>
                  </a:ext>
                </a:extLst>
              </p:cNvPr>
              <p:cNvSpPr/>
              <p:nvPr/>
            </p:nvSpPr>
            <p:spPr>
              <a:xfrm>
                <a:off x="4248912" y="36515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FFFF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51" name="object 218">
                <a:extLst>
                  <a:ext uri="{FF2B5EF4-FFF2-40B4-BE49-F238E27FC236}">
                    <a16:creationId xmlns:a16="http://schemas.microsoft.com/office/drawing/2014/main" id="{AA4C6A2C-3D81-5CE0-2D6F-BB09EFC67F7A}"/>
                  </a:ext>
                </a:extLst>
              </p:cNvPr>
              <p:cNvSpPr/>
              <p:nvPr/>
            </p:nvSpPr>
            <p:spPr>
              <a:xfrm>
                <a:off x="4248912" y="36515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642" name="object 219">
              <a:extLst>
                <a:ext uri="{FF2B5EF4-FFF2-40B4-BE49-F238E27FC236}">
                  <a16:creationId xmlns:a16="http://schemas.microsoft.com/office/drawing/2014/main" id="{9197F553-3662-B7FA-F85B-8AF23936401D}"/>
                </a:ext>
              </a:extLst>
            </p:cNvPr>
            <p:cNvSpPr/>
            <p:nvPr/>
          </p:nvSpPr>
          <p:spPr>
            <a:xfrm>
              <a:off x="4553711" y="365150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3" name="object 220">
              <a:extLst>
                <a:ext uri="{FF2B5EF4-FFF2-40B4-BE49-F238E27FC236}">
                  <a16:creationId xmlns:a16="http://schemas.microsoft.com/office/drawing/2014/main" id="{31072B2A-B89C-E605-4278-C4BA36F6A87B}"/>
                </a:ext>
              </a:extLst>
            </p:cNvPr>
            <p:cNvSpPr/>
            <p:nvPr/>
          </p:nvSpPr>
          <p:spPr>
            <a:xfrm>
              <a:off x="4858511" y="365150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644" name="object 221">
              <a:extLst>
                <a:ext uri="{FF2B5EF4-FFF2-40B4-BE49-F238E27FC236}">
                  <a16:creationId xmlns:a16="http://schemas.microsoft.com/office/drawing/2014/main" id="{C70801B8-3B19-1380-C5ED-4105B326D3D9}"/>
                </a:ext>
              </a:extLst>
            </p:cNvPr>
            <p:cNvGrpSpPr/>
            <p:nvPr/>
          </p:nvGrpSpPr>
          <p:grpSpPr>
            <a:xfrm>
              <a:off x="3939540" y="3951732"/>
              <a:ext cx="238125" cy="238125"/>
              <a:chOff x="3939540" y="3951732"/>
              <a:chExt cx="238125" cy="238125"/>
            </a:xfrm>
          </p:grpSpPr>
          <p:sp>
            <p:nvSpPr>
              <p:cNvPr id="948" name="object 222">
                <a:extLst>
                  <a:ext uri="{FF2B5EF4-FFF2-40B4-BE49-F238E27FC236}">
                    <a16:creationId xmlns:a16="http://schemas.microsoft.com/office/drawing/2014/main" id="{A3DA5F23-B1BD-1FF7-877D-7450E8E5F02C}"/>
                  </a:ext>
                </a:extLst>
              </p:cNvPr>
              <p:cNvSpPr/>
              <p:nvPr/>
            </p:nvSpPr>
            <p:spPr>
              <a:xfrm>
                <a:off x="3944112" y="39563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FFFF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49" name="object 223">
                <a:extLst>
                  <a:ext uri="{FF2B5EF4-FFF2-40B4-BE49-F238E27FC236}">
                    <a16:creationId xmlns:a16="http://schemas.microsoft.com/office/drawing/2014/main" id="{B163C674-E27E-67E3-E6E0-A4C828EA9863}"/>
                  </a:ext>
                </a:extLst>
              </p:cNvPr>
              <p:cNvSpPr/>
              <p:nvPr/>
            </p:nvSpPr>
            <p:spPr>
              <a:xfrm>
                <a:off x="3944112" y="39563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645" name="object 224">
              <a:extLst>
                <a:ext uri="{FF2B5EF4-FFF2-40B4-BE49-F238E27FC236}">
                  <a16:creationId xmlns:a16="http://schemas.microsoft.com/office/drawing/2014/main" id="{B1F1FD43-C7DE-4AD4-3F32-B8AE5B06BBF5}"/>
                </a:ext>
              </a:extLst>
            </p:cNvPr>
            <p:cNvGrpSpPr/>
            <p:nvPr/>
          </p:nvGrpSpPr>
          <p:grpSpPr>
            <a:xfrm>
              <a:off x="4244340" y="3951732"/>
              <a:ext cx="238125" cy="238125"/>
              <a:chOff x="4244340" y="3951732"/>
              <a:chExt cx="238125" cy="238125"/>
            </a:xfrm>
          </p:grpSpPr>
          <p:sp>
            <p:nvSpPr>
              <p:cNvPr id="946" name="object 225">
                <a:extLst>
                  <a:ext uri="{FF2B5EF4-FFF2-40B4-BE49-F238E27FC236}">
                    <a16:creationId xmlns:a16="http://schemas.microsoft.com/office/drawing/2014/main" id="{CFC24AB0-8E6D-90A4-B8D3-46A8678A3B2B}"/>
                  </a:ext>
                </a:extLst>
              </p:cNvPr>
              <p:cNvSpPr/>
              <p:nvPr/>
            </p:nvSpPr>
            <p:spPr>
              <a:xfrm>
                <a:off x="4248912" y="39563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FFFF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47" name="object 226">
                <a:extLst>
                  <a:ext uri="{FF2B5EF4-FFF2-40B4-BE49-F238E27FC236}">
                    <a16:creationId xmlns:a16="http://schemas.microsoft.com/office/drawing/2014/main" id="{A58BE1EE-A066-1ADE-93E8-3B4746982C4D}"/>
                  </a:ext>
                </a:extLst>
              </p:cNvPr>
              <p:cNvSpPr/>
              <p:nvPr/>
            </p:nvSpPr>
            <p:spPr>
              <a:xfrm>
                <a:off x="4248912" y="39563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646" name="object 227">
              <a:extLst>
                <a:ext uri="{FF2B5EF4-FFF2-40B4-BE49-F238E27FC236}">
                  <a16:creationId xmlns:a16="http://schemas.microsoft.com/office/drawing/2014/main" id="{EDBED842-4A72-540C-D5C6-7B4A25522A6F}"/>
                </a:ext>
              </a:extLst>
            </p:cNvPr>
            <p:cNvSpPr/>
            <p:nvPr/>
          </p:nvSpPr>
          <p:spPr>
            <a:xfrm>
              <a:off x="4553711" y="395630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7" name="object 228">
              <a:extLst>
                <a:ext uri="{FF2B5EF4-FFF2-40B4-BE49-F238E27FC236}">
                  <a16:creationId xmlns:a16="http://schemas.microsoft.com/office/drawing/2014/main" id="{82A42D8C-8C37-8076-CF88-1F0035E99F96}"/>
                </a:ext>
              </a:extLst>
            </p:cNvPr>
            <p:cNvSpPr/>
            <p:nvPr/>
          </p:nvSpPr>
          <p:spPr>
            <a:xfrm>
              <a:off x="4858511" y="395630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648" name="object 229">
              <a:extLst>
                <a:ext uri="{FF2B5EF4-FFF2-40B4-BE49-F238E27FC236}">
                  <a16:creationId xmlns:a16="http://schemas.microsoft.com/office/drawing/2014/main" id="{A073B63F-9D6A-2984-AAD3-0E42EB9DA3F1}"/>
                </a:ext>
              </a:extLst>
            </p:cNvPr>
            <p:cNvGrpSpPr/>
            <p:nvPr/>
          </p:nvGrpSpPr>
          <p:grpSpPr>
            <a:xfrm>
              <a:off x="3939540" y="4256532"/>
              <a:ext cx="238125" cy="238125"/>
              <a:chOff x="3939540" y="4256532"/>
              <a:chExt cx="238125" cy="238125"/>
            </a:xfrm>
          </p:grpSpPr>
          <p:sp>
            <p:nvSpPr>
              <p:cNvPr id="944" name="object 230">
                <a:extLst>
                  <a:ext uri="{FF2B5EF4-FFF2-40B4-BE49-F238E27FC236}">
                    <a16:creationId xmlns:a16="http://schemas.microsoft.com/office/drawing/2014/main" id="{A7C8B0B6-8F1E-3F79-4C29-3694C4EC27FE}"/>
                  </a:ext>
                </a:extLst>
              </p:cNvPr>
              <p:cNvSpPr/>
              <p:nvPr/>
            </p:nvSpPr>
            <p:spPr>
              <a:xfrm>
                <a:off x="3944112" y="42611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FFFF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45" name="object 231">
                <a:extLst>
                  <a:ext uri="{FF2B5EF4-FFF2-40B4-BE49-F238E27FC236}">
                    <a16:creationId xmlns:a16="http://schemas.microsoft.com/office/drawing/2014/main" id="{923E38F3-D13F-51F6-F58A-17622AA3FD62}"/>
                  </a:ext>
                </a:extLst>
              </p:cNvPr>
              <p:cNvSpPr/>
              <p:nvPr/>
            </p:nvSpPr>
            <p:spPr>
              <a:xfrm>
                <a:off x="3944112" y="42611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649" name="object 232">
              <a:extLst>
                <a:ext uri="{FF2B5EF4-FFF2-40B4-BE49-F238E27FC236}">
                  <a16:creationId xmlns:a16="http://schemas.microsoft.com/office/drawing/2014/main" id="{0779C443-C906-07DC-A422-6D9A06B3BE1B}"/>
                </a:ext>
              </a:extLst>
            </p:cNvPr>
            <p:cNvGrpSpPr/>
            <p:nvPr/>
          </p:nvGrpSpPr>
          <p:grpSpPr>
            <a:xfrm>
              <a:off x="4244340" y="4256532"/>
              <a:ext cx="238125" cy="238125"/>
              <a:chOff x="4244340" y="4256532"/>
              <a:chExt cx="238125" cy="238125"/>
            </a:xfrm>
          </p:grpSpPr>
          <p:sp>
            <p:nvSpPr>
              <p:cNvPr id="942" name="object 233">
                <a:extLst>
                  <a:ext uri="{FF2B5EF4-FFF2-40B4-BE49-F238E27FC236}">
                    <a16:creationId xmlns:a16="http://schemas.microsoft.com/office/drawing/2014/main" id="{CAFD68CE-F973-92F4-A60E-5937747A02E0}"/>
                  </a:ext>
                </a:extLst>
              </p:cNvPr>
              <p:cNvSpPr/>
              <p:nvPr/>
            </p:nvSpPr>
            <p:spPr>
              <a:xfrm>
                <a:off x="4248912" y="42611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FFFF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43" name="object 234">
                <a:extLst>
                  <a:ext uri="{FF2B5EF4-FFF2-40B4-BE49-F238E27FC236}">
                    <a16:creationId xmlns:a16="http://schemas.microsoft.com/office/drawing/2014/main" id="{2B091150-A2C7-83A5-96F6-07725FB871E5}"/>
                  </a:ext>
                </a:extLst>
              </p:cNvPr>
              <p:cNvSpPr/>
              <p:nvPr/>
            </p:nvSpPr>
            <p:spPr>
              <a:xfrm>
                <a:off x="4248912" y="42611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650" name="object 235">
              <a:extLst>
                <a:ext uri="{FF2B5EF4-FFF2-40B4-BE49-F238E27FC236}">
                  <a16:creationId xmlns:a16="http://schemas.microsoft.com/office/drawing/2014/main" id="{578D0386-FD94-DB65-C37A-7FBE4BA400DB}"/>
                </a:ext>
              </a:extLst>
            </p:cNvPr>
            <p:cNvGrpSpPr/>
            <p:nvPr/>
          </p:nvGrpSpPr>
          <p:grpSpPr>
            <a:xfrm>
              <a:off x="4549140" y="4256532"/>
              <a:ext cx="238125" cy="238125"/>
              <a:chOff x="4549140" y="4256532"/>
              <a:chExt cx="238125" cy="238125"/>
            </a:xfrm>
          </p:grpSpPr>
          <p:sp>
            <p:nvSpPr>
              <p:cNvPr id="940" name="object 236">
                <a:extLst>
                  <a:ext uri="{FF2B5EF4-FFF2-40B4-BE49-F238E27FC236}">
                    <a16:creationId xmlns:a16="http://schemas.microsoft.com/office/drawing/2014/main" id="{B72621E5-BD2A-F8DD-A852-E1EDD5AFF8A5}"/>
                  </a:ext>
                </a:extLst>
              </p:cNvPr>
              <p:cNvSpPr/>
              <p:nvPr/>
            </p:nvSpPr>
            <p:spPr>
              <a:xfrm>
                <a:off x="4553712" y="42611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FFFF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41" name="object 237">
                <a:extLst>
                  <a:ext uri="{FF2B5EF4-FFF2-40B4-BE49-F238E27FC236}">
                    <a16:creationId xmlns:a16="http://schemas.microsoft.com/office/drawing/2014/main" id="{F672BB6B-245D-7A84-0708-D0C7AB3857C4}"/>
                  </a:ext>
                </a:extLst>
              </p:cNvPr>
              <p:cNvSpPr/>
              <p:nvPr/>
            </p:nvSpPr>
            <p:spPr>
              <a:xfrm>
                <a:off x="4553712" y="42611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651" name="object 238">
              <a:extLst>
                <a:ext uri="{FF2B5EF4-FFF2-40B4-BE49-F238E27FC236}">
                  <a16:creationId xmlns:a16="http://schemas.microsoft.com/office/drawing/2014/main" id="{6656B572-D018-0675-D6BE-156A45AE1524}"/>
                </a:ext>
              </a:extLst>
            </p:cNvPr>
            <p:cNvGrpSpPr/>
            <p:nvPr/>
          </p:nvGrpSpPr>
          <p:grpSpPr>
            <a:xfrm>
              <a:off x="4853940" y="4256532"/>
              <a:ext cx="238125" cy="238125"/>
              <a:chOff x="4853940" y="4256532"/>
              <a:chExt cx="238125" cy="238125"/>
            </a:xfrm>
          </p:grpSpPr>
          <p:sp>
            <p:nvSpPr>
              <p:cNvPr id="938" name="object 239">
                <a:extLst>
                  <a:ext uri="{FF2B5EF4-FFF2-40B4-BE49-F238E27FC236}">
                    <a16:creationId xmlns:a16="http://schemas.microsoft.com/office/drawing/2014/main" id="{C9036F35-95ED-8843-ED89-55787A8A07D5}"/>
                  </a:ext>
                </a:extLst>
              </p:cNvPr>
              <p:cNvSpPr/>
              <p:nvPr/>
            </p:nvSpPr>
            <p:spPr>
              <a:xfrm>
                <a:off x="4858512" y="42611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FFFF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39" name="object 240">
                <a:extLst>
                  <a:ext uri="{FF2B5EF4-FFF2-40B4-BE49-F238E27FC236}">
                    <a16:creationId xmlns:a16="http://schemas.microsoft.com/office/drawing/2014/main" id="{3FCE20A1-376E-9183-7446-E9598E1B18F5}"/>
                  </a:ext>
                </a:extLst>
              </p:cNvPr>
              <p:cNvSpPr/>
              <p:nvPr/>
            </p:nvSpPr>
            <p:spPr>
              <a:xfrm>
                <a:off x="4858512" y="42611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652" name="object 241">
              <a:extLst>
                <a:ext uri="{FF2B5EF4-FFF2-40B4-BE49-F238E27FC236}">
                  <a16:creationId xmlns:a16="http://schemas.microsoft.com/office/drawing/2014/main" id="{A86D8A3B-9DCF-A85B-E260-6F3DB0442E57}"/>
                </a:ext>
              </a:extLst>
            </p:cNvPr>
            <p:cNvGrpSpPr/>
            <p:nvPr/>
          </p:nvGrpSpPr>
          <p:grpSpPr>
            <a:xfrm>
              <a:off x="3939540" y="4561332"/>
              <a:ext cx="238125" cy="238125"/>
              <a:chOff x="3939540" y="4561332"/>
              <a:chExt cx="238125" cy="238125"/>
            </a:xfrm>
          </p:grpSpPr>
          <p:pic>
            <p:nvPicPr>
              <p:cNvPr id="936" name="object 242">
                <a:extLst>
                  <a:ext uri="{FF2B5EF4-FFF2-40B4-BE49-F238E27FC236}">
                    <a16:creationId xmlns:a16="http://schemas.microsoft.com/office/drawing/2014/main" id="{F99A0B6B-5C7A-4AD6-0448-A6972A04FFC4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3944112" y="4565904"/>
                <a:ext cx="228600" cy="228600"/>
              </a:xfrm>
              <a:prstGeom prst="rect">
                <a:avLst/>
              </a:prstGeom>
            </p:spPr>
          </p:pic>
          <p:sp>
            <p:nvSpPr>
              <p:cNvPr id="937" name="object 243">
                <a:extLst>
                  <a:ext uri="{FF2B5EF4-FFF2-40B4-BE49-F238E27FC236}">
                    <a16:creationId xmlns:a16="http://schemas.microsoft.com/office/drawing/2014/main" id="{1020CCC5-3CEE-A7B6-6ACA-06254E53830E}"/>
                  </a:ext>
                </a:extLst>
              </p:cNvPr>
              <p:cNvSpPr/>
              <p:nvPr/>
            </p:nvSpPr>
            <p:spPr>
              <a:xfrm>
                <a:off x="3944112" y="45659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653" name="object 244">
              <a:extLst>
                <a:ext uri="{FF2B5EF4-FFF2-40B4-BE49-F238E27FC236}">
                  <a16:creationId xmlns:a16="http://schemas.microsoft.com/office/drawing/2014/main" id="{F75A67D3-5BD9-379D-F0D9-F3FCD13378C2}"/>
                </a:ext>
              </a:extLst>
            </p:cNvPr>
            <p:cNvGrpSpPr/>
            <p:nvPr/>
          </p:nvGrpSpPr>
          <p:grpSpPr>
            <a:xfrm>
              <a:off x="4244340" y="4561332"/>
              <a:ext cx="238125" cy="238125"/>
              <a:chOff x="4244340" y="4561332"/>
              <a:chExt cx="238125" cy="238125"/>
            </a:xfrm>
          </p:grpSpPr>
          <p:pic>
            <p:nvPicPr>
              <p:cNvPr id="934" name="object 245">
                <a:extLst>
                  <a:ext uri="{FF2B5EF4-FFF2-40B4-BE49-F238E27FC236}">
                    <a16:creationId xmlns:a16="http://schemas.microsoft.com/office/drawing/2014/main" id="{5620CC9A-7482-4AFF-65B3-AFB79E98189F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248912" y="4565904"/>
                <a:ext cx="228600" cy="228600"/>
              </a:xfrm>
              <a:prstGeom prst="rect">
                <a:avLst/>
              </a:prstGeom>
            </p:spPr>
          </p:pic>
          <p:sp>
            <p:nvSpPr>
              <p:cNvPr id="935" name="object 246">
                <a:extLst>
                  <a:ext uri="{FF2B5EF4-FFF2-40B4-BE49-F238E27FC236}">
                    <a16:creationId xmlns:a16="http://schemas.microsoft.com/office/drawing/2014/main" id="{F15A3D6B-3C88-AA21-FFDB-CF9B31A08D62}"/>
                  </a:ext>
                </a:extLst>
              </p:cNvPr>
              <p:cNvSpPr/>
              <p:nvPr/>
            </p:nvSpPr>
            <p:spPr>
              <a:xfrm>
                <a:off x="4248912" y="45659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654" name="object 247">
              <a:extLst>
                <a:ext uri="{FF2B5EF4-FFF2-40B4-BE49-F238E27FC236}">
                  <a16:creationId xmlns:a16="http://schemas.microsoft.com/office/drawing/2014/main" id="{124A1FAF-56B7-9934-B683-257C267F94F9}"/>
                </a:ext>
              </a:extLst>
            </p:cNvPr>
            <p:cNvSpPr/>
            <p:nvPr/>
          </p:nvSpPr>
          <p:spPr>
            <a:xfrm>
              <a:off x="4553711" y="456590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5" name="object 248">
              <a:extLst>
                <a:ext uri="{FF2B5EF4-FFF2-40B4-BE49-F238E27FC236}">
                  <a16:creationId xmlns:a16="http://schemas.microsoft.com/office/drawing/2014/main" id="{8A4B5B27-AD24-A558-DFE8-0BC47BA14202}"/>
                </a:ext>
              </a:extLst>
            </p:cNvPr>
            <p:cNvSpPr/>
            <p:nvPr/>
          </p:nvSpPr>
          <p:spPr>
            <a:xfrm>
              <a:off x="4858511" y="456590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656" name="object 249">
              <a:extLst>
                <a:ext uri="{FF2B5EF4-FFF2-40B4-BE49-F238E27FC236}">
                  <a16:creationId xmlns:a16="http://schemas.microsoft.com/office/drawing/2014/main" id="{C2FD3219-34CD-A25A-BDC1-0DCDCC6794FE}"/>
                </a:ext>
              </a:extLst>
            </p:cNvPr>
            <p:cNvGrpSpPr/>
            <p:nvPr/>
          </p:nvGrpSpPr>
          <p:grpSpPr>
            <a:xfrm>
              <a:off x="3939540" y="4866132"/>
              <a:ext cx="238125" cy="238125"/>
              <a:chOff x="3939540" y="4866132"/>
              <a:chExt cx="238125" cy="238125"/>
            </a:xfrm>
          </p:grpSpPr>
          <p:pic>
            <p:nvPicPr>
              <p:cNvPr id="932" name="object 250">
                <a:extLst>
                  <a:ext uri="{FF2B5EF4-FFF2-40B4-BE49-F238E27FC236}">
                    <a16:creationId xmlns:a16="http://schemas.microsoft.com/office/drawing/2014/main" id="{1FF9F70D-92C1-41BB-DE74-F72B2B658E39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3944112" y="4870704"/>
                <a:ext cx="228600" cy="228600"/>
              </a:xfrm>
              <a:prstGeom prst="rect">
                <a:avLst/>
              </a:prstGeom>
            </p:spPr>
          </p:pic>
          <p:sp>
            <p:nvSpPr>
              <p:cNvPr id="933" name="object 251">
                <a:extLst>
                  <a:ext uri="{FF2B5EF4-FFF2-40B4-BE49-F238E27FC236}">
                    <a16:creationId xmlns:a16="http://schemas.microsoft.com/office/drawing/2014/main" id="{FD834834-2495-394F-B9A1-6C0CA5615D99}"/>
                  </a:ext>
                </a:extLst>
              </p:cNvPr>
              <p:cNvSpPr/>
              <p:nvPr/>
            </p:nvSpPr>
            <p:spPr>
              <a:xfrm>
                <a:off x="3944112" y="48707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657" name="object 252">
              <a:extLst>
                <a:ext uri="{FF2B5EF4-FFF2-40B4-BE49-F238E27FC236}">
                  <a16:creationId xmlns:a16="http://schemas.microsoft.com/office/drawing/2014/main" id="{FA0B60FF-7D05-183D-72E2-C2040C756014}"/>
                </a:ext>
              </a:extLst>
            </p:cNvPr>
            <p:cNvSpPr/>
            <p:nvPr/>
          </p:nvSpPr>
          <p:spPr>
            <a:xfrm>
              <a:off x="4248911" y="487070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8" name="object 253">
              <a:extLst>
                <a:ext uri="{FF2B5EF4-FFF2-40B4-BE49-F238E27FC236}">
                  <a16:creationId xmlns:a16="http://schemas.microsoft.com/office/drawing/2014/main" id="{A7267EA2-854E-CDC7-5853-C6DA805787B0}"/>
                </a:ext>
              </a:extLst>
            </p:cNvPr>
            <p:cNvSpPr/>
            <p:nvPr/>
          </p:nvSpPr>
          <p:spPr>
            <a:xfrm>
              <a:off x="4553711" y="487070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9" name="object 254">
              <a:extLst>
                <a:ext uri="{FF2B5EF4-FFF2-40B4-BE49-F238E27FC236}">
                  <a16:creationId xmlns:a16="http://schemas.microsoft.com/office/drawing/2014/main" id="{39ADC3A8-9433-9838-AFD4-6158A746C963}"/>
                </a:ext>
              </a:extLst>
            </p:cNvPr>
            <p:cNvSpPr/>
            <p:nvPr/>
          </p:nvSpPr>
          <p:spPr>
            <a:xfrm>
              <a:off x="4858511" y="487070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660" name="object 255">
              <a:extLst>
                <a:ext uri="{FF2B5EF4-FFF2-40B4-BE49-F238E27FC236}">
                  <a16:creationId xmlns:a16="http://schemas.microsoft.com/office/drawing/2014/main" id="{7CB7512C-D636-A294-2F37-CD8F69E3E0B8}"/>
                </a:ext>
              </a:extLst>
            </p:cNvPr>
            <p:cNvGrpSpPr/>
            <p:nvPr/>
          </p:nvGrpSpPr>
          <p:grpSpPr>
            <a:xfrm>
              <a:off x="3939540" y="1513332"/>
              <a:ext cx="238125" cy="238125"/>
              <a:chOff x="3939540" y="1513332"/>
              <a:chExt cx="238125" cy="238125"/>
            </a:xfrm>
          </p:grpSpPr>
          <p:sp>
            <p:nvSpPr>
              <p:cNvPr id="930" name="object 256">
                <a:extLst>
                  <a:ext uri="{FF2B5EF4-FFF2-40B4-BE49-F238E27FC236}">
                    <a16:creationId xmlns:a16="http://schemas.microsoft.com/office/drawing/2014/main" id="{F1458E18-37BE-FBF0-A56A-25B557F20D4B}"/>
                  </a:ext>
                </a:extLst>
              </p:cNvPr>
              <p:cNvSpPr/>
              <p:nvPr/>
            </p:nvSpPr>
            <p:spPr>
              <a:xfrm>
                <a:off x="3944112" y="15179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31" name="object 257">
                <a:extLst>
                  <a:ext uri="{FF2B5EF4-FFF2-40B4-BE49-F238E27FC236}">
                    <a16:creationId xmlns:a16="http://schemas.microsoft.com/office/drawing/2014/main" id="{8FD04DBD-FA41-C6E5-072B-09D737B8AEAB}"/>
                  </a:ext>
                </a:extLst>
              </p:cNvPr>
              <p:cNvSpPr/>
              <p:nvPr/>
            </p:nvSpPr>
            <p:spPr>
              <a:xfrm>
                <a:off x="3944112" y="15179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661" name="object 258">
              <a:extLst>
                <a:ext uri="{FF2B5EF4-FFF2-40B4-BE49-F238E27FC236}">
                  <a16:creationId xmlns:a16="http://schemas.microsoft.com/office/drawing/2014/main" id="{2AD0B96C-670D-D201-A2DA-EB8C3BAACE20}"/>
                </a:ext>
              </a:extLst>
            </p:cNvPr>
            <p:cNvGrpSpPr/>
            <p:nvPr/>
          </p:nvGrpSpPr>
          <p:grpSpPr>
            <a:xfrm>
              <a:off x="4244340" y="1513332"/>
              <a:ext cx="238125" cy="238125"/>
              <a:chOff x="4244340" y="1513332"/>
              <a:chExt cx="238125" cy="238125"/>
            </a:xfrm>
          </p:grpSpPr>
          <p:sp>
            <p:nvSpPr>
              <p:cNvPr id="928" name="object 259">
                <a:extLst>
                  <a:ext uri="{FF2B5EF4-FFF2-40B4-BE49-F238E27FC236}">
                    <a16:creationId xmlns:a16="http://schemas.microsoft.com/office/drawing/2014/main" id="{7E3D62D1-0696-7958-C3E2-A97DBA4ED587}"/>
                  </a:ext>
                </a:extLst>
              </p:cNvPr>
              <p:cNvSpPr/>
              <p:nvPr/>
            </p:nvSpPr>
            <p:spPr>
              <a:xfrm>
                <a:off x="4248912" y="15179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29" name="object 260">
                <a:extLst>
                  <a:ext uri="{FF2B5EF4-FFF2-40B4-BE49-F238E27FC236}">
                    <a16:creationId xmlns:a16="http://schemas.microsoft.com/office/drawing/2014/main" id="{C35368D3-C76A-4F24-ED37-2C9FEEC8C410}"/>
                  </a:ext>
                </a:extLst>
              </p:cNvPr>
              <p:cNvSpPr/>
              <p:nvPr/>
            </p:nvSpPr>
            <p:spPr>
              <a:xfrm>
                <a:off x="4248912" y="15179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662" name="object 261">
              <a:extLst>
                <a:ext uri="{FF2B5EF4-FFF2-40B4-BE49-F238E27FC236}">
                  <a16:creationId xmlns:a16="http://schemas.microsoft.com/office/drawing/2014/main" id="{1E84A2EE-0225-A8FB-5B9A-59EF21D281FD}"/>
                </a:ext>
              </a:extLst>
            </p:cNvPr>
            <p:cNvSpPr/>
            <p:nvPr/>
          </p:nvSpPr>
          <p:spPr>
            <a:xfrm>
              <a:off x="4553711" y="151790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3" name="object 262">
              <a:extLst>
                <a:ext uri="{FF2B5EF4-FFF2-40B4-BE49-F238E27FC236}">
                  <a16:creationId xmlns:a16="http://schemas.microsoft.com/office/drawing/2014/main" id="{44858D41-1245-DFD2-35B4-061033D2D84C}"/>
                </a:ext>
              </a:extLst>
            </p:cNvPr>
            <p:cNvSpPr/>
            <p:nvPr/>
          </p:nvSpPr>
          <p:spPr>
            <a:xfrm>
              <a:off x="4858511" y="151790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664" name="object 263">
              <a:extLst>
                <a:ext uri="{FF2B5EF4-FFF2-40B4-BE49-F238E27FC236}">
                  <a16:creationId xmlns:a16="http://schemas.microsoft.com/office/drawing/2014/main" id="{F494E83F-8893-A4D4-E72E-1CCED4F8DC3A}"/>
                </a:ext>
              </a:extLst>
            </p:cNvPr>
            <p:cNvGrpSpPr/>
            <p:nvPr/>
          </p:nvGrpSpPr>
          <p:grpSpPr>
            <a:xfrm>
              <a:off x="3939540" y="1818132"/>
              <a:ext cx="238125" cy="238125"/>
              <a:chOff x="3939540" y="1818132"/>
              <a:chExt cx="238125" cy="238125"/>
            </a:xfrm>
          </p:grpSpPr>
          <p:sp>
            <p:nvSpPr>
              <p:cNvPr id="926" name="object 264">
                <a:extLst>
                  <a:ext uri="{FF2B5EF4-FFF2-40B4-BE49-F238E27FC236}">
                    <a16:creationId xmlns:a16="http://schemas.microsoft.com/office/drawing/2014/main" id="{4A195A1B-F549-A941-3C2E-462D4F6378A5}"/>
                  </a:ext>
                </a:extLst>
              </p:cNvPr>
              <p:cNvSpPr/>
              <p:nvPr/>
            </p:nvSpPr>
            <p:spPr>
              <a:xfrm>
                <a:off x="3944112" y="18227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27" name="object 265">
                <a:extLst>
                  <a:ext uri="{FF2B5EF4-FFF2-40B4-BE49-F238E27FC236}">
                    <a16:creationId xmlns:a16="http://schemas.microsoft.com/office/drawing/2014/main" id="{E07BB4E5-4677-5A7C-E104-CA394A1BC314}"/>
                  </a:ext>
                </a:extLst>
              </p:cNvPr>
              <p:cNvSpPr/>
              <p:nvPr/>
            </p:nvSpPr>
            <p:spPr>
              <a:xfrm>
                <a:off x="3944112" y="18227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665" name="object 266">
              <a:extLst>
                <a:ext uri="{FF2B5EF4-FFF2-40B4-BE49-F238E27FC236}">
                  <a16:creationId xmlns:a16="http://schemas.microsoft.com/office/drawing/2014/main" id="{7CAE1872-530E-3D33-18D5-B484484FADF4}"/>
                </a:ext>
              </a:extLst>
            </p:cNvPr>
            <p:cNvSpPr/>
            <p:nvPr/>
          </p:nvSpPr>
          <p:spPr>
            <a:xfrm>
              <a:off x="4248911" y="1822704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6" name="object 267">
              <a:extLst>
                <a:ext uri="{FF2B5EF4-FFF2-40B4-BE49-F238E27FC236}">
                  <a16:creationId xmlns:a16="http://schemas.microsoft.com/office/drawing/2014/main" id="{3E354DA9-65CE-ECC8-1CDC-5FB83DF7A5B0}"/>
                </a:ext>
              </a:extLst>
            </p:cNvPr>
            <p:cNvSpPr/>
            <p:nvPr/>
          </p:nvSpPr>
          <p:spPr>
            <a:xfrm>
              <a:off x="4553711" y="1822704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7" name="object 268">
              <a:extLst>
                <a:ext uri="{FF2B5EF4-FFF2-40B4-BE49-F238E27FC236}">
                  <a16:creationId xmlns:a16="http://schemas.microsoft.com/office/drawing/2014/main" id="{8CF836D2-7FB9-F1B1-39A8-2163E98BF8B4}"/>
                </a:ext>
              </a:extLst>
            </p:cNvPr>
            <p:cNvSpPr/>
            <p:nvPr/>
          </p:nvSpPr>
          <p:spPr>
            <a:xfrm>
              <a:off x="4858511" y="1822704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668" name="object 269">
              <a:extLst>
                <a:ext uri="{FF2B5EF4-FFF2-40B4-BE49-F238E27FC236}">
                  <a16:creationId xmlns:a16="http://schemas.microsoft.com/office/drawing/2014/main" id="{55EA3B79-52D7-3BAB-331E-5FB8BF41FA35}"/>
                </a:ext>
              </a:extLst>
            </p:cNvPr>
            <p:cNvGrpSpPr/>
            <p:nvPr/>
          </p:nvGrpSpPr>
          <p:grpSpPr>
            <a:xfrm>
              <a:off x="3939540" y="2122932"/>
              <a:ext cx="238125" cy="238125"/>
              <a:chOff x="3939540" y="2122932"/>
              <a:chExt cx="238125" cy="238125"/>
            </a:xfrm>
          </p:grpSpPr>
          <p:sp>
            <p:nvSpPr>
              <p:cNvPr id="924" name="object 270">
                <a:extLst>
                  <a:ext uri="{FF2B5EF4-FFF2-40B4-BE49-F238E27FC236}">
                    <a16:creationId xmlns:a16="http://schemas.microsoft.com/office/drawing/2014/main" id="{554DA02F-8042-D59A-9C58-626C4B6BA84D}"/>
                  </a:ext>
                </a:extLst>
              </p:cNvPr>
              <p:cNvSpPr/>
              <p:nvPr/>
            </p:nvSpPr>
            <p:spPr>
              <a:xfrm>
                <a:off x="3944112" y="21275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25" name="object 271">
                <a:extLst>
                  <a:ext uri="{FF2B5EF4-FFF2-40B4-BE49-F238E27FC236}">
                    <a16:creationId xmlns:a16="http://schemas.microsoft.com/office/drawing/2014/main" id="{DA4A720D-9647-76E2-77F2-6AA164DA1ABE}"/>
                  </a:ext>
                </a:extLst>
              </p:cNvPr>
              <p:cNvSpPr/>
              <p:nvPr/>
            </p:nvSpPr>
            <p:spPr>
              <a:xfrm>
                <a:off x="3944112" y="21275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669" name="object 272">
              <a:extLst>
                <a:ext uri="{FF2B5EF4-FFF2-40B4-BE49-F238E27FC236}">
                  <a16:creationId xmlns:a16="http://schemas.microsoft.com/office/drawing/2014/main" id="{BDDC2602-FAEA-9AD6-7F05-BF3B56875949}"/>
                </a:ext>
              </a:extLst>
            </p:cNvPr>
            <p:cNvGrpSpPr/>
            <p:nvPr/>
          </p:nvGrpSpPr>
          <p:grpSpPr>
            <a:xfrm>
              <a:off x="4244340" y="2122932"/>
              <a:ext cx="238125" cy="238125"/>
              <a:chOff x="4244340" y="2122932"/>
              <a:chExt cx="238125" cy="238125"/>
            </a:xfrm>
          </p:grpSpPr>
          <p:sp>
            <p:nvSpPr>
              <p:cNvPr id="922" name="object 273">
                <a:extLst>
                  <a:ext uri="{FF2B5EF4-FFF2-40B4-BE49-F238E27FC236}">
                    <a16:creationId xmlns:a16="http://schemas.microsoft.com/office/drawing/2014/main" id="{9BC750A6-8D8B-A99B-4B99-5D62A2ADFB95}"/>
                  </a:ext>
                </a:extLst>
              </p:cNvPr>
              <p:cNvSpPr/>
              <p:nvPr/>
            </p:nvSpPr>
            <p:spPr>
              <a:xfrm>
                <a:off x="4248912" y="21275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23" name="object 274">
                <a:extLst>
                  <a:ext uri="{FF2B5EF4-FFF2-40B4-BE49-F238E27FC236}">
                    <a16:creationId xmlns:a16="http://schemas.microsoft.com/office/drawing/2014/main" id="{D727890E-70E2-00BF-59F5-09C6B5B76AFC}"/>
                  </a:ext>
                </a:extLst>
              </p:cNvPr>
              <p:cNvSpPr/>
              <p:nvPr/>
            </p:nvSpPr>
            <p:spPr>
              <a:xfrm>
                <a:off x="4248912" y="21275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670" name="object 275">
              <a:extLst>
                <a:ext uri="{FF2B5EF4-FFF2-40B4-BE49-F238E27FC236}">
                  <a16:creationId xmlns:a16="http://schemas.microsoft.com/office/drawing/2014/main" id="{5885E30B-34E2-9933-6D82-68CD9854578F}"/>
                </a:ext>
              </a:extLst>
            </p:cNvPr>
            <p:cNvSpPr/>
            <p:nvPr/>
          </p:nvSpPr>
          <p:spPr>
            <a:xfrm>
              <a:off x="4553711" y="2127504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1" name="object 276">
              <a:extLst>
                <a:ext uri="{FF2B5EF4-FFF2-40B4-BE49-F238E27FC236}">
                  <a16:creationId xmlns:a16="http://schemas.microsoft.com/office/drawing/2014/main" id="{0DA5225E-CEBC-95A7-D624-A8AD12DD5C01}"/>
                </a:ext>
              </a:extLst>
            </p:cNvPr>
            <p:cNvSpPr/>
            <p:nvPr/>
          </p:nvSpPr>
          <p:spPr>
            <a:xfrm>
              <a:off x="4858511" y="2127504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672" name="object 277">
              <a:extLst>
                <a:ext uri="{FF2B5EF4-FFF2-40B4-BE49-F238E27FC236}">
                  <a16:creationId xmlns:a16="http://schemas.microsoft.com/office/drawing/2014/main" id="{39D993E8-F39D-73D1-9248-CB2579E6E2EE}"/>
                </a:ext>
              </a:extLst>
            </p:cNvPr>
            <p:cNvGrpSpPr/>
            <p:nvPr/>
          </p:nvGrpSpPr>
          <p:grpSpPr>
            <a:xfrm>
              <a:off x="3939540" y="2427732"/>
              <a:ext cx="238125" cy="238125"/>
              <a:chOff x="3939540" y="2427732"/>
              <a:chExt cx="238125" cy="238125"/>
            </a:xfrm>
          </p:grpSpPr>
          <p:sp>
            <p:nvSpPr>
              <p:cNvPr id="920" name="object 278">
                <a:extLst>
                  <a:ext uri="{FF2B5EF4-FFF2-40B4-BE49-F238E27FC236}">
                    <a16:creationId xmlns:a16="http://schemas.microsoft.com/office/drawing/2014/main" id="{83E55BD3-D751-58F6-9D07-98B3CCCD360D}"/>
                  </a:ext>
                </a:extLst>
              </p:cNvPr>
              <p:cNvSpPr/>
              <p:nvPr/>
            </p:nvSpPr>
            <p:spPr>
              <a:xfrm>
                <a:off x="3944112" y="24323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21" name="object 279">
                <a:extLst>
                  <a:ext uri="{FF2B5EF4-FFF2-40B4-BE49-F238E27FC236}">
                    <a16:creationId xmlns:a16="http://schemas.microsoft.com/office/drawing/2014/main" id="{71963A2D-0572-3D88-A1E5-767DD920007E}"/>
                  </a:ext>
                </a:extLst>
              </p:cNvPr>
              <p:cNvSpPr/>
              <p:nvPr/>
            </p:nvSpPr>
            <p:spPr>
              <a:xfrm>
                <a:off x="3944112" y="24323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673" name="object 280">
              <a:extLst>
                <a:ext uri="{FF2B5EF4-FFF2-40B4-BE49-F238E27FC236}">
                  <a16:creationId xmlns:a16="http://schemas.microsoft.com/office/drawing/2014/main" id="{A7E191FC-270A-AF69-C8C4-A4B0920D80C5}"/>
                </a:ext>
              </a:extLst>
            </p:cNvPr>
            <p:cNvGrpSpPr/>
            <p:nvPr/>
          </p:nvGrpSpPr>
          <p:grpSpPr>
            <a:xfrm>
              <a:off x="4244340" y="2427732"/>
              <a:ext cx="238125" cy="238125"/>
              <a:chOff x="4244340" y="2427732"/>
              <a:chExt cx="238125" cy="238125"/>
            </a:xfrm>
          </p:grpSpPr>
          <p:sp>
            <p:nvSpPr>
              <p:cNvPr id="918" name="object 281">
                <a:extLst>
                  <a:ext uri="{FF2B5EF4-FFF2-40B4-BE49-F238E27FC236}">
                    <a16:creationId xmlns:a16="http://schemas.microsoft.com/office/drawing/2014/main" id="{D5C067C4-03C7-9B79-071D-BB4B170A48C7}"/>
                  </a:ext>
                </a:extLst>
              </p:cNvPr>
              <p:cNvSpPr/>
              <p:nvPr/>
            </p:nvSpPr>
            <p:spPr>
              <a:xfrm>
                <a:off x="4248912" y="24323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19" name="object 282">
                <a:extLst>
                  <a:ext uri="{FF2B5EF4-FFF2-40B4-BE49-F238E27FC236}">
                    <a16:creationId xmlns:a16="http://schemas.microsoft.com/office/drawing/2014/main" id="{7FC0AD30-A92E-ABFD-BACA-2F532F8D873F}"/>
                  </a:ext>
                </a:extLst>
              </p:cNvPr>
              <p:cNvSpPr/>
              <p:nvPr/>
            </p:nvSpPr>
            <p:spPr>
              <a:xfrm>
                <a:off x="4248912" y="24323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674" name="object 283">
              <a:extLst>
                <a:ext uri="{FF2B5EF4-FFF2-40B4-BE49-F238E27FC236}">
                  <a16:creationId xmlns:a16="http://schemas.microsoft.com/office/drawing/2014/main" id="{FDA0D04B-9B89-973C-81B4-C048C5461A18}"/>
                </a:ext>
              </a:extLst>
            </p:cNvPr>
            <p:cNvGrpSpPr/>
            <p:nvPr/>
          </p:nvGrpSpPr>
          <p:grpSpPr>
            <a:xfrm>
              <a:off x="4549140" y="2427732"/>
              <a:ext cx="238125" cy="238125"/>
              <a:chOff x="4549140" y="2427732"/>
              <a:chExt cx="238125" cy="238125"/>
            </a:xfrm>
          </p:grpSpPr>
          <p:sp>
            <p:nvSpPr>
              <p:cNvPr id="916" name="object 284">
                <a:extLst>
                  <a:ext uri="{FF2B5EF4-FFF2-40B4-BE49-F238E27FC236}">
                    <a16:creationId xmlns:a16="http://schemas.microsoft.com/office/drawing/2014/main" id="{F11B7B2A-EC5D-5595-5B82-AD1F40140E9C}"/>
                  </a:ext>
                </a:extLst>
              </p:cNvPr>
              <p:cNvSpPr/>
              <p:nvPr/>
            </p:nvSpPr>
            <p:spPr>
              <a:xfrm>
                <a:off x="4553712" y="24323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17" name="object 285">
                <a:extLst>
                  <a:ext uri="{FF2B5EF4-FFF2-40B4-BE49-F238E27FC236}">
                    <a16:creationId xmlns:a16="http://schemas.microsoft.com/office/drawing/2014/main" id="{6D0152F6-CF99-1795-8231-B11FDC1C3A0D}"/>
                  </a:ext>
                </a:extLst>
              </p:cNvPr>
              <p:cNvSpPr/>
              <p:nvPr/>
            </p:nvSpPr>
            <p:spPr>
              <a:xfrm>
                <a:off x="4553712" y="24323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675" name="object 286">
              <a:extLst>
                <a:ext uri="{FF2B5EF4-FFF2-40B4-BE49-F238E27FC236}">
                  <a16:creationId xmlns:a16="http://schemas.microsoft.com/office/drawing/2014/main" id="{17D80983-6F7E-4E60-5EA6-C3BB15563575}"/>
                </a:ext>
              </a:extLst>
            </p:cNvPr>
            <p:cNvSpPr/>
            <p:nvPr/>
          </p:nvSpPr>
          <p:spPr>
            <a:xfrm>
              <a:off x="4858511" y="2432304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676" name="object 287">
              <a:extLst>
                <a:ext uri="{FF2B5EF4-FFF2-40B4-BE49-F238E27FC236}">
                  <a16:creationId xmlns:a16="http://schemas.microsoft.com/office/drawing/2014/main" id="{FD0F4976-6AE0-FFB0-FBBE-6DC201F63FB8}"/>
                </a:ext>
              </a:extLst>
            </p:cNvPr>
            <p:cNvGrpSpPr/>
            <p:nvPr/>
          </p:nvGrpSpPr>
          <p:grpSpPr>
            <a:xfrm>
              <a:off x="5539740" y="2732532"/>
              <a:ext cx="238125" cy="238125"/>
              <a:chOff x="5539740" y="2732532"/>
              <a:chExt cx="238125" cy="238125"/>
            </a:xfrm>
          </p:grpSpPr>
          <p:sp>
            <p:nvSpPr>
              <p:cNvPr id="914" name="object 288">
                <a:extLst>
                  <a:ext uri="{FF2B5EF4-FFF2-40B4-BE49-F238E27FC236}">
                    <a16:creationId xmlns:a16="http://schemas.microsoft.com/office/drawing/2014/main" id="{2B03D6F2-917B-5F64-6E61-985D1BD8CBB5}"/>
                  </a:ext>
                </a:extLst>
              </p:cNvPr>
              <p:cNvSpPr/>
              <p:nvPr/>
            </p:nvSpPr>
            <p:spPr>
              <a:xfrm>
                <a:off x="5544312" y="27371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15" name="object 289">
                <a:extLst>
                  <a:ext uri="{FF2B5EF4-FFF2-40B4-BE49-F238E27FC236}">
                    <a16:creationId xmlns:a16="http://schemas.microsoft.com/office/drawing/2014/main" id="{055A19BB-E88C-D6EA-5147-BFEBD90913C0}"/>
                  </a:ext>
                </a:extLst>
              </p:cNvPr>
              <p:cNvSpPr/>
              <p:nvPr/>
            </p:nvSpPr>
            <p:spPr>
              <a:xfrm>
                <a:off x="5544312" y="27371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677" name="object 290">
              <a:extLst>
                <a:ext uri="{FF2B5EF4-FFF2-40B4-BE49-F238E27FC236}">
                  <a16:creationId xmlns:a16="http://schemas.microsoft.com/office/drawing/2014/main" id="{2C916908-82BF-846D-00F6-6C7D42848D1C}"/>
                </a:ext>
              </a:extLst>
            </p:cNvPr>
            <p:cNvGrpSpPr/>
            <p:nvPr/>
          </p:nvGrpSpPr>
          <p:grpSpPr>
            <a:xfrm>
              <a:off x="5844540" y="1366266"/>
              <a:ext cx="542925" cy="3962400"/>
              <a:chOff x="5844540" y="1366266"/>
              <a:chExt cx="542925" cy="3962400"/>
            </a:xfrm>
          </p:grpSpPr>
          <p:sp>
            <p:nvSpPr>
              <p:cNvPr id="882" name="object 291">
                <a:extLst>
                  <a:ext uri="{FF2B5EF4-FFF2-40B4-BE49-F238E27FC236}">
                    <a16:creationId xmlns:a16="http://schemas.microsoft.com/office/drawing/2014/main" id="{F9DCCFDC-5772-A15E-4C71-F5C814258797}"/>
                  </a:ext>
                </a:extLst>
              </p:cNvPr>
              <p:cNvSpPr/>
              <p:nvPr/>
            </p:nvSpPr>
            <p:spPr>
              <a:xfrm>
                <a:off x="5849112" y="2737104"/>
                <a:ext cx="533400" cy="533400"/>
              </a:xfrm>
              <a:custGeom>
                <a:avLst/>
                <a:gdLst/>
                <a:ahLst/>
                <a:cxnLst/>
                <a:rect l="l" t="t" r="r" b="b"/>
                <a:pathLst>
                  <a:path w="533400" h="5334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  <a:path w="533400" h="533400">
                    <a:moveTo>
                      <a:pt x="304800" y="228600"/>
                    </a:moveTo>
                    <a:lnTo>
                      <a:pt x="533400" y="228600"/>
                    </a:lnTo>
                    <a:lnTo>
                      <a:pt x="533400" y="0"/>
                    </a:lnTo>
                    <a:lnTo>
                      <a:pt x="304800" y="0"/>
                    </a:lnTo>
                    <a:lnTo>
                      <a:pt x="304800" y="228600"/>
                    </a:lnTo>
                    <a:close/>
                  </a:path>
                  <a:path w="533400" h="533400">
                    <a:moveTo>
                      <a:pt x="0" y="533400"/>
                    </a:moveTo>
                    <a:lnTo>
                      <a:pt x="228600" y="533400"/>
                    </a:lnTo>
                    <a:lnTo>
                      <a:pt x="228600" y="304800"/>
                    </a:lnTo>
                    <a:lnTo>
                      <a:pt x="0" y="304800"/>
                    </a:lnTo>
                    <a:lnTo>
                      <a:pt x="0" y="5334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883" name="object 292">
                <a:extLst>
                  <a:ext uri="{FF2B5EF4-FFF2-40B4-BE49-F238E27FC236}">
                    <a16:creationId xmlns:a16="http://schemas.microsoft.com/office/drawing/2014/main" id="{01C33B92-397C-E1C1-CA85-4D1072F3DABA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6153912" y="3041904"/>
                <a:ext cx="228600" cy="228600"/>
              </a:xfrm>
              <a:prstGeom prst="rect">
                <a:avLst/>
              </a:prstGeom>
            </p:spPr>
          </p:pic>
          <p:sp>
            <p:nvSpPr>
              <p:cNvPr id="884" name="object 293">
                <a:extLst>
                  <a:ext uri="{FF2B5EF4-FFF2-40B4-BE49-F238E27FC236}">
                    <a16:creationId xmlns:a16="http://schemas.microsoft.com/office/drawing/2014/main" id="{BAE40AF9-167C-9771-C978-5ABD5FC054AF}"/>
                  </a:ext>
                </a:extLst>
              </p:cNvPr>
              <p:cNvSpPr/>
              <p:nvPr/>
            </p:nvSpPr>
            <p:spPr>
              <a:xfrm>
                <a:off x="5849112" y="3041904"/>
                <a:ext cx="533400" cy="533400"/>
              </a:xfrm>
              <a:custGeom>
                <a:avLst/>
                <a:gdLst/>
                <a:ahLst/>
                <a:cxnLst/>
                <a:rect l="l" t="t" r="r" b="b"/>
                <a:pathLst>
                  <a:path w="533400" h="533400">
                    <a:moveTo>
                      <a:pt x="304800" y="228600"/>
                    </a:moveTo>
                    <a:lnTo>
                      <a:pt x="533400" y="228600"/>
                    </a:lnTo>
                    <a:lnTo>
                      <a:pt x="533400" y="0"/>
                    </a:lnTo>
                    <a:lnTo>
                      <a:pt x="304800" y="0"/>
                    </a:lnTo>
                    <a:lnTo>
                      <a:pt x="304800" y="228600"/>
                    </a:lnTo>
                    <a:close/>
                  </a:path>
                  <a:path w="533400" h="533400">
                    <a:moveTo>
                      <a:pt x="0" y="533400"/>
                    </a:moveTo>
                    <a:lnTo>
                      <a:pt x="228600" y="533400"/>
                    </a:lnTo>
                    <a:lnTo>
                      <a:pt x="228600" y="304800"/>
                    </a:lnTo>
                    <a:lnTo>
                      <a:pt x="0" y="304800"/>
                    </a:lnTo>
                    <a:lnTo>
                      <a:pt x="0" y="5334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885" name="object 294">
                <a:extLst>
                  <a:ext uri="{FF2B5EF4-FFF2-40B4-BE49-F238E27FC236}">
                    <a16:creationId xmlns:a16="http://schemas.microsoft.com/office/drawing/2014/main" id="{A562B69A-B5B3-AD8C-C84F-EF73D1D8D247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6153912" y="3346704"/>
                <a:ext cx="228600" cy="228600"/>
              </a:xfrm>
              <a:prstGeom prst="rect">
                <a:avLst/>
              </a:prstGeom>
            </p:spPr>
          </p:pic>
          <p:sp>
            <p:nvSpPr>
              <p:cNvPr id="886" name="object 295">
                <a:extLst>
                  <a:ext uri="{FF2B5EF4-FFF2-40B4-BE49-F238E27FC236}">
                    <a16:creationId xmlns:a16="http://schemas.microsoft.com/office/drawing/2014/main" id="{A47CF212-CA70-82CF-7CBC-464A36544341}"/>
                  </a:ext>
                </a:extLst>
              </p:cNvPr>
              <p:cNvSpPr/>
              <p:nvPr/>
            </p:nvSpPr>
            <p:spPr>
              <a:xfrm>
                <a:off x="6153912" y="33467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87" name="object 296">
                <a:extLst>
                  <a:ext uri="{FF2B5EF4-FFF2-40B4-BE49-F238E27FC236}">
                    <a16:creationId xmlns:a16="http://schemas.microsoft.com/office/drawing/2014/main" id="{12BD57E7-C5A0-4894-14A4-C246453DC118}"/>
                  </a:ext>
                </a:extLst>
              </p:cNvPr>
              <p:cNvSpPr/>
              <p:nvPr/>
            </p:nvSpPr>
            <p:spPr>
              <a:xfrm>
                <a:off x="5849112" y="36515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88" name="object 297">
                <a:extLst>
                  <a:ext uri="{FF2B5EF4-FFF2-40B4-BE49-F238E27FC236}">
                    <a16:creationId xmlns:a16="http://schemas.microsoft.com/office/drawing/2014/main" id="{68A2A875-35A6-D5B5-544D-CCE63A20BBF9}"/>
                  </a:ext>
                </a:extLst>
              </p:cNvPr>
              <p:cNvSpPr/>
              <p:nvPr/>
            </p:nvSpPr>
            <p:spPr>
              <a:xfrm>
                <a:off x="5849112" y="36515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889" name="object 298">
                <a:extLst>
                  <a:ext uri="{FF2B5EF4-FFF2-40B4-BE49-F238E27FC236}">
                    <a16:creationId xmlns:a16="http://schemas.microsoft.com/office/drawing/2014/main" id="{E62CDD58-E3B9-A322-08E2-C411BA6DD4C8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6153912" y="3651504"/>
                <a:ext cx="228600" cy="228600"/>
              </a:xfrm>
              <a:prstGeom prst="rect">
                <a:avLst/>
              </a:prstGeom>
            </p:spPr>
          </p:pic>
          <p:sp>
            <p:nvSpPr>
              <p:cNvPr id="890" name="object 299">
                <a:extLst>
                  <a:ext uri="{FF2B5EF4-FFF2-40B4-BE49-F238E27FC236}">
                    <a16:creationId xmlns:a16="http://schemas.microsoft.com/office/drawing/2014/main" id="{44E82747-62DB-8114-7BAC-0BA16FF5CB5F}"/>
                  </a:ext>
                </a:extLst>
              </p:cNvPr>
              <p:cNvSpPr/>
              <p:nvPr/>
            </p:nvSpPr>
            <p:spPr>
              <a:xfrm>
                <a:off x="5849112" y="3651504"/>
                <a:ext cx="533400" cy="533400"/>
              </a:xfrm>
              <a:custGeom>
                <a:avLst/>
                <a:gdLst/>
                <a:ahLst/>
                <a:cxnLst/>
                <a:rect l="l" t="t" r="r" b="b"/>
                <a:pathLst>
                  <a:path w="533400" h="533400">
                    <a:moveTo>
                      <a:pt x="304800" y="228600"/>
                    </a:moveTo>
                    <a:lnTo>
                      <a:pt x="533400" y="228600"/>
                    </a:lnTo>
                    <a:lnTo>
                      <a:pt x="533400" y="0"/>
                    </a:lnTo>
                    <a:lnTo>
                      <a:pt x="304800" y="0"/>
                    </a:lnTo>
                    <a:lnTo>
                      <a:pt x="304800" y="228600"/>
                    </a:lnTo>
                    <a:close/>
                  </a:path>
                  <a:path w="533400" h="533400">
                    <a:moveTo>
                      <a:pt x="0" y="533400"/>
                    </a:moveTo>
                    <a:lnTo>
                      <a:pt x="228600" y="533400"/>
                    </a:lnTo>
                    <a:lnTo>
                      <a:pt x="228600" y="304800"/>
                    </a:lnTo>
                    <a:lnTo>
                      <a:pt x="0" y="304800"/>
                    </a:lnTo>
                    <a:lnTo>
                      <a:pt x="0" y="5334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891" name="object 300">
                <a:extLst>
                  <a:ext uri="{FF2B5EF4-FFF2-40B4-BE49-F238E27FC236}">
                    <a16:creationId xmlns:a16="http://schemas.microsoft.com/office/drawing/2014/main" id="{0FF33A50-6FA3-37F7-872A-BA923E95FBA8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6153912" y="3956304"/>
                <a:ext cx="228600" cy="228600"/>
              </a:xfrm>
              <a:prstGeom prst="rect">
                <a:avLst/>
              </a:prstGeom>
            </p:spPr>
          </p:pic>
          <p:sp>
            <p:nvSpPr>
              <p:cNvPr id="892" name="object 301">
                <a:extLst>
                  <a:ext uri="{FF2B5EF4-FFF2-40B4-BE49-F238E27FC236}">
                    <a16:creationId xmlns:a16="http://schemas.microsoft.com/office/drawing/2014/main" id="{510C5416-F6EF-03F9-1648-D7AC10C2DAC1}"/>
                  </a:ext>
                </a:extLst>
              </p:cNvPr>
              <p:cNvSpPr/>
              <p:nvPr/>
            </p:nvSpPr>
            <p:spPr>
              <a:xfrm>
                <a:off x="6153912" y="39563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93" name="object 302">
                <a:extLst>
                  <a:ext uri="{FF2B5EF4-FFF2-40B4-BE49-F238E27FC236}">
                    <a16:creationId xmlns:a16="http://schemas.microsoft.com/office/drawing/2014/main" id="{C0EDDD43-21F8-4AA9-AB19-E14206BD66AD}"/>
                  </a:ext>
                </a:extLst>
              </p:cNvPr>
              <p:cNvSpPr/>
              <p:nvPr/>
            </p:nvSpPr>
            <p:spPr>
              <a:xfrm>
                <a:off x="5849112" y="42611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94" name="object 303">
                <a:extLst>
                  <a:ext uri="{FF2B5EF4-FFF2-40B4-BE49-F238E27FC236}">
                    <a16:creationId xmlns:a16="http://schemas.microsoft.com/office/drawing/2014/main" id="{34F25915-7834-96C2-45A6-C4D5E9B6C6D9}"/>
                  </a:ext>
                </a:extLst>
              </p:cNvPr>
              <p:cNvSpPr/>
              <p:nvPr/>
            </p:nvSpPr>
            <p:spPr>
              <a:xfrm>
                <a:off x="5849112" y="4261104"/>
                <a:ext cx="533400" cy="533400"/>
              </a:xfrm>
              <a:custGeom>
                <a:avLst/>
                <a:gdLst/>
                <a:ahLst/>
                <a:cxnLst/>
                <a:rect l="l" t="t" r="r" b="b"/>
                <a:pathLst>
                  <a:path w="533400" h="5334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  <a:path w="533400" h="533400">
                    <a:moveTo>
                      <a:pt x="304800" y="228600"/>
                    </a:moveTo>
                    <a:lnTo>
                      <a:pt x="533400" y="228600"/>
                    </a:lnTo>
                    <a:lnTo>
                      <a:pt x="533400" y="0"/>
                    </a:lnTo>
                    <a:lnTo>
                      <a:pt x="304800" y="0"/>
                    </a:lnTo>
                    <a:lnTo>
                      <a:pt x="304800" y="228600"/>
                    </a:lnTo>
                    <a:close/>
                  </a:path>
                  <a:path w="533400" h="533400">
                    <a:moveTo>
                      <a:pt x="0" y="533400"/>
                    </a:moveTo>
                    <a:lnTo>
                      <a:pt x="228600" y="533400"/>
                    </a:lnTo>
                    <a:lnTo>
                      <a:pt x="228600" y="304800"/>
                    </a:lnTo>
                    <a:lnTo>
                      <a:pt x="0" y="304800"/>
                    </a:lnTo>
                    <a:lnTo>
                      <a:pt x="0" y="5334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895" name="object 304">
                <a:extLst>
                  <a:ext uri="{FF2B5EF4-FFF2-40B4-BE49-F238E27FC236}">
                    <a16:creationId xmlns:a16="http://schemas.microsoft.com/office/drawing/2014/main" id="{2F73183A-1EED-7F70-1F24-D9B47ACCD0BC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6153912" y="4565904"/>
                <a:ext cx="228600" cy="228600"/>
              </a:xfrm>
              <a:prstGeom prst="rect">
                <a:avLst/>
              </a:prstGeom>
            </p:spPr>
          </p:pic>
          <p:sp>
            <p:nvSpPr>
              <p:cNvPr id="896" name="object 305">
                <a:extLst>
                  <a:ext uri="{FF2B5EF4-FFF2-40B4-BE49-F238E27FC236}">
                    <a16:creationId xmlns:a16="http://schemas.microsoft.com/office/drawing/2014/main" id="{A14E6944-4DF3-F9DB-F854-3798AC40CD81}"/>
                  </a:ext>
                </a:extLst>
              </p:cNvPr>
              <p:cNvSpPr/>
              <p:nvPr/>
            </p:nvSpPr>
            <p:spPr>
              <a:xfrm>
                <a:off x="5849112" y="4565904"/>
                <a:ext cx="533400" cy="533400"/>
              </a:xfrm>
              <a:custGeom>
                <a:avLst/>
                <a:gdLst/>
                <a:ahLst/>
                <a:cxnLst/>
                <a:rect l="l" t="t" r="r" b="b"/>
                <a:pathLst>
                  <a:path w="533400" h="533400">
                    <a:moveTo>
                      <a:pt x="304800" y="228600"/>
                    </a:moveTo>
                    <a:lnTo>
                      <a:pt x="533400" y="228600"/>
                    </a:lnTo>
                    <a:lnTo>
                      <a:pt x="533400" y="0"/>
                    </a:lnTo>
                    <a:lnTo>
                      <a:pt x="304800" y="0"/>
                    </a:lnTo>
                    <a:lnTo>
                      <a:pt x="304800" y="228600"/>
                    </a:lnTo>
                    <a:close/>
                  </a:path>
                  <a:path w="533400" h="533400">
                    <a:moveTo>
                      <a:pt x="0" y="533400"/>
                    </a:moveTo>
                    <a:lnTo>
                      <a:pt x="228600" y="533400"/>
                    </a:lnTo>
                    <a:lnTo>
                      <a:pt x="228600" y="304800"/>
                    </a:lnTo>
                    <a:lnTo>
                      <a:pt x="0" y="304800"/>
                    </a:lnTo>
                    <a:lnTo>
                      <a:pt x="0" y="5334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897" name="object 306">
                <a:extLst>
                  <a:ext uri="{FF2B5EF4-FFF2-40B4-BE49-F238E27FC236}">
                    <a16:creationId xmlns:a16="http://schemas.microsoft.com/office/drawing/2014/main" id="{37972E56-F4ED-DCBA-4DCB-0C3B51118F9B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6153912" y="4870704"/>
                <a:ext cx="228600" cy="228600"/>
              </a:xfrm>
              <a:prstGeom prst="rect">
                <a:avLst/>
              </a:prstGeom>
            </p:spPr>
          </p:pic>
          <p:sp>
            <p:nvSpPr>
              <p:cNvPr id="898" name="object 307">
                <a:extLst>
                  <a:ext uri="{FF2B5EF4-FFF2-40B4-BE49-F238E27FC236}">
                    <a16:creationId xmlns:a16="http://schemas.microsoft.com/office/drawing/2014/main" id="{1FFC8144-D792-7FDB-CE76-B640A9A188A4}"/>
                  </a:ext>
                </a:extLst>
              </p:cNvPr>
              <p:cNvSpPr/>
              <p:nvPr/>
            </p:nvSpPr>
            <p:spPr>
              <a:xfrm>
                <a:off x="6153912" y="48707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99" name="object 308">
                <a:extLst>
                  <a:ext uri="{FF2B5EF4-FFF2-40B4-BE49-F238E27FC236}">
                    <a16:creationId xmlns:a16="http://schemas.microsoft.com/office/drawing/2014/main" id="{F9951A32-C5BF-3696-8993-3B7589F5EE38}"/>
                  </a:ext>
                </a:extLst>
              </p:cNvPr>
              <p:cNvSpPr/>
              <p:nvPr/>
            </p:nvSpPr>
            <p:spPr>
              <a:xfrm>
                <a:off x="5849112" y="15179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00" name="object 309">
                <a:extLst>
                  <a:ext uri="{FF2B5EF4-FFF2-40B4-BE49-F238E27FC236}">
                    <a16:creationId xmlns:a16="http://schemas.microsoft.com/office/drawing/2014/main" id="{51E39AAF-0538-78F6-63A2-0EF21ED36DC0}"/>
                  </a:ext>
                </a:extLst>
              </p:cNvPr>
              <p:cNvSpPr/>
              <p:nvPr/>
            </p:nvSpPr>
            <p:spPr>
              <a:xfrm>
                <a:off x="5849112" y="15179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901" name="object 310">
                <a:extLst>
                  <a:ext uri="{FF2B5EF4-FFF2-40B4-BE49-F238E27FC236}">
                    <a16:creationId xmlns:a16="http://schemas.microsoft.com/office/drawing/2014/main" id="{B797FED9-E956-C054-A3A4-E628DC9C7580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6153912" y="1517904"/>
                <a:ext cx="228600" cy="228600"/>
              </a:xfrm>
              <a:prstGeom prst="rect">
                <a:avLst/>
              </a:prstGeom>
            </p:spPr>
          </p:pic>
          <p:sp>
            <p:nvSpPr>
              <p:cNvPr id="902" name="object 311">
                <a:extLst>
                  <a:ext uri="{FF2B5EF4-FFF2-40B4-BE49-F238E27FC236}">
                    <a16:creationId xmlns:a16="http://schemas.microsoft.com/office/drawing/2014/main" id="{5C04ECDB-7E6E-CDE0-5216-9D60D003B59C}"/>
                  </a:ext>
                </a:extLst>
              </p:cNvPr>
              <p:cNvSpPr/>
              <p:nvPr/>
            </p:nvSpPr>
            <p:spPr>
              <a:xfrm>
                <a:off x="5849112" y="1517904"/>
                <a:ext cx="533400" cy="533400"/>
              </a:xfrm>
              <a:custGeom>
                <a:avLst/>
                <a:gdLst/>
                <a:ahLst/>
                <a:cxnLst/>
                <a:rect l="l" t="t" r="r" b="b"/>
                <a:pathLst>
                  <a:path w="533400" h="533400">
                    <a:moveTo>
                      <a:pt x="304800" y="228600"/>
                    </a:moveTo>
                    <a:lnTo>
                      <a:pt x="533400" y="228600"/>
                    </a:lnTo>
                    <a:lnTo>
                      <a:pt x="533400" y="0"/>
                    </a:lnTo>
                    <a:lnTo>
                      <a:pt x="304800" y="0"/>
                    </a:lnTo>
                    <a:lnTo>
                      <a:pt x="304800" y="228600"/>
                    </a:lnTo>
                    <a:close/>
                  </a:path>
                  <a:path w="533400" h="533400">
                    <a:moveTo>
                      <a:pt x="0" y="533400"/>
                    </a:moveTo>
                    <a:lnTo>
                      <a:pt x="228600" y="533400"/>
                    </a:lnTo>
                    <a:lnTo>
                      <a:pt x="228600" y="304800"/>
                    </a:lnTo>
                    <a:lnTo>
                      <a:pt x="0" y="304800"/>
                    </a:lnTo>
                    <a:lnTo>
                      <a:pt x="0" y="5334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903" name="object 312">
                <a:extLst>
                  <a:ext uri="{FF2B5EF4-FFF2-40B4-BE49-F238E27FC236}">
                    <a16:creationId xmlns:a16="http://schemas.microsoft.com/office/drawing/2014/main" id="{6F751DA4-E3EB-198A-6CA9-1F00CD850BB8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6153912" y="1822704"/>
                <a:ext cx="228600" cy="228600"/>
              </a:xfrm>
              <a:prstGeom prst="rect">
                <a:avLst/>
              </a:prstGeom>
            </p:spPr>
          </p:pic>
          <p:sp>
            <p:nvSpPr>
              <p:cNvPr id="904" name="object 313">
                <a:extLst>
                  <a:ext uri="{FF2B5EF4-FFF2-40B4-BE49-F238E27FC236}">
                    <a16:creationId xmlns:a16="http://schemas.microsoft.com/office/drawing/2014/main" id="{2C011CE2-BDBE-7FD4-EC3A-66601719957E}"/>
                  </a:ext>
                </a:extLst>
              </p:cNvPr>
              <p:cNvSpPr/>
              <p:nvPr/>
            </p:nvSpPr>
            <p:spPr>
              <a:xfrm>
                <a:off x="6153912" y="18227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05" name="object 314">
                <a:extLst>
                  <a:ext uri="{FF2B5EF4-FFF2-40B4-BE49-F238E27FC236}">
                    <a16:creationId xmlns:a16="http://schemas.microsoft.com/office/drawing/2014/main" id="{BF76C6EC-8F59-3E2A-EE98-DA222EF03C19}"/>
                  </a:ext>
                </a:extLst>
              </p:cNvPr>
              <p:cNvSpPr/>
              <p:nvPr/>
            </p:nvSpPr>
            <p:spPr>
              <a:xfrm>
                <a:off x="5849112" y="21275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06" name="object 315">
                <a:extLst>
                  <a:ext uri="{FF2B5EF4-FFF2-40B4-BE49-F238E27FC236}">
                    <a16:creationId xmlns:a16="http://schemas.microsoft.com/office/drawing/2014/main" id="{3B7CB07E-C14C-536A-C288-4BE097E4581A}"/>
                  </a:ext>
                </a:extLst>
              </p:cNvPr>
              <p:cNvSpPr/>
              <p:nvPr/>
            </p:nvSpPr>
            <p:spPr>
              <a:xfrm>
                <a:off x="5849112" y="21275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907" name="object 316">
                <a:extLst>
                  <a:ext uri="{FF2B5EF4-FFF2-40B4-BE49-F238E27FC236}">
                    <a16:creationId xmlns:a16="http://schemas.microsoft.com/office/drawing/2014/main" id="{206AB07D-B564-FC8E-24DA-E9DA07339C3C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6153912" y="2127504"/>
                <a:ext cx="228600" cy="228600"/>
              </a:xfrm>
              <a:prstGeom prst="rect">
                <a:avLst/>
              </a:prstGeom>
            </p:spPr>
          </p:pic>
          <p:sp>
            <p:nvSpPr>
              <p:cNvPr id="908" name="object 317">
                <a:extLst>
                  <a:ext uri="{FF2B5EF4-FFF2-40B4-BE49-F238E27FC236}">
                    <a16:creationId xmlns:a16="http://schemas.microsoft.com/office/drawing/2014/main" id="{3F8D45C0-BE72-8919-07C8-D54A7C90AD57}"/>
                  </a:ext>
                </a:extLst>
              </p:cNvPr>
              <p:cNvSpPr/>
              <p:nvPr/>
            </p:nvSpPr>
            <p:spPr>
              <a:xfrm>
                <a:off x="6153912" y="21275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09" name="object 318">
                <a:extLst>
                  <a:ext uri="{FF2B5EF4-FFF2-40B4-BE49-F238E27FC236}">
                    <a16:creationId xmlns:a16="http://schemas.microsoft.com/office/drawing/2014/main" id="{1961F431-DC0C-435A-847D-A99DA2398099}"/>
                  </a:ext>
                </a:extLst>
              </p:cNvPr>
              <p:cNvSpPr/>
              <p:nvPr/>
            </p:nvSpPr>
            <p:spPr>
              <a:xfrm>
                <a:off x="5849112" y="24323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10" name="object 319">
                <a:extLst>
                  <a:ext uri="{FF2B5EF4-FFF2-40B4-BE49-F238E27FC236}">
                    <a16:creationId xmlns:a16="http://schemas.microsoft.com/office/drawing/2014/main" id="{7E18F733-5CBB-876B-DCF0-3008D235E783}"/>
                  </a:ext>
                </a:extLst>
              </p:cNvPr>
              <p:cNvSpPr/>
              <p:nvPr/>
            </p:nvSpPr>
            <p:spPr>
              <a:xfrm>
                <a:off x="5849112" y="24323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911" name="object 320">
                <a:extLst>
                  <a:ext uri="{FF2B5EF4-FFF2-40B4-BE49-F238E27FC236}">
                    <a16:creationId xmlns:a16="http://schemas.microsoft.com/office/drawing/2014/main" id="{2100C0F0-5F89-E1E4-5A0D-63422D654B2E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6153912" y="2432304"/>
                <a:ext cx="228600" cy="228600"/>
              </a:xfrm>
              <a:prstGeom prst="rect">
                <a:avLst/>
              </a:prstGeom>
            </p:spPr>
          </p:pic>
          <p:sp>
            <p:nvSpPr>
              <p:cNvPr id="912" name="object 321">
                <a:extLst>
                  <a:ext uri="{FF2B5EF4-FFF2-40B4-BE49-F238E27FC236}">
                    <a16:creationId xmlns:a16="http://schemas.microsoft.com/office/drawing/2014/main" id="{C5017B7D-3A9F-A944-C40C-5FE43D5CD379}"/>
                  </a:ext>
                </a:extLst>
              </p:cNvPr>
              <p:cNvSpPr/>
              <p:nvPr/>
            </p:nvSpPr>
            <p:spPr>
              <a:xfrm>
                <a:off x="6153912" y="24323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13" name="object 322">
                <a:extLst>
                  <a:ext uri="{FF2B5EF4-FFF2-40B4-BE49-F238E27FC236}">
                    <a16:creationId xmlns:a16="http://schemas.microsoft.com/office/drawing/2014/main" id="{42FD1A5E-440F-42E0-5AD5-AE39650F2F54}"/>
                  </a:ext>
                </a:extLst>
              </p:cNvPr>
              <p:cNvSpPr/>
              <p:nvPr/>
            </p:nvSpPr>
            <p:spPr>
              <a:xfrm>
                <a:off x="6116574" y="1366266"/>
                <a:ext cx="0" cy="3962400"/>
              </a:xfrm>
              <a:custGeom>
                <a:avLst/>
                <a:gdLst/>
                <a:ahLst/>
                <a:cxnLst/>
                <a:rect l="l" t="t" r="r" b="b"/>
                <a:pathLst>
                  <a:path h="3962400">
                    <a:moveTo>
                      <a:pt x="0" y="0"/>
                    </a:moveTo>
                    <a:lnTo>
                      <a:pt x="0" y="3962400"/>
                    </a:lnTo>
                  </a:path>
                </a:pathLst>
              </a:custGeom>
              <a:ln w="38100">
                <a:solidFill>
                  <a:srgbClr val="000000"/>
                </a:solidFill>
                <a:prstDash val="lgDash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678" name="object 323">
              <a:extLst>
                <a:ext uri="{FF2B5EF4-FFF2-40B4-BE49-F238E27FC236}">
                  <a16:creationId xmlns:a16="http://schemas.microsoft.com/office/drawing/2014/main" id="{591F997A-7B90-26F4-4990-42CA2812B8C6}"/>
                </a:ext>
              </a:extLst>
            </p:cNvPr>
            <p:cNvSpPr/>
            <p:nvPr/>
          </p:nvSpPr>
          <p:spPr>
            <a:xfrm>
              <a:off x="6458711" y="2737104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599" y="228600"/>
                  </a:lnTo>
                  <a:lnTo>
                    <a:pt x="228599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9" name="object 324">
              <a:extLst>
                <a:ext uri="{FF2B5EF4-FFF2-40B4-BE49-F238E27FC236}">
                  <a16:creationId xmlns:a16="http://schemas.microsoft.com/office/drawing/2014/main" id="{178E8861-5792-F715-95C3-10AF9D497DC9}"/>
                </a:ext>
              </a:extLst>
            </p:cNvPr>
            <p:cNvSpPr/>
            <p:nvPr/>
          </p:nvSpPr>
          <p:spPr>
            <a:xfrm>
              <a:off x="5544311" y="3041904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680" name="object 325">
              <a:extLst>
                <a:ext uri="{FF2B5EF4-FFF2-40B4-BE49-F238E27FC236}">
                  <a16:creationId xmlns:a16="http://schemas.microsoft.com/office/drawing/2014/main" id="{5A05A188-51DA-F8DE-D152-0CDADD472578}"/>
                </a:ext>
              </a:extLst>
            </p:cNvPr>
            <p:cNvGrpSpPr/>
            <p:nvPr/>
          </p:nvGrpSpPr>
          <p:grpSpPr>
            <a:xfrm>
              <a:off x="6454140" y="3037332"/>
              <a:ext cx="238125" cy="238125"/>
              <a:chOff x="6454140" y="3037332"/>
              <a:chExt cx="238125" cy="238125"/>
            </a:xfrm>
          </p:grpSpPr>
          <p:pic>
            <p:nvPicPr>
              <p:cNvPr id="880" name="object 326">
                <a:extLst>
                  <a:ext uri="{FF2B5EF4-FFF2-40B4-BE49-F238E27FC236}">
                    <a16:creationId xmlns:a16="http://schemas.microsoft.com/office/drawing/2014/main" id="{AA65BFF3-D73D-F48B-33B0-ED7021B7B050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6458712" y="3041904"/>
                <a:ext cx="228599" cy="228600"/>
              </a:xfrm>
              <a:prstGeom prst="rect">
                <a:avLst/>
              </a:prstGeom>
            </p:spPr>
          </p:pic>
          <p:sp>
            <p:nvSpPr>
              <p:cNvPr id="881" name="object 327">
                <a:extLst>
                  <a:ext uri="{FF2B5EF4-FFF2-40B4-BE49-F238E27FC236}">
                    <a16:creationId xmlns:a16="http://schemas.microsoft.com/office/drawing/2014/main" id="{807FFBCF-EC49-346B-8E32-B87EEE3390F2}"/>
                  </a:ext>
                </a:extLst>
              </p:cNvPr>
              <p:cNvSpPr/>
              <p:nvPr/>
            </p:nvSpPr>
            <p:spPr>
              <a:xfrm>
                <a:off x="6458712" y="30419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599" y="228600"/>
                    </a:lnTo>
                    <a:lnTo>
                      <a:pt x="228599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681" name="object 328">
              <a:extLst>
                <a:ext uri="{FF2B5EF4-FFF2-40B4-BE49-F238E27FC236}">
                  <a16:creationId xmlns:a16="http://schemas.microsoft.com/office/drawing/2014/main" id="{54FC5F4E-DDF1-293C-B25E-29D4F9A910CF}"/>
                </a:ext>
              </a:extLst>
            </p:cNvPr>
            <p:cNvSpPr/>
            <p:nvPr/>
          </p:nvSpPr>
          <p:spPr>
            <a:xfrm>
              <a:off x="5544311" y="334670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2" name="object 329">
              <a:extLst>
                <a:ext uri="{FF2B5EF4-FFF2-40B4-BE49-F238E27FC236}">
                  <a16:creationId xmlns:a16="http://schemas.microsoft.com/office/drawing/2014/main" id="{42F067CB-430A-270D-1F1D-80BAB85173F8}"/>
                </a:ext>
              </a:extLst>
            </p:cNvPr>
            <p:cNvSpPr/>
            <p:nvPr/>
          </p:nvSpPr>
          <p:spPr>
            <a:xfrm>
              <a:off x="6458711" y="334670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599" y="228600"/>
                  </a:lnTo>
                  <a:lnTo>
                    <a:pt x="228599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683" name="object 330">
              <a:extLst>
                <a:ext uri="{FF2B5EF4-FFF2-40B4-BE49-F238E27FC236}">
                  <a16:creationId xmlns:a16="http://schemas.microsoft.com/office/drawing/2014/main" id="{EC3546C3-9050-72BD-BFBE-CAF9F02D962E}"/>
                </a:ext>
              </a:extLst>
            </p:cNvPr>
            <p:cNvGrpSpPr/>
            <p:nvPr/>
          </p:nvGrpSpPr>
          <p:grpSpPr>
            <a:xfrm>
              <a:off x="5539740" y="3646932"/>
              <a:ext cx="238125" cy="238125"/>
              <a:chOff x="5539740" y="3646932"/>
              <a:chExt cx="238125" cy="238125"/>
            </a:xfrm>
          </p:grpSpPr>
          <p:sp>
            <p:nvSpPr>
              <p:cNvPr id="878" name="object 331">
                <a:extLst>
                  <a:ext uri="{FF2B5EF4-FFF2-40B4-BE49-F238E27FC236}">
                    <a16:creationId xmlns:a16="http://schemas.microsoft.com/office/drawing/2014/main" id="{5F58EF76-6571-614A-E4FC-88B04967DC7C}"/>
                  </a:ext>
                </a:extLst>
              </p:cNvPr>
              <p:cNvSpPr/>
              <p:nvPr/>
            </p:nvSpPr>
            <p:spPr>
              <a:xfrm>
                <a:off x="5544312" y="36515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79" name="object 332">
                <a:extLst>
                  <a:ext uri="{FF2B5EF4-FFF2-40B4-BE49-F238E27FC236}">
                    <a16:creationId xmlns:a16="http://schemas.microsoft.com/office/drawing/2014/main" id="{E34BAAA9-6C56-DE2D-FD09-7FD9E97261A2}"/>
                  </a:ext>
                </a:extLst>
              </p:cNvPr>
              <p:cNvSpPr/>
              <p:nvPr/>
            </p:nvSpPr>
            <p:spPr>
              <a:xfrm>
                <a:off x="5544312" y="36515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684" name="object 333">
              <a:extLst>
                <a:ext uri="{FF2B5EF4-FFF2-40B4-BE49-F238E27FC236}">
                  <a16:creationId xmlns:a16="http://schemas.microsoft.com/office/drawing/2014/main" id="{5EE2CE6F-AE63-BD92-6B8D-E2FCE8224CBB}"/>
                </a:ext>
              </a:extLst>
            </p:cNvPr>
            <p:cNvGrpSpPr/>
            <p:nvPr/>
          </p:nvGrpSpPr>
          <p:grpSpPr>
            <a:xfrm>
              <a:off x="6454140" y="3646932"/>
              <a:ext cx="238125" cy="238125"/>
              <a:chOff x="6454140" y="3646932"/>
              <a:chExt cx="238125" cy="238125"/>
            </a:xfrm>
          </p:grpSpPr>
          <p:pic>
            <p:nvPicPr>
              <p:cNvPr id="876" name="object 334">
                <a:extLst>
                  <a:ext uri="{FF2B5EF4-FFF2-40B4-BE49-F238E27FC236}">
                    <a16:creationId xmlns:a16="http://schemas.microsoft.com/office/drawing/2014/main" id="{46443819-4126-8842-B6E3-62C8444720DB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6458712" y="3651504"/>
                <a:ext cx="228599" cy="228600"/>
              </a:xfrm>
              <a:prstGeom prst="rect">
                <a:avLst/>
              </a:prstGeom>
            </p:spPr>
          </p:pic>
          <p:sp>
            <p:nvSpPr>
              <p:cNvPr id="877" name="object 335">
                <a:extLst>
                  <a:ext uri="{FF2B5EF4-FFF2-40B4-BE49-F238E27FC236}">
                    <a16:creationId xmlns:a16="http://schemas.microsoft.com/office/drawing/2014/main" id="{3A573E9A-4BC2-7E18-0490-9BD350492C16}"/>
                  </a:ext>
                </a:extLst>
              </p:cNvPr>
              <p:cNvSpPr/>
              <p:nvPr/>
            </p:nvSpPr>
            <p:spPr>
              <a:xfrm>
                <a:off x="6458712" y="36515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599" y="228600"/>
                    </a:lnTo>
                    <a:lnTo>
                      <a:pt x="228599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685" name="object 336">
              <a:extLst>
                <a:ext uri="{FF2B5EF4-FFF2-40B4-BE49-F238E27FC236}">
                  <a16:creationId xmlns:a16="http://schemas.microsoft.com/office/drawing/2014/main" id="{B6CEC938-40DE-42C4-AA01-C18E198BCBED}"/>
                </a:ext>
              </a:extLst>
            </p:cNvPr>
            <p:cNvGrpSpPr/>
            <p:nvPr/>
          </p:nvGrpSpPr>
          <p:grpSpPr>
            <a:xfrm>
              <a:off x="5539740" y="3951732"/>
              <a:ext cx="238125" cy="238125"/>
              <a:chOff x="5539740" y="3951732"/>
              <a:chExt cx="238125" cy="238125"/>
            </a:xfrm>
          </p:grpSpPr>
          <p:sp>
            <p:nvSpPr>
              <p:cNvPr id="874" name="object 337">
                <a:extLst>
                  <a:ext uri="{FF2B5EF4-FFF2-40B4-BE49-F238E27FC236}">
                    <a16:creationId xmlns:a16="http://schemas.microsoft.com/office/drawing/2014/main" id="{4B5DAB1F-9763-8863-0F8E-77491F25CFEE}"/>
                  </a:ext>
                </a:extLst>
              </p:cNvPr>
              <p:cNvSpPr/>
              <p:nvPr/>
            </p:nvSpPr>
            <p:spPr>
              <a:xfrm>
                <a:off x="5544312" y="39563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75" name="object 338">
                <a:extLst>
                  <a:ext uri="{FF2B5EF4-FFF2-40B4-BE49-F238E27FC236}">
                    <a16:creationId xmlns:a16="http://schemas.microsoft.com/office/drawing/2014/main" id="{402BAE19-6E13-2218-7A8E-845B4BA034EB}"/>
                  </a:ext>
                </a:extLst>
              </p:cNvPr>
              <p:cNvSpPr/>
              <p:nvPr/>
            </p:nvSpPr>
            <p:spPr>
              <a:xfrm>
                <a:off x="5544312" y="39563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686" name="object 339">
              <a:extLst>
                <a:ext uri="{FF2B5EF4-FFF2-40B4-BE49-F238E27FC236}">
                  <a16:creationId xmlns:a16="http://schemas.microsoft.com/office/drawing/2014/main" id="{F67E323D-5171-72CD-C799-DDC73E5CCA85}"/>
                </a:ext>
              </a:extLst>
            </p:cNvPr>
            <p:cNvSpPr/>
            <p:nvPr/>
          </p:nvSpPr>
          <p:spPr>
            <a:xfrm>
              <a:off x="6458711" y="395630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599" y="228600"/>
                  </a:lnTo>
                  <a:lnTo>
                    <a:pt x="228599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687" name="object 340">
              <a:extLst>
                <a:ext uri="{FF2B5EF4-FFF2-40B4-BE49-F238E27FC236}">
                  <a16:creationId xmlns:a16="http://schemas.microsoft.com/office/drawing/2014/main" id="{80FDE5DB-A593-738B-230B-767D4EE89CBE}"/>
                </a:ext>
              </a:extLst>
            </p:cNvPr>
            <p:cNvGrpSpPr/>
            <p:nvPr/>
          </p:nvGrpSpPr>
          <p:grpSpPr>
            <a:xfrm>
              <a:off x="5539740" y="4256532"/>
              <a:ext cx="238125" cy="238125"/>
              <a:chOff x="5539740" y="4256532"/>
              <a:chExt cx="238125" cy="238125"/>
            </a:xfrm>
          </p:grpSpPr>
          <p:sp>
            <p:nvSpPr>
              <p:cNvPr id="872" name="object 341">
                <a:extLst>
                  <a:ext uri="{FF2B5EF4-FFF2-40B4-BE49-F238E27FC236}">
                    <a16:creationId xmlns:a16="http://schemas.microsoft.com/office/drawing/2014/main" id="{C74325D8-D690-0E2C-8FB7-4DAC89512729}"/>
                  </a:ext>
                </a:extLst>
              </p:cNvPr>
              <p:cNvSpPr/>
              <p:nvPr/>
            </p:nvSpPr>
            <p:spPr>
              <a:xfrm>
                <a:off x="5544312" y="42611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73" name="object 342">
                <a:extLst>
                  <a:ext uri="{FF2B5EF4-FFF2-40B4-BE49-F238E27FC236}">
                    <a16:creationId xmlns:a16="http://schemas.microsoft.com/office/drawing/2014/main" id="{42004577-1230-69A1-3909-12F21ABA325E}"/>
                  </a:ext>
                </a:extLst>
              </p:cNvPr>
              <p:cNvSpPr/>
              <p:nvPr/>
            </p:nvSpPr>
            <p:spPr>
              <a:xfrm>
                <a:off x="5544312" y="42611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688" name="object 343">
              <a:extLst>
                <a:ext uri="{FF2B5EF4-FFF2-40B4-BE49-F238E27FC236}">
                  <a16:creationId xmlns:a16="http://schemas.microsoft.com/office/drawing/2014/main" id="{02B805D8-D37A-D118-1B5C-16729442F774}"/>
                </a:ext>
              </a:extLst>
            </p:cNvPr>
            <p:cNvSpPr/>
            <p:nvPr/>
          </p:nvSpPr>
          <p:spPr>
            <a:xfrm>
              <a:off x="6458711" y="426110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599" y="228600"/>
                  </a:lnTo>
                  <a:lnTo>
                    <a:pt x="228599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689" name="object 344">
              <a:extLst>
                <a:ext uri="{FF2B5EF4-FFF2-40B4-BE49-F238E27FC236}">
                  <a16:creationId xmlns:a16="http://schemas.microsoft.com/office/drawing/2014/main" id="{55612388-35DC-A82A-F648-64CC4F462257}"/>
                </a:ext>
              </a:extLst>
            </p:cNvPr>
            <p:cNvGrpSpPr/>
            <p:nvPr/>
          </p:nvGrpSpPr>
          <p:grpSpPr>
            <a:xfrm>
              <a:off x="5539740" y="4561332"/>
              <a:ext cx="238125" cy="238125"/>
              <a:chOff x="5539740" y="4561332"/>
              <a:chExt cx="238125" cy="238125"/>
            </a:xfrm>
          </p:grpSpPr>
          <p:sp>
            <p:nvSpPr>
              <p:cNvPr id="870" name="object 345">
                <a:extLst>
                  <a:ext uri="{FF2B5EF4-FFF2-40B4-BE49-F238E27FC236}">
                    <a16:creationId xmlns:a16="http://schemas.microsoft.com/office/drawing/2014/main" id="{FE77CC2C-468E-7A0B-5292-ECA2BEC60153}"/>
                  </a:ext>
                </a:extLst>
              </p:cNvPr>
              <p:cNvSpPr/>
              <p:nvPr/>
            </p:nvSpPr>
            <p:spPr>
              <a:xfrm>
                <a:off x="5544312" y="45659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71" name="object 346">
                <a:extLst>
                  <a:ext uri="{FF2B5EF4-FFF2-40B4-BE49-F238E27FC236}">
                    <a16:creationId xmlns:a16="http://schemas.microsoft.com/office/drawing/2014/main" id="{27C1C3BA-5167-D910-0084-2FC1C38E9CFD}"/>
                  </a:ext>
                </a:extLst>
              </p:cNvPr>
              <p:cNvSpPr/>
              <p:nvPr/>
            </p:nvSpPr>
            <p:spPr>
              <a:xfrm>
                <a:off x="5544312" y="45659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690" name="object 347">
              <a:extLst>
                <a:ext uri="{FF2B5EF4-FFF2-40B4-BE49-F238E27FC236}">
                  <a16:creationId xmlns:a16="http://schemas.microsoft.com/office/drawing/2014/main" id="{40D4650B-7900-AE98-7529-4DA590870053}"/>
                </a:ext>
              </a:extLst>
            </p:cNvPr>
            <p:cNvSpPr/>
            <p:nvPr/>
          </p:nvSpPr>
          <p:spPr>
            <a:xfrm>
              <a:off x="6458711" y="456590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599" y="228600"/>
                  </a:lnTo>
                  <a:lnTo>
                    <a:pt x="228599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1" name="object 348">
              <a:extLst>
                <a:ext uri="{FF2B5EF4-FFF2-40B4-BE49-F238E27FC236}">
                  <a16:creationId xmlns:a16="http://schemas.microsoft.com/office/drawing/2014/main" id="{E70BAFAF-4034-6607-A6C9-AF668CEFF4FB}"/>
                </a:ext>
              </a:extLst>
            </p:cNvPr>
            <p:cNvSpPr/>
            <p:nvPr/>
          </p:nvSpPr>
          <p:spPr>
            <a:xfrm>
              <a:off x="5544311" y="487070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692" name="object 349">
              <a:extLst>
                <a:ext uri="{FF2B5EF4-FFF2-40B4-BE49-F238E27FC236}">
                  <a16:creationId xmlns:a16="http://schemas.microsoft.com/office/drawing/2014/main" id="{3E747164-368C-EE6D-0863-834A570C6C26}"/>
                </a:ext>
              </a:extLst>
            </p:cNvPr>
            <p:cNvGrpSpPr/>
            <p:nvPr/>
          </p:nvGrpSpPr>
          <p:grpSpPr>
            <a:xfrm>
              <a:off x="6454140" y="4866132"/>
              <a:ext cx="238125" cy="238125"/>
              <a:chOff x="6454140" y="4866132"/>
              <a:chExt cx="238125" cy="238125"/>
            </a:xfrm>
          </p:grpSpPr>
          <p:pic>
            <p:nvPicPr>
              <p:cNvPr id="868" name="object 350">
                <a:extLst>
                  <a:ext uri="{FF2B5EF4-FFF2-40B4-BE49-F238E27FC236}">
                    <a16:creationId xmlns:a16="http://schemas.microsoft.com/office/drawing/2014/main" id="{B9775696-09B3-5D6B-7CEB-04C840D230F7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6458712" y="4870704"/>
                <a:ext cx="228599" cy="228600"/>
              </a:xfrm>
              <a:prstGeom prst="rect">
                <a:avLst/>
              </a:prstGeom>
            </p:spPr>
          </p:pic>
          <p:sp>
            <p:nvSpPr>
              <p:cNvPr id="869" name="object 351">
                <a:extLst>
                  <a:ext uri="{FF2B5EF4-FFF2-40B4-BE49-F238E27FC236}">
                    <a16:creationId xmlns:a16="http://schemas.microsoft.com/office/drawing/2014/main" id="{48ACE463-5B2B-A966-AA0C-60834DBE19AF}"/>
                  </a:ext>
                </a:extLst>
              </p:cNvPr>
              <p:cNvSpPr/>
              <p:nvPr/>
            </p:nvSpPr>
            <p:spPr>
              <a:xfrm>
                <a:off x="6458712" y="48707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599" y="228600"/>
                    </a:lnTo>
                    <a:lnTo>
                      <a:pt x="228599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693" name="object 352">
              <a:extLst>
                <a:ext uri="{FF2B5EF4-FFF2-40B4-BE49-F238E27FC236}">
                  <a16:creationId xmlns:a16="http://schemas.microsoft.com/office/drawing/2014/main" id="{098784A0-E523-AFC0-75AC-96DF7F4A61B1}"/>
                </a:ext>
              </a:extLst>
            </p:cNvPr>
            <p:cNvGrpSpPr/>
            <p:nvPr/>
          </p:nvGrpSpPr>
          <p:grpSpPr>
            <a:xfrm>
              <a:off x="5539740" y="1513332"/>
              <a:ext cx="238125" cy="238125"/>
              <a:chOff x="5539740" y="1513332"/>
              <a:chExt cx="238125" cy="238125"/>
            </a:xfrm>
          </p:grpSpPr>
          <p:sp>
            <p:nvSpPr>
              <p:cNvPr id="866" name="object 353">
                <a:extLst>
                  <a:ext uri="{FF2B5EF4-FFF2-40B4-BE49-F238E27FC236}">
                    <a16:creationId xmlns:a16="http://schemas.microsoft.com/office/drawing/2014/main" id="{F4D1D602-4E72-2175-0DEA-42B9290AA2B0}"/>
                  </a:ext>
                </a:extLst>
              </p:cNvPr>
              <p:cNvSpPr/>
              <p:nvPr/>
            </p:nvSpPr>
            <p:spPr>
              <a:xfrm>
                <a:off x="5544312" y="15179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67" name="object 354">
                <a:extLst>
                  <a:ext uri="{FF2B5EF4-FFF2-40B4-BE49-F238E27FC236}">
                    <a16:creationId xmlns:a16="http://schemas.microsoft.com/office/drawing/2014/main" id="{B078BE75-846B-2D88-E8C0-63709449246E}"/>
                  </a:ext>
                </a:extLst>
              </p:cNvPr>
              <p:cNvSpPr/>
              <p:nvPr/>
            </p:nvSpPr>
            <p:spPr>
              <a:xfrm>
                <a:off x="5544312" y="15179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694" name="object 355">
              <a:extLst>
                <a:ext uri="{FF2B5EF4-FFF2-40B4-BE49-F238E27FC236}">
                  <a16:creationId xmlns:a16="http://schemas.microsoft.com/office/drawing/2014/main" id="{3BB311CB-505E-86BC-6E73-A94D89A9D14B}"/>
                </a:ext>
              </a:extLst>
            </p:cNvPr>
            <p:cNvGrpSpPr/>
            <p:nvPr/>
          </p:nvGrpSpPr>
          <p:grpSpPr>
            <a:xfrm>
              <a:off x="6454140" y="1513332"/>
              <a:ext cx="238125" cy="238125"/>
              <a:chOff x="6454140" y="1513332"/>
              <a:chExt cx="238125" cy="238125"/>
            </a:xfrm>
          </p:grpSpPr>
          <p:pic>
            <p:nvPicPr>
              <p:cNvPr id="864" name="object 356">
                <a:extLst>
                  <a:ext uri="{FF2B5EF4-FFF2-40B4-BE49-F238E27FC236}">
                    <a16:creationId xmlns:a16="http://schemas.microsoft.com/office/drawing/2014/main" id="{C3E7DEEC-879D-AD0C-8DE7-36437C62DFC6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6458712" y="1517904"/>
                <a:ext cx="228599" cy="228600"/>
              </a:xfrm>
              <a:prstGeom prst="rect">
                <a:avLst/>
              </a:prstGeom>
            </p:spPr>
          </p:pic>
          <p:sp>
            <p:nvSpPr>
              <p:cNvPr id="865" name="object 357">
                <a:extLst>
                  <a:ext uri="{FF2B5EF4-FFF2-40B4-BE49-F238E27FC236}">
                    <a16:creationId xmlns:a16="http://schemas.microsoft.com/office/drawing/2014/main" id="{2E1B51DF-185E-104E-0026-2C79FD11D188}"/>
                  </a:ext>
                </a:extLst>
              </p:cNvPr>
              <p:cNvSpPr/>
              <p:nvPr/>
            </p:nvSpPr>
            <p:spPr>
              <a:xfrm>
                <a:off x="6458712" y="15179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599" y="228600"/>
                    </a:lnTo>
                    <a:lnTo>
                      <a:pt x="228599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695" name="object 358">
              <a:extLst>
                <a:ext uri="{FF2B5EF4-FFF2-40B4-BE49-F238E27FC236}">
                  <a16:creationId xmlns:a16="http://schemas.microsoft.com/office/drawing/2014/main" id="{6A22B59F-4F92-0ECB-2E2E-E531575AD387}"/>
                </a:ext>
              </a:extLst>
            </p:cNvPr>
            <p:cNvGrpSpPr/>
            <p:nvPr/>
          </p:nvGrpSpPr>
          <p:grpSpPr>
            <a:xfrm>
              <a:off x="5539740" y="1818132"/>
              <a:ext cx="238125" cy="238125"/>
              <a:chOff x="5539740" y="1818132"/>
              <a:chExt cx="238125" cy="238125"/>
            </a:xfrm>
          </p:grpSpPr>
          <p:sp>
            <p:nvSpPr>
              <p:cNvPr id="862" name="object 359">
                <a:extLst>
                  <a:ext uri="{FF2B5EF4-FFF2-40B4-BE49-F238E27FC236}">
                    <a16:creationId xmlns:a16="http://schemas.microsoft.com/office/drawing/2014/main" id="{F4AECDAD-AF87-32B4-A63A-C3748402C354}"/>
                  </a:ext>
                </a:extLst>
              </p:cNvPr>
              <p:cNvSpPr/>
              <p:nvPr/>
            </p:nvSpPr>
            <p:spPr>
              <a:xfrm>
                <a:off x="5544312" y="18227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63" name="object 360">
                <a:extLst>
                  <a:ext uri="{FF2B5EF4-FFF2-40B4-BE49-F238E27FC236}">
                    <a16:creationId xmlns:a16="http://schemas.microsoft.com/office/drawing/2014/main" id="{318F09B5-6247-C907-A5BA-E73AB64CC22C}"/>
                  </a:ext>
                </a:extLst>
              </p:cNvPr>
              <p:cNvSpPr/>
              <p:nvPr/>
            </p:nvSpPr>
            <p:spPr>
              <a:xfrm>
                <a:off x="5544312" y="18227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696" name="object 361">
              <a:extLst>
                <a:ext uri="{FF2B5EF4-FFF2-40B4-BE49-F238E27FC236}">
                  <a16:creationId xmlns:a16="http://schemas.microsoft.com/office/drawing/2014/main" id="{1820A15A-87ED-619F-7415-7338FCB4970A}"/>
                </a:ext>
              </a:extLst>
            </p:cNvPr>
            <p:cNvGrpSpPr/>
            <p:nvPr/>
          </p:nvGrpSpPr>
          <p:grpSpPr>
            <a:xfrm>
              <a:off x="6454140" y="1818132"/>
              <a:ext cx="238125" cy="238125"/>
              <a:chOff x="6454140" y="1818132"/>
              <a:chExt cx="238125" cy="238125"/>
            </a:xfrm>
          </p:grpSpPr>
          <p:pic>
            <p:nvPicPr>
              <p:cNvPr id="860" name="object 362">
                <a:extLst>
                  <a:ext uri="{FF2B5EF4-FFF2-40B4-BE49-F238E27FC236}">
                    <a16:creationId xmlns:a16="http://schemas.microsoft.com/office/drawing/2014/main" id="{3421EC5F-8262-52E9-5795-7480DF7CA16A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6458712" y="1822704"/>
                <a:ext cx="228599" cy="228600"/>
              </a:xfrm>
              <a:prstGeom prst="rect">
                <a:avLst/>
              </a:prstGeom>
            </p:spPr>
          </p:pic>
          <p:sp>
            <p:nvSpPr>
              <p:cNvPr id="861" name="object 363">
                <a:extLst>
                  <a:ext uri="{FF2B5EF4-FFF2-40B4-BE49-F238E27FC236}">
                    <a16:creationId xmlns:a16="http://schemas.microsoft.com/office/drawing/2014/main" id="{874EA592-A1FF-B2C4-4D11-BE3F9A480B07}"/>
                  </a:ext>
                </a:extLst>
              </p:cNvPr>
              <p:cNvSpPr/>
              <p:nvPr/>
            </p:nvSpPr>
            <p:spPr>
              <a:xfrm>
                <a:off x="6458712" y="18227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599" y="228600"/>
                    </a:lnTo>
                    <a:lnTo>
                      <a:pt x="228599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697" name="object 364">
              <a:extLst>
                <a:ext uri="{FF2B5EF4-FFF2-40B4-BE49-F238E27FC236}">
                  <a16:creationId xmlns:a16="http://schemas.microsoft.com/office/drawing/2014/main" id="{ACCF6131-C1B9-2334-B9DA-A0723334BB1B}"/>
                </a:ext>
              </a:extLst>
            </p:cNvPr>
            <p:cNvGrpSpPr/>
            <p:nvPr/>
          </p:nvGrpSpPr>
          <p:grpSpPr>
            <a:xfrm>
              <a:off x="5539740" y="2122932"/>
              <a:ext cx="238125" cy="238125"/>
              <a:chOff x="5539740" y="2122932"/>
              <a:chExt cx="238125" cy="238125"/>
            </a:xfrm>
          </p:grpSpPr>
          <p:sp>
            <p:nvSpPr>
              <p:cNvPr id="858" name="object 365">
                <a:extLst>
                  <a:ext uri="{FF2B5EF4-FFF2-40B4-BE49-F238E27FC236}">
                    <a16:creationId xmlns:a16="http://schemas.microsoft.com/office/drawing/2014/main" id="{F0553470-DC88-BC2D-1741-027D70DF08F4}"/>
                  </a:ext>
                </a:extLst>
              </p:cNvPr>
              <p:cNvSpPr/>
              <p:nvPr/>
            </p:nvSpPr>
            <p:spPr>
              <a:xfrm>
                <a:off x="5544312" y="21275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59" name="object 366">
                <a:extLst>
                  <a:ext uri="{FF2B5EF4-FFF2-40B4-BE49-F238E27FC236}">
                    <a16:creationId xmlns:a16="http://schemas.microsoft.com/office/drawing/2014/main" id="{890E6152-88D2-E68A-7B0C-1F36EFC1DE84}"/>
                  </a:ext>
                </a:extLst>
              </p:cNvPr>
              <p:cNvSpPr/>
              <p:nvPr/>
            </p:nvSpPr>
            <p:spPr>
              <a:xfrm>
                <a:off x="5544312" y="21275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698" name="object 367">
              <a:extLst>
                <a:ext uri="{FF2B5EF4-FFF2-40B4-BE49-F238E27FC236}">
                  <a16:creationId xmlns:a16="http://schemas.microsoft.com/office/drawing/2014/main" id="{71277CF9-96DF-F69F-7CB0-21A3232C6AD7}"/>
                </a:ext>
              </a:extLst>
            </p:cNvPr>
            <p:cNvSpPr/>
            <p:nvPr/>
          </p:nvSpPr>
          <p:spPr>
            <a:xfrm>
              <a:off x="6458711" y="2127504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599" y="228600"/>
                  </a:lnTo>
                  <a:lnTo>
                    <a:pt x="228599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699" name="object 368">
              <a:extLst>
                <a:ext uri="{FF2B5EF4-FFF2-40B4-BE49-F238E27FC236}">
                  <a16:creationId xmlns:a16="http://schemas.microsoft.com/office/drawing/2014/main" id="{3AEF57D9-6A3A-157C-5B70-C9D77D85CDD6}"/>
                </a:ext>
              </a:extLst>
            </p:cNvPr>
            <p:cNvGrpSpPr/>
            <p:nvPr/>
          </p:nvGrpSpPr>
          <p:grpSpPr>
            <a:xfrm>
              <a:off x="5539740" y="2427732"/>
              <a:ext cx="238125" cy="238125"/>
              <a:chOff x="5539740" y="2427732"/>
              <a:chExt cx="238125" cy="238125"/>
            </a:xfrm>
          </p:grpSpPr>
          <p:sp>
            <p:nvSpPr>
              <p:cNvPr id="856" name="object 369">
                <a:extLst>
                  <a:ext uri="{FF2B5EF4-FFF2-40B4-BE49-F238E27FC236}">
                    <a16:creationId xmlns:a16="http://schemas.microsoft.com/office/drawing/2014/main" id="{AF8641EA-4D8D-7FFB-38E9-F99545BCF1B7}"/>
                  </a:ext>
                </a:extLst>
              </p:cNvPr>
              <p:cNvSpPr/>
              <p:nvPr/>
            </p:nvSpPr>
            <p:spPr>
              <a:xfrm>
                <a:off x="5544312" y="24323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57" name="object 370">
                <a:extLst>
                  <a:ext uri="{FF2B5EF4-FFF2-40B4-BE49-F238E27FC236}">
                    <a16:creationId xmlns:a16="http://schemas.microsoft.com/office/drawing/2014/main" id="{FA08E0BB-5670-D6D0-6D99-0AEAF261881A}"/>
                  </a:ext>
                </a:extLst>
              </p:cNvPr>
              <p:cNvSpPr/>
              <p:nvPr/>
            </p:nvSpPr>
            <p:spPr>
              <a:xfrm>
                <a:off x="5544312" y="24323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700" name="object 371">
              <a:extLst>
                <a:ext uri="{FF2B5EF4-FFF2-40B4-BE49-F238E27FC236}">
                  <a16:creationId xmlns:a16="http://schemas.microsoft.com/office/drawing/2014/main" id="{26875D28-E00E-4805-9B9E-ECB9958F08D9}"/>
                </a:ext>
              </a:extLst>
            </p:cNvPr>
            <p:cNvSpPr/>
            <p:nvPr/>
          </p:nvSpPr>
          <p:spPr>
            <a:xfrm>
              <a:off x="6458711" y="2432304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599" y="228600"/>
                  </a:lnTo>
                  <a:lnTo>
                    <a:pt x="228599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701" name="object 372">
              <a:extLst>
                <a:ext uri="{FF2B5EF4-FFF2-40B4-BE49-F238E27FC236}">
                  <a16:creationId xmlns:a16="http://schemas.microsoft.com/office/drawing/2014/main" id="{F641BE39-4C32-4323-EAC4-B2DFFA9A0BA1}"/>
                </a:ext>
              </a:extLst>
            </p:cNvPr>
            <p:cNvGrpSpPr/>
            <p:nvPr/>
          </p:nvGrpSpPr>
          <p:grpSpPr>
            <a:xfrm>
              <a:off x="7139940" y="2732532"/>
              <a:ext cx="238125" cy="238125"/>
              <a:chOff x="7139940" y="2732532"/>
              <a:chExt cx="238125" cy="238125"/>
            </a:xfrm>
          </p:grpSpPr>
          <p:pic>
            <p:nvPicPr>
              <p:cNvPr id="854" name="object 373">
                <a:extLst>
                  <a:ext uri="{FF2B5EF4-FFF2-40B4-BE49-F238E27FC236}">
                    <a16:creationId xmlns:a16="http://schemas.microsoft.com/office/drawing/2014/main" id="{93518338-D3EB-E215-CA91-CAFFA8C2F899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7144512" y="2737104"/>
                <a:ext cx="228600" cy="228600"/>
              </a:xfrm>
              <a:prstGeom prst="rect">
                <a:avLst/>
              </a:prstGeom>
            </p:spPr>
          </p:pic>
          <p:sp>
            <p:nvSpPr>
              <p:cNvPr id="855" name="object 374">
                <a:extLst>
                  <a:ext uri="{FF2B5EF4-FFF2-40B4-BE49-F238E27FC236}">
                    <a16:creationId xmlns:a16="http://schemas.microsoft.com/office/drawing/2014/main" id="{A6D685BF-6005-FC09-B180-C862C2ED7B94}"/>
                  </a:ext>
                </a:extLst>
              </p:cNvPr>
              <p:cNvSpPr/>
              <p:nvPr/>
            </p:nvSpPr>
            <p:spPr>
              <a:xfrm>
                <a:off x="7144512" y="27371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702" name="object 375">
              <a:extLst>
                <a:ext uri="{FF2B5EF4-FFF2-40B4-BE49-F238E27FC236}">
                  <a16:creationId xmlns:a16="http://schemas.microsoft.com/office/drawing/2014/main" id="{6E0477FD-3E95-61D0-F200-F970CBE62BC6}"/>
                </a:ext>
              </a:extLst>
            </p:cNvPr>
            <p:cNvGrpSpPr/>
            <p:nvPr/>
          </p:nvGrpSpPr>
          <p:grpSpPr>
            <a:xfrm>
              <a:off x="7444740" y="2732532"/>
              <a:ext cx="238125" cy="238125"/>
              <a:chOff x="7444740" y="2732532"/>
              <a:chExt cx="238125" cy="238125"/>
            </a:xfrm>
          </p:grpSpPr>
          <p:pic>
            <p:nvPicPr>
              <p:cNvPr id="852" name="object 376">
                <a:extLst>
                  <a:ext uri="{FF2B5EF4-FFF2-40B4-BE49-F238E27FC236}">
                    <a16:creationId xmlns:a16="http://schemas.microsoft.com/office/drawing/2014/main" id="{AFD695BD-3B14-9C9A-8ADE-0302520128CD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7449312" y="2737104"/>
                <a:ext cx="228600" cy="228600"/>
              </a:xfrm>
              <a:prstGeom prst="rect">
                <a:avLst/>
              </a:prstGeom>
            </p:spPr>
          </p:pic>
          <p:sp>
            <p:nvSpPr>
              <p:cNvPr id="853" name="object 377">
                <a:extLst>
                  <a:ext uri="{FF2B5EF4-FFF2-40B4-BE49-F238E27FC236}">
                    <a16:creationId xmlns:a16="http://schemas.microsoft.com/office/drawing/2014/main" id="{A66950DE-E525-772B-BE88-E5EF8D5C21E1}"/>
                  </a:ext>
                </a:extLst>
              </p:cNvPr>
              <p:cNvSpPr/>
              <p:nvPr/>
            </p:nvSpPr>
            <p:spPr>
              <a:xfrm>
                <a:off x="7449312" y="27371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703" name="object 378">
              <a:extLst>
                <a:ext uri="{FF2B5EF4-FFF2-40B4-BE49-F238E27FC236}">
                  <a16:creationId xmlns:a16="http://schemas.microsoft.com/office/drawing/2014/main" id="{2A1E4272-8F38-B1AC-95DF-3D2DB128A4E6}"/>
                </a:ext>
              </a:extLst>
            </p:cNvPr>
            <p:cNvGrpSpPr/>
            <p:nvPr/>
          </p:nvGrpSpPr>
          <p:grpSpPr>
            <a:xfrm>
              <a:off x="7749540" y="2732532"/>
              <a:ext cx="238125" cy="238125"/>
              <a:chOff x="7749540" y="2732532"/>
              <a:chExt cx="238125" cy="238125"/>
            </a:xfrm>
          </p:grpSpPr>
          <p:pic>
            <p:nvPicPr>
              <p:cNvPr id="850" name="object 379">
                <a:extLst>
                  <a:ext uri="{FF2B5EF4-FFF2-40B4-BE49-F238E27FC236}">
                    <a16:creationId xmlns:a16="http://schemas.microsoft.com/office/drawing/2014/main" id="{CD068571-3D5F-9101-48B6-6A8800984F7E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7754112" y="2737104"/>
                <a:ext cx="228600" cy="228600"/>
              </a:xfrm>
              <a:prstGeom prst="rect">
                <a:avLst/>
              </a:prstGeom>
            </p:spPr>
          </p:pic>
          <p:sp>
            <p:nvSpPr>
              <p:cNvPr id="851" name="object 380">
                <a:extLst>
                  <a:ext uri="{FF2B5EF4-FFF2-40B4-BE49-F238E27FC236}">
                    <a16:creationId xmlns:a16="http://schemas.microsoft.com/office/drawing/2014/main" id="{DBCCD56B-05D5-916B-18CB-B1773453FAD9}"/>
                  </a:ext>
                </a:extLst>
              </p:cNvPr>
              <p:cNvSpPr/>
              <p:nvPr/>
            </p:nvSpPr>
            <p:spPr>
              <a:xfrm>
                <a:off x="7754112" y="27371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704" name="object 381">
              <a:extLst>
                <a:ext uri="{FF2B5EF4-FFF2-40B4-BE49-F238E27FC236}">
                  <a16:creationId xmlns:a16="http://schemas.microsoft.com/office/drawing/2014/main" id="{07FAEF47-E68A-12DA-50F4-1136B1367CE8}"/>
                </a:ext>
              </a:extLst>
            </p:cNvPr>
            <p:cNvGrpSpPr/>
            <p:nvPr/>
          </p:nvGrpSpPr>
          <p:grpSpPr>
            <a:xfrm>
              <a:off x="8054340" y="2732532"/>
              <a:ext cx="238125" cy="238125"/>
              <a:chOff x="8054340" y="2732532"/>
              <a:chExt cx="238125" cy="238125"/>
            </a:xfrm>
          </p:grpSpPr>
          <p:pic>
            <p:nvPicPr>
              <p:cNvPr id="848" name="object 382">
                <a:extLst>
                  <a:ext uri="{FF2B5EF4-FFF2-40B4-BE49-F238E27FC236}">
                    <a16:creationId xmlns:a16="http://schemas.microsoft.com/office/drawing/2014/main" id="{9E080CA6-639B-0D09-D891-B05C2EFAC984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8058912" y="2737104"/>
                <a:ext cx="228600" cy="228600"/>
              </a:xfrm>
              <a:prstGeom prst="rect">
                <a:avLst/>
              </a:prstGeom>
            </p:spPr>
          </p:pic>
          <p:sp>
            <p:nvSpPr>
              <p:cNvPr id="849" name="object 383">
                <a:extLst>
                  <a:ext uri="{FF2B5EF4-FFF2-40B4-BE49-F238E27FC236}">
                    <a16:creationId xmlns:a16="http://schemas.microsoft.com/office/drawing/2014/main" id="{3010EB03-BFFC-CBCF-AA26-6C7FAF15588C}"/>
                  </a:ext>
                </a:extLst>
              </p:cNvPr>
              <p:cNvSpPr/>
              <p:nvPr/>
            </p:nvSpPr>
            <p:spPr>
              <a:xfrm>
                <a:off x="8058912" y="27371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705" name="object 384">
              <a:extLst>
                <a:ext uri="{FF2B5EF4-FFF2-40B4-BE49-F238E27FC236}">
                  <a16:creationId xmlns:a16="http://schemas.microsoft.com/office/drawing/2014/main" id="{E90B210C-69A6-39E8-079F-F4CA409179FA}"/>
                </a:ext>
              </a:extLst>
            </p:cNvPr>
            <p:cNvGrpSpPr/>
            <p:nvPr/>
          </p:nvGrpSpPr>
          <p:grpSpPr>
            <a:xfrm>
              <a:off x="7139940" y="3037332"/>
              <a:ext cx="238125" cy="238125"/>
              <a:chOff x="7139940" y="3037332"/>
              <a:chExt cx="238125" cy="238125"/>
            </a:xfrm>
          </p:grpSpPr>
          <p:sp>
            <p:nvSpPr>
              <p:cNvPr id="846" name="object 385">
                <a:extLst>
                  <a:ext uri="{FF2B5EF4-FFF2-40B4-BE49-F238E27FC236}">
                    <a16:creationId xmlns:a16="http://schemas.microsoft.com/office/drawing/2014/main" id="{C17CAFF5-FE34-61E1-DCE1-220A100DBAC3}"/>
                  </a:ext>
                </a:extLst>
              </p:cNvPr>
              <p:cNvSpPr/>
              <p:nvPr/>
            </p:nvSpPr>
            <p:spPr>
              <a:xfrm>
                <a:off x="7144512" y="30419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47" name="object 386">
                <a:extLst>
                  <a:ext uri="{FF2B5EF4-FFF2-40B4-BE49-F238E27FC236}">
                    <a16:creationId xmlns:a16="http://schemas.microsoft.com/office/drawing/2014/main" id="{BDA97A81-83D6-7543-111F-20E6165635AC}"/>
                  </a:ext>
                </a:extLst>
              </p:cNvPr>
              <p:cNvSpPr/>
              <p:nvPr/>
            </p:nvSpPr>
            <p:spPr>
              <a:xfrm>
                <a:off x="7144512" y="30419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706" name="object 387">
              <a:extLst>
                <a:ext uri="{FF2B5EF4-FFF2-40B4-BE49-F238E27FC236}">
                  <a16:creationId xmlns:a16="http://schemas.microsoft.com/office/drawing/2014/main" id="{C6090AAA-14C4-EF0F-5BFA-A1D8E159F3EF}"/>
                </a:ext>
              </a:extLst>
            </p:cNvPr>
            <p:cNvGrpSpPr/>
            <p:nvPr/>
          </p:nvGrpSpPr>
          <p:grpSpPr>
            <a:xfrm>
              <a:off x="7444740" y="3037332"/>
              <a:ext cx="238125" cy="238125"/>
              <a:chOff x="7444740" y="3037332"/>
              <a:chExt cx="238125" cy="238125"/>
            </a:xfrm>
          </p:grpSpPr>
          <p:sp>
            <p:nvSpPr>
              <p:cNvPr id="844" name="object 388">
                <a:extLst>
                  <a:ext uri="{FF2B5EF4-FFF2-40B4-BE49-F238E27FC236}">
                    <a16:creationId xmlns:a16="http://schemas.microsoft.com/office/drawing/2014/main" id="{656083E3-3C9E-1342-BF78-BB55164639AF}"/>
                  </a:ext>
                </a:extLst>
              </p:cNvPr>
              <p:cNvSpPr/>
              <p:nvPr/>
            </p:nvSpPr>
            <p:spPr>
              <a:xfrm>
                <a:off x="7449312" y="30419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45" name="object 389">
                <a:extLst>
                  <a:ext uri="{FF2B5EF4-FFF2-40B4-BE49-F238E27FC236}">
                    <a16:creationId xmlns:a16="http://schemas.microsoft.com/office/drawing/2014/main" id="{9BB50F5A-E2B4-C76C-F01C-949394C4342E}"/>
                  </a:ext>
                </a:extLst>
              </p:cNvPr>
              <p:cNvSpPr/>
              <p:nvPr/>
            </p:nvSpPr>
            <p:spPr>
              <a:xfrm>
                <a:off x="7449312" y="30419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707" name="object 390">
              <a:extLst>
                <a:ext uri="{FF2B5EF4-FFF2-40B4-BE49-F238E27FC236}">
                  <a16:creationId xmlns:a16="http://schemas.microsoft.com/office/drawing/2014/main" id="{85442332-EA8B-F3D1-7CD9-EAD1535AE194}"/>
                </a:ext>
              </a:extLst>
            </p:cNvPr>
            <p:cNvGrpSpPr/>
            <p:nvPr/>
          </p:nvGrpSpPr>
          <p:grpSpPr>
            <a:xfrm>
              <a:off x="7749540" y="3037332"/>
              <a:ext cx="238125" cy="238125"/>
              <a:chOff x="7749540" y="3037332"/>
              <a:chExt cx="238125" cy="238125"/>
            </a:xfrm>
          </p:grpSpPr>
          <p:sp>
            <p:nvSpPr>
              <p:cNvPr id="842" name="object 391">
                <a:extLst>
                  <a:ext uri="{FF2B5EF4-FFF2-40B4-BE49-F238E27FC236}">
                    <a16:creationId xmlns:a16="http://schemas.microsoft.com/office/drawing/2014/main" id="{7A1E1492-A8B9-ACA3-13F1-2CADDE819DCA}"/>
                  </a:ext>
                </a:extLst>
              </p:cNvPr>
              <p:cNvSpPr/>
              <p:nvPr/>
            </p:nvSpPr>
            <p:spPr>
              <a:xfrm>
                <a:off x="7754112" y="30419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43" name="object 392">
                <a:extLst>
                  <a:ext uri="{FF2B5EF4-FFF2-40B4-BE49-F238E27FC236}">
                    <a16:creationId xmlns:a16="http://schemas.microsoft.com/office/drawing/2014/main" id="{45954C84-CE0F-1DF6-BDCA-D27CD5F01515}"/>
                  </a:ext>
                </a:extLst>
              </p:cNvPr>
              <p:cNvSpPr/>
              <p:nvPr/>
            </p:nvSpPr>
            <p:spPr>
              <a:xfrm>
                <a:off x="7754112" y="30419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708" name="object 393">
              <a:extLst>
                <a:ext uri="{FF2B5EF4-FFF2-40B4-BE49-F238E27FC236}">
                  <a16:creationId xmlns:a16="http://schemas.microsoft.com/office/drawing/2014/main" id="{73648EB6-AA07-B395-A631-112AF60059F9}"/>
                </a:ext>
              </a:extLst>
            </p:cNvPr>
            <p:cNvGrpSpPr/>
            <p:nvPr/>
          </p:nvGrpSpPr>
          <p:grpSpPr>
            <a:xfrm>
              <a:off x="8054340" y="3037332"/>
              <a:ext cx="238125" cy="238125"/>
              <a:chOff x="8054340" y="3037332"/>
              <a:chExt cx="238125" cy="238125"/>
            </a:xfrm>
          </p:grpSpPr>
          <p:sp>
            <p:nvSpPr>
              <p:cNvPr id="840" name="object 394">
                <a:extLst>
                  <a:ext uri="{FF2B5EF4-FFF2-40B4-BE49-F238E27FC236}">
                    <a16:creationId xmlns:a16="http://schemas.microsoft.com/office/drawing/2014/main" id="{6EA09D4C-A089-DD0A-7DB8-5C329AC0EC6C}"/>
                  </a:ext>
                </a:extLst>
              </p:cNvPr>
              <p:cNvSpPr/>
              <p:nvPr/>
            </p:nvSpPr>
            <p:spPr>
              <a:xfrm>
                <a:off x="8058912" y="30419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41" name="object 395">
                <a:extLst>
                  <a:ext uri="{FF2B5EF4-FFF2-40B4-BE49-F238E27FC236}">
                    <a16:creationId xmlns:a16="http://schemas.microsoft.com/office/drawing/2014/main" id="{457B43C8-BEE2-E430-E380-9372EC087EE7}"/>
                  </a:ext>
                </a:extLst>
              </p:cNvPr>
              <p:cNvSpPr/>
              <p:nvPr/>
            </p:nvSpPr>
            <p:spPr>
              <a:xfrm>
                <a:off x="8058912" y="30419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709" name="object 396">
              <a:extLst>
                <a:ext uri="{FF2B5EF4-FFF2-40B4-BE49-F238E27FC236}">
                  <a16:creationId xmlns:a16="http://schemas.microsoft.com/office/drawing/2014/main" id="{6B91B7B8-1FA4-41A5-BD11-64583AF4B652}"/>
                </a:ext>
              </a:extLst>
            </p:cNvPr>
            <p:cNvGrpSpPr/>
            <p:nvPr/>
          </p:nvGrpSpPr>
          <p:grpSpPr>
            <a:xfrm>
              <a:off x="7139940" y="3342132"/>
              <a:ext cx="238125" cy="238125"/>
              <a:chOff x="7139940" y="3342132"/>
              <a:chExt cx="238125" cy="238125"/>
            </a:xfrm>
          </p:grpSpPr>
          <p:sp>
            <p:nvSpPr>
              <p:cNvPr id="838" name="object 397">
                <a:extLst>
                  <a:ext uri="{FF2B5EF4-FFF2-40B4-BE49-F238E27FC236}">
                    <a16:creationId xmlns:a16="http://schemas.microsoft.com/office/drawing/2014/main" id="{6F0EDA18-C37D-CE31-3949-8FA75B51F0D5}"/>
                  </a:ext>
                </a:extLst>
              </p:cNvPr>
              <p:cNvSpPr/>
              <p:nvPr/>
            </p:nvSpPr>
            <p:spPr>
              <a:xfrm>
                <a:off x="7144512" y="33467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FFFF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39" name="object 398">
                <a:extLst>
                  <a:ext uri="{FF2B5EF4-FFF2-40B4-BE49-F238E27FC236}">
                    <a16:creationId xmlns:a16="http://schemas.microsoft.com/office/drawing/2014/main" id="{1E5E88FD-9007-2E93-260D-8DDEBBB9E1A2}"/>
                  </a:ext>
                </a:extLst>
              </p:cNvPr>
              <p:cNvSpPr/>
              <p:nvPr/>
            </p:nvSpPr>
            <p:spPr>
              <a:xfrm>
                <a:off x="7144512" y="33467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710" name="object 399">
              <a:extLst>
                <a:ext uri="{FF2B5EF4-FFF2-40B4-BE49-F238E27FC236}">
                  <a16:creationId xmlns:a16="http://schemas.microsoft.com/office/drawing/2014/main" id="{EB4DBFFD-2C0A-541F-731F-666CAE089CA4}"/>
                </a:ext>
              </a:extLst>
            </p:cNvPr>
            <p:cNvGrpSpPr/>
            <p:nvPr/>
          </p:nvGrpSpPr>
          <p:grpSpPr>
            <a:xfrm>
              <a:off x="7444740" y="3342132"/>
              <a:ext cx="238125" cy="238125"/>
              <a:chOff x="7444740" y="3342132"/>
              <a:chExt cx="238125" cy="238125"/>
            </a:xfrm>
          </p:grpSpPr>
          <p:sp>
            <p:nvSpPr>
              <p:cNvPr id="836" name="object 400">
                <a:extLst>
                  <a:ext uri="{FF2B5EF4-FFF2-40B4-BE49-F238E27FC236}">
                    <a16:creationId xmlns:a16="http://schemas.microsoft.com/office/drawing/2014/main" id="{8BAF7898-B8EE-7D0C-5158-F5B68427333D}"/>
                  </a:ext>
                </a:extLst>
              </p:cNvPr>
              <p:cNvSpPr/>
              <p:nvPr/>
            </p:nvSpPr>
            <p:spPr>
              <a:xfrm>
                <a:off x="7449312" y="33467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FFFF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37" name="object 401">
                <a:extLst>
                  <a:ext uri="{FF2B5EF4-FFF2-40B4-BE49-F238E27FC236}">
                    <a16:creationId xmlns:a16="http://schemas.microsoft.com/office/drawing/2014/main" id="{8CA2917D-256E-FC17-8916-0121A0B4FA7C}"/>
                  </a:ext>
                </a:extLst>
              </p:cNvPr>
              <p:cNvSpPr/>
              <p:nvPr/>
            </p:nvSpPr>
            <p:spPr>
              <a:xfrm>
                <a:off x="7449312" y="33467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711" name="object 402">
              <a:extLst>
                <a:ext uri="{FF2B5EF4-FFF2-40B4-BE49-F238E27FC236}">
                  <a16:creationId xmlns:a16="http://schemas.microsoft.com/office/drawing/2014/main" id="{B9B2A039-9C9A-C7CC-F2C6-86C8404C6487}"/>
                </a:ext>
              </a:extLst>
            </p:cNvPr>
            <p:cNvGrpSpPr/>
            <p:nvPr/>
          </p:nvGrpSpPr>
          <p:grpSpPr>
            <a:xfrm>
              <a:off x="7749540" y="3342132"/>
              <a:ext cx="238125" cy="238125"/>
              <a:chOff x="7749540" y="3342132"/>
              <a:chExt cx="238125" cy="238125"/>
            </a:xfrm>
          </p:grpSpPr>
          <p:pic>
            <p:nvPicPr>
              <p:cNvPr id="834" name="object 403">
                <a:extLst>
                  <a:ext uri="{FF2B5EF4-FFF2-40B4-BE49-F238E27FC236}">
                    <a16:creationId xmlns:a16="http://schemas.microsoft.com/office/drawing/2014/main" id="{E6B3B91A-AA66-44C8-7981-389E2A3055A4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7754112" y="3346704"/>
                <a:ext cx="228600" cy="228600"/>
              </a:xfrm>
              <a:prstGeom prst="rect">
                <a:avLst/>
              </a:prstGeom>
            </p:spPr>
          </p:pic>
          <p:sp>
            <p:nvSpPr>
              <p:cNvPr id="835" name="object 404">
                <a:extLst>
                  <a:ext uri="{FF2B5EF4-FFF2-40B4-BE49-F238E27FC236}">
                    <a16:creationId xmlns:a16="http://schemas.microsoft.com/office/drawing/2014/main" id="{488405CA-6F66-BC44-7083-20277A2B5B67}"/>
                  </a:ext>
                </a:extLst>
              </p:cNvPr>
              <p:cNvSpPr/>
              <p:nvPr/>
            </p:nvSpPr>
            <p:spPr>
              <a:xfrm>
                <a:off x="7754112" y="33467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712" name="object 405">
              <a:extLst>
                <a:ext uri="{FF2B5EF4-FFF2-40B4-BE49-F238E27FC236}">
                  <a16:creationId xmlns:a16="http://schemas.microsoft.com/office/drawing/2014/main" id="{6E43A401-ED4D-02F3-2A17-14CC6D7EC9B1}"/>
                </a:ext>
              </a:extLst>
            </p:cNvPr>
            <p:cNvSpPr/>
            <p:nvPr/>
          </p:nvSpPr>
          <p:spPr>
            <a:xfrm>
              <a:off x="8058911" y="334670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713" name="object 406">
              <a:extLst>
                <a:ext uri="{FF2B5EF4-FFF2-40B4-BE49-F238E27FC236}">
                  <a16:creationId xmlns:a16="http://schemas.microsoft.com/office/drawing/2014/main" id="{91C0D33F-CC1D-DD29-B598-DE6988ED2301}"/>
                </a:ext>
              </a:extLst>
            </p:cNvPr>
            <p:cNvGrpSpPr/>
            <p:nvPr/>
          </p:nvGrpSpPr>
          <p:grpSpPr>
            <a:xfrm>
              <a:off x="7139940" y="3646932"/>
              <a:ext cx="238125" cy="238125"/>
              <a:chOff x="7139940" y="3646932"/>
              <a:chExt cx="238125" cy="238125"/>
            </a:xfrm>
          </p:grpSpPr>
          <p:sp>
            <p:nvSpPr>
              <p:cNvPr id="832" name="object 407">
                <a:extLst>
                  <a:ext uri="{FF2B5EF4-FFF2-40B4-BE49-F238E27FC236}">
                    <a16:creationId xmlns:a16="http://schemas.microsoft.com/office/drawing/2014/main" id="{352365C6-B642-6FA9-F7C6-BEA34E992F48}"/>
                  </a:ext>
                </a:extLst>
              </p:cNvPr>
              <p:cNvSpPr/>
              <p:nvPr/>
            </p:nvSpPr>
            <p:spPr>
              <a:xfrm>
                <a:off x="7144512" y="36515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33" name="object 408">
                <a:extLst>
                  <a:ext uri="{FF2B5EF4-FFF2-40B4-BE49-F238E27FC236}">
                    <a16:creationId xmlns:a16="http://schemas.microsoft.com/office/drawing/2014/main" id="{7306D604-832C-DBB4-7EE6-9EDD5C82F525}"/>
                  </a:ext>
                </a:extLst>
              </p:cNvPr>
              <p:cNvSpPr/>
              <p:nvPr/>
            </p:nvSpPr>
            <p:spPr>
              <a:xfrm>
                <a:off x="7144512" y="36515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714" name="object 409">
              <a:extLst>
                <a:ext uri="{FF2B5EF4-FFF2-40B4-BE49-F238E27FC236}">
                  <a16:creationId xmlns:a16="http://schemas.microsoft.com/office/drawing/2014/main" id="{109363DB-DE88-4D7E-B116-DC937068E396}"/>
                </a:ext>
              </a:extLst>
            </p:cNvPr>
            <p:cNvGrpSpPr/>
            <p:nvPr/>
          </p:nvGrpSpPr>
          <p:grpSpPr>
            <a:xfrm>
              <a:off x="7444740" y="3646932"/>
              <a:ext cx="238125" cy="238125"/>
              <a:chOff x="7444740" y="3646932"/>
              <a:chExt cx="238125" cy="238125"/>
            </a:xfrm>
          </p:grpSpPr>
          <p:pic>
            <p:nvPicPr>
              <p:cNvPr id="830" name="object 410">
                <a:extLst>
                  <a:ext uri="{FF2B5EF4-FFF2-40B4-BE49-F238E27FC236}">
                    <a16:creationId xmlns:a16="http://schemas.microsoft.com/office/drawing/2014/main" id="{04AC1B65-15C0-86C2-9BAC-1C391855CCDA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7449312" y="3651504"/>
                <a:ext cx="228600" cy="228600"/>
              </a:xfrm>
              <a:prstGeom prst="rect">
                <a:avLst/>
              </a:prstGeom>
            </p:spPr>
          </p:pic>
          <p:sp>
            <p:nvSpPr>
              <p:cNvPr id="831" name="object 411">
                <a:extLst>
                  <a:ext uri="{FF2B5EF4-FFF2-40B4-BE49-F238E27FC236}">
                    <a16:creationId xmlns:a16="http://schemas.microsoft.com/office/drawing/2014/main" id="{9D414E50-787B-0C74-4E2B-9A53569A42B0}"/>
                  </a:ext>
                </a:extLst>
              </p:cNvPr>
              <p:cNvSpPr/>
              <p:nvPr/>
            </p:nvSpPr>
            <p:spPr>
              <a:xfrm>
                <a:off x="7449312" y="36515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715" name="object 412">
              <a:extLst>
                <a:ext uri="{FF2B5EF4-FFF2-40B4-BE49-F238E27FC236}">
                  <a16:creationId xmlns:a16="http://schemas.microsoft.com/office/drawing/2014/main" id="{FCF8B782-7A8F-AF4B-666E-2D2CC2B012DA}"/>
                </a:ext>
              </a:extLst>
            </p:cNvPr>
            <p:cNvGrpSpPr/>
            <p:nvPr/>
          </p:nvGrpSpPr>
          <p:grpSpPr>
            <a:xfrm>
              <a:off x="7749540" y="3646932"/>
              <a:ext cx="238125" cy="238125"/>
              <a:chOff x="7749540" y="3646932"/>
              <a:chExt cx="238125" cy="238125"/>
            </a:xfrm>
          </p:grpSpPr>
          <p:sp>
            <p:nvSpPr>
              <p:cNvPr id="828" name="object 413">
                <a:extLst>
                  <a:ext uri="{FF2B5EF4-FFF2-40B4-BE49-F238E27FC236}">
                    <a16:creationId xmlns:a16="http://schemas.microsoft.com/office/drawing/2014/main" id="{948E92D2-349F-5A4B-0D87-0095A913594C}"/>
                  </a:ext>
                </a:extLst>
              </p:cNvPr>
              <p:cNvSpPr/>
              <p:nvPr/>
            </p:nvSpPr>
            <p:spPr>
              <a:xfrm>
                <a:off x="7754112" y="36515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FFFF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29" name="object 414">
                <a:extLst>
                  <a:ext uri="{FF2B5EF4-FFF2-40B4-BE49-F238E27FC236}">
                    <a16:creationId xmlns:a16="http://schemas.microsoft.com/office/drawing/2014/main" id="{D30E84BE-CF5F-693C-1F94-38626289F7FB}"/>
                  </a:ext>
                </a:extLst>
              </p:cNvPr>
              <p:cNvSpPr/>
              <p:nvPr/>
            </p:nvSpPr>
            <p:spPr>
              <a:xfrm>
                <a:off x="7754112" y="36515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716" name="object 415">
              <a:extLst>
                <a:ext uri="{FF2B5EF4-FFF2-40B4-BE49-F238E27FC236}">
                  <a16:creationId xmlns:a16="http://schemas.microsoft.com/office/drawing/2014/main" id="{3E439477-CE0D-FD80-DD4B-0506B5D856E6}"/>
                </a:ext>
              </a:extLst>
            </p:cNvPr>
            <p:cNvGrpSpPr/>
            <p:nvPr/>
          </p:nvGrpSpPr>
          <p:grpSpPr>
            <a:xfrm>
              <a:off x="8054340" y="3646932"/>
              <a:ext cx="238125" cy="238125"/>
              <a:chOff x="8054340" y="3646932"/>
              <a:chExt cx="238125" cy="238125"/>
            </a:xfrm>
          </p:grpSpPr>
          <p:pic>
            <p:nvPicPr>
              <p:cNvPr id="826" name="object 416">
                <a:extLst>
                  <a:ext uri="{FF2B5EF4-FFF2-40B4-BE49-F238E27FC236}">
                    <a16:creationId xmlns:a16="http://schemas.microsoft.com/office/drawing/2014/main" id="{A16ADCB9-1302-3F80-3194-9AB0F2A2B904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8058912" y="3651504"/>
                <a:ext cx="228600" cy="228600"/>
              </a:xfrm>
              <a:prstGeom prst="rect">
                <a:avLst/>
              </a:prstGeom>
            </p:spPr>
          </p:pic>
          <p:sp>
            <p:nvSpPr>
              <p:cNvPr id="827" name="object 417">
                <a:extLst>
                  <a:ext uri="{FF2B5EF4-FFF2-40B4-BE49-F238E27FC236}">
                    <a16:creationId xmlns:a16="http://schemas.microsoft.com/office/drawing/2014/main" id="{9AE3F51E-78D4-975D-E2BE-000E91975D07}"/>
                  </a:ext>
                </a:extLst>
              </p:cNvPr>
              <p:cNvSpPr/>
              <p:nvPr/>
            </p:nvSpPr>
            <p:spPr>
              <a:xfrm>
                <a:off x="8058912" y="36515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717" name="object 418">
              <a:extLst>
                <a:ext uri="{FF2B5EF4-FFF2-40B4-BE49-F238E27FC236}">
                  <a16:creationId xmlns:a16="http://schemas.microsoft.com/office/drawing/2014/main" id="{1F2B5837-6223-D508-D1CE-2E8D475263B6}"/>
                </a:ext>
              </a:extLst>
            </p:cNvPr>
            <p:cNvGrpSpPr/>
            <p:nvPr/>
          </p:nvGrpSpPr>
          <p:grpSpPr>
            <a:xfrm>
              <a:off x="7139940" y="3951732"/>
              <a:ext cx="238125" cy="238125"/>
              <a:chOff x="7139940" y="3951732"/>
              <a:chExt cx="238125" cy="238125"/>
            </a:xfrm>
          </p:grpSpPr>
          <p:sp>
            <p:nvSpPr>
              <p:cNvPr id="824" name="object 419">
                <a:extLst>
                  <a:ext uri="{FF2B5EF4-FFF2-40B4-BE49-F238E27FC236}">
                    <a16:creationId xmlns:a16="http://schemas.microsoft.com/office/drawing/2014/main" id="{308BE5F4-D624-AFFB-88B5-EB0A16DD6ED2}"/>
                  </a:ext>
                </a:extLst>
              </p:cNvPr>
              <p:cNvSpPr/>
              <p:nvPr/>
            </p:nvSpPr>
            <p:spPr>
              <a:xfrm>
                <a:off x="7144512" y="39563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25" name="object 420">
                <a:extLst>
                  <a:ext uri="{FF2B5EF4-FFF2-40B4-BE49-F238E27FC236}">
                    <a16:creationId xmlns:a16="http://schemas.microsoft.com/office/drawing/2014/main" id="{C78AD745-6A56-A74F-590F-32998FA985C6}"/>
                  </a:ext>
                </a:extLst>
              </p:cNvPr>
              <p:cNvSpPr/>
              <p:nvPr/>
            </p:nvSpPr>
            <p:spPr>
              <a:xfrm>
                <a:off x="7144512" y="39563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718" name="object 421">
              <a:extLst>
                <a:ext uri="{FF2B5EF4-FFF2-40B4-BE49-F238E27FC236}">
                  <a16:creationId xmlns:a16="http://schemas.microsoft.com/office/drawing/2014/main" id="{4B85D61D-94B2-252D-DDCF-83CBB4C9D530}"/>
                </a:ext>
              </a:extLst>
            </p:cNvPr>
            <p:cNvGrpSpPr/>
            <p:nvPr/>
          </p:nvGrpSpPr>
          <p:grpSpPr>
            <a:xfrm>
              <a:off x="7444740" y="3951732"/>
              <a:ext cx="238125" cy="238125"/>
              <a:chOff x="7444740" y="3951732"/>
              <a:chExt cx="238125" cy="238125"/>
            </a:xfrm>
          </p:grpSpPr>
          <p:sp>
            <p:nvSpPr>
              <p:cNvPr id="822" name="object 422">
                <a:extLst>
                  <a:ext uri="{FF2B5EF4-FFF2-40B4-BE49-F238E27FC236}">
                    <a16:creationId xmlns:a16="http://schemas.microsoft.com/office/drawing/2014/main" id="{C7430380-FBA5-54E4-6CD7-B17A757EDB92}"/>
                  </a:ext>
                </a:extLst>
              </p:cNvPr>
              <p:cNvSpPr/>
              <p:nvPr/>
            </p:nvSpPr>
            <p:spPr>
              <a:xfrm>
                <a:off x="7449312" y="39563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23" name="object 423">
                <a:extLst>
                  <a:ext uri="{FF2B5EF4-FFF2-40B4-BE49-F238E27FC236}">
                    <a16:creationId xmlns:a16="http://schemas.microsoft.com/office/drawing/2014/main" id="{1F275C65-59C9-CF33-28BC-C9DA04E0243E}"/>
                  </a:ext>
                </a:extLst>
              </p:cNvPr>
              <p:cNvSpPr/>
              <p:nvPr/>
            </p:nvSpPr>
            <p:spPr>
              <a:xfrm>
                <a:off x="7449312" y="39563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719" name="object 424">
              <a:extLst>
                <a:ext uri="{FF2B5EF4-FFF2-40B4-BE49-F238E27FC236}">
                  <a16:creationId xmlns:a16="http://schemas.microsoft.com/office/drawing/2014/main" id="{48A65F60-BF5B-2FED-9FE9-A10FBBC4AF9F}"/>
                </a:ext>
              </a:extLst>
            </p:cNvPr>
            <p:cNvGrpSpPr/>
            <p:nvPr/>
          </p:nvGrpSpPr>
          <p:grpSpPr>
            <a:xfrm>
              <a:off x="7749540" y="3951732"/>
              <a:ext cx="238125" cy="238125"/>
              <a:chOff x="7749540" y="3951732"/>
              <a:chExt cx="238125" cy="238125"/>
            </a:xfrm>
          </p:grpSpPr>
          <p:pic>
            <p:nvPicPr>
              <p:cNvPr id="820" name="object 425">
                <a:extLst>
                  <a:ext uri="{FF2B5EF4-FFF2-40B4-BE49-F238E27FC236}">
                    <a16:creationId xmlns:a16="http://schemas.microsoft.com/office/drawing/2014/main" id="{7221C663-4BF9-AC71-B74B-AE19CAB80FD7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7754112" y="3956304"/>
                <a:ext cx="228600" cy="228600"/>
              </a:xfrm>
              <a:prstGeom prst="rect">
                <a:avLst/>
              </a:prstGeom>
            </p:spPr>
          </p:pic>
          <p:sp>
            <p:nvSpPr>
              <p:cNvPr id="821" name="object 426">
                <a:extLst>
                  <a:ext uri="{FF2B5EF4-FFF2-40B4-BE49-F238E27FC236}">
                    <a16:creationId xmlns:a16="http://schemas.microsoft.com/office/drawing/2014/main" id="{ACE726BC-5720-CB49-597C-8F2D9DA7AB90}"/>
                  </a:ext>
                </a:extLst>
              </p:cNvPr>
              <p:cNvSpPr/>
              <p:nvPr/>
            </p:nvSpPr>
            <p:spPr>
              <a:xfrm>
                <a:off x="7754112" y="39563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720" name="object 427">
              <a:extLst>
                <a:ext uri="{FF2B5EF4-FFF2-40B4-BE49-F238E27FC236}">
                  <a16:creationId xmlns:a16="http://schemas.microsoft.com/office/drawing/2014/main" id="{64CA6FE7-1102-2484-BB92-F98863F3BF68}"/>
                </a:ext>
              </a:extLst>
            </p:cNvPr>
            <p:cNvSpPr/>
            <p:nvPr/>
          </p:nvSpPr>
          <p:spPr>
            <a:xfrm>
              <a:off x="8058911" y="395630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721" name="object 428">
              <a:extLst>
                <a:ext uri="{FF2B5EF4-FFF2-40B4-BE49-F238E27FC236}">
                  <a16:creationId xmlns:a16="http://schemas.microsoft.com/office/drawing/2014/main" id="{B0B8952B-DE2C-3642-9362-68A586625FB2}"/>
                </a:ext>
              </a:extLst>
            </p:cNvPr>
            <p:cNvGrpSpPr/>
            <p:nvPr/>
          </p:nvGrpSpPr>
          <p:grpSpPr>
            <a:xfrm>
              <a:off x="7139940" y="4256532"/>
              <a:ext cx="238125" cy="238125"/>
              <a:chOff x="7139940" y="4256532"/>
              <a:chExt cx="238125" cy="238125"/>
            </a:xfrm>
          </p:grpSpPr>
          <p:sp>
            <p:nvSpPr>
              <p:cNvPr id="818" name="object 429">
                <a:extLst>
                  <a:ext uri="{FF2B5EF4-FFF2-40B4-BE49-F238E27FC236}">
                    <a16:creationId xmlns:a16="http://schemas.microsoft.com/office/drawing/2014/main" id="{26C1E29F-9CB2-F770-B1F9-9610365475E7}"/>
                  </a:ext>
                </a:extLst>
              </p:cNvPr>
              <p:cNvSpPr/>
              <p:nvPr/>
            </p:nvSpPr>
            <p:spPr>
              <a:xfrm>
                <a:off x="7144512" y="42611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19" name="object 430">
                <a:extLst>
                  <a:ext uri="{FF2B5EF4-FFF2-40B4-BE49-F238E27FC236}">
                    <a16:creationId xmlns:a16="http://schemas.microsoft.com/office/drawing/2014/main" id="{3B037B77-5741-95CA-0853-4690DB95D883}"/>
                  </a:ext>
                </a:extLst>
              </p:cNvPr>
              <p:cNvSpPr/>
              <p:nvPr/>
            </p:nvSpPr>
            <p:spPr>
              <a:xfrm>
                <a:off x="7144512" y="42611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722" name="object 431">
              <a:extLst>
                <a:ext uri="{FF2B5EF4-FFF2-40B4-BE49-F238E27FC236}">
                  <a16:creationId xmlns:a16="http://schemas.microsoft.com/office/drawing/2014/main" id="{6B615F47-CA92-F995-1022-CA408ED7D7CC}"/>
                </a:ext>
              </a:extLst>
            </p:cNvPr>
            <p:cNvGrpSpPr/>
            <p:nvPr/>
          </p:nvGrpSpPr>
          <p:grpSpPr>
            <a:xfrm>
              <a:off x="7444740" y="4256532"/>
              <a:ext cx="238125" cy="238125"/>
              <a:chOff x="7444740" y="4256532"/>
              <a:chExt cx="238125" cy="238125"/>
            </a:xfrm>
          </p:grpSpPr>
          <p:pic>
            <p:nvPicPr>
              <p:cNvPr id="816" name="object 432">
                <a:extLst>
                  <a:ext uri="{FF2B5EF4-FFF2-40B4-BE49-F238E27FC236}">
                    <a16:creationId xmlns:a16="http://schemas.microsoft.com/office/drawing/2014/main" id="{92689272-A6CC-659B-2D72-7B1DEEAD3F91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7449312" y="4261104"/>
                <a:ext cx="228600" cy="228600"/>
              </a:xfrm>
              <a:prstGeom prst="rect">
                <a:avLst/>
              </a:prstGeom>
            </p:spPr>
          </p:pic>
          <p:sp>
            <p:nvSpPr>
              <p:cNvPr id="817" name="object 433">
                <a:extLst>
                  <a:ext uri="{FF2B5EF4-FFF2-40B4-BE49-F238E27FC236}">
                    <a16:creationId xmlns:a16="http://schemas.microsoft.com/office/drawing/2014/main" id="{2CD18C0D-A98E-87D6-EFFF-3BF063E4BFE4}"/>
                  </a:ext>
                </a:extLst>
              </p:cNvPr>
              <p:cNvSpPr/>
              <p:nvPr/>
            </p:nvSpPr>
            <p:spPr>
              <a:xfrm>
                <a:off x="7449312" y="42611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723" name="object 434">
              <a:extLst>
                <a:ext uri="{FF2B5EF4-FFF2-40B4-BE49-F238E27FC236}">
                  <a16:creationId xmlns:a16="http://schemas.microsoft.com/office/drawing/2014/main" id="{AE6D4B7F-C81C-6700-D657-27810EAB8557}"/>
                </a:ext>
              </a:extLst>
            </p:cNvPr>
            <p:cNvGrpSpPr/>
            <p:nvPr/>
          </p:nvGrpSpPr>
          <p:grpSpPr>
            <a:xfrm>
              <a:off x="7749540" y="4256532"/>
              <a:ext cx="238125" cy="238125"/>
              <a:chOff x="7749540" y="4256532"/>
              <a:chExt cx="238125" cy="238125"/>
            </a:xfrm>
          </p:grpSpPr>
          <p:pic>
            <p:nvPicPr>
              <p:cNvPr id="814" name="object 435">
                <a:extLst>
                  <a:ext uri="{FF2B5EF4-FFF2-40B4-BE49-F238E27FC236}">
                    <a16:creationId xmlns:a16="http://schemas.microsoft.com/office/drawing/2014/main" id="{21B1DFF4-A6F4-C7E1-0407-D1EC12342297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7754112" y="4261104"/>
                <a:ext cx="228600" cy="228600"/>
              </a:xfrm>
              <a:prstGeom prst="rect">
                <a:avLst/>
              </a:prstGeom>
            </p:spPr>
          </p:pic>
          <p:sp>
            <p:nvSpPr>
              <p:cNvPr id="815" name="object 436">
                <a:extLst>
                  <a:ext uri="{FF2B5EF4-FFF2-40B4-BE49-F238E27FC236}">
                    <a16:creationId xmlns:a16="http://schemas.microsoft.com/office/drawing/2014/main" id="{9F1328D3-B0F7-0DBD-41E4-C1342D8082D3}"/>
                  </a:ext>
                </a:extLst>
              </p:cNvPr>
              <p:cNvSpPr/>
              <p:nvPr/>
            </p:nvSpPr>
            <p:spPr>
              <a:xfrm>
                <a:off x="7754112" y="42611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724" name="object 437">
              <a:extLst>
                <a:ext uri="{FF2B5EF4-FFF2-40B4-BE49-F238E27FC236}">
                  <a16:creationId xmlns:a16="http://schemas.microsoft.com/office/drawing/2014/main" id="{1B4D6400-6574-A802-EEAF-0DB88824DFE7}"/>
                </a:ext>
              </a:extLst>
            </p:cNvPr>
            <p:cNvGrpSpPr/>
            <p:nvPr/>
          </p:nvGrpSpPr>
          <p:grpSpPr>
            <a:xfrm>
              <a:off x="8054340" y="4256532"/>
              <a:ext cx="238125" cy="238125"/>
              <a:chOff x="8054340" y="4256532"/>
              <a:chExt cx="238125" cy="238125"/>
            </a:xfrm>
          </p:grpSpPr>
          <p:sp>
            <p:nvSpPr>
              <p:cNvPr id="812" name="object 438">
                <a:extLst>
                  <a:ext uri="{FF2B5EF4-FFF2-40B4-BE49-F238E27FC236}">
                    <a16:creationId xmlns:a16="http://schemas.microsoft.com/office/drawing/2014/main" id="{00061F3B-0414-EED3-C803-F97365A7076D}"/>
                  </a:ext>
                </a:extLst>
              </p:cNvPr>
              <p:cNvSpPr/>
              <p:nvPr/>
            </p:nvSpPr>
            <p:spPr>
              <a:xfrm>
                <a:off x="8058912" y="42611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FFFF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13" name="object 439">
                <a:extLst>
                  <a:ext uri="{FF2B5EF4-FFF2-40B4-BE49-F238E27FC236}">
                    <a16:creationId xmlns:a16="http://schemas.microsoft.com/office/drawing/2014/main" id="{F786E2F7-FE74-FBDF-3EB1-33220EC051A5}"/>
                  </a:ext>
                </a:extLst>
              </p:cNvPr>
              <p:cNvSpPr/>
              <p:nvPr/>
            </p:nvSpPr>
            <p:spPr>
              <a:xfrm>
                <a:off x="8058912" y="42611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725" name="object 440">
              <a:extLst>
                <a:ext uri="{FF2B5EF4-FFF2-40B4-BE49-F238E27FC236}">
                  <a16:creationId xmlns:a16="http://schemas.microsoft.com/office/drawing/2014/main" id="{C5AC6A48-FDA9-D063-43E5-30230CA960BE}"/>
                </a:ext>
              </a:extLst>
            </p:cNvPr>
            <p:cNvGrpSpPr/>
            <p:nvPr/>
          </p:nvGrpSpPr>
          <p:grpSpPr>
            <a:xfrm>
              <a:off x="7139940" y="4561332"/>
              <a:ext cx="238125" cy="238125"/>
              <a:chOff x="7139940" y="4561332"/>
              <a:chExt cx="238125" cy="238125"/>
            </a:xfrm>
          </p:grpSpPr>
          <p:sp>
            <p:nvSpPr>
              <p:cNvPr id="810" name="object 441">
                <a:extLst>
                  <a:ext uri="{FF2B5EF4-FFF2-40B4-BE49-F238E27FC236}">
                    <a16:creationId xmlns:a16="http://schemas.microsoft.com/office/drawing/2014/main" id="{36B8EAF7-DE68-838A-C898-E50B9CEEE8E6}"/>
                  </a:ext>
                </a:extLst>
              </p:cNvPr>
              <p:cNvSpPr/>
              <p:nvPr/>
            </p:nvSpPr>
            <p:spPr>
              <a:xfrm>
                <a:off x="7144512" y="45659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11" name="object 442">
                <a:extLst>
                  <a:ext uri="{FF2B5EF4-FFF2-40B4-BE49-F238E27FC236}">
                    <a16:creationId xmlns:a16="http://schemas.microsoft.com/office/drawing/2014/main" id="{1AEAB16C-E95A-BDC2-18B3-38B53E48ACB2}"/>
                  </a:ext>
                </a:extLst>
              </p:cNvPr>
              <p:cNvSpPr/>
              <p:nvPr/>
            </p:nvSpPr>
            <p:spPr>
              <a:xfrm>
                <a:off x="7144512" y="45659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726" name="object 443">
              <a:extLst>
                <a:ext uri="{FF2B5EF4-FFF2-40B4-BE49-F238E27FC236}">
                  <a16:creationId xmlns:a16="http://schemas.microsoft.com/office/drawing/2014/main" id="{004A010E-E243-73B8-052E-55CB42323DF9}"/>
                </a:ext>
              </a:extLst>
            </p:cNvPr>
            <p:cNvGrpSpPr/>
            <p:nvPr/>
          </p:nvGrpSpPr>
          <p:grpSpPr>
            <a:xfrm>
              <a:off x="7444740" y="4561332"/>
              <a:ext cx="238125" cy="238125"/>
              <a:chOff x="7444740" y="4561332"/>
              <a:chExt cx="238125" cy="238125"/>
            </a:xfrm>
          </p:grpSpPr>
          <p:pic>
            <p:nvPicPr>
              <p:cNvPr id="808" name="object 444">
                <a:extLst>
                  <a:ext uri="{FF2B5EF4-FFF2-40B4-BE49-F238E27FC236}">
                    <a16:creationId xmlns:a16="http://schemas.microsoft.com/office/drawing/2014/main" id="{37E51935-180B-227E-2430-63811716713E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7449312" y="4565904"/>
                <a:ext cx="228600" cy="228600"/>
              </a:xfrm>
              <a:prstGeom prst="rect">
                <a:avLst/>
              </a:prstGeom>
            </p:spPr>
          </p:pic>
          <p:sp>
            <p:nvSpPr>
              <p:cNvPr id="809" name="object 445">
                <a:extLst>
                  <a:ext uri="{FF2B5EF4-FFF2-40B4-BE49-F238E27FC236}">
                    <a16:creationId xmlns:a16="http://schemas.microsoft.com/office/drawing/2014/main" id="{F5BAB783-7057-C151-D0D9-8CD3E3323807}"/>
                  </a:ext>
                </a:extLst>
              </p:cNvPr>
              <p:cNvSpPr/>
              <p:nvPr/>
            </p:nvSpPr>
            <p:spPr>
              <a:xfrm>
                <a:off x="7449312" y="45659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727" name="object 446">
              <a:extLst>
                <a:ext uri="{FF2B5EF4-FFF2-40B4-BE49-F238E27FC236}">
                  <a16:creationId xmlns:a16="http://schemas.microsoft.com/office/drawing/2014/main" id="{3062A4BC-714F-3FB8-7720-59D996EC4779}"/>
                </a:ext>
              </a:extLst>
            </p:cNvPr>
            <p:cNvGrpSpPr/>
            <p:nvPr/>
          </p:nvGrpSpPr>
          <p:grpSpPr>
            <a:xfrm>
              <a:off x="7749540" y="4561332"/>
              <a:ext cx="238125" cy="238125"/>
              <a:chOff x="7749540" y="4561332"/>
              <a:chExt cx="238125" cy="238125"/>
            </a:xfrm>
          </p:grpSpPr>
          <p:pic>
            <p:nvPicPr>
              <p:cNvPr id="806" name="object 447">
                <a:extLst>
                  <a:ext uri="{FF2B5EF4-FFF2-40B4-BE49-F238E27FC236}">
                    <a16:creationId xmlns:a16="http://schemas.microsoft.com/office/drawing/2014/main" id="{2A5A24A6-98E2-9FB7-E128-2341F3EA95D8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7754112" y="4565904"/>
                <a:ext cx="228600" cy="228600"/>
              </a:xfrm>
              <a:prstGeom prst="rect">
                <a:avLst/>
              </a:prstGeom>
            </p:spPr>
          </p:pic>
          <p:sp>
            <p:nvSpPr>
              <p:cNvPr id="807" name="object 448">
                <a:extLst>
                  <a:ext uri="{FF2B5EF4-FFF2-40B4-BE49-F238E27FC236}">
                    <a16:creationId xmlns:a16="http://schemas.microsoft.com/office/drawing/2014/main" id="{A41CAACF-FBEE-8EBF-BCCA-C01C773297D8}"/>
                  </a:ext>
                </a:extLst>
              </p:cNvPr>
              <p:cNvSpPr/>
              <p:nvPr/>
            </p:nvSpPr>
            <p:spPr>
              <a:xfrm>
                <a:off x="7754112" y="45659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728" name="object 449">
              <a:extLst>
                <a:ext uri="{FF2B5EF4-FFF2-40B4-BE49-F238E27FC236}">
                  <a16:creationId xmlns:a16="http://schemas.microsoft.com/office/drawing/2014/main" id="{871BB637-E9AD-6F2E-5B3E-C75849A78033}"/>
                </a:ext>
              </a:extLst>
            </p:cNvPr>
            <p:cNvSpPr/>
            <p:nvPr/>
          </p:nvSpPr>
          <p:spPr>
            <a:xfrm>
              <a:off x="8058911" y="456590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729" name="object 450">
              <a:extLst>
                <a:ext uri="{FF2B5EF4-FFF2-40B4-BE49-F238E27FC236}">
                  <a16:creationId xmlns:a16="http://schemas.microsoft.com/office/drawing/2014/main" id="{94D03C5B-0767-DFCF-DA87-12CA25D59319}"/>
                </a:ext>
              </a:extLst>
            </p:cNvPr>
            <p:cNvGrpSpPr/>
            <p:nvPr/>
          </p:nvGrpSpPr>
          <p:grpSpPr>
            <a:xfrm>
              <a:off x="7139940" y="4866132"/>
              <a:ext cx="238125" cy="238125"/>
              <a:chOff x="7139940" y="4866132"/>
              <a:chExt cx="238125" cy="238125"/>
            </a:xfrm>
          </p:grpSpPr>
          <p:pic>
            <p:nvPicPr>
              <p:cNvPr id="804" name="object 451">
                <a:extLst>
                  <a:ext uri="{FF2B5EF4-FFF2-40B4-BE49-F238E27FC236}">
                    <a16:creationId xmlns:a16="http://schemas.microsoft.com/office/drawing/2014/main" id="{542097EB-78EB-7F8E-1AB0-3325347EA275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7144512" y="4870704"/>
                <a:ext cx="228600" cy="228600"/>
              </a:xfrm>
              <a:prstGeom prst="rect">
                <a:avLst/>
              </a:prstGeom>
            </p:spPr>
          </p:pic>
          <p:sp>
            <p:nvSpPr>
              <p:cNvPr id="805" name="object 452">
                <a:extLst>
                  <a:ext uri="{FF2B5EF4-FFF2-40B4-BE49-F238E27FC236}">
                    <a16:creationId xmlns:a16="http://schemas.microsoft.com/office/drawing/2014/main" id="{4ED8D3A5-2556-62D1-8C96-71F185CBA271}"/>
                  </a:ext>
                </a:extLst>
              </p:cNvPr>
              <p:cNvSpPr/>
              <p:nvPr/>
            </p:nvSpPr>
            <p:spPr>
              <a:xfrm>
                <a:off x="7144512" y="48707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730" name="object 453">
              <a:extLst>
                <a:ext uri="{FF2B5EF4-FFF2-40B4-BE49-F238E27FC236}">
                  <a16:creationId xmlns:a16="http://schemas.microsoft.com/office/drawing/2014/main" id="{B9DE039E-3ABB-115A-F68C-F5770230089C}"/>
                </a:ext>
              </a:extLst>
            </p:cNvPr>
            <p:cNvGrpSpPr/>
            <p:nvPr/>
          </p:nvGrpSpPr>
          <p:grpSpPr>
            <a:xfrm>
              <a:off x="7444740" y="4866132"/>
              <a:ext cx="238125" cy="238125"/>
              <a:chOff x="7444740" y="4866132"/>
              <a:chExt cx="238125" cy="238125"/>
            </a:xfrm>
          </p:grpSpPr>
          <p:pic>
            <p:nvPicPr>
              <p:cNvPr id="802" name="object 454">
                <a:extLst>
                  <a:ext uri="{FF2B5EF4-FFF2-40B4-BE49-F238E27FC236}">
                    <a16:creationId xmlns:a16="http://schemas.microsoft.com/office/drawing/2014/main" id="{03E85E6C-025D-6E23-75C2-955917CA72DE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7449312" y="4870704"/>
                <a:ext cx="228600" cy="228600"/>
              </a:xfrm>
              <a:prstGeom prst="rect">
                <a:avLst/>
              </a:prstGeom>
            </p:spPr>
          </p:pic>
          <p:sp>
            <p:nvSpPr>
              <p:cNvPr id="803" name="object 455">
                <a:extLst>
                  <a:ext uri="{FF2B5EF4-FFF2-40B4-BE49-F238E27FC236}">
                    <a16:creationId xmlns:a16="http://schemas.microsoft.com/office/drawing/2014/main" id="{B5378556-BEE6-6142-7831-69D96DB75191}"/>
                  </a:ext>
                </a:extLst>
              </p:cNvPr>
              <p:cNvSpPr/>
              <p:nvPr/>
            </p:nvSpPr>
            <p:spPr>
              <a:xfrm>
                <a:off x="7449312" y="48707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731" name="object 456">
              <a:extLst>
                <a:ext uri="{FF2B5EF4-FFF2-40B4-BE49-F238E27FC236}">
                  <a16:creationId xmlns:a16="http://schemas.microsoft.com/office/drawing/2014/main" id="{783A7FF0-EAEC-4449-0410-C9B9D4C38A08}"/>
                </a:ext>
              </a:extLst>
            </p:cNvPr>
            <p:cNvGrpSpPr/>
            <p:nvPr/>
          </p:nvGrpSpPr>
          <p:grpSpPr>
            <a:xfrm>
              <a:off x="7749540" y="4866132"/>
              <a:ext cx="238125" cy="238125"/>
              <a:chOff x="7749540" y="4866132"/>
              <a:chExt cx="238125" cy="238125"/>
            </a:xfrm>
          </p:grpSpPr>
          <p:pic>
            <p:nvPicPr>
              <p:cNvPr id="800" name="object 457">
                <a:extLst>
                  <a:ext uri="{FF2B5EF4-FFF2-40B4-BE49-F238E27FC236}">
                    <a16:creationId xmlns:a16="http://schemas.microsoft.com/office/drawing/2014/main" id="{4F2F3350-3B65-CA54-48D7-53D003637216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7754112" y="4870704"/>
                <a:ext cx="228600" cy="228600"/>
              </a:xfrm>
              <a:prstGeom prst="rect">
                <a:avLst/>
              </a:prstGeom>
            </p:spPr>
          </p:pic>
          <p:sp>
            <p:nvSpPr>
              <p:cNvPr id="801" name="object 458">
                <a:extLst>
                  <a:ext uri="{FF2B5EF4-FFF2-40B4-BE49-F238E27FC236}">
                    <a16:creationId xmlns:a16="http://schemas.microsoft.com/office/drawing/2014/main" id="{D487A44B-6C11-7A38-5A0C-EC1BF429153F}"/>
                  </a:ext>
                </a:extLst>
              </p:cNvPr>
              <p:cNvSpPr/>
              <p:nvPr/>
            </p:nvSpPr>
            <p:spPr>
              <a:xfrm>
                <a:off x="7754112" y="48707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732" name="object 459">
              <a:extLst>
                <a:ext uri="{FF2B5EF4-FFF2-40B4-BE49-F238E27FC236}">
                  <a16:creationId xmlns:a16="http://schemas.microsoft.com/office/drawing/2014/main" id="{64F240EF-63DA-24C9-0FA4-8D9ACC7C74F9}"/>
                </a:ext>
              </a:extLst>
            </p:cNvPr>
            <p:cNvSpPr/>
            <p:nvPr/>
          </p:nvSpPr>
          <p:spPr>
            <a:xfrm>
              <a:off x="8058911" y="487070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733" name="object 460">
              <a:extLst>
                <a:ext uri="{FF2B5EF4-FFF2-40B4-BE49-F238E27FC236}">
                  <a16:creationId xmlns:a16="http://schemas.microsoft.com/office/drawing/2014/main" id="{88DB279A-C5B5-713F-025E-018B4347437C}"/>
                </a:ext>
              </a:extLst>
            </p:cNvPr>
            <p:cNvGrpSpPr/>
            <p:nvPr/>
          </p:nvGrpSpPr>
          <p:grpSpPr>
            <a:xfrm>
              <a:off x="7139940" y="1513332"/>
              <a:ext cx="238125" cy="238125"/>
              <a:chOff x="7139940" y="1513332"/>
              <a:chExt cx="238125" cy="238125"/>
            </a:xfrm>
          </p:grpSpPr>
          <p:sp>
            <p:nvSpPr>
              <p:cNvPr id="798" name="object 461">
                <a:extLst>
                  <a:ext uri="{FF2B5EF4-FFF2-40B4-BE49-F238E27FC236}">
                    <a16:creationId xmlns:a16="http://schemas.microsoft.com/office/drawing/2014/main" id="{552B310E-411D-3C9B-DC68-38F310B56FE7}"/>
                  </a:ext>
                </a:extLst>
              </p:cNvPr>
              <p:cNvSpPr/>
              <p:nvPr/>
            </p:nvSpPr>
            <p:spPr>
              <a:xfrm>
                <a:off x="7144512" y="15179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99" name="object 462">
                <a:extLst>
                  <a:ext uri="{FF2B5EF4-FFF2-40B4-BE49-F238E27FC236}">
                    <a16:creationId xmlns:a16="http://schemas.microsoft.com/office/drawing/2014/main" id="{57987512-CD2D-E5C4-AE7A-42AA47100169}"/>
                  </a:ext>
                </a:extLst>
              </p:cNvPr>
              <p:cNvSpPr/>
              <p:nvPr/>
            </p:nvSpPr>
            <p:spPr>
              <a:xfrm>
                <a:off x="7144512" y="15179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734" name="object 463">
              <a:extLst>
                <a:ext uri="{FF2B5EF4-FFF2-40B4-BE49-F238E27FC236}">
                  <a16:creationId xmlns:a16="http://schemas.microsoft.com/office/drawing/2014/main" id="{7F8361D5-4599-3A7C-F214-C5CFAB867E7D}"/>
                </a:ext>
              </a:extLst>
            </p:cNvPr>
            <p:cNvGrpSpPr/>
            <p:nvPr/>
          </p:nvGrpSpPr>
          <p:grpSpPr>
            <a:xfrm>
              <a:off x="7444740" y="1513332"/>
              <a:ext cx="238125" cy="238125"/>
              <a:chOff x="7444740" y="1513332"/>
              <a:chExt cx="238125" cy="238125"/>
            </a:xfrm>
          </p:grpSpPr>
          <p:sp>
            <p:nvSpPr>
              <p:cNvPr id="796" name="object 464">
                <a:extLst>
                  <a:ext uri="{FF2B5EF4-FFF2-40B4-BE49-F238E27FC236}">
                    <a16:creationId xmlns:a16="http://schemas.microsoft.com/office/drawing/2014/main" id="{04C5F8D2-2EA9-897E-9CE3-EF8008C029D3}"/>
                  </a:ext>
                </a:extLst>
              </p:cNvPr>
              <p:cNvSpPr/>
              <p:nvPr/>
            </p:nvSpPr>
            <p:spPr>
              <a:xfrm>
                <a:off x="7449312" y="15179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97" name="object 465">
                <a:extLst>
                  <a:ext uri="{FF2B5EF4-FFF2-40B4-BE49-F238E27FC236}">
                    <a16:creationId xmlns:a16="http://schemas.microsoft.com/office/drawing/2014/main" id="{4E119E8A-E6CD-289A-CFC0-DD291150280D}"/>
                  </a:ext>
                </a:extLst>
              </p:cNvPr>
              <p:cNvSpPr/>
              <p:nvPr/>
            </p:nvSpPr>
            <p:spPr>
              <a:xfrm>
                <a:off x="7449312" y="15179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735" name="object 466">
              <a:extLst>
                <a:ext uri="{FF2B5EF4-FFF2-40B4-BE49-F238E27FC236}">
                  <a16:creationId xmlns:a16="http://schemas.microsoft.com/office/drawing/2014/main" id="{A642BFF7-C92E-D677-D919-A72DE2DD3438}"/>
                </a:ext>
              </a:extLst>
            </p:cNvPr>
            <p:cNvGrpSpPr/>
            <p:nvPr/>
          </p:nvGrpSpPr>
          <p:grpSpPr>
            <a:xfrm>
              <a:off x="7749540" y="1513332"/>
              <a:ext cx="238125" cy="238125"/>
              <a:chOff x="7749540" y="1513332"/>
              <a:chExt cx="238125" cy="238125"/>
            </a:xfrm>
          </p:grpSpPr>
          <p:pic>
            <p:nvPicPr>
              <p:cNvPr id="794" name="object 467">
                <a:extLst>
                  <a:ext uri="{FF2B5EF4-FFF2-40B4-BE49-F238E27FC236}">
                    <a16:creationId xmlns:a16="http://schemas.microsoft.com/office/drawing/2014/main" id="{4DA47147-DE60-1870-EFD1-50441E073BF9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7754112" y="1517904"/>
                <a:ext cx="228600" cy="228600"/>
              </a:xfrm>
              <a:prstGeom prst="rect">
                <a:avLst/>
              </a:prstGeom>
            </p:spPr>
          </p:pic>
          <p:sp>
            <p:nvSpPr>
              <p:cNvPr id="795" name="object 468">
                <a:extLst>
                  <a:ext uri="{FF2B5EF4-FFF2-40B4-BE49-F238E27FC236}">
                    <a16:creationId xmlns:a16="http://schemas.microsoft.com/office/drawing/2014/main" id="{B9A5B8A6-1A71-910C-D316-544D5E32B4B6}"/>
                  </a:ext>
                </a:extLst>
              </p:cNvPr>
              <p:cNvSpPr/>
              <p:nvPr/>
            </p:nvSpPr>
            <p:spPr>
              <a:xfrm>
                <a:off x="7754112" y="15179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736" name="object 469">
              <a:extLst>
                <a:ext uri="{FF2B5EF4-FFF2-40B4-BE49-F238E27FC236}">
                  <a16:creationId xmlns:a16="http://schemas.microsoft.com/office/drawing/2014/main" id="{6300EE8F-5D97-1A29-2745-D4283619B364}"/>
                </a:ext>
              </a:extLst>
            </p:cNvPr>
            <p:cNvSpPr/>
            <p:nvPr/>
          </p:nvSpPr>
          <p:spPr>
            <a:xfrm>
              <a:off x="8058911" y="151790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737" name="object 470">
              <a:extLst>
                <a:ext uri="{FF2B5EF4-FFF2-40B4-BE49-F238E27FC236}">
                  <a16:creationId xmlns:a16="http://schemas.microsoft.com/office/drawing/2014/main" id="{EA623D00-7EAB-85E4-F8C5-E00E3E65CF30}"/>
                </a:ext>
              </a:extLst>
            </p:cNvPr>
            <p:cNvGrpSpPr/>
            <p:nvPr/>
          </p:nvGrpSpPr>
          <p:grpSpPr>
            <a:xfrm>
              <a:off x="7139940" y="1818132"/>
              <a:ext cx="238125" cy="238125"/>
              <a:chOff x="7139940" y="1818132"/>
              <a:chExt cx="238125" cy="238125"/>
            </a:xfrm>
          </p:grpSpPr>
          <p:sp>
            <p:nvSpPr>
              <p:cNvPr id="792" name="object 471">
                <a:extLst>
                  <a:ext uri="{FF2B5EF4-FFF2-40B4-BE49-F238E27FC236}">
                    <a16:creationId xmlns:a16="http://schemas.microsoft.com/office/drawing/2014/main" id="{8F9BBECF-EBFD-BA3F-7D4A-4F87B6C0640C}"/>
                  </a:ext>
                </a:extLst>
              </p:cNvPr>
              <p:cNvSpPr/>
              <p:nvPr/>
            </p:nvSpPr>
            <p:spPr>
              <a:xfrm>
                <a:off x="7144512" y="18227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93" name="object 472">
                <a:extLst>
                  <a:ext uri="{FF2B5EF4-FFF2-40B4-BE49-F238E27FC236}">
                    <a16:creationId xmlns:a16="http://schemas.microsoft.com/office/drawing/2014/main" id="{FB75ADBD-D4AD-386E-7B50-1CAAE3DD3317}"/>
                  </a:ext>
                </a:extLst>
              </p:cNvPr>
              <p:cNvSpPr/>
              <p:nvPr/>
            </p:nvSpPr>
            <p:spPr>
              <a:xfrm>
                <a:off x="7144512" y="18227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738" name="object 473">
              <a:extLst>
                <a:ext uri="{FF2B5EF4-FFF2-40B4-BE49-F238E27FC236}">
                  <a16:creationId xmlns:a16="http://schemas.microsoft.com/office/drawing/2014/main" id="{CB9A767F-CD44-557D-F854-D64BD3DBE3EE}"/>
                </a:ext>
              </a:extLst>
            </p:cNvPr>
            <p:cNvGrpSpPr/>
            <p:nvPr/>
          </p:nvGrpSpPr>
          <p:grpSpPr>
            <a:xfrm>
              <a:off x="7444740" y="1818132"/>
              <a:ext cx="238125" cy="238125"/>
              <a:chOff x="7444740" y="1818132"/>
              <a:chExt cx="238125" cy="238125"/>
            </a:xfrm>
          </p:grpSpPr>
          <p:sp>
            <p:nvSpPr>
              <p:cNvPr id="790" name="object 474">
                <a:extLst>
                  <a:ext uri="{FF2B5EF4-FFF2-40B4-BE49-F238E27FC236}">
                    <a16:creationId xmlns:a16="http://schemas.microsoft.com/office/drawing/2014/main" id="{90F6134F-B9AD-C8DC-5718-1159A43E26FE}"/>
                  </a:ext>
                </a:extLst>
              </p:cNvPr>
              <p:cNvSpPr/>
              <p:nvPr/>
            </p:nvSpPr>
            <p:spPr>
              <a:xfrm>
                <a:off x="7449312" y="18227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FFFF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91" name="object 475">
                <a:extLst>
                  <a:ext uri="{FF2B5EF4-FFF2-40B4-BE49-F238E27FC236}">
                    <a16:creationId xmlns:a16="http://schemas.microsoft.com/office/drawing/2014/main" id="{B3915114-4AA9-948E-16AE-EA81FFAF15B9}"/>
                  </a:ext>
                </a:extLst>
              </p:cNvPr>
              <p:cNvSpPr/>
              <p:nvPr/>
            </p:nvSpPr>
            <p:spPr>
              <a:xfrm>
                <a:off x="7449312" y="18227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739" name="object 476">
              <a:extLst>
                <a:ext uri="{FF2B5EF4-FFF2-40B4-BE49-F238E27FC236}">
                  <a16:creationId xmlns:a16="http://schemas.microsoft.com/office/drawing/2014/main" id="{E6BFAF0C-07CB-6FFD-31C5-C9923943F467}"/>
                </a:ext>
              </a:extLst>
            </p:cNvPr>
            <p:cNvGrpSpPr/>
            <p:nvPr/>
          </p:nvGrpSpPr>
          <p:grpSpPr>
            <a:xfrm>
              <a:off x="7749540" y="1818132"/>
              <a:ext cx="238125" cy="238125"/>
              <a:chOff x="7749540" y="1818132"/>
              <a:chExt cx="238125" cy="238125"/>
            </a:xfrm>
          </p:grpSpPr>
          <p:pic>
            <p:nvPicPr>
              <p:cNvPr id="788" name="object 477">
                <a:extLst>
                  <a:ext uri="{FF2B5EF4-FFF2-40B4-BE49-F238E27FC236}">
                    <a16:creationId xmlns:a16="http://schemas.microsoft.com/office/drawing/2014/main" id="{CCB91610-E76B-A25A-249E-2223BB1D8C4F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7754112" y="1822704"/>
                <a:ext cx="228600" cy="228600"/>
              </a:xfrm>
              <a:prstGeom prst="rect">
                <a:avLst/>
              </a:prstGeom>
            </p:spPr>
          </p:pic>
          <p:sp>
            <p:nvSpPr>
              <p:cNvPr id="789" name="object 478">
                <a:extLst>
                  <a:ext uri="{FF2B5EF4-FFF2-40B4-BE49-F238E27FC236}">
                    <a16:creationId xmlns:a16="http://schemas.microsoft.com/office/drawing/2014/main" id="{38CB78F1-A267-AD66-1CEE-5C2B214DBE00}"/>
                  </a:ext>
                </a:extLst>
              </p:cNvPr>
              <p:cNvSpPr/>
              <p:nvPr/>
            </p:nvSpPr>
            <p:spPr>
              <a:xfrm>
                <a:off x="7754112" y="18227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740" name="object 479">
              <a:extLst>
                <a:ext uri="{FF2B5EF4-FFF2-40B4-BE49-F238E27FC236}">
                  <a16:creationId xmlns:a16="http://schemas.microsoft.com/office/drawing/2014/main" id="{A7C49EB1-072A-895D-1C22-36534217664A}"/>
                </a:ext>
              </a:extLst>
            </p:cNvPr>
            <p:cNvGrpSpPr/>
            <p:nvPr/>
          </p:nvGrpSpPr>
          <p:grpSpPr>
            <a:xfrm>
              <a:off x="8054340" y="1818132"/>
              <a:ext cx="238125" cy="238125"/>
              <a:chOff x="8054340" y="1818132"/>
              <a:chExt cx="238125" cy="238125"/>
            </a:xfrm>
          </p:grpSpPr>
          <p:pic>
            <p:nvPicPr>
              <p:cNvPr id="786" name="object 480">
                <a:extLst>
                  <a:ext uri="{FF2B5EF4-FFF2-40B4-BE49-F238E27FC236}">
                    <a16:creationId xmlns:a16="http://schemas.microsoft.com/office/drawing/2014/main" id="{933C562F-5750-C606-AC06-31173AC4976D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8058912" y="1822704"/>
                <a:ext cx="228600" cy="228600"/>
              </a:xfrm>
              <a:prstGeom prst="rect">
                <a:avLst/>
              </a:prstGeom>
            </p:spPr>
          </p:pic>
          <p:sp>
            <p:nvSpPr>
              <p:cNvPr id="787" name="object 481">
                <a:extLst>
                  <a:ext uri="{FF2B5EF4-FFF2-40B4-BE49-F238E27FC236}">
                    <a16:creationId xmlns:a16="http://schemas.microsoft.com/office/drawing/2014/main" id="{C3E68515-CC7D-D213-B847-23E79E652214}"/>
                  </a:ext>
                </a:extLst>
              </p:cNvPr>
              <p:cNvSpPr/>
              <p:nvPr/>
            </p:nvSpPr>
            <p:spPr>
              <a:xfrm>
                <a:off x="8058912" y="18227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741" name="object 482">
              <a:extLst>
                <a:ext uri="{FF2B5EF4-FFF2-40B4-BE49-F238E27FC236}">
                  <a16:creationId xmlns:a16="http://schemas.microsoft.com/office/drawing/2014/main" id="{C0BEA9B9-EA46-79E1-0269-A9BE6C3B48E3}"/>
                </a:ext>
              </a:extLst>
            </p:cNvPr>
            <p:cNvGrpSpPr/>
            <p:nvPr/>
          </p:nvGrpSpPr>
          <p:grpSpPr>
            <a:xfrm>
              <a:off x="7139940" y="2122932"/>
              <a:ext cx="238125" cy="238125"/>
              <a:chOff x="7139940" y="2122932"/>
              <a:chExt cx="238125" cy="238125"/>
            </a:xfrm>
          </p:grpSpPr>
          <p:pic>
            <p:nvPicPr>
              <p:cNvPr id="784" name="object 483">
                <a:extLst>
                  <a:ext uri="{FF2B5EF4-FFF2-40B4-BE49-F238E27FC236}">
                    <a16:creationId xmlns:a16="http://schemas.microsoft.com/office/drawing/2014/main" id="{35A70A8A-458B-854E-254D-61BFBAFF5D36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7144512" y="2127504"/>
                <a:ext cx="228600" cy="228600"/>
              </a:xfrm>
              <a:prstGeom prst="rect">
                <a:avLst/>
              </a:prstGeom>
            </p:spPr>
          </p:pic>
          <p:sp>
            <p:nvSpPr>
              <p:cNvPr id="785" name="object 484">
                <a:extLst>
                  <a:ext uri="{FF2B5EF4-FFF2-40B4-BE49-F238E27FC236}">
                    <a16:creationId xmlns:a16="http://schemas.microsoft.com/office/drawing/2014/main" id="{94F9E779-CE75-BF6C-6DFC-E2BDD163C5F8}"/>
                  </a:ext>
                </a:extLst>
              </p:cNvPr>
              <p:cNvSpPr/>
              <p:nvPr/>
            </p:nvSpPr>
            <p:spPr>
              <a:xfrm>
                <a:off x="7144512" y="21275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742" name="object 485">
              <a:extLst>
                <a:ext uri="{FF2B5EF4-FFF2-40B4-BE49-F238E27FC236}">
                  <a16:creationId xmlns:a16="http://schemas.microsoft.com/office/drawing/2014/main" id="{DCD9CFCD-0612-BAA6-107D-D6AD15C7D50C}"/>
                </a:ext>
              </a:extLst>
            </p:cNvPr>
            <p:cNvGrpSpPr/>
            <p:nvPr/>
          </p:nvGrpSpPr>
          <p:grpSpPr>
            <a:xfrm>
              <a:off x="7444740" y="2122932"/>
              <a:ext cx="238125" cy="238125"/>
              <a:chOff x="7444740" y="2122932"/>
              <a:chExt cx="238125" cy="238125"/>
            </a:xfrm>
          </p:grpSpPr>
          <p:sp>
            <p:nvSpPr>
              <p:cNvPr id="782" name="object 486">
                <a:extLst>
                  <a:ext uri="{FF2B5EF4-FFF2-40B4-BE49-F238E27FC236}">
                    <a16:creationId xmlns:a16="http://schemas.microsoft.com/office/drawing/2014/main" id="{85FE1C62-4CB0-BD49-768B-E8E9B9874DC2}"/>
                  </a:ext>
                </a:extLst>
              </p:cNvPr>
              <p:cNvSpPr/>
              <p:nvPr/>
            </p:nvSpPr>
            <p:spPr>
              <a:xfrm>
                <a:off x="7449312" y="21275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FFFF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83" name="object 487">
                <a:extLst>
                  <a:ext uri="{FF2B5EF4-FFF2-40B4-BE49-F238E27FC236}">
                    <a16:creationId xmlns:a16="http://schemas.microsoft.com/office/drawing/2014/main" id="{F9FD0F7B-5814-EC58-0D81-2C7211459BF4}"/>
                  </a:ext>
                </a:extLst>
              </p:cNvPr>
              <p:cNvSpPr/>
              <p:nvPr/>
            </p:nvSpPr>
            <p:spPr>
              <a:xfrm>
                <a:off x="7449312" y="21275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743" name="object 488">
              <a:extLst>
                <a:ext uri="{FF2B5EF4-FFF2-40B4-BE49-F238E27FC236}">
                  <a16:creationId xmlns:a16="http://schemas.microsoft.com/office/drawing/2014/main" id="{25C39AC1-E704-F6FD-C784-2BB6B443E6E5}"/>
                </a:ext>
              </a:extLst>
            </p:cNvPr>
            <p:cNvGrpSpPr/>
            <p:nvPr/>
          </p:nvGrpSpPr>
          <p:grpSpPr>
            <a:xfrm>
              <a:off x="7749540" y="2122932"/>
              <a:ext cx="238125" cy="238125"/>
              <a:chOff x="7749540" y="2122932"/>
              <a:chExt cx="238125" cy="238125"/>
            </a:xfrm>
          </p:grpSpPr>
          <p:sp>
            <p:nvSpPr>
              <p:cNvPr id="780" name="object 489">
                <a:extLst>
                  <a:ext uri="{FF2B5EF4-FFF2-40B4-BE49-F238E27FC236}">
                    <a16:creationId xmlns:a16="http://schemas.microsoft.com/office/drawing/2014/main" id="{2EC6075C-F891-E816-EA6F-5B7C034A856F}"/>
                  </a:ext>
                </a:extLst>
              </p:cNvPr>
              <p:cNvSpPr/>
              <p:nvPr/>
            </p:nvSpPr>
            <p:spPr>
              <a:xfrm>
                <a:off x="7754112" y="21275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FFFF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81" name="object 490">
                <a:extLst>
                  <a:ext uri="{FF2B5EF4-FFF2-40B4-BE49-F238E27FC236}">
                    <a16:creationId xmlns:a16="http://schemas.microsoft.com/office/drawing/2014/main" id="{1301BBC3-CE0C-6157-1452-3B190C80CBE2}"/>
                  </a:ext>
                </a:extLst>
              </p:cNvPr>
              <p:cNvSpPr/>
              <p:nvPr/>
            </p:nvSpPr>
            <p:spPr>
              <a:xfrm>
                <a:off x="7754112" y="21275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744" name="object 491">
              <a:extLst>
                <a:ext uri="{FF2B5EF4-FFF2-40B4-BE49-F238E27FC236}">
                  <a16:creationId xmlns:a16="http://schemas.microsoft.com/office/drawing/2014/main" id="{FB7CFE02-2089-0905-1759-07EBE34549C7}"/>
                </a:ext>
              </a:extLst>
            </p:cNvPr>
            <p:cNvGrpSpPr/>
            <p:nvPr/>
          </p:nvGrpSpPr>
          <p:grpSpPr>
            <a:xfrm>
              <a:off x="8054340" y="2122932"/>
              <a:ext cx="238125" cy="238125"/>
              <a:chOff x="8054340" y="2122932"/>
              <a:chExt cx="238125" cy="238125"/>
            </a:xfrm>
          </p:grpSpPr>
          <p:pic>
            <p:nvPicPr>
              <p:cNvPr id="778" name="object 492">
                <a:extLst>
                  <a:ext uri="{FF2B5EF4-FFF2-40B4-BE49-F238E27FC236}">
                    <a16:creationId xmlns:a16="http://schemas.microsoft.com/office/drawing/2014/main" id="{F70DCE55-6E4C-B455-E485-89D3E0C2F8EA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8058912" y="2127504"/>
                <a:ext cx="228600" cy="228600"/>
              </a:xfrm>
              <a:prstGeom prst="rect">
                <a:avLst/>
              </a:prstGeom>
            </p:spPr>
          </p:pic>
          <p:sp>
            <p:nvSpPr>
              <p:cNvPr id="779" name="object 493">
                <a:extLst>
                  <a:ext uri="{FF2B5EF4-FFF2-40B4-BE49-F238E27FC236}">
                    <a16:creationId xmlns:a16="http://schemas.microsoft.com/office/drawing/2014/main" id="{445E0B86-EC9D-09B8-897B-4B5C03328B2A}"/>
                  </a:ext>
                </a:extLst>
              </p:cNvPr>
              <p:cNvSpPr/>
              <p:nvPr/>
            </p:nvSpPr>
            <p:spPr>
              <a:xfrm>
                <a:off x="8058912" y="21275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745" name="object 494">
              <a:extLst>
                <a:ext uri="{FF2B5EF4-FFF2-40B4-BE49-F238E27FC236}">
                  <a16:creationId xmlns:a16="http://schemas.microsoft.com/office/drawing/2014/main" id="{DD86912B-9C14-1759-70C2-88EE7A982656}"/>
                </a:ext>
              </a:extLst>
            </p:cNvPr>
            <p:cNvGrpSpPr/>
            <p:nvPr/>
          </p:nvGrpSpPr>
          <p:grpSpPr>
            <a:xfrm>
              <a:off x="7139940" y="2427732"/>
              <a:ext cx="238125" cy="238125"/>
              <a:chOff x="7139940" y="2427732"/>
              <a:chExt cx="238125" cy="238125"/>
            </a:xfrm>
          </p:grpSpPr>
          <p:sp>
            <p:nvSpPr>
              <p:cNvPr id="776" name="object 495">
                <a:extLst>
                  <a:ext uri="{FF2B5EF4-FFF2-40B4-BE49-F238E27FC236}">
                    <a16:creationId xmlns:a16="http://schemas.microsoft.com/office/drawing/2014/main" id="{E125D93A-174E-B93D-90EB-2C32C93429BB}"/>
                  </a:ext>
                </a:extLst>
              </p:cNvPr>
              <p:cNvSpPr/>
              <p:nvPr/>
            </p:nvSpPr>
            <p:spPr>
              <a:xfrm>
                <a:off x="7144512" y="24323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77" name="object 496">
                <a:extLst>
                  <a:ext uri="{FF2B5EF4-FFF2-40B4-BE49-F238E27FC236}">
                    <a16:creationId xmlns:a16="http://schemas.microsoft.com/office/drawing/2014/main" id="{07038FD3-6E9E-DD34-645A-DAB3294F9697}"/>
                  </a:ext>
                </a:extLst>
              </p:cNvPr>
              <p:cNvSpPr/>
              <p:nvPr/>
            </p:nvSpPr>
            <p:spPr>
              <a:xfrm>
                <a:off x="7144512" y="24323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746" name="object 497">
              <a:extLst>
                <a:ext uri="{FF2B5EF4-FFF2-40B4-BE49-F238E27FC236}">
                  <a16:creationId xmlns:a16="http://schemas.microsoft.com/office/drawing/2014/main" id="{D08F6A60-9AE1-315D-48FF-B8AEFCFC1256}"/>
                </a:ext>
              </a:extLst>
            </p:cNvPr>
            <p:cNvGrpSpPr/>
            <p:nvPr/>
          </p:nvGrpSpPr>
          <p:grpSpPr>
            <a:xfrm>
              <a:off x="7444740" y="2427732"/>
              <a:ext cx="238125" cy="238125"/>
              <a:chOff x="7444740" y="2427732"/>
              <a:chExt cx="238125" cy="238125"/>
            </a:xfrm>
          </p:grpSpPr>
          <p:sp>
            <p:nvSpPr>
              <p:cNvPr id="774" name="object 498">
                <a:extLst>
                  <a:ext uri="{FF2B5EF4-FFF2-40B4-BE49-F238E27FC236}">
                    <a16:creationId xmlns:a16="http://schemas.microsoft.com/office/drawing/2014/main" id="{FBE9839F-07F3-642C-851C-2DC215EFB0C7}"/>
                  </a:ext>
                </a:extLst>
              </p:cNvPr>
              <p:cNvSpPr/>
              <p:nvPr/>
            </p:nvSpPr>
            <p:spPr>
              <a:xfrm>
                <a:off x="7449312" y="24323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75" name="object 499">
                <a:extLst>
                  <a:ext uri="{FF2B5EF4-FFF2-40B4-BE49-F238E27FC236}">
                    <a16:creationId xmlns:a16="http://schemas.microsoft.com/office/drawing/2014/main" id="{6F386786-843B-F1EF-EE0B-448E99F554C5}"/>
                  </a:ext>
                </a:extLst>
              </p:cNvPr>
              <p:cNvSpPr/>
              <p:nvPr/>
            </p:nvSpPr>
            <p:spPr>
              <a:xfrm>
                <a:off x="7449312" y="24323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747" name="object 500">
              <a:extLst>
                <a:ext uri="{FF2B5EF4-FFF2-40B4-BE49-F238E27FC236}">
                  <a16:creationId xmlns:a16="http://schemas.microsoft.com/office/drawing/2014/main" id="{878E6BFC-2D38-086C-C8BD-B895C7567D17}"/>
                </a:ext>
              </a:extLst>
            </p:cNvPr>
            <p:cNvGrpSpPr/>
            <p:nvPr/>
          </p:nvGrpSpPr>
          <p:grpSpPr>
            <a:xfrm>
              <a:off x="7749540" y="2427732"/>
              <a:ext cx="238125" cy="238125"/>
              <a:chOff x="7749540" y="2427732"/>
              <a:chExt cx="238125" cy="238125"/>
            </a:xfrm>
          </p:grpSpPr>
          <p:pic>
            <p:nvPicPr>
              <p:cNvPr id="772" name="object 501">
                <a:extLst>
                  <a:ext uri="{FF2B5EF4-FFF2-40B4-BE49-F238E27FC236}">
                    <a16:creationId xmlns:a16="http://schemas.microsoft.com/office/drawing/2014/main" id="{4C48351E-E7B6-6402-9F6F-785F0C9B0E38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7754112" y="2432304"/>
                <a:ext cx="228600" cy="228600"/>
              </a:xfrm>
              <a:prstGeom prst="rect">
                <a:avLst/>
              </a:prstGeom>
            </p:spPr>
          </p:pic>
          <p:sp>
            <p:nvSpPr>
              <p:cNvPr id="773" name="object 502">
                <a:extLst>
                  <a:ext uri="{FF2B5EF4-FFF2-40B4-BE49-F238E27FC236}">
                    <a16:creationId xmlns:a16="http://schemas.microsoft.com/office/drawing/2014/main" id="{F86EA648-D5FE-2487-8728-D18DC2CBC356}"/>
                  </a:ext>
                </a:extLst>
              </p:cNvPr>
              <p:cNvSpPr/>
              <p:nvPr/>
            </p:nvSpPr>
            <p:spPr>
              <a:xfrm>
                <a:off x="7754112" y="24323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748" name="object 503">
              <a:extLst>
                <a:ext uri="{FF2B5EF4-FFF2-40B4-BE49-F238E27FC236}">
                  <a16:creationId xmlns:a16="http://schemas.microsoft.com/office/drawing/2014/main" id="{F66EBEF6-E8EB-E12F-B10F-CCF787E5DAE6}"/>
                </a:ext>
              </a:extLst>
            </p:cNvPr>
            <p:cNvSpPr/>
            <p:nvPr/>
          </p:nvSpPr>
          <p:spPr>
            <a:xfrm>
              <a:off x="8058911" y="2432304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600" y="22860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9" name="object 506">
              <a:extLst>
                <a:ext uri="{FF2B5EF4-FFF2-40B4-BE49-F238E27FC236}">
                  <a16:creationId xmlns:a16="http://schemas.microsoft.com/office/drawing/2014/main" id="{5F4FB77C-AFB7-271C-7A3D-30B17423AD53}"/>
                </a:ext>
              </a:extLst>
            </p:cNvPr>
            <p:cNvSpPr txBox="1"/>
            <p:nvPr/>
          </p:nvSpPr>
          <p:spPr>
            <a:xfrm>
              <a:off x="821842" y="1175384"/>
              <a:ext cx="1096010" cy="2997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b="1" spc="-175" dirty="0">
                  <a:latin typeface="Arial"/>
                  <a:cs typeface="Arial"/>
                </a:rPr>
                <a:t>Superscalar</a:t>
              </a:r>
              <a:endParaRPr sz="1800">
                <a:latin typeface="Arial"/>
                <a:cs typeface="Arial"/>
              </a:endParaRPr>
            </a:p>
          </p:txBody>
        </p:sp>
        <p:sp>
          <p:nvSpPr>
            <p:cNvPr id="750" name="object 507">
              <a:extLst>
                <a:ext uri="{FF2B5EF4-FFF2-40B4-BE49-F238E27FC236}">
                  <a16:creationId xmlns:a16="http://schemas.microsoft.com/office/drawing/2014/main" id="{02082502-1FAF-07F5-4012-29692548AEDA}"/>
                </a:ext>
              </a:extLst>
            </p:cNvPr>
            <p:cNvSpPr txBox="1"/>
            <p:nvPr/>
          </p:nvSpPr>
          <p:spPr>
            <a:xfrm>
              <a:off x="2422398" y="1175384"/>
              <a:ext cx="2724785" cy="2997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  <a:tabLst>
                  <a:tab pos="1307465" algn="l"/>
                </a:tabLst>
              </a:pPr>
              <a:r>
                <a:rPr sz="1800" b="1" spc="-175" dirty="0">
                  <a:latin typeface="Arial"/>
                  <a:cs typeface="Arial"/>
                </a:rPr>
                <a:t>Fine-Grained	</a:t>
              </a:r>
              <a:r>
                <a:rPr sz="1800" b="1" spc="-180" dirty="0">
                  <a:latin typeface="Arial"/>
                  <a:cs typeface="Arial"/>
                </a:rPr>
                <a:t>Coarse-Grained</a:t>
              </a:r>
              <a:endParaRPr sz="1800">
                <a:latin typeface="Arial"/>
                <a:cs typeface="Arial"/>
              </a:endParaRPr>
            </a:p>
          </p:txBody>
        </p:sp>
        <p:sp>
          <p:nvSpPr>
            <p:cNvPr id="751" name="object 508">
              <a:extLst>
                <a:ext uri="{FF2B5EF4-FFF2-40B4-BE49-F238E27FC236}">
                  <a16:creationId xmlns:a16="http://schemas.microsoft.com/office/drawing/2014/main" id="{E7F53C87-550B-1EDE-BA26-E3B02D4E5216}"/>
                </a:ext>
              </a:extLst>
            </p:cNvPr>
            <p:cNvSpPr txBox="1"/>
            <p:nvPr/>
          </p:nvSpPr>
          <p:spPr>
            <a:xfrm>
              <a:off x="5360923" y="1154684"/>
              <a:ext cx="1458595" cy="2997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b="1" spc="-280" dirty="0">
                  <a:latin typeface="Arial"/>
                  <a:cs typeface="Arial"/>
                </a:rPr>
                <a:t>M</a:t>
              </a:r>
              <a:r>
                <a:rPr sz="1800" b="1" spc="-135" dirty="0">
                  <a:latin typeface="Arial"/>
                  <a:cs typeface="Arial"/>
                </a:rPr>
                <a:t>ult</a:t>
              </a:r>
              <a:r>
                <a:rPr sz="1800" b="1" spc="-100" dirty="0">
                  <a:latin typeface="Arial"/>
                  <a:cs typeface="Arial"/>
                </a:rPr>
                <a:t>i</a:t>
              </a:r>
              <a:r>
                <a:rPr sz="1800" b="1" spc="-175" dirty="0">
                  <a:latin typeface="Arial"/>
                  <a:cs typeface="Arial"/>
                </a:rPr>
                <a:t>pro</a:t>
              </a:r>
              <a:r>
                <a:rPr sz="1800" b="1" spc="-195" dirty="0">
                  <a:latin typeface="Arial"/>
                  <a:cs typeface="Arial"/>
                </a:rPr>
                <a:t>c</a:t>
              </a:r>
              <a:r>
                <a:rPr sz="1800" b="1" spc="-190" dirty="0">
                  <a:latin typeface="Arial"/>
                  <a:cs typeface="Arial"/>
                </a:rPr>
                <a:t>e</a:t>
              </a:r>
              <a:r>
                <a:rPr sz="1800" b="1" spc="-195" dirty="0">
                  <a:latin typeface="Arial"/>
                  <a:cs typeface="Arial"/>
                </a:rPr>
                <a:t>s</a:t>
              </a:r>
              <a:r>
                <a:rPr sz="1800" b="1" spc="-185" dirty="0">
                  <a:latin typeface="Arial"/>
                  <a:cs typeface="Arial"/>
                </a:rPr>
                <a:t>s</a:t>
              </a:r>
              <a:r>
                <a:rPr sz="1800" b="1" spc="-100" dirty="0">
                  <a:latin typeface="Arial"/>
                  <a:cs typeface="Arial"/>
                </a:rPr>
                <a:t>i</a:t>
              </a:r>
              <a:r>
                <a:rPr sz="1800" b="1" spc="-200" dirty="0">
                  <a:latin typeface="Arial"/>
                  <a:cs typeface="Arial"/>
                </a:rPr>
                <a:t>ng</a:t>
              </a:r>
              <a:endParaRPr sz="1800">
                <a:latin typeface="Arial"/>
                <a:cs typeface="Arial"/>
              </a:endParaRPr>
            </a:p>
          </p:txBody>
        </p:sp>
        <p:sp>
          <p:nvSpPr>
            <p:cNvPr id="752" name="object 509">
              <a:extLst>
                <a:ext uri="{FF2B5EF4-FFF2-40B4-BE49-F238E27FC236}">
                  <a16:creationId xmlns:a16="http://schemas.microsoft.com/office/drawing/2014/main" id="{23B4C05E-917B-25BB-87C9-B67950FDE6A1}"/>
                </a:ext>
              </a:extLst>
            </p:cNvPr>
            <p:cNvSpPr txBox="1"/>
            <p:nvPr/>
          </p:nvSpPr>
          <p:spPr>
            <a:xfrm>
              <a:off x="7070852" y="946226"/>
              <a:ext cx="1313815" cy="57467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b="1" spc="-185" dirty="0">
                  <a:latin typeface="Arial"/>
                  <a:cs typeface="Arial"/>
                </a:rPr>
                <a:t>Simultaneous</a:t>
              </a:r>
              <a:endParaRPr sz="1800">
                <a:latin typeface="Arial"/>
                <a:cs typeface="Arial"/>
              </a:endParaRPr>
            </a:p>
            <a:p>
              <a:pPr marL="12700">
                <a:lnSpc>
                  <a:spcPct val="100000"/>
                </a:lnSpc>
                <a:spcBef>
                  <a:spcPts val="5"/>
                </a:spcBef>
              </a:pPr>
              <a:r>
                <a:rPr sz="1800" b="1" spc="-165" dirty="0">
                  <a:latin typeface="Arial"/>
                  <a:cs typeface="Arial"/>
                </a:rPr>
                <a:t>Multithreading</a:t>
              </a:r>
              <a:endParaRPr sz="1800">
                <a:latin typeface="Arial"/>
                <a:cs typeface="Arial"/>
              </a:endParaRPr>
            </a:p>
          </p:txBody>
        </p:sp>
        <p:grpSp>
          <p:nvGrpSpPr>
            <p:cNvPr id="753" name="object 510">
              <a:extLst>
                <a:ext uri="{FF2B5EF4-FFF2-40B4-BE49-F238E27FC236}">
                  <a16:creationId xmlns:a16="http://schemas.microsoft.com/office/drawing/2014/main" id="{9BC1E1AE-8F10-A13B-E072-D145779038A1}"/>
                </a:ext>
              </a:extLst>
            </p:cNvPr>
            <p:cNvGrpSpPr/>
            <p:nvPr/>
          </p:nvGrpSpPr>
          <p:grpSpPr>
            <a:xfrm>
              <a:off x="2110739" y="5551932"/>
              <a:ext cx="238125" cy="238125"/>
              <a:chOff x="2110739" y="5551932"/>
              <a:chExt cx="238125" cy="238125"/>
            </a:xfrm>
          </p:grpSpPr>
          <p:sp>
            <p:nvSpPr>
              <p:cNvPr id="770" name="object 511">
                <a:extLst>
                  <a:ext uri="{FF2B5EF4-FFF2-40B4-BE49-F238E27FC236}">
                    <a16:creationId xmlns:a16="http://schemas.microsoft.com/office/drawing/2014/main" id="{CD62F2D7-0541-0ADB-CD4F-101C9D85DCA7}"/>
                  </a:ext>
                </a:extLst>
              </p:cNvPr>
              <p:cNvSpPr/>
              <p:nvPr/>
            </p:nvSpPr>
            <p:spPr>
              <a:xfrm>
                <a:off x="2115311" y="55565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4471C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71" name="object 512">
                <a:extLst>
                  <a:ext uri="{FF2B5EF4-FFF2-40B4-BE49-F238E27FC236}">
                    <a16:creationId xmlns:a16="http://schemas.microsoft.com/office/drawing/2014/main" id="{0BFF1049-E91E-EB08-A42B-9794BB90C5FC}"/>
                  </a:ext>
                </a:extLst>
              </p:cNvPr>
              <p:cNvSpPr/>
              <p:nvPr/>
            </p:nvSpPr>
            <p:spPr>
              <a:xfrm>
                <a:off x="2115311" y="55565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754" name="object 513">
              <a:extLst>
                <a:ext uri="{FF2B5EF4-FFF2-40B4-BE49-F238E27FC236}">
                  <a16:creationId xmlns:a16="http://schemas.microsoft.com/office/drawing/2014/main" id="{D03EF9F3-2866-4BA4-49F1-3D258E3EB21E}"/>
                </a:ext>
              </a:extLst>
            </p:cNvPr>
            <p:cNvGrpSpPr/>
            <p:nvPr/>
          </p:nvGrpSpPr>
          <p:grpSpPr>
            <a:xfrm>
              <a:off x="2110739" y="5932932"/>
              <a:ext cx="238125" cy="238125"/>
              <a:chOff x="2110739" y="5932932"/>
              <a:chExt cx="238125" cy="238125"/>
            </a:xfrm>
          </p:grpSpPr>
          <p:pic>
            <p:nvPicPr>
              <p:cNvPr id="768" name="object 514">
                <a:extLst>
                  <a:ext uri="{FF2B5EF4-FFF2-40B4-BE49-F238E27FC236}">
                    <a16:creationId xmlns:a16="http://schemas.microsoft.com/office/drawing/2014/main" id="{FEBFED44-3FC5-0C45-BF2B-48F3E465BDDE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2115311" y="5937504"/>
                <a:ext cx="228600" cy="228599"/>
              </a:xfrm>
              <a:prstGeom prst="rect">
                <a:avLst/>
              </a:prstGeom>
            </p:spPr>
          </p:pic>
          <p:sp>
            <p:nvSpPr>
              <p:cNvPr id="769" name="object 515">
                <a:extLst>
                  <a:ext uri="{FF2B5EF4-FFF2-40B4-BE49-F238E27FC236}">
                    <a16:creationId xmlns:a16="http://schemas.microsoft.com/office/drawing/2014/main" id="{3F93AE6E-0319-A06D-2E06-614D17D6B2D7}"/>
                  </a:ext>
                </a:extLst>
              </p:cNvPr>
              <p:cNvSpPr/>
              <p:nvPr/>
            </p:nvSpPr>
            <p:spPr>
              <a:xfrm>
                <a:off x="2115311" y="59375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755" name="object 516">
              <a:extLst>
                <a:ext uri="{FF2B5EF4-FFF2-40B4-BE49-F238E27FC236}">
                  <a16:creationId xmlns:a16="http://schemas.microsoft.com/office/drawing/2014/main" id="{475A4717-596D-4DD1-6954-643DDC51EDC1}"/>
                </a:ext>
              </a:extLst>
            </p:cNvPr>
            <p:cNvGrpSpPr/>
            <p:nvPr/>
          </p:nvGrpSpPr>
          <p:grpSpPr>
            <a:xfrm>
              <a:off x="4320540" y="5551932"/>
              <a:ext cx="238125" cy="238125"/>
              <a:chOff x="4320540" y="5551932"/>
              <a:chExt cx="238125" cy="238125"/>
            </a:xfrm>
          </p:grpSpPr>
          <p:sp>
            <p:nvSpPr>
              <p:cNvPr id="766" name="object 517">
                <a:extLst>
                  <a:ext uri="{FF2B5EF4-FFF2-40B4-BE49-F238E27FC236}">
                    <a16:creationId xmlns:a16="http://schemas.microsoft.com/office/drawing/2014/main" id="{F4C47D67-A333-14BF-8432-3E06ACBF169C}"/>
                  </a:ext>
                </a:extLst>
              </p:cNvPr>
              <p:cNvSpPr/>
              <p:nvPr/>
            </p:nvSpPr>
            <p:spPr>
              <a:xfrm>
                <a:off x="4325112" y="55565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228600" y="0"/>
                    </a:moveTo>
                    <a:lnTo>
                      <a:pt x="0" y="0"/>
                    </a:lnTo>
                    <a:lnTo>
                      <a:pt x="0" y="228600"/>
                    </a:lnTo>
                    <a:lnTo>
                      <a:pt x="228600" y="228600"/>
                    </a:lnTo>
                    <a:lnTo>
                      <a:pt x="228600" y="0"/>
                    </a:lnTo>
                    <a:close/>
                  </a:path>
                </a:pathLst>
              </a:custGeom>
              <a:solidFill>
                <a:srgbClr val="FFFF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67" name="object 518">
                <a:extLst>
                  <a:ext uri="{FF2B5EF4-FFF2-40B4-BE49-F238E27FC236}">
                    <a16:creationId xmlns:a16="http://schemas.microsoft.com/office/drawing/2014/main" id="{1F145D8E-1494-66A4-A15B-F0D3C6F1CFE8}"/>
                  </a:ext>
                </a:extLst>
              </p:cNvPr>
              <p:cNvSpPr/>
              <p:nvPr/>
            </p:nvSpPr>
            <p:spPr>
              <a:xfrm>
                <a:off x="4325112" y="55565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756" name="object 519">
              <a:extLst>
                <a:ext uri="{FF2B5EF4-FFF2-40B4-BE49-F238E27FC236}">
                  <a16:creationId xmlns:a16="http://schemas.microsoft.com/office/drawing/2014/main" id="{2FD67894-553A-1C2A-BBF9-811FB4E597F9}"/>
                </a:ext>
              </a:extLst>
            </p:cNvPr>
            <p:cNvGrpSpPr/>
            <p:nvPr/>
          </p:nvGrpSpPr>
          <p:grpSpPr>
            <a:xfrm>
              <a:off x="4320540" y="5932932"/>
              <a:ext cx="238125" cy="238125"/>
              <a:chOff x="4320540" y="5932932"/>
              <a:chExt cx="238125" cy="238125"/>
            </a:xfrm>
          </p:grpSpPr>
          <p:pic>
            <p:nvPicPr>
              <p:cNvPr id="764" name="object 520">
                <a:extLst>
                  <a:ext uri="{FF2B5EF4-FFF2-40B4-BE49-F238E27FC236}">
                    <a16:creationId xmlns:a16="http://schemas.microsoft.com/office/drawing/2014/main" id="{1B6C68D4-8201-805C-9825-04B442E82D63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325112" y="5937504"/>
                <a:ext cx="228600" cy="228599"/>
              </a:xfrm>
              <a:prstGeom prst="rect">
                <a:avLst/>
              </a:prstGeom>
            </p:spPr>
          </p:pic>
          <p:sp>
            <p:nvSpPr>
              <p:cNvPr id="765" name="object 521">
                <a:extLst>
                  <a:ext uri="{FF2B5EF4-FFF2-40B4-BE49-F238E27FC236}">
                    <a16:creationId xmlns:a16="http://schemas.microsoft.com/office/drawing/2014/main" id="{7BEF1BA5-3DB2-8CAA-59AC-1CEC3911D286}"/>
                  </a:ext>
                </a:extLst>
              </p:cNvPr>
              <p:cNvSpPr/>
              <p:nvPr/>
            </p:nvSpPr>
            <p:spPr>
              <a:xfrm>
                <a:off x="4325112" y="59375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600" y="228600"/>
                    </a:lnTo>
                    <a:lnTo>
                      <a:pt x="228600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grpSp>
          <p:nvGrpSpPr>
            <p:cNvPr id="757" name="object 522">
              <a:extLst>
                <a:ext uri="{FF2B5EF4-FFF2-40B4-BE49-F238E27FC236}">
                  <a16:creationId xmlns:a16="http://schemas.microsoft.com/office/drawing/2014/main" id="{04BDE835-6853-012F-E428-5598A45A8C24}"/>
                </a:ext>
              </a:extLst>
            </p:cNvPr>
            <p:cNvGrpSpPr/>
            <p:nvPr/>
          </p:nvGrpSpPr>
          <p:grpSpPr>
            <a:xfrm>
              <a:off x="6377940" y="5551932"/>
              <a:ext cx="238125" cy="238125"/>
              <a:chOff x="6377940" y="5551932"/>
              <a:chExt cx="238125" cy="238125"/>
            </a:xfrm>
          </p:grpSpPr>
          <p:pic>
            <p:nvPicPr>
              <p:cNvPr id="762" name="object 523">
                <a:extLst>
                  <a:ext uri="{FF2B5EF4-FFF2-40B4-BE49-F238E27FC236}">
                    <a16:creationId xmlns:a16="http://schemas.microsoft.com/office/drawing/2014/main" id="{572D25E3-1264-93D0-CC35-1E0C0F373C63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6382512" y="5556504"/>
                <a:ext cx="228599" cy="228600"/>
              </a:xfrm>
              <a:prstGeom prst="rect">
                <a:avLst/>
              </a:prstGeom>
            </p:spPr>
          </p:pic>
          <p:sp>
            <p:nvSpPr>
              <p:cNvPr id="763" name="object 524">
                <a:extLst>
                  <a:ext uri="{FF2B5EF4-FFF2-40B4-BE49-F238E27FC236}">
                    <a16:creationId xmlns:a16="http://schemas.microsoft.com/office/drawing/2014/main" id="{E44C3825-A865-569A-9630-92BD5FC17315}"/>
                  </a:ext>
                </a:extLst>
              </p:cNvPr>
              <p:cNvSpPr/>
              <p:nvPr/>
            </p:nvSpPr>
            <p:spPr>
              <a:xfrm>
                <a:off x="6382512" y="5556504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28600"/>
                    </a:moveTo>
                    <a:lnTo>
                      <a:pt x="228599" y="228600"/>
                    </a:lnTo>
                    <a:lnTo>
                      <a:pt x="228599" y="0"/>
                    </a:lnTo>
                    <a:lnTo>
                      <a:pt x="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ln w="914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758" name="object 525">
              <a:extLst>
                <a:ext uri="{FF2B5EF4-FFF2-40B4-BE49-F238E27FC236}">
                  <a16:creationId xmlns:a16="http://schemas.microsoft.com/office/drawing/2014/main" id="{BE35ECE3-0137-ABBE-CC30-DBCDFEEDE051}"/>
                </a:ext>
              </a:extLst>
            </p:cNvPr>
            <p:cNvSpPr/>
            <p:nvPr/>
          </p:nvSpPr>
          <p:spPr>
            <a:xfrm>
              <a:off x="6382511" y="5937503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228600"/>
                  </a:moveTo>
                  <a:lnTo>
                    <a:pt x="228599" y="228600"/>
                  </a:lnTo>
                  <a:lnTo>
                    <a:pt x="228599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9" name="object 526">
              <a:extLst>
                <a:ext uri="{FF2B5EF4-FFF2-40B4-BE49-F238E27FC236}">
                  <a16:creationId xmlns:a16="http://schemas.microsoft.com/office/drawing/2014/main" id="{C3B60F6E-3BE1-C472-039C-2693908110B2}"/>
                </a:ext>
              </a:extLst>
            </p:cNvPr>
            <p:cNvSpPr txBox="1"/>
            <p:nvPr/>
          </p:nvSpPr>
          <p:spPr>
            <a:xfrm>
              <a:off x="2482342" y="5401462"/>
              <a:ext cx="866140" cy="819150"/>
            </a:xfrm>
            <a:prstGeom prst="rect">
              <a:avLst/>
            </a:prstGeom>
          </p:spPr>
          <p:txBody>
            <a:bodyPr vert="horz" wrap="square" lIns="0" tIns="104139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819"/>
                </a:spcBef>
              </a:pPr>
              <a:r>
                <a:rPr sz="2000" spc="-210" dirty="0">
                  <a:latin typeface="Arial MT"/>
                  <a:cs typeface="Arial MT"/>
                </a:rPr>
                <a:t>Th</a:t>
              </a:r>
              <a:r>
                <a:rPr sz="2000" spc="-114" dirty="0">
                  <a:latin typeface="Arial MT"/>
                  <a:cs typeface="Arial MT"/>
                </a:rPr>
                <a:t>r</a:t>
              </a:r>
              <a:r>
                <a:rPr sz="2000" spc="-204" dirty="0">
                  <a:latin typeface="Arial MT"/>
                  <a:cs typeface="Arial MT"/>
                </a:rPr>
                <a:t>ea</a:t>
              </a:r>
              <a:r>
                <a:rPr sz="2000" spc="-200" dirty="0">
                  <a:latin typeface="Arial MT"/>
                  <a:cs typeface="Arial MT"/>
                </a:rPr>
                <a:t>d</a:t>
              </a:r>
              <a:r>
                <a:rPr sz="2000" spc="-120" dirty="0">
                  <a:latin typeface="Arial MT"/>
                  <a:cs typeface="Arial MT"/>
                </a:rPr>
                <a:t> </a:t>
              </a:r>
              <a:r>
                <a:rPr sz="2000" spc="-200" dirty="0">
                  <a:latin typeface="Arial MT"/>
                  <a:cs typeface="Arial MT"/>
                </a:rPr>
                <a:t>1</a:t>
              </a:r>
              <a:endParaRPr sz="2000">
                <a:latin typeface="Arial MT"/>
                <a:cs typeface="Arial MT"/>
              </a:endParaRPr>
            </a:p>
            <a:p>
              <a:pPr marL="19050">
                <a:lnSpc>
                  <a:spcPct val="100000"/>
                </a:lnSpc>
                <a:spcBef>
                  <a:spcPts val="725"/>
                </a:spcBef>
              </a:pPr>
              <a:r>
                <a:rPr sz="2000" spc="-210" dirty="0">
                  <a:latin typeface="Arial MT"/>
                  <a:cs typeface="Arial MT"/>
                </a:rPr>
                <a:t>Th</a:t>
              </a:r>
              <a:r>
                <a:rPr sz="2000" spc="-114" dirty="0">
                  <a:latin typeface="Arial MT"/>
                  <a:cs typeface="Arial MT"/>
                </a:rPr>
                <a:t>r</a:t>
              </a:r>
              <a:r>
                <a:rPr sz="2000" spc="-204" dirty="0">
                  <a:latin typeface="Arial MT"/>
                  <a:cs typeface="Arial MT"/>
                </a:rPr>
                <a:t>ea</a:t>
              </a:r>
              <a:r>
                <a:rPr sz="2000" spc="-200" dirty="0">
                  <a:latin typeface="Arial MT"/>
                  <a:cs typeface="Arial MT"/>
                </a:rPr>
                <a:t>d</a:t>
              </a:r>
              <a:r>
                <a:rPr sz="2000" spc="-120" dirty="0">
                  <a:latin typeface="Arial MT"/>
                  <a:cs typeface="Arial MT"/>
                </a:rPr>
                <a:t> </a:t>
              </a:r>
              <a:r>
                <a:rPr sz="2000" spc="-200" dirty="0">
                  <a:latin typeface="Arial MT"/>
                  <a:cs typeface="Arial MT"/>
                </a:rPr>
                <a:t>2</a:t>
              </a:r>
              <a:endParaRPr sz="2000">
                <a:latin typeface="Arial MT"/>
                <a:cs typeface="Arial MT"/>
              </a:endParaRPr>
            </a:p>
          </p:txBody>
        </p:sp>
        <p:sp>
          <p:nvSpPr>
            <p:cNvPr id="760" name="object 527">
              <a:extLst>
                <a:ext uri="{FF2B5EF4-FFF2-40B4-BE49-F238E27FC236}">
                  <a16:creationId xmlns:a16="http://schemas.microsoft.com/office/drawing/2014/main" id="{A8159A07-30FF-7223-2F31-A687C63650FD}"/>
                </a:ext>
              </a:extLst>
            </p:cNvPr>
            <p:cNvSpPr txBox="1"/>
            <p:nvPr/>
          </p:nvSpPr>
          <p:spPr>
            <a:xfrm>
              <a:off x="4784597" y="5433161"/>
              <a:ext cx="859155" cy="787400"/>
            </a:xfrm>
            <a:prstGeom prst="rect">
              <a:avLst/>
            </a:prstGeom>
          </p:spPr>
          <p:txBody>
            <a:bodyPr vert="horz" wrap="square" lIns="0" tIns="889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700"/>
                </a:spcBef>
              </a:pPr>
              <a:r>
                <a:rPr sz="2000" spc="-210" dirty="0">
                  <a:latin typeface="Arial MT"/>
                  <a:cs typeface="Arial MT"/>
                </a:rPr>
                <a:t>Th</a:t>
              </a:r>
              <a:r>
                <a:rPr sz="2000" spc="-114" dirty="0">
                  <a:latin typeface="Arial MT"/>
                  <a:cs typeface="Arial MT"/>
                </a:rPr>
                <a:t>r</a:t>
              </a:r>
              <a:r>
                <a:rPr sz="2000" spc="-204" dirty="0">
                  <a:latin typeface="Arial MT"/>
                  <a:cs typeface="Arial MT"/>
                </a:rPr>
                <a:t>ea</a:t>
              </a:r>
              <a:r>
                <a:rPr sz="2000" spc="-200" dirty="0">
                  <a:latin typeface="Arial MT"/>
                  <a:cs typeface="Arial MT"/>
                </a:rPr>
                <a:t>d</a:t>
              </a:r>
              <a:r>
                <a:rPr sz="2000" spc="-120" dirty="0">
                  <a:latin typeface="Arial MT"/>
                  <a:cs typeface="Arial MT"/>
                </a:rPr>
                <a:t> </a:t>
              </a:r>
              <a:r>
                <a:rPr sz="2000" spc="-200" dirty="0">
                  <a:latin typeface="Arial MT"/>
                  <a:cs typeface="Arial MT"/>
                </a:rPr>
                <a:t>3</a:t>
              </a:r>
              <a:endParaRPr sz="2000">
                <a:latin typeface="Arial MT"/>
                <a:cs typeface="Arial MT"/>
              </a:endParaRPr>
            </a:p>
            <a:p>
              <a:pPr marL="12700">
                <a:lnSpc>
                  <a:spcPct val="100000"/>
                </a:lnSpc>
                <a:spcBef>
                  <a:spcPts val="600"/>
                </a:spcBef>
              </a:pPr>
              <a:r>
                <a:rPr sz="2000" spc="-210" dirty="0">
                  <a:latin typeface="Arial MT"/>
                  <a:cs typeface="Arial MT"/>
                </a:rPr>
                <a:t>Th</a:t>
              </a:r>
              <a:r>
                <a:rPr sz="2000" spc="-114" dirty="0">
                  <a:latin typeface="Arial MT"/>
                  <a:cs typeface="Arial MT"/>
                </a:rPr>
                <a:t>r</a:t>
              </a:r>
              <a:r>
                <a:rPr sz="2000" spc="-204" dirty="0">
                  <a:latin typeface="Arial MT"/>
                  <a:cs typeface="Arial MT"/>
                </a:rPr>
                <a:t>ea</a:t>
              </a:r>
              <a:r>
                <a:rPr sz="2000" spc="-200" dirty="0">
                  <a:latin typeface="Arial MT"/>
                  <a:cs typeface="Arial MT"/>
                </a:rPr>
                <a:t>d</a:t>
              </a:r>
              <a:r>
                <a:rPr sz="2000" spc="-120" dirty="0">
                  <a:latin typeface="Arial MT"/>
                  <a:cs typeface="Arial MT"/>
                </a:rPr>
                <a:t> </a:t>
              </a:r>
              <a:r>
                <a:rPr sz="2000" spc="-200" dirty="0">
                  <a:latin typeface="Arial MT"/>
                  <a:cs typeface="Arial MT"/>
                </a:rPr>
                <a:t>4</a:t>
              </a:r>
              <a:endParaRPr sz="2000">
                <a:latin typeface="Arial MT"/>
                <a:cs typeface="Arial MT"/>
              </a:endParaRPr>
            </a:p>
          </p:txBody>
        </p:sp>
        <p:sp>
          <p:nvSpPr>
            <p:cNvPr id="761" name="object 528">
              <a:extLst>
                <a:ext uri="{FF2B5EF4-FFF2-40B4-BE49-F238E27FC236}">
                  <a16:creationId xmlns:a16="http://schemas.microsoft.com/office/drawing/2014/main" id="{AFAB6E4E-E950-ED7F-57A6-8B111FA7DC8E}"/>
                </a:ext>
              </a:extLst>
            </p:cNvPr>
            <p:cNvSpPr txBox="1"/>
            <p:nvPr/>
          </p:nvSpPr>
          <p:spPr>
            <a:xfrm>
              <a:off x="6766052" y="5433161"/>
              <a:ext cx="859155" cy="78740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 marR="5080">
                <a:lnSpc>
                  <a:spcPct val="125000"/>
                </a:lnSpc>
                <a:spcBef>
                  <a:spcPts val="100"/>
                </a:spcBef>
              </a:pPr>
              <a:r>
                <a:rPr sz="2000" spc="-210" dirty="0">
                  <a:latin typeface="Arial MT"/>
                  <a:cs typeface="Arial MT"/>
                </a:rPr>
                <a:t>Th</a:t>
              </a:r>
              <a:r>
                <a:rPr sz="2000" spc="-114" dirty="0">
                  <a:latin typeface="Arial MT"/>
                  <a:cs typeface="Arial MT"/>
                </a:rPr>
                <a:t>r</a:t>
              </a:r>
              <a:r>
                <a:rPr sz="2000" spc="-204" dirty="0">
                  <a:latin typeface="Arial MT"/>
                  <a:cs typeface="Arial MT"/>
                </a:rPr>
                <a:t>ea</a:t>
              </a:r>
              <a:r>
                <a:rPr sz="2000" spc="-200" dirty="0">
                  <a:latin typeface="Arial MT"/>
                  <a:cs typeface="Arial MT"/>
                </a:rPr>
                <a:t>d</a:t>
              </a:r>
              <a:r>
                <a:rPr sz="2000" spc="-120" dirty="0">
                  <a:latin typeface="Arial MT"/>
                  <a:cs typeface="Arial MT"/>
                </a:rPr>
                <a:t> </a:t>
              </a:r>
              <a:r>
                <a:rPr sz="2000" spc="-135" dirty="0">
                  <a:latin typeface="Arial MT"/>
                  <a:cs typeface="Arial MT"/>
                </a:rPr>
                <a:t>5  </a:t>
              </a:r>
              <a:r>
                <a:rPr sz="2000" spc="-155" dirty="0">
                  <a:latin typeface="Arial MT"/>
                  <a:cs typeface="Arial MT"/>
                </a:rPr>
                <a:t>Id</a:t>
              </a:r>
              <a:r>
                <a:rPr sz="2000" spc="-90" dirty="0">
                  <a:latin typeface="Arial MT"/>
                  <a:cs typeface="Arial MT"/>
                </a:rPr>
                <a:t>l</a:t>
              </a:r>
              <a:r>
                <a:rPr sz="2000" spc="-200" dirty="0">
                  <a:latin typeface="Arial MT"/>
                  <a:cs typeface="Arial MT"/>
                </a:rPr>
                <a:t>e</a:t>
              </a:r>
              <a:r>
                <a:rPr sz="2000" spc="-114" dirty="0">
                  <a:latin typeface="Arial MT"/>
                  <a:cs typeface="Arial MT"/>
                </a:rPr>
                <a:t> </a:t>
              </a:r>
              <a:r>
                <a:rPr sz="2000" spc="-185" dirty="0">
                  <a:latin typeface="Arial MT"/>
                  <a:cs typeface="Arial MT"/>
                </a:rPr>
                <a:t>s</a:t>
              </a:r>
              <a:r>
                <a:rPr sz="2000" spc="-95" dirty="0">
                  <a:latin typeface="Arial MT"/>
                  <a:cs typeface="Arial MT"/>
                </a:rPr>
                <a:t>l</a:t>
              </a:r>
              <a:r>
                <a:rPr sz="2000" spc="-155" dirty="0">
                  <a:latin typeface="Arial MT"/>
                  <a:cs typeface="Arial MT"/>
                </a:rPr>
                <a:t>ot</a:t>
              </a:r>
              <a:endParaRPr sz="2000">
                <a:latin typeface="Arial MT"/>
                <a:cs typeface="Arial MT"/>
              </a:endParaRPr>
            </a:p>
          </p:txBody>
        </p:sp>
      </p:grpSp>
      <p:sp>
        <p:nvSpPr>
          <p:cNvPr id="1056" name="object 504">
            <a:extLst>
              <a:ext uri="{FF2B5EF4-FFF2-40B4-BE49-F238E27FC236}">
                <a16:creationId xmlns:a16="http://schemas.microsoft.com/office/drawing/2014/main" id="{AE2AA0DA-FA2D-568E-45E7-994A630B6F13}"/>
              </a:ext>
            </a:extLst>
          </p:cNvPr>
          <p:cNvSpPr txBox="1"/>
          <p:nvPr/>
        </p:nvSpPr>
        <p:spPr>
          <a:xfrm>
            <a:off x="230824" y="1924752"/>
            <a:ext cx="474489" cy="4190892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3735"/>
              </a:lnSpc>
            </a:pPr>
            <a:r>
              <a:rPr sz="3200" spc="-55" dirty="0">
                <a:latin typeface="Arial MT"/>
                <a:cs typeface="Arial MT"/>
              </a:rPr>
              <a:t>T</a:t>
            </a:r>
            <a:r>
              <a:rPr sz="3200" spc="-5" dirty="0">
                <a:latin typeface="Arial MT"/>
                <a:cs typeface="Arial MT"/>
              </a:rPr>
              <a:t>im</a:t>
            </a:r>
            <a:r>
              <a:rPr sz="3200" dirty="0">
                <a:latin typeface="Arial MT"/>
                <a:cs typeface="Arial MT"/>
              </a:rPr>
              <a:t>e</a:t>
            </a:r>
            <a:r>
              <a:rPr sz="3200" spc="-16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(p</a:t>
            </a:r>
            <a:r>
              <a:rPr sz="3200" spc="5" dirty="0">
                <a:latin typeface="Arial MT"/>
                <a:cs typeface="Arial MT"/>
              </a:rPr>
              <a:t>r</a:t>
            </a:r>
            <a:r>
              <a:rPr sz="3200" spc="-5" dirty="0">
                <a:latin typeface="Arial MT"/>
                <a:cs typeface="Arial MT"/>
              </a:rPr>
              <a:t>o</a:t>
            </a:r>
            <a:r>
              <a:rPr sz="3200" spc="5" dirty="0">
                <a:latin typeface="Arial MT"/>
                <a:cs typeface="Arial MT"/>
              </a:rPr>
              <a:t>c</a:t>
            </a:r>
            <a:r>
              <a:rPr sz="3200" spc="-5" dirty="0">
                <a:latin typeface="Arial MT"/>
                <a:cs typeface="Arial MT"/>
              </a:rPr>
              <a:t>e</a:t>
            </a:r>
            <a:r>
              <a:rPr sz="3200" spc="5" dirty="0">
                <a:latin typeface="Arial MT"/>
                <a:cs typeface="Arial MT"/>
              </a:rPr>
              <a:t>s</a:t>
            </a:r>
            <a:r>
              <a:rPr sz="3200" spc="-5" dirty="0">
                <a:latin typeface="Arial MT"/>
                <a:cs typeface="Arial MT"/>
              </a:rPr>
              <a:t>s</a:t>
            </a:r>
            <a:r>
              <a:rPr sz="3200" spc="5" dirty="0">
                <a:latin typeface="Arial MT"/>
                <a:cs typeface="Arial MT"/>
              </a:rPr>
              <a:t>o</a:t>
            </a:r>
            <a:r>
              <a:rPr sz="3200" dirty="0">
                <a:latin typeface="Arial MT"/>
                <a:cs typeface="Arial MT"/>
              </a:rPr>
              <a:t>r</a:t>
            </a:r>
            <a:r>
              <a:rPr sz="3200" spc="-190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c</a:t>
            </a:r>
            <a:r>
              <a:rPr sz="3200" spc="10" dirty="0">
                <a:latin typeface="Arial MT"/>
                <a:cs typeface="Arial MT"/>
              </a:rPr>
              <a:t>y</a:t>
            </a:r>
            <a:r>
              <a:rPr sz="3200" spc="-5" dirty="0">
                <a:latin typeface="Arial MT"/>
                <a:cs typeface="Arial MT"/>
              </a:rPr>
              <a:t>c</a:t>
            </a:r>
            <a:r>
              <a:rPr sz="3200" spc="5" dirty="0">
                <a:latin typeface="Arial MT"/>
                <a:cs typeface="Arial MT"/>
              </a:rPr>
              <a:t>l</a:t>
            </a:r>
            <a:r>
              <a:rPr sz="3200" spc="-5" dirty="0">
                <a:latin typeface="Arial MT"/>
                <a:cs typeface="Arial MT"/>
              </a:rPr>
              <a:t>e)</a:t>
            </a:r>
            <a:endParaRPr sz="3200" dirty="0">
              <a:latin typeface="Arial MT"/>
              <a:cs typeface="Arial MT"/>
            </a:endParaRPr>
          </a:p>
        </p:txBody>
      </p:sp>
      <p:sp>
        <p:nvSpPr>
          <p:cNvPr id="1057" name="Footer Placeholder 3">
            <a:extLst>
              <a:ext uri="{FF2B5EF4-FFF2-40B4-BE49-F238E27FC236}">
                <a16:creationId xmlns:a16="http://schemas.microsoft.com/office/drawing/2014/main" id="{BF9B9872-E906-1ECF-8474-80A0E825A759}"/>
              </a:ext>
            </a:extLst>
          </p:cNvPr>
          <p:cNvSpPr txBox="1">
            <a:spLocks/>
          </p:cNvSpPr>
          <p:nvPr/>
        </p:nvSpPr>
        <p:spPr>
          <a:xfrm>
            <a:off x="2621280" y="6356350"/>
            <a:ext cx="553212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Advanced Computer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17193238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4C68D-E873-7060-F81C-EE1BB3E54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IBM Power Series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334A68-28E2-FEDB-8EDA-109DA3FD603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32</a:t>
            </a:fld>
            <a:endParaRPr lang="en"/>
          </a:p>
        </p:txBody>
      </p:sp>
      <p:grpSp>
        <p:nvGrpSpPr>
          <p:cNvPr id="5" name="object 4">
            <a:extLst>
              <a:ext uri="{FF2B5EF4-FFF2-40B4-BE49-F238E27FC236}">
                <a16:creationId xmlns:a16="http://schemas.microsoft.com/office/drawing/2014/main" id="{B3FE9855-4797-D378-CC24-259EA46BC654}"/>
              </a:ext>
            </a:extLst>
          </p:cNvPr>
          <p:cNvGrpSpPr/>
          <p:nvPr/>
        </p:nvGrpSpPr>
        <p:grpSpPr>
          <a:xfrm>
            <a:off x="195072" y="1346428"/>
            <a:ext cx="11494262" cy="5464771"/>
            <a:chOff x="0" y="861060"/>
            <a:chExt cx="11482070" cy="5631180"/>
          </a:xfrm>
        </p:grpSpPr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799F5B89-EAFE-5C9B-3482-4DE9FB6ED5B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914400"/>
              <a:ext cx="11481920" cy="2708148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386D7189-6284-C05B-57CD-01BD77AFC0D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296" y="3633506"/>
              <a:ext cx="11309604" cy="2858733"/>
            </a:xfrm>
            <a:prstGeom prst="rect">
              <a:avLst/>
            </a:prstGeom>
          </p:spPr>
        </p:pic>
        <p:pic>
          <p:nvPicPr>
            <p:cNvPr id="8" name="object 7">
              <a:extLst>
                <a:ext uri="{FF2B5EF4-FFF2-40B4-BE49-F238E27FC236}">
                  <a16:creationId xmlns:a16="http://schemas.microsoft.com/office/drawing/2014/main" id="{BE704B1E-DAD5-6B09-EE3C-0BCC3B5A868F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97508" y="861060"/>
              <a:ext cx="1745741" cy="800862"/>
            </a:xfrm>
            <a:prstGeom prst="rect">
              <a:avLst/>
            </a:prstGeom>
          </p:spPr>
        </p:pic>
      </p:grpSp>
      <p:sp>
        <p:nvSpPr>
          <p:cNvPr id="9" name="object 8">
            <a:extLst>
              <a:ext uri="{FF2B5EF4-FFF2-40B4-BE49-F238E27FC236}">
                <a16:creationId xmlns:a16="http://schemas.microsoft.com/office/drawing/2014/main" id="{0DCCFFCC-2285-6678-999C-AD9C58DDF108}"/>
              </a:ext>
            </a:extLst>
          </p:cNvPr>
          <p:cNvSpPr txBox="1"/>
          <p:nvPr/>
        </p:nvSpPr>
        <p:spPr>
          <a:xfrm>
            <a:off x="1767208" y="1219649"/>
            <a:ext cx="1315210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20" dirty="0">
                <a:solidFill>
                  <a:srgbClr val="0000FF"/>
                </a:solidFill>
                <a:latin typeface="Calibri"/>
                <a:cs typeface="Calibri"/>
              </a:rPr>
              <a:t>Power</a:t>
            </a:r>
            <a:r>
              <a:rPr sz="3000" b="1" spc="-8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000" b="1" dirty="0">
                <a:solidFill>
                  <a:srgbClr val="0000FF"/>
                </a:solidFill>
                <a:latin typeface="Calibri"/>
                <a:cs typeface="Calibri"/>
              </a:rPr>
              <a:t>4</a:t>
            </a:r>
            <a:endParaRPr sz="3000">
              <a:latin typeface="Calibri"/>
              <a:cs typeface="Calibri"/>
            </a:endParaRPr>
          </a:p>
        </p:txBody>
      </p:sp>
      <p:pic>
        <p:nvPicPr>
          <p:cNvPr id="10" name="object 9">
            <a:extLst>
              <a:ext uri="{FF2B5EF4-FFF2-40B4-BE49-F238E27FC236}">
                <a16:creationId xmlns:a16="http://schemas.microsoft.com/office/drawing/2014/main" id="{39AC75C9-0667-1E49-DCE8-6E0605D5D363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198802" y="3905737"/>
            <a:ext cx="1747596" cy="777195"/>
          </a:xfrm>
          <a:prstGeom prst="rect">
            <a:avLst/>
          </a:prstGeom>
        </p:spPr>
      </p:pic>
      <p:sp>
        <p:nvSpPr>
          <p:cNvPr id="11" name="object 10">
            <a:extLst>
              <a:ext uri="{FF2B5EF4-FFF2-40B4-BE49-F238E27FC236}">
                <a16:creationId xmlns:a16="http://schemas.microsoft.com/office/drawing/2014/main" id="{108A04D9-2A00-83FC-E3BF-3DA8C3FB0990}"/>
              </a:ext>
            </a:extLst>
          </p:cNvPr>
          <p:cNvSpPr txBox="1"/>
          <p:nvPr/>
        </p:nvSpPr>
        <p:spPr>
          <a:xfrm>
            <a:off x="2362456" y="3922082"/>
            <a:ext cx="1315210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20" dirty="0">
                <a:solidFill>
                  <a:srgbClr val="0000FF"/>
                </a:solidFill>
                <a:latin typeface="Calibri"/>
                <a:cs typeface="Calibri"/>
              </a:rPr>
              <a:t>Power</a:t>
            </a:r>
            <a:r>
              <a:rPr sz="3000" b="1" spc="-8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000" b="1" dirty="0">
                <a:solidFill>
                  <a:srgbClr val="0000FF"/>
                </a:solidFill>
                <a:latin typeface="Calibri"/>
                <a:cs typeface="Calibri"/>
              </a:rPr>
              <a:t>5</a:t>
            </a:r>
            <a:endParaRPr sz="3000">
              <a:latin typeface="Calibri"/>
              <a:cs typeface="Calibri"/>
            </a:endParaRPr>
          </a:p>
        </p:txBody>
      </p:sp>
      <p:grpSp>
        <p:nvGrpSpPr>
          <p:cNvPr id="12" name="object 11">
            <a:extLst>
              <a:ext uri="{FF2B5EF4-FFF2-40B4-BE49-F238E27FC236}">
                <a16:creationId xmlns:a16="http://schemas.microsoft.com/office/drawing/2014/main" id="{C5EEAF63-91A5-006E-C967-3E04244BBA50}"/>
              </a:ext>
            </a:extLst>
          </p:cNvPr>
          <p:cNvGrpSpPr/>
          <p:nvPr/>
        </p:nvGrpSpPr>
        <p:grpSpPr>
          <a:xfrm>
            <a:off x="490966" y="4844840"/>
            <a:ext cx="2289699" cy="1077179"/>
            <a:chOff x="286131" y="4493080"/>
            <a:chExt cx="2287270" cy="1109980"/>
          </a:xfrm>
        </p:grpSpPr>
        <p:sp>
          <p:nvSpPr>
            <p:cNvPr id="13" name="object 12">
              <a:extLst>
                <a:ext uri="{FF2B5EF4-FFF2-40B4-BE49-F238E27FC236}">
                  <a16:creationId xmlns:a16="http://schemas.microsoft.com/office/drawing/2014/main" id="{42B191A4-7958-6B77-16DA-C7AD21431A9C}"/>
                </a:ext>
              </a:extLst>
            </p:cNvPr>
            <p:cNvSpPr/>
            <p:nvPr/>
          </p:nvSpPr>
          <p:spPr>
            <a:xfrm>
              <a:off x="381046" y="4512130"/>
              <a:ext cx="2173605" cy="1056005"/>
            </a:xfrm>
            <a:custGeom>
              <a:avLst/>
              <a:gdLst/>
              <a:ahLst/>
              <a:cxnLst/>
              <a:rect l="l" t="t" r="r" b="b"/>
              <a:pathLst>
                <a:path w="2173605" h="1056004">
                  <a:moveTo>
                    <a:pt x="826533" y="87809"/>
                  </a:moveTo>
                  <a:lnTo>
                    <a:pt x="866856" y="116176"/>
                  </a:lnTo>
                  <a:lnTo>
                    <a:pt x="900458" y="146732"/>
                  </a:lnTo>
                  <a:lnTo>
                    <a:pt x="927340" y="179080"/>
                  </a:lnTo>
                  <a:lnTo>
                    <a:pt x="947501" y="212822"/>
                  </a:lnTo>
                  <a:lnTo>
                    <a:pt x="967663" y="282894"/>
                  </a:lnTo>
                  <a:lnTo>
                    <a:pt x="967663" y="318428"/>
                  </a:lnTo>
                  <a:lnTo>
                    <a:pt x="947501" y="388500"/>
                  </a:lnTo>
                  <a:lnTo>
                    <a:pt x="927340" y="422242"/>
                  </a:lnTo>
                  <a:lnTo>
                    <a:pt x="900458" y="454590"/>
                  </a:lnTo>
                  <a:lnTo>
                    <a:pt x="866856" y="485146"/>
                  </a:lnTo>
                  <a:lnTo>
                    <a:pt x="826533" y="513513"/>
                  </a:lnTo>
                  <a:lnTo>
                    <a:pt x="787183" y="535465"/>
                  </a:lnTo>
                  <a:lnTo>
                    <a:pt x="745114" y="554282"/>
                  </a:lnTo>
                  <a:lnTo>
                    <a:pt x="700744" y="569962"/>
                  </a:lnTo>
                  <a:lnTo>
                    <a:pt x="654491" y="582506"/>
                  </a:lnTo>
                  <a:lnTo>
                    <a:pt x="606774" y="591914"/>
                  </a:lnTo>
                  <a:lnTo>
                    <a:pt x="558012" y="598186"/>
                  </a:lnTo>
                  <a:lnTo>
                    <a:pt x="508622" y="601322"/>
                  </a:lnTo>
                  <a:lnTo>
                    <a:pt x="459022" y="601322"/>
                  </a:lnTo>
                  <a:lnTo>
                    <a:pt x="409631" y="598186"/>
                  </a:lnTo>
                  <a:lnTo>
                    <a:pt x="360868" y="591914"/>
                  </a:lnTo>
                  <a:lnTo>
                    <a:pt x="313150" y="582506"/>
                  </a:lnTo>
                  <a:lnTo>
                    <a:pt x="266896" y="569962"/>
                  </a:lnTo>
                  <a:lnTo>
                    <a:pt x="222525" y="554282"/>
                  </a:lnTo>
                  <a:lnTo>
                    <a:pt x="180454" y="535465"/>
                  </a:lnTo>
                  <a:lnTo>
                    <a:pt x="141101" y="513513"/>
                  </a:lnTo>
                  <a:lnTo>
                    <a:pt x="100786" y="485146"/>
                  </a:lnTo>
                  <a:lnTo>
                    <a:pt x="67191" y="454590"/>
                  </a:lnTo>
                  <a:lnTo>
                    <a:pt x="40314" y="422242"/>
                  </a:lnTo>
                  <a:lnTo>
                    <a:pt x="20157" y="388500"/>
                  </a:lnTo>
                  <a:lnTo>
                    <a:pt x="0" y="318428"/>
                  </a:lnTo>
                  <a:lnTo>
                    <a:pt x="0" y="282894"/>
                  </a:lnTo>
                  <a:lnTo>
                    <a:pt x="20157" y="212822"/>
                  </a:lnTo>
                  <a:lnTo>
                    <a:pt x="40314" y="179080"/>
                  </a:lnTo>
                  <a:lnTo>
                    <a:pt x="67191" y="146732"/>
                  </a:lnTo>
                  <a:lnTo>
                    <a:pt x="100786" y="116176"/>
                  </a:lnTo>
                  <a:lnTo>
                    <a:pt x="141101" y="87809"/>
                  </a:lnTo>
                  <a:lnTo>
                    <a:pt x="180454" y="65857"/>
                  </a:lnTo>
                  <a:lnTo>
                    <a:pt x="222525" y="47040"/>
                  </a:lnTo>
                  <a:lnTo>
                    <a:pt x="266896" y="31360"/>
                  </a:lnTo>
                  <a:lnTo>
                    <a:pt x="313150" y="18816"/>
                  </a:lnTo>
                  <a:lnTo>
                    <a:pt x="360868" y="9408"/>
                  </a:lnTo>
                  <a:lnTo>
                    <a:pt x="409631" y="3136"/>
                  </a:lnTo>
                  <a:lnTo>
                    <a:pt x="459022" y="0"/>
                  </a:lnTo>
                  <a:lnTo>
                    <a:pt x="508622" y="0"/>
                  </a:lnTo>
                  <a:lnTo>
                    <a:pt x="558012" y="3136"/>
                  </a:lnTo>
                  <a:lnTo>
                    <a:pt x="606774" y="9408"/>
                  </a:lnTo>
                  <a:lnTo>
                    <a:pt x="654491" y="18816"/>
                  </a:lnTo>
                  <a:lnTo>
                    <a:pt x="700744" y="31360"/>
                  </a:lnTo>
                  <a:lnTo>
                    <a:pt x="745114" y="47040"/>
                  </a:lnTo>
                  <a:lnTo>
                    <a:pt x="787183" y="65857"/>
                  </a:lnTo>
                  <a:lnTo>
                    <a:pt x="826533" y="87809"/>
                  </a:lnTo>
                  <a:close/>
                </a:path>
                <a:path w="2173605" h="1056004">
                  <a:moveTo>
                    <a:pt x="2032080" y="541961"/>
                  </a:moveTo>
                  <a:lnTo>
                    <a:pt x="2072390" y="570328"/>
                  </a:lnTo>
                  <a:lnTo>
                    <a:pt x="2105981" y="600884"/>
                  </a:lnTo>
                  <a:lnTo>
                    <a:pt x="2132854" y="633232"/>
                  </a:lnTo>
                  <a:lnTo>
                    <a:pt x="2153008" y="666974"/>
                  </a:lnTo>
                  <a:lnTo>
                    <a:pt x="2173163" y="737046"/>
                  </a:lnTo>
                  <a:lnTo>
                    <a:pt x="2173163" y="772580"/>
                  </a:lnTo>
                  <a:lnTo>
                    <a:pt x="2153008" y="842652"/>
                  </a:lnTo>
                  <a:lnTo>
                    <a:pt x="2132854" y="876394"/>
                  </a:lnTo>
                  <a:lnTo>
                    <a:pt x="2105981" y="908742"/>
                  </a:lnTo>
                  <a:lnTo>
                    <a:pt x="2072390" y="939298"/>
                  </a:lnTo>
                  <a:lnTo>
                    <a:pt x="2032080" y="967665"/>
                  </a:lnTo>
                  <a:lnTo>
                    <a:pt x="1992712" y="989606"/>
                  </a:lnTo>
                  <a:lnTo>
                    <a:pt x="1950629" y="1008412"/>
                  </a:lnTo>
                  <a:lnTo>
                    <a:pt x="1906249" y="1024083"/>
                  </a:lnTo>
                  <a:lnTo>
                    <a:pt x="1859989" y="1036621"/>
                  </a:lnTo>
                  <a:lnTo>
                    <a:pt x="1812267" y="1046024"/>
                  </a:lnTo>
                  <a:lnTo>
                    <a:pt x="1763501" y="1052293"/>
                  </a:lnTo>
                  <a:lnTo>
                    <a:pt x="1714108" y="1055427"/>
                  </a:lnTo>
                  <a:lnTo>
                    <a:pt x="1664507" y="1055427"/>
                  </a:lnTo>
                  <a:lnTo>
                    <a:pt x="1615114" y="1052293"/>
                  </a:lnTo>
                  <a:lnTo>
                    <a:pt x="1566348" y="1046024"/>
                  </a:lnTo>
                  <a:lnTo>
                    <a:pt x="1518626" y="1036621"/>
                  </a:lnTo>
                  <a:lnTo>
                    <a:pt x="1472366" y="1024083"/>
                  </a:lnTo>
                  <a:lnTo>
                    <a:pt x="1427986" y="1008412"/>
                  </a:lnTo>
                  <a:lnTo>
                    <a:pt x="1385902" y="989606"/>
                  </a:lnTo>
                  <a:lnTo>
                    <a:pt x="1346534" y="967665"/>
                  </a:lnTo>
                  <a:lnTo>
                    <a:pt x="1306225" y="939298"/>
                  </a:lnTo>
                  <a:lnTo>
                    <a:pt x="1272634" y="908742"/>
                  </a:lnTo>
                  <a:lnTo>
                    <a:pt x="1245761" y="876394"/>
                  </a:lnTo>
                  <a:lnTo>
                    <a:pt x="1225606" y="842652"/>
                  </a:lnTo>
                  <a:lnTo>
                    <a:pt x="1205452" y="772580"/>
                  </a:lnTo>
                  <a:lnTo>
                    <a:pt x="1205452" y="737046"/>
                  </a:lnTo>
                  <a:lnTo>
                    <a:pt x="1225606" y="666974"/>
                  </a:lnTo>
                  <a:lnTo>
                    <a:pt x="1245761" y="633232"/>
                  </a:lnTo>
                  <a:lnTo>
                    <a:pt x="1272634" y="600884"/>
                  </a:lnTo>
                  <a:lnTo>
                    <a:pt x="1306225" y="570328"/>
                  </a:lnTo>
                  <a:lnTo>
                    <a:pt x="1346534" y="541961"/>
                  </a:lnTo>
                  <a:lnTo>
                    <a:pt x="1385902" y="520009"/>
                  </a:lnTo>
                  <a:lnTo>
                    <a:pt x="1427986" y="501192"/>
                  </a:lnTo>
                  <a:lnTo>
                    <a:pt x="1472366" y="485512"/>
                  </a:lnTo>
                  <a:lnTo>
                    <a:pt x="1518626" y="472968"/>
                  </a:lnTo>
                  <a:lnTo>
                    <a:pt x="1566348" y="463560"/>
                  </a:lnTo>
                  <a:lnTo>
                    <a:pt x="1615114" y="457288"/>
                  </a:lnTo>
                  <a:lnTo>
                    <a:pt x="1664507" y="454151"/>
                  </a:lnTo>
                  <a:lnTo>
                    <a:pt x="1714108" y="454151"/>
                  </a:lnTo>
                  <a:lnTo>
                    <a:pt x="1763501" y="457288"/>
                  </a:lnTo>
                  <a:lnTo>
                    <a:pt x="1812267" y="463560"/>
                  </a:lnTo>
                  <a:lnTo>
                    <a:pt x="1859989" y="472968"/>
                  </a:lnTo>
                  <a:lnTo>
                    <a:pt x="1906249" y="485512"/>
                  </a:lnTo>
                  <a:lnTo>
                    <a:pt x="1950629" y="501192"/>
                  </a:lnTo>
                  <a:lnTo>
                    <a:pt x="1992712" y="520009"/>
                  </a:lnTo>
                  <a:lnTo>
                    <a:pt x="2032080" y="541961"/>
                  </a:lnTo>
                  <a:close/>
                </a:path>
              </a:pathLst>
            </a:custGeom>
            <a:ln w="38100">
              <a:solidFill>
                <a:srgbClr val="043C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3">
              <a:extLst>
                <a:ext uri="{FF2B5EF4-FFF2-40B4-BE49-F238E27FC236}">
                  <a16:creationId xmlns:a16="http://schemas.microsoft.com/office/drawing/2014/main" id="{86799B98-6689-6077-251B-BD7FA0DB55E2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6616" y="5059679"/>
              <a:ext cx="511289" cy="518922"/>
            </a:xfrm>
            <a:prstGeom prst="rect">
              <a:avLst/>
            </a:prstGeom>
          </p:spPr>
        </p:pic>
        <p:sp>
          <p:nvSpPr>
            <p:cNvPr id="15" name="object 14">
              <a:extLst>
                <a:ext uri="{FF2B5EF4-FFF2-40B4-BE49-F238E27FC236}">
                  <a16:creationId xmlns:a16="http://schemas.microsoft.com/office/drawing/2014/main" id="{76294BA1-D951-77CE-5EFF-E08DE6705CF9}"/>
                </a:ext>
              </a:extLst>
            </p:cNvPr>
            <p:cNvSpPr/>
            <p:nvPr/>
          </p:nvSpPr>
          <p:spPr>
            <a:xfrm>
              <a:off x="304177" y="5122925"/>
              <a:ext cx="396240" cy="401955"/>
            </a:xfrm>
            <a:custGeom>
              <a:avLst/>
              <a:gdLst/>
              <a:ahLst/>
              <a:cxnLst/>
              <a:rect l="l" t="t" r="r" b="b"/>
              <a:pathLst>
                <a:path w="396240" h="401954">
                  <a:moveTo>
                    <a:pt x="320085" y="50023"/>
                  </a:moveTo>
                  <a:lnTo>
                    <a:pt x="0" y="375285"/>
                  </a:lnTo>
                  <a:lnTo>
                    <a:pt x="27152" y="401955"/>
                  </a:lnTo>
                  <a:lnTo>
                    <a:pt x="347313" y="76740"/>
                  </a:lnTo>
                  <a:lnTo>
                    <a:pt x="342645" y="54356"/>
                  </a:lnTo>
                  <a:lnTo>
                    <a:pt x="320085" y="50023"/>
                  </a:lnTo>
                  <a:close/>
                </a:path>
                <a:path w="396240" h="401954">
                  <a:moveTo>
                    <a:pt x="382827" y="40893"/>
                  </a:moveTo>
                  <a:lnTo>
                    <a:pt x="329069" y="40893"/>
                  </a:lnTo>
                  <a:lnTo>
                    <a:pt x="356222" y="67691"/>
                  </a:lnTo>
                  <a:lnTo>
                    <a:pt x="347313" y="76740"/>
                  </a:lnTo>
                  <a:lnTo>
                    <a:pt x="356654" y="121539"/>
                  </a:lnTo>
                  <a:lnTo>
                    <a:pt x="382827" y="40893"/>
                  </a:lnTo>
                  <a:close/>
                </a:path>
                <a:path w="396240" h="401954">
                  <a:moveTo>
                    <a:pt x="329069" y="40893"/>
                  </a:moveTo>
                  <a:lnTo>
                    <a:pt x="320085" y="50023"/>
                  </a:lnTo>
                  <a:lnTo>
                    <a:pt x="342645" y="54356"/>
                  </a:lnTo>
                  <a:lnTo>
                    <a:pt x="347313" y="76740"/>
                  </a:lnTo>
                  <a:lnTo>
                    <a:pt x="356222" y="67691"/>
                  </a:lnTo>
                  <a:lnTo>
                    <a:pt x="329069" y="40893"/>
                  </a:lnTo>
                  <a:close/>
                </a:path>
                <a:path w="396240" h="401954">
                  <a:moveTo>
                    <a:pt x="396100" y="0"/>
                  </a:moveTo>
                  <a:lnTo>
                    <a:pt x="275183" y="41401"/>
                  </a:lnTo>
                  <a:lnTo>
                    <a:pt x="320085" y="50023"/>
                  </a:lnTo>
                  <a:lnTo>
                    <a:pt x="329069" y="40893"/>
                  </a:lnTo>
                  <a:lnTo>
                    <a:pt x="382827" y="40893"/>
                  </a:lnTo>
                  <a:lnTo>
                    <a:pt x="39610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5">
              <a:extLst>
                <a:ext uri="{FF2B5EF4-FFF2-40B4-BE49-F238E27FC236}">
                  <a16:creationId xmlns:a16="http://schemas.microsoft.com/office/drawing/2014/main" id="{C122E69E-2E7F-1E22-BFD9-867E77A4E532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38328" y="5297423"/>
              <a:ext cx="1323594" cy="305549"/>
            </a:xfrm>
            <a:prstGeom prst="rect">
              <a:avLst/>
            </a:prstGeom>
          </p:spPr>
        </p:pic>
        <p:sp>
          <p:nvSpPr>
            <p:cNvPr id="17" name="object 16">
              <a:extLst>
                <a:ext uri="{FF2B5EF4-FFF2-40B4-BE49-F238E27FC236}">
                  <a16:creationId xmlns:a16="http://schemas.microsoft.com/office/drawing/2014/main" id="{5EDAB756-219F-C3AF-FA51-824D13863194}"/>
                </a:ext>
              </a:extLst>
            </p:cNvPr>
            <p:cNvSpPr/>
            <p:nvPr/>
          </p:nvSpPr>
          <p:spPr>
            <a:xfrm>
              <a:off x="286131" y="5320156"/>
              <a:ext cx="1208405" cy="230504"/>
            </a:xfrm>
            <a:custGeom>
              <a:avLst/>
              <a:gdLst/>
              <a:ahLst/>
              <a:cxnLst/>
              <a:rect l="l" t="t" r="r" b="b"/>
              <a:pathLst>
                <a:path w="1208405" h="230504">
                  <a:moveTo>
                    <a:pt x="1117507" y="34159"/>
                  </a:moveTo>
                  <a:lnTo>
                    <a:pt x="0" y="192278"/>
                  </a:lnTo>
                  <a:lnTo>
                    <a:pt x="5333" y="230124"/>
                  </a:lnTo>
                  <a:lnTo>
                    <a:pt x="1122783" y="71887"/>
                  </a:lnTo>
                  <a:lnTo>
                    <a:pt x="1132706" y="51195"/>
                  </a:lnTo>
                  <a:lnTo>
                    <a:pt x="1117507" y="34159"/>
                  </a:lnTo>
                  <a:close/>
                </a:path>
                <a:path w="1208405" h="230504">
                  <a:moveTo>
                    <a:pt x="1183843" y="32385"/>
                  </a:moveTo>
                  <a:lnTo>
                    <a:pt x="1130046" y="32385"/>
                  </a:lnTo>
                  <a:lnTo>
                    <a:pt x="1135380" y="70104"/>
                  </a:lnTo>
                  <a:lnTo>
                    <a:pt x="1122783" y="71887"/>
                  </a:lnTo>
                  <a:lnTo>
                    <a:pt x="1102995" y="113157"/>
                  </a:lnTo>
                  <a:lnTo>
                    <a:pt x="1208151" y="40513"/>
                  </a:lnTo>
                  <a:lnTo>
                    <a:pt x="1183843" y="32385"/>
                  </a:lnTo>
                  <a:close/>
                </a:path>
                <a:path w="1208405" h="230504">
                  <a:moveTo>
                    <a:pt x="1132706" y="51195"/>
                  </a:moveTo>
                  <a:lnTo>
                    <a:pt x="1122783" y="71887"/>
                  </a:lnTo>
                  <a:lnTo>
                    <a:pt x="1135380" y="70104"/>
                  </a:lnTo>
                  <a:lnTo>
                    <a:pt x="1132706" y="51195"/>
                  </a:lnTo>
                  <a:close/>
                </a:path>
                <a:path w="1208405" h="230504">
                  <a:moveTo>
                    <a:pt x="1130046" y="32385"/>
                  </a:moveTo>
                  <a:lnTo>
                    <a:pt x="1117507" y="34159"/>
                  </a:lnTo>
                  <a:lnTo>
                    <a:pt x="1132702" y="51169"/>
                  </a:lnTo>
                  <a:lnTo>
                    <a:pt x="1130046" y="32385"/>
                  </a:lnTo>
                  <a:close/>
                </a:path>
                <a:path w="1208405" h="230504">
                  <a:moveTo>
                    <a:pt x="1086993" y="0"/>
                  </a:moveTo>
                  <a:lnTo>
                    <a:pt x="1117507" y="34159"/>
                  </a:lnTo>
                  <a:lnTo>
                    <a:pt x="1130046" y="32385"/>
                  </a:lnTo>
                  <a:lnTo>
                    <a:pt x="1183843" y="32385"/>
                  </a:lnTo>
                  <a:lnTo>
                    <a:pt x="1086993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7">
            <a:extLst>
              <a:ext uri="{FF2B5EF4-FFF2-40B4-BE49-F238E27FC236}">
                <a16:creationId xmlns:a16="http://schemas.microsoft.com/office/drawing/2014/main" id="{36A7D3F6-B8D5-DFFC-B70B-A27B3C50B73F}"/>
              </a:ext>
            </a:extLst>
          </p:cNvPr>
          <p:cNvSpPr txBox="1"/>
          <p:nvPr/>
        </p:nvSpPr>
        <p:spPr>
          <a:xfrm>
            <a:off x="439709" y="5950303"/>
            <a:ext cx="2792517" cy="87395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0000FF"/>
                </a:solidFill>
                <a:latin typeface="Arial"/>
                <a:cs typeface="Arial"/>
              </a:rPr>
              <a:t>2</a:t>
            </a:r>
            <a:r>
              <a:rPr sz="2800" b="1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0000FF"/>
                </a:solidFill>
                <a:latin typeface="Arial"/>
                <a:cs typeface="Arial"/>
              </a:rPr>
              <a:t>fetch</a:t>
            </a:r>
            <a:r>
              <a:rPr sz="2800" b="1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0000FF"/>
                </a:solidFill>
                <a:latin typeface="Arial"/>
                <a:cs typeface="Arial"/>
              </a:rPr>
              <a:t>(PC),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800" b="1" spc="-5" dirty="0">
                <a:solidFill>
                  <a:srgbClr val="0000FF"/>
                </a:solidFill>
                <a:latin typeface="Arial"/>
                <a:cs typeface="Arial"/>
              </a:rPr>
              <a:t>2</a:t>
            </a:r>
            <a:r>
              <a:rPr sz="2800" b="1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0000FF"/>
                </a:solidFill>
                <a:latin typeface="Arial"/>
                <a:cs typeface="Arial"/>
              </a:rPr>
              <a:t>initial</a:t>
            </a:r>
            <a:r>
              <a:rPr sz="2800" b="1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0000FF"/>
                </a:solidFill>
                <a:latin typeface="Arial"/>
                <a:cs typeface="Arial"/>
              </a:rPr>
              <a:t>decodes</a:t>
            </a:r>
            <a:endParaRPr sz="2800">
              <a:latin typeface="Arial"/>
              <a:cs typeface="Arial"/>
            </a:endParaRPr>
          </a:p>
        </p:txBody>
      </p:sp>
      <p:sp>
        <p:nvSpPr>
          <p:cNvPr id="19" name="object 18">
            <a:extLst>
              <a:ext uri="{FF2B5EF4-FFF2-40B4-BE49-F238E27FC236}">
                <a16:creationId xmlns:a16="http://schemas.microsoft.com/office/drawing/2014/main" id="{1315D122-6D42-8D33-0E6A-B7FB1032E131}"/>
              </a:ext>
            </a:extLst>
          </p:cNvPr>
          <p:cNvSpPr txBox="1"/>
          <p:nvPr/>
        </p:nvSpPr>
        <p:spPr>
          <a:xfrm>
            <a:off x="9490426" y="3747119"/>
            <a:ext cx="1942621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0000FF"/>
                </a:solidFill>
                <a:latin typeface="Arial"/>
                <a:cs typeface="Arial"/>
              </a:rPr>
              <a:t>2 commits </a:t>
            </a:r>
            <a:r>
              <a:rPr sz="2400" b="1" dirty="0">
                <a:solidFill>
                  <a:srgbClr val="0000FF"/>
                </a:solidFill>
                <a:latin typeface="Arial"/>
                <a:cs typeface="Arial"/>
              </a:rPr>
              <a:t> (architected </a:t>
            </a:r>
            <a:r>
              <a:rPr sz="2400" b="1" spc="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00FF"/>
                </a:solidFill>
                <a:latin typeface="Arial"/>
                <a:cs typeface="Arial"/>
              </a:rPr>
              <a:t>register</a:t>
            </a:r>
            <a:r>
              <a:rPr sz="2400" b="1" spc="-7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0000FF"/>
                </a:solidFill>
                <a:latin typeface="Arial"/>
                <a:cs typeface="Arial"/>
              </a:rPr>
              <a:t>sets)</a:t>
            </a:r>
            <a:endParaRPr sz="2400">
              <a:latin typeface="Arial"/>
              <a:cs typeface="Arial"/>
            </a:endParaRPr>
          </a:p>
        </p:txBody>
      </p:sp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9CA8BB2B-8624-974A-CD61-91AB50585B3E}"/>
              </a:ext>
            </a:extLst>
          </p:cNvPr>
          <p:cNvSpPr txBox="1">
            <a:spLocks/>
          </p:cNvSpPr>
          <p:nvPr/>
        </p:nvSpPr>
        <p:spPr>
          <a:xfrm>
            <a:off x="2621280" y="6356350"/>
            <a:ext cx="553212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Advanced Computer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33247019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51557</TotalTime>
  <Words>1580</Words>
  <Application>Microsoft Office PowerPoint</Application>
  <PresentationFormat>Widescreen</PresentationFormat>
  <Paragraphs>373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4" baseType="lpstr">
      <vt:lpstr>Arial</vt:lpstr>
      <vt:lpstr>Arial MT</vt:lpstr>
      <vt:lpstr>Calibri</vt:lpstr>
      <vt:lpstr>Calibri Light</vt:lpstr>
      <vt:lpstr>Cambria</vt:lpstr>
      <vt:lpstr>Comic Sans MS</vt:lpstr>
      <vt:lpstr>Courier New</vt:lpstr>
      <vt:lpstr>Symbol</vt:lpstr>
      <vt:lpstr>Times New Roman</vt:lpstr>
      <vt:lpstr>Verdana</vt:lpstr>
      <vt:lpstr>Wingdings</vt:lpstr>
      <vt:lpstr>Office Theme</vt:lpstr>
      <vt:lpstr>CS683: Advanced Computer Architecture</vt:lpstr>
      <vt:lpstr>Exceptions and all</vt:lpstr>
      <vt:lpstr>Re-order Buffer (ROB)</vt:lpstr>
      <vt:lpstr>Speculative Tomasulo with ROB</vt:lpstr>
      <vt:lpstr>Issue Q + ROB</vt:lpstr>
      <vt:lpstr>Recovery phase</vt:lpstr>
      <vt:lpstr>The complete pipeline</vt:lpstr>
      <vt:lpstr>Transient instruction</vt:lpstr>
      <vt:lpstr>Speculative Execution-II</vt:lpstr>
      <vt:lpstr>ROB</vt:lpstr>
      <vt:lpstr>PowerPoint Presentation</vt:lpstr>
      <vt:lpstr>PowerPoint Presentation</vt:lpstr>
      <vt:lpstr>PowerPoint Presentation</vt:lpstr>
      <vt:lpstr>LSQ (Load Store Q): For out-of-order requests into memory hierarchy</vt:lpstr>
      <vt:lpstr>Why LSQ?</vt:lpstr>
      <vt:lpstr>Why LSQ? </vt:lpstr>
      <vt:lpstr>Continues…. LQ and SQ, On a load request </vt:lpstr>
      <vt:lpstr>The tricky situation</vt:lpstr>
      <vt:lpstr>Approaches</vt:lpstr>
      <vt:lpstr>Dependency violation continues</vt:lpstr>
      <vt:lpstr>Address Speculation</vt:lpstr>
      <vt:lpstr>Better Approach? Predict, Load-store dependency predictor </vt:lpstr>
      <vt:lpstr>More subtle</vt:lpstr>
      <vt:lpstr>Do not Forget the Bigger Picture</vt:lpstr>
      <vt:lpstr>Is this relevant in 2023?  Intel Skylake for you </vt:lpstr>
      <vt:lpstr>Apple hai Kya? </vt:lpstr>
      <vt:lpstr>What about AMD?</vt:lpstr>
      <vt:lpstr>Devil is in the details </vt:lpstr>
      <vt:lpstr>Connect All now</vt:lpstr>
      <vt:lpstr>SMT processors: ILP to TLP (Thread-level) </vt:lpstr>
      <vt:lpstr>Single-thread to SMT (Yes IBM, no Apple)</vt:lpstr>
      <vt:lpstr>IBM Power Series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Biswabandan</dc:creator>
  <cp:lastModifiedBy>Biswabandan</cp:lastModifiedBy>
  <cp:revision>1049</cp:revision>
  <dcterms:created xsi:type="dcterms:W3CDTF">2021-05-31T06:57:48Z</dcterms:created>
  <dcterms:modified xsi:type="dcterms:W3CDTF">2025-10-16T12:37:41Z</dcterms:modified>
</cp:coreProperties>
</file>