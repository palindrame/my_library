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4"/>
  </p:notesMasterIdLst>
  <p:sldIdLst>
    <p:sldId id="256" r:id="rId2"/>
    <p:sldId id="1341" r:id="rId3"/>
    <p:sldId id="470" r:id="rId4"/>
    <p:sldId id="506" r:id="rId5"/>
    <p:sldId id="476" r:id="rId6"/>
    <p:sldId id="478" r:id="rId7"/>
    <p:sldId id="496" r:id="rId8"/>
    <p:sldId id="7235" r:id="rId9"/>
    <p:sldId id="7238" r:id="rId10"/>
    <p:sldId id="7254" r:id="rId11"/>
    <p:sldId id="7255" r:id="rId12"/>
    <p:sldId id="502" r:id="rId13"/>
    <p:sldId id="7256" r:id="rId14"/>
    <p:sldId id="7257" r:id="rId15"/>
    <p:sldId id="524" r:id="rId16"/>
    <p:sldId id="530" r:id="rId17"/>
    <p:sldId id="537" r:id="rId18"/>
    <p:sldId id="538" r:id="rId19"/>
    <p:sldId id="539" r:id="rId20"/>
    <p:sldId id="545" r:id="rId21"/>
    <p:sldId id="546" r:id="rId22"/>
    <p:sldId id="547" r:id="rId23"/>
    <p:sldId id="1230" r:id="rId24"/>
    <p:sldId id="1231" r:id="rId25"/>
    <p:sldId id="1234" r:id="rId26"/>
    <p:sldId id="1235" r:id="rId27"/>
    <p:sldId id="1236" r:id="rId28"/>
    <p:sldId id="1237" r:id="rId29"/>
    <p:sldId id="7921" r:id="rId30"/>
    <p:sldId id="7842" r:id="rId31"/>
    <p:sldId id="7258" r:id="rId32"/>
    <p:sldId id="7956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1DF833-375F-427D-9E8D-E7536F08ABA4}" type="doc">
      <dgm:prSet loTypeId="urn:microsoft.com/office/officeart/2005/8/layout/list1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FBD86923-8B39-4D8E-A8B1-8C49D510010A}">
      <dgm:prSet/>
      <dgm:spPr/>
      <dgm:t>
        <a:bodyPr/>
        <a:lstStyle/>
        <a:p>
          <a:r>
            <a:rPr lang="en-US" i="1" u="sng"/>
            <a:t>Read-After-Write</a:t>
          </a:r>
          <a:r>
            <a:rPr lang="en-US"/>
            <a:t> (</a:t>
          </a:r>
          <a:r>
            <a:rPr lang="en-US" i="1" u="sng"/>
            <a:t>RAW</a:t>
          </a:r>
          <a:r>
            <a:rPr lang="en-US"/>
            <a:t>) </a:t>
          </a:r>
        </a:p>
      </dgm:t>
    </dgm:pt>
    <dgm:pt modelId="{5EC6768C-7D47-458D-9CA2-CAA5F033B2B4}" type="parTrans" cxnId="{899C1D19-70C4-4EF9-AC92-432488B2CE20}">
      <dgm:prSet/>
      <dgm:spPr/>
      <dgm:t>
        <a:bodyPr/>
        <a:lstStyle/>
        <a:p>
          <a:endParaRPr lang="en-US"/>
        </a:p>
      </dgm:t>
    </dgm:pt>
    <dgm:pt modelId="{EED91CE8-6BFA-4275-A60F-8310A93E7474}" type="sibTrans" cxnId="{899C1D19-70C4-4EF9-AC92-432488B2CE20}">
      <dgm:prSet/>
      <dgm:spPr/>
      <dgm:t>
        <a:bodyPr/>
        <a:lstStyle/>
        <a:p>
          <a:endParaRPr lang="en-US"/>
        </a:p>
      </dgm:t>
    </dgm:pt>
    <dgm:pt modelId="{A412E2C4-A599-4539-98AB-DA267919FCF9}">
      <dgm:prSet/>
      <dgm:spPr/>
      <dgm:t>
        <a:bodyPr/>
        <a:lstStyle/>
        <a:p>
          <a:r>
            <a:rPr lang="en-US"/>
            <a:t>Read must wait until earlier write finishes</a:t>
          </a:r>
        </a:p>
      </dgm:t>
    </dgm:pt>
    <dgm:pt modelId="{7A60859F-8815-4A0A-A968-52910312653E}" type="parTrans" cxnId="{C31CBAC4-1C1C-4C8D-B37B-4AFA6A9667A3}">
      <dgm:prSet/>
      <dgm:spPr/>
      <dgm:t>
        <a:bodyPr/>
        <a:lstStyle/>
        <a:p>
          <a:endParaRPr lang="en-US"/>
        </a:p>
      </dgm:t>
    </dgm:pt>
    <dgm:pt modelId="{462F339E-9629-471A-AF86-794B62383223}" type="sibTrans" cxnId="{C31CBAC4-1C1C-4C8D-B37B-4AFA6A9667A3}">
      <dgm:prSet/>
      <dgm:spPr/>
      <dgm:t>
        <a:bodyPr/>
        <a:lstStyle/>
        <a:p>
          <a:endParaRPr lang="en-US"/>
        </a:p>
      </dgm:t>
    </dgm:pt>
    <dgm:pt modelId="{3CA1289C-CB32-45E2-99F8-2C6B54789D97}">
      <dgm:prSet/>
      <dgm:spPr/>
      <dgm:t>
        <a:bodyPr/>
        <a:lstStyle/>
        <a:p>
          <a:r>
            <a:rPr lang="en-US" i="1" u="sng"/>
            <a:t>Anti-Dependence</a:t>
          </a:r>
          <a:r>
            <a:rPr lang="en-US"/>
            <a:t> (</a:t>
          </a:r>
          <a:r>
            <a:rPr lang="en-US" i="1" u="sng"/>
            <a:t>WAR</a:t>
          </a:r>
          <a:r>
            <a:rPr lang="en-US"/>
            <a:t>)</a:t>
          </a:r>
        </a:p>
      </dgm:t>
    </dgm:pt>
    <dgm:pt modelId="{E2EC6EF1-721C-402D-9435-97E04418A9D6}" type="parTrans" cxnId="{1FFB253B-116E-4161-96F7-3E9F9B8B5FFD}">
      <dgm:prSet/>
      <dgm:spPr/>
      <dgm:t>
        <a:bodyPr/>
        <a:lstStyle/>
        <a:p>
          <a:endParaRPr lang="en-US"/>
        </a:p>
      </dgm:t>
    </dgm:pt>
    <dgm:pt modelId="{B47994A1-433C-4ED0-A30B-CFD71782F0FB}" type="sibTrans" cxnId="{1FFB253B-116E-4161-96F7-3E9F9B8B5FFD}">
      <dgm:prSet/>
      <dgm:spPr/>
      <dgm:t>
        <a:bodyPr/>
        <a:lstStyle/>
        <a:p>
          <a:endParaRPr lang="en-US"/>
        </a:p>
      </dgm:t>
    </dgm:pt>
    <dgm:pt modelId="{BC515B18-04C6-4AC3-8DF6-4E0823051BE2}">
      <dgm:prSet/>
      <dgm:spPr/>
      <dgm:t>
        <a:bodyPr/>
        <a:lstStyle/>
        <a:p>
          <a:r>
            <a:rPr lang="en-US"/>
            <a:t>Write must wait until earlier read finishes </a:t>
          </a:r>
        </a:p>
      </dgm:t>
    </dgm:pt>
    <dgm:pt modelId="{C95047DB-1A58-4167-908B-E95A66D9136C}" type="parTrans" cxnId="{E6136B9A-D1F9-4066-ADE0-D066045102E9}">
      <dgm:prSet/>
      <dgm:spPr/>
      <dgm:t>
        <a:bodyPr/>
        <a:lstStyle/>
        <a:p>
          <a:endParaRPr lang="en-US"/>
        </a:p>
      </dgm:t>
    </dgm:pt>
    <dgm:pt modelId="{460AF983-272C-4D0F-A622-74BC6EB201D2}" type="sibTrans" cxnId="{E6136B9A-D1F9-4066-ADE0-D066045102E9}">
      <dgm:prSet/>
      <dgm:spPr/>
      <dgm:t>
        <a:bodyPr/>
        <a:lstStyle/>
        <a:p>
          <a:endParaRPr lang="en-US"/>
        </a:p>
      </dgm:t>
    </dgm:pt>
    <dgm:pt modelId="{029FB6C8-96FF-4B5A-9A41-C9BA7233CDA4}">
      <dgm:prSet/>
      <dgm:spPr/>
      <dgm:t>
        <a:bodyPr/>
        <a:lstStyle/>
        <a:p>
          <a:r>
            <a:rPr lang="en-US" i="1" u="sng"/>
            <a:t>Output Dependence</a:t>
          </a:r>
          <a:r>
            <a:rPr lang="en-US"/>
            <a:t> (</a:t>
          </a:r>
          <a:r>
            <a:rPr lang="en-US" i="1" u="sng"/>
            <a:t>WAW</a:t>
          </a:r>
          <a:r>
            <a:rPr lang="en-US"/>
            <a:t>)</a:t>
          </a:r>
        </a:p>
      </dgm:t>
    </dgm:pt>
    <dgm:pt modelId="{D9769599-3569-4BA0-88CE-086491CA173E}" type="parTrans" cxnId="{12384C42-AD2D-43D3-8B02-CB7DDFA7084B}">
      <dgm:prSet/>
      <dgm:spPr/>
      <dgm:t>
        <a:bodyPr/>
        <a:lstStyle/>
        <a:p>
          <a:endParaRPr lang="en-US"/>
        </a:p>
      </dgm:t>
    </dgm:pt>
    <dgm:pt modelId="{EF2483E6-E918-4126-828C-ECE4D72837AD}" type="sibTrans" cxnId="{12384C42-AD2D-43D3-8B02-CB7DDFA7084B}">
      <dgm:prSet/>
      <dgm:spPr/>
      <dgm:t>
        <a:bodyPr/>
        <a:lstStyle/>
        <a:p>
          <a:endParaRPr lang="en-US"/>
        </a:p>
      </dgm:t>
    </dgm:pt>
    <dgm:pt modelId="{78FBB9B7-F67F-40E7-A11E-1A6D1A6B1752}">
      <dgm:prSet/>
      <dgm:spPr/>
      <dgm:t>
        <a:bodyPr/>
        <a:lstStyle/>
        <a:p>
          <a:r>
            <a:rPr lang="en-US"/>
            <a:t>Earlier write can’t overwrite later write </a:t>
          </a:r>
        </a:p>
      </dgm:t>
    </dgm:pt>
    <dgm:pt modelId="{483F797F-E165-4B08-974D-91DFDD106913}" type="parTrans" cxnId="{5DD46B95-9B5F-4CBD-9CA4-F9057746837D}">
      <dgm:prSet/>
      <dgm:spPr/>
      <dgm:t>
        <a:bodyPr/>
        <a:lstStyle/>
        <a:p>
          <a:endParaRPr lang="en-US"/>
        </a:p>
      </dgm:t>
    </dgm:pt>
    <dgm:pt modelId="{20A15CBA-21C7-469C-9EFA-07F31B58779C}" type="sibTrans" cxnId="{5DD46B95-9B5F-4CBD-9CA4-F9057746837D}">
      <dgm:prSet/>
      <dgm:spPr/>
      <dgm:t>
        <a:bodyPr/>
        <a:lstStyle/>
        <a:p>
          <a:endParaRPr lang="en-US"/>
        </a:p>
      </dgm:t>
    </dgm:pt>
    <dgm:pt modelId="{E0B5A7B5-4C21-44A5-AEF5-620835F7D609}">
      <dgm:prSet/>
      <dgm:spPr/>
      <dgm:t>
        <a:bodyPr/>
        <a:lstStyle/>
        <a:p>
          <a:r>
            <a:rPr lang="en-US"/>
            <a:t>(WAW hazard: not possible with vanilla 5-stage pipeline)</a:t>
          </a:r>
        </a:p>
      </dgm:t>
    </dgm:pt>
    <dgm:pt modelId="{F8294BB8-4298-4279-8988-6EB89169D69A}" type="parTrans" cxnId="{85282263-B0D7-42FD-A445-59D0824E2AFF}">
      <dgm:prSet/>
      <dgm:spPr/>
      <dgm:t>
        <a:bodyPr/>
        <a:lstStyle/>
        <a:p>
          <a:endParaRPr lang="en-US"/>
        </a:p>
      </dgm:t>
    </dgm:pt>
    <dgm:pt modelId="{DF114762-46C8-41B8-A40F-B899110F11AE}" type="sibTrans" cxnId="{85282263-B0D7-42FD-A445-59D0824E2AFF}">
      <dgm:prSet/>
      <dgm:spPr/>
      <dgm:t>
        <a:bodyPr/>
        <a:lstStyle/>
        <a:p>
          <a:endParaRPr lang="en-US"/>
        </a:p>
      </dgm:t>
    </dgm:pt>
    <dgm:pt modelId="{6451A1F2-98A5-4F95-B688-D8B8D64B157B}" type="pres">
      <dgm:prSet presAssocID="{EE1DF833-375F-427D-9E8D-E7536F08ABA4}" presName="linear" presStyleCnt="0">
        <dgm:presLayoutVars>
          <dgm:dir/>
          <dgm:animLvl val="lvl"/>
          <dgm:resizeHandles val="exact"/>
        </dgm:presLayoutVars>
      </dgm:prSet>
      <dgm:spPr/>
    </dgm:pt>
    <dgm:pt modelId="{91497A5E-C7C7-4D77-A2F0-D0892C027AE2}" type="pres">
      <dgm:prSet presAssocID="{FBD86923-8B39-4D8E-A8B1-8C49D510010A}" presName="parentLin" presStyleCnt="0"/>
      <dgm:spPr/>
    </dgm:pt>
    <dgm:pt modelId="{60A62D20-7D48-489D-AFD4-A8BDDCA378E1}" type="pres">
      <dgm:prSet presAssocID="{FBD86923-8B39-4D8E-A8B1-8C49D510010A}" presName="parentLeftMargin" presStyleLbl="node1" presStyleIdx="0" presStyleCnt="3"/>
      <dgm:spPr/>
    </dgm:pt>
    <dgm:pt modelId="{E407CF94-AE91-4EC7-92AB-4B67366CB2B3}" type="pres">
      <dgm:prSet presAssocID="{FBD86923-8B39-4D8E-A8B1-8C49D510010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C676B80-D4A8-4DF1-8448-BDB206583287}" type="pres">
      <dgm:prSet presAssocID="{FBD86923-8B39-4D8E-A8B1-8C49D510010A}" presName="negativeSpace" presStyleCnt="0"/>
      <dgm:spPr/>
    </dgm:pt>
    <dgm:pt modelId="{4B750C6E-1B30-4635-81F4-480AD444A0A1}" type="pres">
      <dgm:prSet presAssocID="{FBD86923-8B39-4D8E-A8B1-8C49D510010A}" presName="childText" presStyleLbl="conFgAcc1" presStyleIdx="0" presStyleCnt="3">
        <dgm:presLayoutVars>
          <dgm:bulletEnabled val="1"/>
        </dgm:presLayoutVars>
      </dgm:prSet>
      <dgm:spPr/>
    </dgm:pt>
    <dgm:pt modelId="{F833798F-B241-47DD-AE7B-47ED6D5BF93C}" type="pres">
      <dgm:prSet presAssocID="{EED91CE8-6BFA-4275-A60F-8310A93E7474}" presName="spaceBetweenRectangles" presStyleCnt="0"/>
      <dgm:spPr/>
    </dgm:pt>
    <dgm:pt modelId="{0B392103-8E48-468D-AB24-2EA24A5ABB1C}" type="pres">
      <dgm:prSet presAssocID="{3CA1289C-CB32-45E2-99F8-2C6B54789D97}" presName="parentLin" presStyleCnt="0"/>
      <dgm:spPr/>
    </dgm:pt>
    <dgm:pt modelId="{FEB6B633-70FD-415D-8ABF-4465D9AB4589}" type="pres">
      <dgm:prSet presAssocID="{3CA1289C-CB32-45E2-99F8-2C6B54789D97}" presName="parentLeftMargin" presStyleLbl="node1" presStyleIdx="0" presStyleCnt="3"/>
      <dgm:spPr/>
    </dgm:pt>
    <dgm:pt modelId="{5CA74C80-7C03-40AE-B535-1FA4A33B0A00}" type="pres">
      <dgm:prSet presAssocID="{3CA1289C-CB32-45E2-99F8-2C6B54789D9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6AEFF2F-F610-41F5-9A65-299A46229E2D}" type="pres">
      <dgm:prSet presAssocID="{3CA1289C-CB32-45E2-99F8-2C6B54789D97}" presName="negativeSpace" presStyleCnt="0"/>
      <dgm:spPr/>
    </dgm:pt>
    <dgm:pt modelId="{C3BC213A-02A7-4238-8FFB-E02DB5D94995}" type="pres">
      <dgm:prSet presAssocID="{3CA1289C-CB32-45E2-99F8-2C6B54789D97}" presName="childText" presStyleLbl="conFgAcc1" presStyleIdx="1" presStyleCnt="3">
        <dgm:presLayoutVars>
          <dgm:bulletEnabled val="1"/>
        </dgm:presLayoutVars>
      </dgm:prSet>
      <dgm:spPr/>
    </dgm:pt>
    <dgm:pt modelId="{07879834-24B6-4F90-A0F2-20D5F67B6101}" type="pres">
      <dgm:prSet presAssocID="{B47994A1-433C-4ED0-A30B-CFD71782F0FB}" presName="spaceBetweenRectangles" presStyleCnt="0"/>
      <dgm:spPr/>
    </dgm:pt>
    <dgm:pt modelId="{64BEC2ED-AE67-4AAF-AE8E-0AB36DA44402}" type="pres">
      <dgm:prSet presAssocID="{029FB6C8-96FF-4B5A-9A41-C9BA7233CDA4}" presName="parentLin" presStyleCnt="0"/>
      <dgm:spPr/>
    </dgm:pt>
    <dgm:pt modelId="{AA6C0BD7-5BCB-4FEF-A503-6F56DB9AE888}" type="pres">
      <dgm:prSet presAssocID="{029FB6C8-96FF-4B5A-9A41-C9BA7233CDA4}" presName="parentLeftMargin" presStyleLbl="node1" presStyleIdx="1" presStyleCnt="3"/>
      <dgm:spPr/>
    </dgm:pt>
    <dgm:pt modelId="{52FEFDB3-2A95-49C0-B0BC-750109E8E054}" type="pres">
      <dgm:prSet presAssocID="{029FB6C8-96FF-4B5A-9A41-C9BA7233CDA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11316E36-4FDC-4A68-936B-6F43476845A4}" type="pres">
      <dgm:prSet presAssocID="{029FB6C8-96FF-4B5A-9A41-C9BA7233CDA4}" presName="negativeSpace" presStyleCnt="0"/>
      <dgm:spPr/>
    </dgm:pt>
    <dgm:pt modelId="{3BC211FC-68CE-4159-9E4E-FB9DF72B7716}" type="pres">
      <dgm:prSet presAssocID="{029FB6C8-96FF-4B5A-9A41-C9BA7233CDA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899C1D19-70C4-4EF9-AC92-432488B2CE20}" srcId="{EE1DF833-375F-427D-9E8D-E7536F08ABA4}" destId="{FBD86923-8B39-4D8E-A8B1-8C49D510010A}" srcOrd="0" destOrd="0" parTransId="{5EC6768C-7D47-458D-9CA2-CAA5F033B2B4}" sibTransId="{EED91CE8-6BFA-4275-A60F-8310A93E7474}"/>
    <dgm:cxn modelId="{48959F26-FCEB-4E74-836B-825ACE1C2B0E}" type="presOf" srcId="{A412E2C4-A599-4539-98AB-DA267919FCF9}" destId="{4B750C6E-1B30-4635-81F4-480AD444A0A1}" srcOrd="0" destOrd="0" presId="urn:microsoft.com/office/officeart/2005/8/layout/list1"/>
    <dgm:cxn modelId="{9AAA1228-F81A-4696-98EC-2764530DC5B1}" type="presOf" srcId="{EE1DF833-375F-427D-9E8D-E7536F08ABA4}" destId="{6451A1F2-98A5-4F95-B688-D8B8D64B157B}" srcOrd="0" destOrd="0" presId="urn:microsoft.com/office/officeart/2005/8/layout/list1"/>
    <dgm:cxn modelId="{33B2AC2D-8AE5-4206-8455-2E095E167F54}" type="presOf" srcId="{78FBB9B7-F67F-40E7-A11E-1A6D1A6B1752}" destId="{3BC211FC-68CE-4159-9E4E-FB9DF72B7716}" srcOrd="0" destOrd="0" presId="urn:microsoft.com/office/officeart/2005/8/layout/list1"/>
    <dgm:cxn modelId="{1FFB253B-116E-4161-96F7-3E9F9B8B5FFD}" srcId="{EE1DF833-375F-427D-9E8D-E7536F08ABA4}" destId="{3CA1289C-CB32-45E2-99F8-2C6B54789D97}" srcOrd="1" destOrd="0" parTransId="{E2EC6EF1-721C-402D-9435-97E04418A9D6}" sibTransId="{B47994A1-433C-4ED0-A30B-CFD71782F0FB}"/>
    <dgm:cxn modelId="{12384C42-AD2D-43D3-8B02-CB7DDFA7084B}" srcId="{EE1DF833-375F-427D-9E8D-E7536F08ABA4}" destId="{029FB6C8-96FF-4B5A-9A41-C9BA7233CDA4}" srcOrd="2" destOrd="0" parTransId="{D9769599-3569-4BA0-88CE-086491CA173E}" sibTransId="{EF2483E6-E918-4126-828C-ECE4D72837AD}"/>
    <dgm:cxn modelId="{85282263-B0D7-42FD-A445-59D0824E2AFF}" srcId="{029FB6C8-96FF-4B5A-9A41-C9BA7233CDA4}" destId="{E0B5A7B5-4C21-44A5-AEF5-620835F7D609}" srcOrd="1" destOrd="0" parTransId="{F8294BB8-4298-4279-8988-6EB89169D69A}" sibTransId="{DF114762-46C8-41B8-A40F-B899110F11AE}"/>
    <dgm:cxn modelId="{EDF3C543-A321-46AE-BAA8-2E631032DE6F}" type="presOf" srcId="{3CA1289C-CB32-45E2-99F8-2C6B54789D97}" destId="{FEB6B633-70FD-415D-8ABF-4465D9AB4589}" srcOrd="0" destOrd="0" presId="urn:microsoft.com/office/officeart/2005/8/layout/list1"/>
    <dgm:cxn modelId="{C303FD72-6F7C-4F72-B239-524BBD730B25}" type="presOf" srcId="{029FB6C8-96FF-4B5A-9A41-C9BA7233CDA4}" destId="{AA6C0BD7-5BCB-4FEF-A503-6F56DB9AE888}" srcOrd="0" destOrd="0" presId="urn:microsoft.com/office/officeart/2005/8/layout/list1"/>
    <dgm:cxn modelId="{5DD46B95-9B5F-4CBD-9CA4-F9057746837D}" srcId="{029FB6C8-96FF-4B5A-9A41-C9BA7233CDA4}" destId="{78FBB9B7-F67F-40E7-A11E-1A6D1A6B1752}" srcOrd="0" destOrd="0" parTransId="{483F797F-E165-4B08-974D-91DFDD106913}" sibTransId="{20A15CBA-21C7-469C-9EFA-07F31B58779C}"/>
    <dgm:cxn modelId="{E6136B9A-D1F9-4066-ADE0-D066045102E9}" srcId="{3CA1289C-CB32-45E2-99F8-2C6B54789D97}" destId="{BC515B18-04C6-4AC3-8DF6-4E0823051BE2}" srcOrd="0" destOrd="0" parTransId="{C95047DB-1A58-4167-908B-E95A66D9136C}" sibTransId="{460AF983-272C-4D0F-A622-74BC6EB201D2}"/>
    <dgm:cxn modelId="{96C2E59E-D7ED-44BA-8C4B-C8F546DBEAAE}" type="presOf" srcId="{029FB6C8-96FF-4B5A-9A41-C9BA7233CDA4}" destId="{52FEFDB3-2A95-49C0-B0BC-750109E8E054}" srcOrd="1" destOrd="0" presId="urn:microsoft.com/office/officeart/2005/8/layout/list1"/>
    <dgm:cxn modelId="{E178DBB4-FA70-487B-B5B9-EEE18A3AE4E3}" type="presOf" srcId="{FBD86923-8B39-4D8E-A8B1-8C49D510010A}" destId="{60A62D20-7D48-489D-AFD4-A8BDDCA378E1}" srcOrd="0" destOrd="0" presId="urn:microsoft.com/office/officeart/2005/8/layout/list1"/>
    <dgm:cxn modelId="{9B78FCBE-96CD-4737-85B7-6BAC47AE0252}" type="presOf" srcId="{FBD86923-8B39-4D8E-A8B1-8C49D510010A}" destId="{E407CF94-AE91-4EC7-92AB-4B67366CB2B3}" srcOrd="1" destOrd="0" presId="urn:microsoft.com/office/officeart/2005/8/layout/list1"/>
    <dgm:cxn modelId="{C31CBAC4-1C1C-4C8D-B37B-4AFA6A9667A3}" srcId="{FBD86923-8B39-4D8E-A8B1-8C49D510010A}" destId="{A412E2C4-A599-4539-98AB-DA267919FCF9}" srcOrd="0" destOrd="0" parTransId="{7A60859F-8815-4A0A-A968-52910312653E}" sibTransId="{462F339E-9629-471A-AF86-794B62383223}"/>
    <dgm:cxn modelId="{85CB8ED2-93D8-4CA0-8605-38BA71F54080}" type="presOf" srcId="{3CA1289C-CB32-45E2-99F8-2C6B54789D97}" destId="{5CA74C80-7C03-40AE-B535-1FA4A33B0A00}" srcOrd="1" destOrd="0" presId="urn:microsoft.com/office/officeart/2005/8/layout/list1"/>
    <dgm:cxn modelId="{A6DC3CEC-B66B-4035-A9D1-19424B1BC689}" type="presOf" srcId="{E0B5A7B5-4C21-44A5-AEF5-620835F7D609}" destId="{3BC211FC-68CE-4159-9E4E-FB9DF72B7716}" srcOrd="0" destOrd="1" presId="urn:microsoft.com/office/officeart/2005/8/layout/list1"/>
    <dgm:cxn modelId="{F00E74F4-7048-42AB-88AA-017CC91D5BD6}" type="presOf" srcId="{BC515B18-04C6-4AC3-8DF6-4E0823051BE2}" destId="{C3BC213A-02A7-4238-8FFB-E02DB5D94995}" srcOrd="0" destOrd="0" presId="urn:microsoft.com/office/officeart/2005/8/layout/list1"/>
    <dgm:cxn modelId="{D95A5867-4417-4955-9EFE-AB64FD8E5643}" type="presParOf" srcId="{6451A1F2-98A5-4F95-B688-D8B8D64B157B}" destId="{91497A5E-C7C7-4D77-A2F0-D0892C027AE2}" srcOrd="0" destOrd="0" presId="urn:microsoft.com/office/officeart/2005/8/layout/list1"/>
    <dgm:cxn modelId="{1B1BCBBF-C898-4D3F-A4A5-D1322C9B3BC5}" type="presParOf" srcId="{91497A5E-C7C7-4D77-A2F0-D0892C027AE2}" destId="{60A62D20-7D48-489D-AFD4-A8BDDCA378E1}" srcOrd="0" destOrd="0" presId="urn:microsoft.com/office/officeart/2005/8/layout/list1"/>
    <dgm:cxn modelId="{8DE38A9F-DCFE-4AFB-99CA-7454494C8099}" type="presParOf" srcId="{91497A5E-C7C7-4D77-A2F0-D0892C027AE2}" destId="{E407CF94-AE91-4EC7-92AB-4B67366CB2B3}" srcOrd="1" destOrd="0" presId="urn:microsoft.com/office/officeart/2005/8/layout/list1"/>
    <dgm:cxn modelId="{45925031-C2D9-48C9-B862-2550213F59C7}" type="presParOf" srcId="{6451A1F2-98A5-4F95-B688-D8B8D64B157B}" destId="{4C676B80-D4A8-4DF1-8448-BDB206583287}" srcOrd="1" destOrd="0" presId="urn:microsoft.com/office/officeart/2005/8/layout/list1"/>
    <dgm:cxn modelId="{BED2B43A-8CEB-4B41-981C-E30E597BAC86}" type="presParOf" srcId="{6451A1F2-98A5-4F95-B688-D8B8D64B157B}" destId="{4B750C6E-1B30-4635-81F4-480AD444A0A1}" srcOrd="2" destOrd="0" presId="urn:microsoft.com/office/officeart/2005/8/layout/list1"/>
    <dgm:cxn modelId="{3E2C1A12-FC8F-401E-BBF7-6A4654F44613}" type="presParOf" srcId="{6451A1F2-98A5-4F95-B688-D8B8D64B157B}" destId="{F833798F-B241-47DD-AE7B-47ED6D5BF93C}" srcOrd="3" destOrd="0" presId="urn:microsoft.com/office/officeart/2005/8/layout/list1"/>
    <dgm:cxn modelId="{666E3240-E8DB-4EC0-AC67-E3EF2B7570B6}" type="presParOf" srcId="{6451A1F2-98A5-4F95-B688-D8B8D64B157B}" destId="{0B392103-8E48-468D-AB24-2EA24A5ABB1C}" srcOrd="4" destOrd="0" presId="urn:microsoft.com/office/officeart/2005/8/layout/list1"/>
    <dgm:cxn modelId="{F1B90708-AAA8-4131-9E54-F9728D704555}" type="presParOf" srcId="{0B392103-8E48-468D-AB24-2EA24A5ABB1C}" destId="{FEB6B633-70FD-415D-8ABF-4465D9AB4589}" srcOrd="0" destOrd="0" presId="urn:microsoft.com/office/officeart/2005/8/layout/list1"/>
    <dgm:cxn modelId="{720224B8-6808-4B92-92B1-25051E49CD59}" type="presParOf" srcId="{0B392103-8E48-468D-AB24-2EA24A5ABB1C}" destId="{5CA74C80-7C03-40AE-B535-1FA4A33B0A00}" srcOrd="1" destOrd="0" presId="urn:microsoft.com/office/officeart/2005/8/layout/list1"/>
    <dgm:cxn modelId="{ECB8D024-01F5-425F-90DF-BFC7043A556E}" type="presParOf" srcId="{6451A1F2-98A5-4F95-B688-D8B8D64B157B}" destId="{76AEFF2F-F610-41F5-9A65-299A46229E2D}" srcOrd="5" destOrd="0" presId="urn:microsoft.com/office/officeart/2005/8/layout/list1"/>
    <dgm:cxn modelId="{138B8DB9-F6F5-47E6-9670-0400D4D432FD}" type="presParOf" srcId="{6451A1F2-98A5-4F95-B688-D8B8D64B157B}" destId="{C3BC213A-02A7-4238-8FFB-E02DB5D94995}" srcOrd="6" destOrd="0" presId="urn:microsoft.com/office/officeart/2005/8/layout/list1"/>
    <dgm:cxn modelId="{15840816-702D-46EC-ABDB-0AB328040A77}" type="presParOf" srcId="{6451A1F2-98A5-4F95-B688-D8B8D64B157B}" destId="{07879834-24B6-4F90-A0F2-20D5F67B6101}" srcOrd="7" destOrd="0" presId="urn:microsoft.com/office/officeart/2005/8/layout/list1"/>
    <dgm:cxn modelId="{AA18AD4B-D468-4931-A5A4-7D5C216103A2}" type="presParOf" srcId="{6451A1F2-98A5-4F95-B688-D8B8D64B157B}" destId="{64BEC2ED-AE67-4AAF-AE8E-0AB36DA44402}" srcOrd="8" destOrd="0" presId="urn:microsoft.com/office/officeart/2005/8/layout/list1"/>
    <dgm:cxn modelId="{7E105592-B2FF-40CF-8590-93D74D1CCB73}" type="presParOf" srcId="{64BEC2ED-AE67-4AAF-AE8E-0AB36DA44402}" destId="{AA6C0BD7-5BCB-4FEF-A503-6F56DB9AE888}" srcOrd="0" destOrd="0" presId="urn:microsoft.com/office/officeart/2005/8/layout/list1"/>
    <dgm:cxn modelId="{A9631437-4705-4088-AC4B-5F760B82B1BF}" type="presParOf" srcId="{64BEC2ED-AE67-4AAF-AE8E-0AB36DA44402}" destId="{52FEFDB3-2A95-49C0-B0BC-750109E8E054}" srcOrd="1" destOrd="0" presId="urn:microsoft.com/office/officeart/2005/8/layout/list1"/>
    <dgm:cxn modelId="{C4E9F848-ACB1-452D-A7FB-00C0F45779A1}" type="presParOf" srcId="{6451A1F2-98A5-4F95-B688-D8B8D64B157B}" destId="{11316E36-4FDC-4A68-936B-6F43476845A4}" srcOrd="9" destOrd="0" presId="urn:microsoft.com/office/officeart/2005/8/layout/list1"/>
    <dgm:cxn modelId="{636838D1-419B-414E-B153-E5CFCC8B1BC4}" type="presParOf" srcId="{6451A1F2-98A5-4F95-B688-D8B8D64B157B}" destId="{3BC211FC-68CE-4159-9E4E-FB9DF72B7716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673ABC-7E35-41A2-9DA5-664DAA809854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90936BEB-D80A-4158-89C0-A82465583E0C}">
      <dgm:prSet/>
      <dgm:spPr/>
      <dgm:t>
        <a:bodyPr/>
        <a:lstStyle/>
        <a:p>
          <a:r>
            <a:rPr lang="en-US"/>
            <a:t>What do we need to calculate next PC?</a:t>
          </a:r>
        </a:p>
      </dgm:t>
    </dgm:pt>
    <dgm:pt modelId="{6740195F-49BA-43AB-A893-E0935F212C70}" type="parTrans" cxnId="{88F6A12E-6D7C-485C-89CC-358FCC9348B9}">
      <dgm:prSet/>
      <dgm:spPr/>
      <dgm:t>
        <a:bodyPr/>
        <a:lstStyle/>
        <a:p>
          <a:endParaRPr lang="en-US"/>
        </a:p>
      </dgm:t>
    </dgm:pt>
    <dgm:pt modelId="{BAAFBD63-F42F-4D14-A8E9-2E7416EEB1AC}" type="sibTrans" cxnId="{88F6A12E-6D7C-485C-89CC-358FCC9348B9}">
      <dgm:prSet/>
      <dgm:spPr/>
      <dgm:t>
        <a:bodyPr/>
        <a:lstStyle/>
        <a:p>
          <a:endParaRPr lang="en-US"/>
        </a:p>
      </dgm:t>
    </dgm:pt>
    <dgm:pt modelId="{469771A6-5207-4F5F-88BD-A0A2A3DC744F}">
      <dgm:prSet/>
      <dgm:spPr/>
      <dgm:t>
        <a:bodyPr/>
        <a:lstStyle/>
        <a:p>
          <a:r>
            <a:rPr lang="en-US"/>
            <a:t>For Jumps</a:t>
          </a:r>
        </a:p>
      </dgm:t>
    </dgm:pt>
    <dgm:pt modelId="{E596D306-DCB0-49B5-AC72-28680C3BB582}" type="parTrans" cxnId="{6D7DE7F7-687F-4FAB-B42E-2353B0DC89AB}">
      <dgm:prSet/>
      <dgm:spPr/>
      <dgm:t>
        <a:bodyPr/>
        <a:lstStyle/>
        <a:p>
          <a:endParaRPr lang="en-US"/>
        </a:p>
      </dgm:t>
    </dgm:pt>
    <dgm:pt modelId="{92D81E1A-99C5-4628-BF8B-20B7602028CF}" type="sibTrans" cxnId="{6D7DE7F7-687F-4FAB-B42E-2353B0DC89AB}">
      <dgm:prSet/>
      <dgm:spPr/>
      <dgm:t>
        <a:bodyPr/>
        <a:lstStyle/>
        <a:p>
          <a:endParaRPr lang="en-US"/>
        </a:p>
      </dgm:t>
    </dgm:pt>
    <dgm:pt modelId="{9FAE3189-FC96-4B9B-B985-F346DD24D786}">
      <dgm:prSet/>
      <dgm:spPr/>
      <dgm:t>
        <a:bodyPr/>
        <a:lstStyle/>
        <a:p>
          <a:r>
            <a:rPr lang="en-US"/>
            <a:t>Opcode, offset, and PC</a:t>
          </a:r>
        </a:p>
      </dgm:t>
    </dgm:pt>
    <dgm:pt modelId="{F2D1D300-67A9-4655-BE34-B024DA6DD1CD}" type="parTrans" cxnId="{61894ECE-E2BE-4044-99CB-3390FFA0F141}">
      <dgm:prSet/>
      <dgm:spPr/>
      <dgm:t>
        <a:bodyPr/>
        <a:lstStyle/>
        <a:p>
          <a:endParaRPr lang="en-US"/>
        </a:p>
      </dgm:t>
    </dgm:pt>
    <dgm:pt modelId="{8A7F087F-7ADA-415C-8D53-5D0A438789FE}" type="sibTrans" cxnId="{61894ECE-E2BE-4044-99CB-3390FFA0F141}">
      <dgm:prSet/>
      <dgm:spPr/>
      <dgm:t>
        <a:bodyPr/>
        <a:lstStyle/>
        <a:p>
          <a:endParaRPr lang="en-US"/>
        </a:p>
      </dgm:t>
    </dgm:pt>
    <dgm:pt modelId="{0ABB0E6E-FA04-4A42-9D76-DA065AA176EF}">
      <dgm:prSet/>
      <dgm:spPr/>
      <dgm:t>
        <a:bodyPr/>
        <a:lstStyle/>
        <a:p>
          <a:r>
            <a:rPr lang="en-US"/>
            <a:t>For Jump Register</a:t>
          </a:r>
        </a:p>
      </dgm:t>
    </dgm:pt>
    <dgm:pt modelId="{5C185F53-D3AF-4170-A371-0C242A6D59D9}" type="parTrans" cxnId="{08C77CA7-CDD1-4AB9-B210-77C1D9E2B085}">
      <dgm:prSet/>
      <dgm:spPr/>
      <dgm:t>
        <a:bodyPr/>
        <a:lstStyle/>
        <a:p>
          <a:endParaRPr lang="en-US"/>
        </a:p>
      </dgm:t>
    </dgm:pt>
    <dgm:pt modelId="{603D1059-95F9-420E-A006-4EA350B8E215}" type="sibTrans" cxnId="{08C77CA7-CDD1-4AB9-B210-77C1D9E2B085}">
      <dgm:prSet/>
      <dgm:spPr/>
      <dgm:t>
        <a:bodyPr/>
        <a:lstStyle/>
        <a:p>
          <a:endParaRPr lang="en-US"/>
        </a:p>
      </dgm:t>
    </dgm:pt>
    <dgm:pt modelId="{D86FEB49-9765-4655-97A4-89EB841A4649}">
      <dgm:prSet/>
      <dgm:spPr/>
      <dgm:t>
        <a:bodyPr/>
        <a:lstStyle/>
        <a:p>
          <a:r>
            <a:rPr lang="en-US"/>
            <a:t>Opcode and register value</a:t>
          </a:r>
        </a:p>
      </dgm:t>
    </dgm:pt>
    <dgm:pt modelId="{6FD2E553-DF65-4270-9BE4-23E11BB6F568}" type="parTrans" cxnId="{1D0C92DF-C9CE-4A85-8866-AA1D48783F2E}">
      <dgm:prSet/>
      <dgm:spPr/>
      <dgm:t>
        <a:bodyPr/>
        <a:lstStyle/>
        <a:p>
          <a:endParaRPr lang="en-US"/>
        </a:p>
      </dgm:t>
    </dgm:pt>
    <dgm:pt modelId="{1DB74C05-5EEB-4D1E-938B-6F8F523AC35D}" type="sibTrans" cxnId="{1D0C92DF-C9CE-4A85-8866-AA1D48783F2E}">
      <dgm:prSet/>
      <dgm:spPr/>
      <dgm:t>
        <a:bodyPr/>
        <a:lstStyle/>
        <a:p>
          <a:endParaRPr lang="en-US"/>
        </a:p>
      </dgm:t>
    </dgm:pt>
    <dgm:pt modelId="{42F5327B-835A-464F-A06F-4D1783CE1AB9}">
      <dgm:prSet/>
      <dgm:spPr/>
      <dgm:t>
        <a:bodyPr/>
        <a:lstStyle/>
        <a:p>
          <a:r>
            <a:rPr lang="en-US"/>
            <a:t>For Conditional Branches</a:t>
          </a:r>
        </a:p>
      </dgm:t>
    </dgm:pt>
    <dgm:pt modelId="{9E9B504F-BE35-4CC1-B12C-482672CEABC2}" type="parTrans" cxnId="{B1EE70C2-4CA4-4584-B56F-35DA1A20FD87}">
      <dgm:prSet/>
      <dgm:spPr/>
      <dgm:t>
        <a:bodyPr/>
        <a:lstStyle/>
        <a:p>
          <a:endParaRPr lang="en-US"/>
        </a:p>
      </dgm:t>
    </dgm:pt>
    <dgm:pt modelId="{306DC431-44E5-4E10-8EC3-5AAC77ACF535}" type="sibTrans" cxnId="{B1EE70C2-4CA4-4584-B56F-35DA1A20FD87}">
      <dgm:prSet/>
      <dgm:spPr/>
      <dgm:t>
        <a:bodyPr/>
        <a:lstStyle/>
        <a:p>
          <a:endParaRPr lang="en-US"/>
        </a:p>
      </dgm:t>
    </dgm:pt>
    <dgm:pt modelId="{6BAE9407-63B5-45CD-8856-13BDBA6373B0}">
      <dgm:prSet/>
      <dgm:spPr/>
      <dgm:t>
        <a:bodyPr/>
        <a:lstStyle/>
        <a:p>
          <a:r>
            <a:rPr lang="en-US"/>
            <a:t>Opcode, offset, PC, and register (for condition)</a:t>
          </a:r>
        </a:p>
      </dgm:t>
    </dgm:pt>
    <dgm:pt modelId="{09DAB09E-77AF-4675-A8F2-B9911EA217D6}" type="parTrans" cxnId="{7822D63D-3424-4877-81FA-8A473A1934C2}">
      <dgm:prSet/>
      <dgm:spPr/>
      <dgm:t>
        <a:bodyPr/>
        <a:lstStyle/>
        <a:p>
          <a:endParaRPr lang="en-US"/>
        </a:p>
      </dgm:t>
    </dgm:pt>
    <dgm:pt modelId="{55307A57-BD07-4722-B9C2-2A01BF3BAA78}" type="sibTrans" cxnId="{7822D63D-3424-4877-81FA-8A473A1934C2}">
      <dgm:prSet/>
      <dgm:spPr/>
      <dgm:t>
        <a:bodyPr/>
        <a:lstStyle/>
        <a:p>
          <a:endParaRPr lang="en-US"/>
        </a:p>
      </dgm:t>
    </dgm:pt>
    <dgm:pt modelId="{C8F80BC6-2699-4DB2-8EDC-0EE5FB4709B9}">
      <dgm:prSet/>
      <dgm:spPr/>
      <dgm:t>
        <a:bodyPr/>
        <a:lstStyle/>
        <a:p>
          <a:r>
            <a:rPr lang="en-US"/>
            <a:t>For all others</a:t>
          </a:r>
        </a:p>
      </dgm:t>
    </dgm:pt>
    <dgm:pt modelId="{D4E65333-CE5C-45C1-8C2B-AA1623AB60D2}" type="parTrans" cxnId="{71A7A9AF-CB7D-4246-888D-CBD35093FA7E}">
      <dgm:prSet/>
      <dgm:spPr/>
      <dgm:t>
        <a:bodyPr/>
        <a:lstStyle/>
        <a:p>
          <a:endParaRPr lang="en-US"/>
        </a:p>
      </dgm:t>
    </dgm:pt>
    <dgm:pt modelId="{6E3FB24A-E8FF-455F-BD01-861C11E844EB}" type="sibTrans" cxnId="{71A7A9AF-CB7D-4246-888D-CBD35093FA7E}">
      <dgm:prSet/>
      <dgm:spPr/>
      <dgm:t>
        <a:bodyPr/>
        <a:lstStyle/>
        <a:p>
          <a:endParaRPr lang="en-US"/>
        </a:p>
      </dgm:t>
    </dgm:pt>
    <dgm:pt modelId="{FE9CED33-75C9-45AE-A3B3-435BD00FF9D0}">
      <dgm:prSet/>
      <dgm:spPr/>
      <dgm:t>
        <a:bodyPr/>
        <a:lstStyle/>
        <a:p>
          <a:r>
            <a:rPr lang="en-US"/>
            <a:t>Opcode and PC</a:t>
          </a:r>
        </a:p>
      </dgm:t>
    </dgm:pt>
    <dgm:pt modelId="{A8D68069-6CF5-4980-BF97-68659E90BFBA}" type="parTrans" cxnId="{AC31FE55-6558-4479-8884-C9971B06C1D8}">
      <dgm:prSet/>
      <dgm:spPr/>
      <dgm:t>
        <a:bodyPr/>
        <a:lstStyle/>
        <a:p>
          <a:endParaRPr lang="en-US"/>
        </a:p>
      </dgm:t>
    </dgm:pt>
    <dgm:pt modelId="{C756E136-8D49-4533-B852-37FA370F9769}" type="sibTrans" cxnId="{AC31FE55-6558-4479-8884-C9971B06C1D8}">
      <dgm:prSet/>
      <dgm:spPr/>
      <dgm:t>
        <a:bodyPr/>
        <a:lstStyle/>
        <a:p>
          <a:endParaRPr lang="en-US"/>
        </a:p>
      </dgm:t>
    </dgm:pt>
    <dgm:pt modelId="{FCA82088-E796-48C2-9A24-378BE765C8B3}">
      <dgm:prSet/>
      <dgm:spPr/>
      <dgm:t>
        <a:bodyPr/>
        <a:lstStyle/>
        <a:p>
          <a:r>
            <a:rPr lang="en-US"/>
            <a:t>In what stage do we know these?</a:t>
          </a:r>
        </a:p>
      </dgm:t>
    </dgm:pt>
    <dgm:pt modelId="{802A551A-B0EA-4F93-8A96-9B25CA3AAD36}" type="parTrans" cxnId="{74A91254-6959-483C-B0E5-E2A5250471D3}">
      <dgm:prSet/>
      <dgm:spPr/>
      <dgm:t>
        <a:bodyPr/>
        <a:lstStyle/>
        <a:p>
          <a:endParaRPr lang="en-US"/>
        </a:p>
      </dgm:t>
    </dgm:pt>
    <dgm:pt modelId="{6B3967B4-0F29-4C16-97AB-353DA7BE207C}" type="sibTrans" cxnId="{74A91254-6959-483C-B0E5-E2A5250471D3}">
      <dgm:prSet/>
      <dgm:spPr/>
      <dgm:t>
        <a:bodyPr/>
        <a:lstStyle/>
        <a:p>
          <a:endParaRPr lang="en-US"/>
        </a:p>
      </dgm:t>
    </dgm:pt>
    <dgm:pt modelId="{14F4A079-BCE4-40D8-8888-BFC9F796D959}">
      <dgm:prSet/>
      <dgm:spPr/>
      <dgm:t>
        <a:bodyPr/>
        <a:lstStyle/>
        <a:p>
          <a:r>
            <a:rPr lang="en-US" dirty="0"/>
            <a:t>PC - Fetch</a:t>
          </a:r>
        </a:p>
      </dgm:t>
    </dgm:pt>
    <dgm:pt modelId="{DD6F7C6C-CA6D-47A2-B560-E38B327622C2}" type="parTrans" cxnId="{CF5EA5C9-E93D-4515-8B9E-49ADFCB7CA4F}">
      <dgm:prSet/>
      <dgm:spPr/>
      <dgm:t>
        <a:bodyPr/>
        <a:lstStyle/>
        <a:p>
          <a:endParaRPr lang="en-US"/>
        </a:p>
      </dgm:t>
    </dgm:pt>
    <dgm:pt modelId="{86239F8D-C707-44B8-8920-C45C283C98D0}" type="sibTrans" cxnId="{CF5EA5C9-E93D-4515-8B9E-49ADFCB7CA4F}">
      <dgm:prSet/>
      <dgm:spPr/>
      <dgm:t>
        <a:bodyPr/>
        <a:lstStyle/>
        <a:p>
          <a:endParaRPr lang="en-US"/>
        </a:p>
      </dgm:t>
    </dgm:pt>
    <dgm:pt modelId="{7EDC5726-37B3-41F6-81EE-1C1B2C029C21}">
      <dgm:prSet/>
      <dgm:spPr/>
      <dgm:t>
        <a:bodyPr/>
        <a:lstStyle/>
        <a:p>
          <a:r>
            <a:rPr lang="en-US" dirty="0"/>
            <a:t>Opcode, offset - Decode (or Fetch?)</a:t>
          </a:r>
        </a:p>
      </dgm:t>
    </dgm:pt>
    <dgm:pt modelId="{E899E989-5E53-4EEB-BAC2-644C8F92EE2F}" type="parTrans" cxnId="{94D5A34D-E61A-4E7D-8D52-1630D566DD88}">
      <dgm:prSet/>
      <dgm:spPr/>
      <dgm:t>
        <a:bodyPr/>
        <a:lstStyle/>
        <a:p>
          <a:endParaRPr lang="en-US"/>
        </a:p>
      </dgm:t>
    </dgm:pt>
    <dgm:pt modelId="{17203F41-C6A1-40CF-BE7E-734D131172B7}" type="sibTrans" cxnId="{94D5A34D-E61A-4E7D-8D52-1630D566DD88}">
      <dgm:prSet/>
      <dgm:spPr/>
      <dgm:t>
        <a:bodyPr/>
        <a:lstStyle/>
        <a:p>
          <a:endParaRPr lang="en-US"/>
        </a:p>
      </dgm:t>
    </dgm:pt>
    <dgm:pt modelId="{5C4FB7E6-374F-4AFB-9DAE-5B2C696F3B38}">
      <dgm:prSet/>
      <dgm:spPr/>
      <dgm:t>
        <a:bodyPr/>
        <a:lstStyle/>
        <a:p>
          <a:r>
            <a:rPr lang="en-US" dirty="0"/>
            <a:t>Register value - Decode</a:t>
          </a:r>
        </a:p>
      </dgm:t>
    </dgm:pt>
    <dgm:pt modelId="{B85BD31E-CFC1-49AD-863C-91FAEFF4E543}" type="parTrans" cxnId="{FBFE2937-FB9C-4BA5-8A8B-E9974046C8BB}">
      <dgm:prSet/>
      <dgm:spPr/>
      <dgm:t>
        <a:bodyPr/>
        <a:lstStyle/>
        <a:p>
          <a:endParaRPr lang="en-US"/>
        </a:p>
      </dgm:t>
    </dgm:pt>
    <dgm:pt modelId="{2F84D57B-413C-436D-8DF9-A4D96D2D8CA1}" type="sibTrans" cxnId="{FBFE2937-FB9C-4BA5-8A8B-E9974046C8BB}">
      <dgm:prSet/>
      <dgm:spPr/>
      <dgm:t>
        <a:bodyPr/>
        <a:lstStyle/>
        <a:p>
          <a:endParaRPr lang="en-US"/>
        </a:p>
      </dgm:t>
    </dgm:pt>
    <dgm:pt modelId="{8E68D4F7-4C0B-4CC5-97F3-59DB075C8E36}">
      <dgm:prSet/>
      <dgm:spPr/>
      <dgm:t>
        <a:bodyPr/>
        <a:lstStyle/>
        <a:p>
          <a:r>
            <a:rPr lang="en-US" dirty="0"/>
            <a:t>Branch condition ((</a:t>
          </a:r>
          <a:r>
            <a:rPr lang="en-US" dirty="0" err="1"/>
            <a:t>rs</a:t>
          </a:r>
          <a:r>
            <a:rPr lang="en-US" dirty="0"/>
            <a:t>)==0) - Execute (or Decode?)</a:t>
          </a:r>
        </a:p>
      </dgm:t>
    </dgm:pt>
    <dgm:pt modelId="{A09B3AA0-CBF3-41F3-B71F-43B323D5C56A}" type="parTrans" cxnId="{EC1EA432-AFB5-4EE4-8BD4-E2F65AAF649C}">
      <dgm:prSet/>
      <dgm:spPr/>
      <dgm:t>
        <a:bodyPr/>
        <a:lstStyle/>
        <a:p>
          <a:endParaRPr lang="en-US"/>
        </a:p>
      </dgm:t>
    </dgm:pt>
    <dgm:pt modelId="{D1A956BB-F770-4E0E-800C-2B19C80362DA}" type="sibTrans" cxnId="{EC1EA432-AFB5-4EE4-8BD4-E2F65AAF649C}">
      <dgm:prSet/>
      <dgm:spPr/>
      <dgm:t>
        <a:bodyPr/>
        <a:lstStyle/>
        <a:p>
          <a:endParaRPr lang="en-US"/>
        </a:p>
      </dgm:t>
    </dgm:pt>
    <dgm:pt modelId="{159473A5-B3C1-427F-93E4-CF6686CA7826}" type="pres">
      <dgm:prSet presAssocID="{AA673ABC-7E35-41A2-9DA5-664DAA809854}" presName="linear" presStyleCnt="0">
        <dgm:presLayoutVars>
          <dgm:dir/>
          <dgm:animLvl val="lvl"/>
          <dgm:resizeHandles val="exact"/>
        </dgm:presLayoutVars>
      </dgm:prSet>
      <dgm:spPr/>
    </dgm:pt>
    <dgm:pt modelId="{099FB1CF-9AF9-4046-90A3-54AB32FA1017}" type="pres">
      <dgm:prSet presAssocID="{90936BEB-D80A-4158-89C0-A82465583E0C}" presName="parentLin" presStyleCnt="0"/>
      <dgm:spPr/>
    </dgm:pt>
    <dgm:pt modelId="{C000B82A-66C5-4737-98B8-6DCA72E8A453}" type="pres">
      <dgm:prSet presAssocID="{90936BEB-D80A-4158-89C0-A82465583E0C}" presName="parentLeftMargin" presStyleLbl="node1" presStyleIdx="0" presStyleCnt="2"/>
      <dgm:spPr/>
    </dgm:pt>
    <dgm:pt modelId="{A4CD3E22-E073-46A5-BFE0-A8A45C1D01B9}" type="pres">
      <dgm:prSet presAssocID="{90936BEB-D80A-4158-89C0-A82465583E0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A5D549F-05FF-4766-B247-D21E7F6D222F}" type="pres">
      <dgm:prSet presAssocID="{90936BEB-D80A-4158-89C0-A82465583E0C}" presName="negativeSpace" presStyleCnt="0"/>
      <dgm:spPr/>
    </dgm:pt>
    <dgm:pt modelId="{358F659B-6504-4FC1-8F3C-DDF8B8F90851}" type="pres">
      <dgm:prSet presAssocID="{90936BEB-D80A-4158-89C0-A82465583E0C}" presName="childText" presStyleLbl="conFgAcc1" presStyleIdx="0" presStyleCnt="2">
        <dgm:presLayoutVars>
          <dgm:bulletEnabled val="1"/>
        </dgm:presLayoutVars>
      </dgm:prSet>
      <dgm:spPr/>
    </dgm:pt>
    <dgm:pt modelId="{628C0A48-792C-43A8-9C3E-C02C5C821B3C}" type="pres">
      <dgm:prSet presAssocID="{BAAFBD63-F42F-4D14-A8E9-2E7416EEB1AC}" presName="spaceBetweenRectangles" presStyleCnt="0"/>
      <dgm:spPr/>
    </dgm:pt>
    <dgm:pt modelId="{4864DB1E-C9CB-42FB-876F-C1508DAAC86B}" type="pres">
      <dgm:prSet presAssocID="{FCA82088-E796-48C2-9A24-378BE765C8B3}" presName="parentLin" presStyleCnt="0"/>
      <dgm:spPr/>
    </dgm:pt>
    <dgm:pt modelId="{373F13FD-B737-4D26-8D70-73BBC7A3FAA4}" type="pres">
      <dgm:prSet presAssocID="{FCA82088-E796-48C2-9A24-378BE765C8B3}" presName="parentLeftMargin" presStyleLbl="node1" presStyleIdx="0" presStyleCnt="2"/>
      <dgm:spPr/>
    </dgm:pt>
    <dgm:pt modelId="{92F2D5FC-F369-4822-9318-DB5E43F26D3B}" type="pres">
      <dgm:prSet presAssocID="{FCA82088-E796-48C2-9A24-378BE765C8B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DCE5B2A-6B57-4856-B7B4-1A02395FCA3C}" type="pres">
      <dgm:prSet presAssocID="{FCA82088-E796-48C2-9A24-378BE765C8B3}" presName="negativeSpace" presStyleCnt="0"/>
      <dgm:spPr/>
    </dgm:pt>
    <dgm:pt modelId="{7CB2FE4B-CE93-4BE3-BF59-806F7E8AF5CC}" type="pres">
      <dgm:prSet presAssocID="{FCA82088-E796-48C2-9A24-378BE765C8B3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337DA0A-8777-41A5-A6D8-B204C2A41569}" type="presOf" srcId="{469771A6-5207-4F5F-88BD-A0A2A3DC744F}" destId="{358F659B-6504-4FC1-8F3C-DDF8B8F90851}" srcOrd="0" destOrd="0" presId="urn:microsoft.com/office/officeart/2005/8/layout/list1"/>
    <dgm:cxn modelId="{98470C0B-12EF-48E3-A396-BC767B8FFDCD}" type="presOf" srcId="{9FAE3189-FC96-4B9B-B985-F346DD24D786}" destId="{358F659B-6504-4FC1-8F3C-DDF8B8F90851}" srcOrd="0" destOrd="1" presId="urn:microsoft.com/office/officeart/2005/8/layout/list1"/>
    <dgm:cxn modelId="{F2081C24-69DC-4168-AB54-8E4811AC74AC}" type="presOf" srcId="{FCA82088-E796-48C2-9A24-378BE765C8B3}" destId="{373F13FD-B737-4D26-8D70-73BBC7A3FAA4}" srcOrd="0" destOrd="0" presId="urn:microsoft.com/office/officeart/2005/8/layout/list1"/>
    <dgm:cxn modelId="{20CCDF29-39B5-499D-A2B8-1A6B96284BD0}" type="presOf" srcId="{AA673ABC-7E35-41A2-9DA5-664DAA809854}" destId="{159473A5-B3C1-427F-93E4-CF6686CA7826}" srcOrd="0" destOrd="0" presId="urn:microsoft.com/office/officeart/2005/8/layout/list1"/>
    <dgm:cxn modelId="{88F6A12E-6D7C-485C-89CC-358FCC9348B9}" srcId="{AA673ABC-7E35-41A2-9DA5-664DAA809854}" destId="{90936BEB-D80A-4158-89C0-A82465583E0C}" srcOrd="0" destOrd="0" parTransId="{6740195F-49BA-43AB-A893-E0935F212C70}" sibTransId="{BAAFBD63-F42F-4D14-A8E9-2E7416EEB1AC}"/>
    <dgm:cxn modelId="{EC1EA432-AFB5-4EE4-8BD4-E2F65AAF649C}" srcId="{FCA82088-E796-48C2-9A24-378BE765C8B3}" destId="{8E68D4F7-4C0B-4CC5-97F3-59DB075C8E36}" srcOrd="3" destOrd="0" parTransId="{A09B3AA0-CBF3-41F3-B71F-43B323D5C56A}" sibTransId="{D1A956BB-F770-4E0E-800C-2B19C80362DA}"/>
    <dgm:cxn modelId="{FBFE2937-FB9C-4BA5-8A8B-E9974046C8BB}" srcId="{FCA82088-E796-48C2-9A24-378BE765C8B3}" destId="{5C4FB7E6-374F-4AFB-9DAE-5B2C696F3B38}" srcOrd="2" destOrd="0" parTransId="{B85BD31E-CFC1-49AD-863C-91FAEFF4E543}" sibTransId="{2F84D57B-413C-436D-8DF9-A4D96D2D8CA1}"/>
    <dgm:cxn modelId="{7822D63D-3424-4877-81FA-8A473A1934C2}" srcId="{42F5327B-835A-464F-A06F-4D1783CE1AB9}" destId="{6BAE9407-63B5-45CD-8856-13BDBA6373B0}" srcOrd="0" destOrd="0" parTransId="{09DAB09E-77AF-4675-A8F2-B9911EA217D6}" sibTransId="{55307A57-BD07-4722-B9C2-2A01BF3BAA78}"/>
    <dgm:cxn modelId="{14702366-2B62-47FA-899A-1B157619E78F}" type="presOf" srcId="{90936BEB-D80A-4158-89C0-A82465583E0C}" destId="{A4CD3E22-E073-46A5-BFE0-A8A45C1D01B9}" srcOrd="1" destOrd="0" presId="urn:microsoft.com/office/officeart/2005/8/layout/list1"/>
    <dgm:cxn modelId="{7E6B046B-C8BA-4B3D-9198-41CBCB4E6071}" type="presOf" srcId="{FCA82088-E796-48C2-9A24-378BE765C8B3}" destId="{92F2D5FC-F369-4822-9318-DB5E43F26D3B}" srcOrd="1" destOrd="0" presId="urn:microsoft.com/office/officeart/2005/8/layout/list1"/>
    <dgm:cxn modelId="{94D5A34D-E61A-4E7D-8D52-1630D566DD88}" srcId="{FCA82088-E796-48C2-9A24-378BE765C8B3}" destId="{7EDC5726-37B3-41F6-81EE-1C1B2C029C21}" srcOrd="1" destOrd="0" parTransId="{E899E989-5E53-4EEB-BAC2-644C8F92EE2F}" sibTransId="{17203F41-C6A1-40CF-BE7E-734D131172B7}"/>
    <dgm:cxn modelId="{74A91254-6959-483C-B0E5-E2A5250471D3}" srcId="{AA673ABC-7E35-41A2-9DA5-664DAA809854}" destId="{FCA82088-E796-48C2-9A24-378BE765C8B3}" srcOrd="1" destOrd="0" parTransId="{802A551A-B0EA-4F93-8A96-9B25CA3AAD36}" sibTransId="{6B3967B4-0F29-4C16-97AB-353DA7BE207C}"/>
    <dgm:cxn modelId="{AC31FE55-6558-4479-8884-C9971B06C1D8}" srcId="{C8F80BC6-2699-4DB2-8EDC-0EE5FB4709B9}" destId="{FE9CED33-75C9-45AE-A3B3-435BD00FF9D0}" srcOrd="0" destOrd="0" parTransId="{A8D68069-6CF5-4980-BF97-68659E90BFBA}" sibTransId="{C756E136-8D49-4533-B852-37FA370F9769}"/>
    <dgm:cxn modelId="{A017317E-0165-45B1-B556-BDC4F8857D37}" type="presOf" srcId="{42F5327B-835A-464F-A06F-4D1783CE1AB9}" destId="{358F659B-6504-4FC1-8F3C-DDF8B8F90851}" srcOrd="0" destOrd="4" presId="urn:microsoft.com/office/officeart/2005/8/layout/list1"/>
    <dgm:cxn modelId="{27F6667F-ADE9-47AD-BD68-C4E51C086288}" type="presOf" srcId="{7EDC5726-37B3-41F6-81EE-1C1B2C029C21}" destId="{7CB2FE4B-CE93-4BE3-BF59-806F7E8AF5CC}" srcOrd="0" destOrd="1" presId="urn:microsoft.com/office/officeart/2005/8/layout/list1"/>
    <dgm:cxn modelId="{DA49859B-7B8B-4253-8D2E-3D068680FF01}" type="presOf" srcId="{C8F80BC6-2699-4DB2-8EDC-0EE5FB4709B9}" destId="{358F659B-6504-4FC1-8F3C-DDF8B8F90851}" srcOrd="0" destOrd="6" presId="urn:microsoft.com/office/officeart/2005/8/layout/list1"/>
    <dgm:cxn modelId="{4EF4ECA0-094E-410B-9FCF-01F5A14D3930}" type="presOf" srcId="{D86FEB49-9765-4655-97A4-89EB841A4649}" destId="{358F659B-6504-4FC1-8F3C-DDF8B8F90851}" srcOrd="0" destOrd="3" presId="urn:microsoft.com/office/officeart/2005/8/layout/list1"/>
    <dgm:cxn modelId="{08C77CA7-CDD1-4AB9-B210-77C1D9E2B085}" srcId="{90936BEB-D80A-4158-89C0-A82465583E0C}" destId="{0ABB0E6E-FA04-4A42-9D76-DA065AA176EF}" srcOrd="1" destOrd="0" parTransId="{5C185F53-D3AF-4170-A371-0C242A6D59D9}" sibTransId="{603D1059-95F9-420E-A006-4EA350B8E215}"/>
    <dgm:cxn modelId="{9627D6AD-8FE3-428B-92EF-6F9A85F710DB}" type="presOf" srcId="{6BAE9407-63B5-45CD-8856-13BDBA6373B0}" destId="{358F659B-6504-4FC1-8F3C-DDF8B8F90851}" srcOrd="0" destOrd="5" presId="urn:microsoft.com/office/officeart/2005/8/layout/list1"/>
    <dgm:cxn modelId="{71A7A9AF-CB7D-4246-888D-CBD35093FA7E}" srcId="{90936BEB-D80A-4158-89C0-A82465583E0C}" destId="{C8F80BC6-2699-4DB2-8EDC-0EE5FB4709B9}" srcOrd="3" destOrd="0" parTransId="{D4E65333-CE5C-45C1-8C2B-AA1623AB60D2}" sibTransId="{6E3FB24A-E8FF-455F-BD01-861C11E844EB}"/>
    <dgm:cxn modelId="{91872EC0-9702-446D-B164-1419CD61AF87}" type="presOf" srcId="{8E68D4F7-4C0B-4CC5-97F3-59DB075C8E36}" destId="{7CB2FE4B-CE93-4BE3-BF59-806F7E8AF5CC}" srcOrd="0" destOrd="3" presId="urn:microsoft.com/office/officeart/2005/8/layout/list1"/>
    <dgm:cxn modelId="{70D1FEC0-2D6C-4604-9535-69A7543BC092}" type="presOf" srcId="{14F4A079-BCE4-40D8-8888-BFC9F796D959}" destId="{7CB2FE4B-CE93-4BE3-BF59-806F7E8AF5CC}" srcOrd="0" destOrd="0" presId="urn:microsoft.com/office/officeart/2005/8/layout/list1"/>
    <dgm:cxn modelId="{B1EE70C2-4CA4-4584-B56F-35DA1A20FD87}" srcId="{90936BEB-D80A-4158-89C0-A82465583E0C}" destId="{42F5327B-835A-464F-A06F-4D1783CE1AB9}" srcOrd="2" destOrd="0" parTransId="{9E9B504F-BE35-4CC1-B12C-482672CEABC2}" sibTransId="{306DC431-44E5-4E10-8EC3-5AAC77ACF535}"/>
    <dgm:cxn modelId="{AE6A45C5-2C90-4D29-B913-EE532CB42926}" type="presOf" srcId="{0ABB0E6E-FA04-4A42-9D76-DA065AA176EF}" destId="{358F659B-6504-4FC1-8F3C-DDF8B8F90851}" srcOrd="0" destOrd="2" presId="urn:microsoft.com/office/officeart/2005/8/layout/list1"/>
    <dgm:cxn modelId="{CF5EA5C9-E93D-4515-8B9E-49ADFCB7CA4F}" srcId="{FCA82088-E796-48C2-9A24-378BE765C8B3}" destId="{14F4A079-BCE4-40D8-8888-BFC9F796D959}" srcOrd="0" destOrd="0" parTransId="{DD6F7C6C-CA6D-47A2-B560-E38B327622C2}" sibTransId="{86239F8D-C707-44B8-8920-C45C283C98D0}"/>
    <dgm:cxn modelId="{61894ECE-E2BE-4044-99CB-3390FFA0F141}" srcId="{469771A6-5207-4F5F-88BD-A0A2A3DC744F}" destId="{9FAE3189-FC96-4B9B-B985-F346DD24D786}" srcOrd="0" destOrd="0" parTransId="{F2D1D300-67A9-4655-BE34-B024DA6DD1CD}" sibTransId="{8A7F087F-7ADA-415C-8D53-5D0A438789FE}"/>
    <dgm:cxn modelId="{E75BC2D0-DFB3-40B0-8705-5304B0721802}" type="presOf" srcId="{90936BEB-D80A-4158-89C0-A82465583E0C}" destId="{C000B82A-66C5-4737-98B8-6DCA72E8A453}" srcOrd="0" destOrd="0" presId="urn:microsoft.com/office/officeart/2005/8/layout/list1"/>
    <dgm:cxn modelId="{7E1992D7-0ECE-4D8C-B49B-36DA89ABF58A}" type="presOf" srcId="{5C4FB7E6-374F-4AFB-9DAE-5B2C696F3B38}" destId="{7CB2FE4B-CE93-4BE3-BF59-806F7E8AF5CC}" srcOrd="0" destOrd="2" presId="urn:microsoft.com/office/officeart/2005/8/layout/list1"/>
    <dgm:cxn modelId="{1D0C92DF-C9CE-4A85-8866-AA1D48783F2E}" srcId="{0ABB0E6E-FA04-4A42-9D76-DA065AA176EF}" destId="{D86FEB49-9765-4655-97A4-89EB841A4649}" srcOrd="0" destOrd="0" parTransId="{6FD2E553-DF65-4270-9BE4-23E11BB6F568}" sibTransId="{1DB74C05-5EEB-4D1E-938B-6F8F523AC35D}"/>
    <dgm:cxn modelId="{68452CEC-B60D-4826-AFE3-8C6CC2B4121F}" type="presOf" srcId="{FE9CED33-75C9-45AE-A3B3-435BD00FF9D0}" destId="{358F659B-6504-4FC1-8F3C-DDF8B8F90851}" srcOrd="0" destOrd="7" presId="urn:microsoft.com/office/officeart/2005/8/layout/list1"/>
    <dgm:cxn modelId="{6D7DE7F7-687F-4FAB-B42E-2353B0DC89AB}" srcId="{90936BEB-D80A-4158-89C0-A82465583E0C}" destId="{469771A6-5207-4F5F-88BD-A0A2A3DC744F}" srcOrd="0" destOrd="0" parTransId="{E596D306-DCB0-49B5-AC72-28680C3BB582}" sibTransId="{92D81E1A-99C5-4628-BF8B-20B7602028CF}"/>
    <dgm:cxn modelId="{A7209070-459A-48B0-8A42-5B510640C991}" type="presParOf" srcId="{159473A5-B3C1-427F-93E4-CF6686CA7826}" destId="{099FB1CF-9AF9-4046-90A3-54AB32FA1017}" srcOrd="0" destOrd="0" presId="urn:microsoft.com/office/officeart/2005/8/layout/list1"/>
    <dgm:cxn modelId="{8679E0C6-ADFC-46C2-9FF2-546FB4B1E004}" type="presParOf" srcId="{099FB1CF-9AF9-4046-90A3-54AB32FA1017}" destId="{C000B82A-66C5-4737-98B8-6DCA72E8A453}" srcOrd="0" destOrd="0" presId="urn:microsoft.com/office/officeart/2005/8/layout/list1"/>
    <dgm:cxn modelId="{D827219B-32E3-433B-8D95-235C4EB92FCE}" type="presParOf" srcId="{099FB1CF-9AF9-4046-90A3-54AB32FA1017}" destId="{A4CD3E22-E073-46A5-BFE0-A8A45C1D01B9}" srcOrd="1" destOrd="0" presId="urn:microsoft.com/office/officeart/2005/8/layout/list1"/>
    <dgm:cxn modelId="{88837DF8-76EE-4599-87F8-AFF2BD3308B5}" type="presParOf" srcId="{159473A5-B3C1-427F-93E4-CF6686CA7826}" destId="{EA5D549F-05FF-4766-B247-D21E7F6D222F}" srcOrd="1" destOrd="0" presId="urn:microsoft.com/office/officeart/2005/8/layout/list1"/>
    <dgm:cxn modelId="{BE2F73CF-F335-45A6-974B-831B697D0495}" type="presParOf" srcId="{159473A5-B3C1-427F-93E4-CF6686CA7826}" destId="{358F659B-6504-4FC1-8F3C-DDF8B8F90851}" srcOrd="2" destOrd="0" presId="urn:microsoft.com/office/officeart/2005/8/layout/list1"/>
    <dgm:cxn modelId="{B2C8EED0-D360-49DA-90B9-1712CC52E178}" type="presParOf" srcId="{159473A5-B3C1-427F-93E4-CF6686CA7826}" destId="{628C0A48-792C-43A8-9C3E-C02C5C821B3C}" srcOrd="3" destOrd="0" presId="urn:microsoft.com/office/officeart/2005/8/layout/list1"/>
    <dgm:cxn modelId="{6DC488EF-EC2B-4C94-8265-7BF133C620DA}" type="presParOf" srcId="{159473A5-B3C1-427F-93E4-CF6686CA7826}" destId="{4864DB1E-C9CB-42FB-876F-C1508DAAC86B}" srcOrd="4" destOrd="0" presId="urn:microsoft.com/office/officeart/2005/8/layout/list1"/>
    <dgm:cxn modelId="{A7F6BCA3-2F0A-4BE1-9AC9-7E1ED5F390EA}" type="presParOf" srcId="{4864DB1E-C9CB-42FB-876F-C1508DAAC86B}" destId="{373F13FD-B737-4D26-8D70-73BBC7A3FAA4}" srcOrd="0" destOrd="0" presId="urn:microsoft.com/office/officeart/2005/8/layout/list1"/>
    <dgm:cxn modelId="{AE22A22B-581D-4220-A10E-977DB6C9AAEF}" type="presParOf" srcId="{4864DB1E-C9CB-42FB-876F-C1508DAAC86B}" destId="{92F2D5FC-F369-4822-9318-DB5E43F26D3B}" srcOrd="1" destOrd="0" presId="urn:microsoft.com/office/officeart/2005/8/layout/list1"/>
    <dgm:cxn modelId="{F072CBFB-5030-4D25-8502-E414A7B87C1B}" type="presParOf" srcId="{159473A5-B3C1-427F-93E4-CF6686CA7826}" destId="{FDCE5B2A-6B57-4856-B7B4-1A02395FCA3C}" srcOrd="5" destOrd="0" presId="urn:microsoft.com/office/officeart/2005/8/layout/list1"/>
    <dgm:cxn modelId="{ADC0D93C-4788-4544-BA85-2E7827571E31}" type="presParOf" srcId="{159473A5-B3C1-427F-93E4-CF6686CA7826}" destId="{7CB2FE4B-CE93-4BE3-BF59-806F7E8AF5C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9B1A7D5-3E15-44FC-87A0-EB5A83AB1A7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2C42705-5164-497A-B14F-7ABAFB4ED7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Predict whether the next PC is a branch PC, at the fetch stage? </a:t>
          </a:r>
        </a:p>
      </dgm:t>
    </dgm:pt>
    <dgm:pt modelId="{2481CC00-A64E-4FF6-A3C1-6A8B88FA9ED8}" type="parTrans" cxnId="{CEC4C417-A774-4903-B4F4-645C2376DC63}">
      <dgm:prSet/>
      <dgm:spPr/>
      <dgm:t>
        <a:bodyPr/>
        <a:lstStyle/>
        <a:p>
          <a:endParaRPr lang="en-US"/>
        </a:p>
      </dgm:t>
    </dgm:pt>
    <dgm:pt modelId="{F74F7167-EE38-4352-9F11-A998DAF8852C}" type="sibTrans" cxnId="{CEC4C417-A774-4903-B4F4-645C2376DC63}">
      <dgm:prSet/>
      <dgm:spPr/>
      <dgm:t>
        <a:bodyPr/>
        <a:lstStyle/>
        <a:p>
          <a:endParaRPr lang="en-US"/>
        </a:p>
      </dgm:t>
    </dgm:pt>
    <dgm:pt modelId="{ACF0258A-C4D2-4B85-ACAB-9142703BE6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If branch, will it be taken?</a:t>
          </a:r>
        </a:p>
      </dgm:t>
    </dgm:pt>
    <dgm:pt modelId="{7E89462B-5937-452F-B532-4CA8CC569CFD}" type="parTrans" cxnId="{2160F2DA-E6F0-47C7-AF8C-406FA053140A}">
      <dgm:prSet/>
      <dgm:spPr/>
      <dgm:t>
        <a:bodyPr/>
        <a:lstStyle/>
        <a:p>
          <a:endParaRPr lang="en-US"/>
        </a:p>
      </dgm:t>
    </dgm:pt>
    <dgm:pt modelId="{2F7BB8CF-E969-4CC1-8923-55A4E5AAD068}" type="sibTrans" cxnId="{2160F2DA-E6F0-47C7-AF8C-406FA053140A}">
      <dgm:prSet/>
      <dgm:spPr/>
      <dgm:t>
        <a:bodyPr/>
        <a:lstStyle/>
        <a:p>
          <a:endParaRPr lang="en-US"/>
        </a:p>
      </dgm:t>
    </dgm:pt>
    <dgm:pt modelId="{EE112AED-9787-4F91-A0F0-567D5D9071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If taken, what is the target address?  </a:t>
          </a:r>
        </a:p>
      </dgm:t>
    </dgm:pt>
    <dgm:pt modelId="{3F41D0B7-1194-446E-8439-74EDED493D4A}" type="parTrans" cxnId="{325250AB-06A9-4002-A0E9-D7DACF4DACD9}">
      <dgm:prSet/>
      <dgm:spPr/>
      <dgm:t>
        <a:bodyPr/>
        <a:lstStyle/>
        <a:p>
          <a:endParaRPr lang="en-US"/>
        </a:p>
      </dgm:t>
    </dgm:pt>
    <dgm:pt modelId="{0BD8110B-F9E4-4835-B6D0-BA86FC77A5C1}" type="sibTrans" cxnId="{325250AB-06A9-4002-A0E9-D7DACF4DACD9}">
      <dgm:prSet/>
      <dgm:spPr/>
      <dgm:t>
        <a:bodyPr/>
        <a:lstStyle/>
        <a:p>
          <a:endParaRPr lang="en-US"/>
        </a:p>
      </dgm:t>
    </dgm:pt>
    <dgm:pt modelId="{0761F7D4-1DC9-4639-95A9-FA040CE965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How? </a:t>
          </a:r>
        </a:p>
      </dgm:t>
    </dgm:pt>
    <dgm:pt modelId="{13C272A4-50F5-4974-85D0-FA826CCAD158}" type="parTrans" cxnId="{1F5CA6EC-D4D8-42CA-A7D8-60C7D970A48A}">
      <dgm:prSet/>
      <dgm:spPr/>
      <dgm:t>
        <a:bodyPr/>
        <a:lstStyle/>
        <a:p>
          <a:endParaRPr lang="en-US"/>
        </a:p>
      </dgm:t>
    </dgm:pt>
    <dgm:pt modelId="{6EDBAFE8-5C74-482B-8478-529472CAF4D1}" type="sibTrans" cxnId="{1F5CA6EC-D4D8-42CA-A7D8-60C7D970A48A}">
      <dgm:prSet/>
      <dgm:spPr/>
      <dgm:t>
        <a:bodyPr/>
        <a:lstStyle/>
        <a:p>
          <a:endParaRPr lang="en-US"/>
        </a:p>
      </dgm:t>
    </dgm:pt>
    <dgm:pt modelId="{E5EA9808-8320-4E06-AD56-00E387648D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 know whether it is a branch PC or not in the decode stage. Oh no </a:t>
          </a:r>
          <a:r>
            <a:rPr lang="en-US">
              <a:sym typeface="Wingdings" panose="05000000000000000000" pitchFamily="2" charset="2"/>
            </a:rPr>
            <a:t> </a:t>
          </a:r>
          <a:endParaRPr lang="en-US"/>
        </a:p>
      </dgm:t>
    </dgm:pt>
    <dgm:pt modelId="{2D763386-8721-4598-B681-B6301CE5B2D3}" type="parTrans" cxnId="{6CA9A244-4E28-4ED6-9FCA-E6B22A550CB3}">
      <dgm:prSet/>
      <dgm:spPr/>
      <dgm:t>
        <a:bodyPr/>
        <a:lstStyle/>
        <a:p>
          <a:endParaRPr lang="en-US"/>
        </a:p>
      </dgm:t>
    </dgm:pt>
    <dgm:pt modelId="{A144D7A7-9930-4F07-AA1D-863C05311BB4}" type="sibTrans" cxnId="{6CA9A244-4E28-4ED6-9FCA-E6B22A550CB3}">
      <dgm:prSet/>
      <dgm:spPr/>
      <dgm:t>
        <a:bodyPr/>
        <a:lstStyle/>
        <a:p>
          <a:endParaRPr lang="en-US"/>
        </a:p>
      </dgm:t>
    </dgm:pt>
    <dgm:pt modelId="{D13B2BBC-D47E-4A9F-AC89-52FA61ED0FFC}" type="pres">
      <dgm:prSet presAssocID="{39B1A7D5-3E15-44FC-87A0-EB5A83AB1A7F}" presName="root" presStyleCnt="0">
        <dgm:presLayoutVars>
          <dgm:dir/>
          <dgm:resizeHandles val="exact"/>
        </dgm:presLayoutVars>
      </dgm:prSet>
      <dgm:spPr/>
    </dgm:pt>
    <dgm:pt modelId="{91753007-7899-43C6-877D-38E390782D14}" type="pres">
      <dgm:prSet presAssocID="{22C42705-5164-497A-B14F-7ABAFB4ED74B}" presName="compNode" presStyleCnt="0"/>
      <dgm:spPr/>
    </dgm:pt>
    <dgm:pt modelId="{CC401039-52F9-49E1-8DD4-75E8E89F16A6}" type="pres">
      <dgm:prSet presAssocID="{22C42705-5164-497A-B14F-7ABAFB4ED74B}" presName="bgRect" presStyleLbl="bgShp" presStyleIdx="0" presStyleCnt="5"/>
      <dgm:spPr/>
    </dgm:pt>
    <dgm:pt modelId="{C2EF89BE-9E65-4EFF-8910-400F51E7D48E}" type="pres">
      <dgm:prSet presAssocID="{22C42705-5164-497A-B14F-7ABAFB4ED74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B40CC810-776F-478C-878D-A9D61AB834AD}" type="pres">
      <dgm:prSet presAssocID="{22C42705-5164-497A-B14F-7ABAFB4ED74B}" presName="spaceRect" presStyleCnt="0"/>
      <dgm:spPr/>
    </dgm:pt>
    <dgm:pt modelId="{C43F94A5-3710-4DF5-951B-D982FD9C11B3}" type="pres">
      <dgm:prSet presAssocID="{22C42705-5164-497A-B14F-7ABAFB4ED74B}" presName="parTx" presStyleLbl="revTx" presStyleIdx="0" presStyleCnt="5">
        <dgm:presLayoutVars>
          <dgm:chMax val="0"/>
          <dgm:chPref val="0"/>
        </dgm:presLayoutVars>
      </dgm:prSet>
      <dgm:spPr/>
    </dgm:pt>
    <dgm:pt modelId="{9CC41FFF-479C-4726-828A-4AE26E4E74B7}" type="pres">
      <dgm:prSet presAssocID="{F74F7167-EE38-4352-9F11-A998DAF8852C}" presName="sibTrans" presStyleCnt="0"/>
      <dgm:spPr/>
    </dgm:pt>
    <dgm:pt modelId="{C8A2F409-1272-4050-BA17-8EB9164F5C11}" type="pres">
      <dgm:prSet presAssocID="{ACF0258A-C4D2-4B85-ACAB-9142703BE61D}" presName="compNode" presStyleCnt="0"/>
      <dgm:spPr/>
    </dgm:pt>
    <dgm:pt modelId="{8433486C-EF69-47BA-AB07-5AD307041F3B}" type="pres">
      <dgm:prSet presAssocID="{ACF0258A-C4D2-4B85-ACAB-9142703BE61D}" presName="bgRect" presStyleLbl="bgShp" presStyleIdx="1" presStyleCnt="5"/>
      <dgm:spPr/>
    </dgm:pt>
    <dgm:pt modelId="{D6243D3F-18B9-4D60-9F2B-66EFAE78C48A}" type="pres">
      <dgm:prSet presAssocID="{ACF0258A-C4D2-4B85-ACAB-9142703BE61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D400B9E7-7F31-4A68-8141-B849EF17623C}" type="pres">
      <dgm:prSet presAssocID="{ACF0258A-C4D2-4B85-ACAB-9142703BE61D}" presName="spaceRect" presStyleCnt="0"/>
      <dgm:spPr/>
    </dgm:pt>
    <dgm:pt modelId="{A47504CB-F018-4F39-B0C4-7F1EB7AE259E}" type="pres">
      <dgm:prSet presAssocID="{ACF0258A-C4D2-4B85-ACAB-9142703BE61D}" presName="parTx" presStyleLbl="revTx" presStyleIdx="1" presStyleCnt="5">
        <dgm:presLayoutVars>
          <dgm:chMax val="0"/>
          <dgm:chPref val="0"/>
        </dgm:presLayoutVars>
      </dgm:prSet>
      <dgm:spPr/>
    </dgm:pt>
    <dgm:pt modelId="{6E1C97DE-1EF0-4921-8275-E8BD4E28E31D}" type="pres">
      <dgm:prSet presAssocID="{2F7BB8CF-E969-4CC1-8923-55A4E5AAD068}" presName="sibTrans" presStyleCnt="0"/>
      <dgm:spPr/>
    </dgm:pt>
    <dgm:pt modelId="{FF572FEA-7BB7-434C-B419-C06869936778}" type="pres">
      <dgm:prSet presAssocID="{EE112AED-9787-4F91-A0F0-567D5D90716C}" presName="compNode" presStyleCnt="0"/>
      <dgm:spPr/>
    </dgm:pt>
    <dgm:pt modelId="{E8F77A84-74BD-425E-A5A1-ADEFEEB567A2}" type="pres">
      <dgm:prSet presAssocID="{EE112AED-9787-4F91-A0F0-567D5D90716C}" presName="bgRect" presStyleLbl="bgShp" presStyleIdx="2" presStyleCnt="5"/>
      <dgm:spPr/>
    </dgm:pt>
    <dgm:pt modelId="{F0F8FD04-7055-4259-964D-42141275D2DC}" type="pres">
      <dgm:prSet presAssocID="{EE112AED-9787-4F91-A0F0-567D5D90716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5E601C97-DEA0-469C-B4C6-4FD43DF20463}" type="pres">
      <dgm:prSet presAssocID="{EE112AED-9787-4F91-A0F0-567D5D90716C}" presName="spaceRect" presStyleCnt="0"/>
      <dgm:spPr/>
    </dgm:pt>
    <dgm:pt modelId="{785BE7C7-97C5-4873-BEB6-2F957100E3BD}" type="pres">
      <dgm:prSet presAssocID="{EE112AED-9787-4F91-A0F0-567D5D90716C}" presName="parTx" presStyleLbl="revTx" presStyleIdx="2" presStyleCnt="5">
        <dgm:presLayoutVars>
          <dgm:chMax val="0"/>
          <dgm:chPref val="0"/>
        </dgm:presLayoutVars>
      </dgm:prSet>
      <dgm:spPr/>
    </dgm:pt>
    <dgm:pt modelId="{8DCA405E-6216-4E7E-A7C9-8F8DB539B759}" type="pres">
      <dgm:prSet presAssocID="{0BD8110B-F9E4-4835-B6D0-BA86FC77A5C1}" presName="sibTrans" presStyleCnt="0"/>
      <dgm:spPr/>
    </dgm:pt>
    <dgm:pt modelId="{BE5E2BCD-2A5D-43F3-AFE9-B7847F8B5EF6}" type="pres">
      <dgm:prSet presAssocID="{0761F7D4-1DC9-4639-95A9-FA040CE965FF}" presName="compNode" presStyleCnt="0"/>
      <dgm:spPr/>
    </dgm:pt>
    <dgm:pt modelId="{04EA06ED-E777-42AD-A5E5-CFE625641AAF}" type="pres">
      <dgm:prSet presAssocID="{0761F7D4-1DC9-4639-95A9-FA040CE965FF}" presName="bgRect" presStyleLbl="bgShp" presStyleIdx="3" presStyleCnt="5"/>
      <dgm:spPr/>
    </dgm:pt>
    <dgm:pt modelId="{A55BE8EC-0B7E-44BE-B206-D2B789C861B7}" type="pres">
      <dgm:prSet presAssocID="{0761F7D4-1DC9-4639-95A9-FA040CE965F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9213A5C8-7568-401B-9CDE-F4D5FD4A65C5}" type="pres">
      <dgm:prSet presAssocID="{0761F7D4-1DC9-4639-95A9-FA040CE965FF}" presName="spaceRect" presStyleCnt="0"/>
      <dgm:spPr/>
    </dgm:pt>
    <dgm:pt modelId="{AC533DA8-278A-4E16-9F93-B165ACBC486D}" type="pres">
      <dgm:prSet presAssocID="{0761F7D4-1DC9-4639-95A9-FA040CE965FF}" presName="parTx" presStyleLbl="revTx" presStyleIdx="3" presStyleCnt="5">
        <dgm:presLayoutVars>
          <dgm:chMax val="0"/>
          <dgm:chPref val="0"/>
        </dgm:presLayoutVars>
      </dgm:prSet>
      <dgm:spPr/>
    </dgm:pt>
    <dgm:pt modelId="{832E24C0-B3F1-4212-9BBF-2CBD2BA1C6DC}" type="pres">
      <dgm:prSet presAssocID="{6EDBAFE8-5C74-482B-8478-529472CAF4D1}" presName="sibTrans" presStyleCnt="0"/>
      <dgm:spPr/>
    </dgm:pt>
    <dgm:pt modelId="{EDC09318-8743-4E3E-860C-262D26DA57A5}" type="pres">
      <dgm:prSet presAssocID="{E5EA9808-8320-4E06-AD56-00E387648DE1}" presName="compNode" presStyleCnt="0"/>
      <dgm:spPr/>
    </dgm:pt>
    <dgm:pt modelId="{B170C953-2C57-465E-A4DC-B184E159904F}" type="pres">
      <dgm:prSet presAssocID="{E5EA9808-8320-4E06-AD56-00E387648DE1}" presName="bgRect" presStyleLbl="bgShp" presStyleIdx="4" presStyleCnt="5"/>
      <dgm:spPr/>
    </dgm:pt>
    <dgm:pt modelId="{76234778-50E9-4779-8A09-05DFECA5C3ED}" type="pres">
      <dgm:prSet presAssocID="{E5EA9808-8320-4E06-AD56-00E387648DE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D4D632DA-31F8-424D-B418-5039CF0E7E9E}" type="pres">
      <dgm:prSet presAssocID="{E5EA9808-8320-4E06-AD56-00E387648DE1}" presName="spaceRect" presStyleCnt="0"/>
      <dgm:spPr/>
    </dgm:pt>
    <dgm:pt modelId="{88C2F821-166A-4140-ACFB-A8D8C2B7D588}" type="pres">
      <dgm:prSet presAssocID="{E5EA9808-8320-4E06-AD56-00E387648DE1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AA52710-9B04-436B-AC07-6134C2122E13}" type="presOf" srcId="{EE112AED-9787-4F91-A0F0-567D5D90716C}" destId="{785BE7C7-97C5-4873-BEB6-2F957100E3BD}" srcOrd="0" destOrd="0" presId="urn:microsoft.com/office/officeart/2018/2/layout/IconVerticalSolidList"/>
    <dgm:cxn modelId="{CEC4C417-A774-4903-B4F4-645C2376DC63}" srcId="{39B1A7D5-3E15-44FC-87A0-EB5A83AB1A7F}" destId="{22C42705-5164-497A-B14F-7ABAFB4ED74B}" srcOrd="0" destOrd="0" parTransId="{2481CC00-A64E-4FF6-A3C1-6A8B88FA9ED8}" sibTransId="{F74F7167-EE38-4352-9F11-A998DAF8852C}"/>
    <dgm:cxn modelId="{6CA9A244-4E28-4ED6-9FCA-E6B22A550CB3}" srcId="{39B1A7D5-3E15-44FC-87A0-EB5A83AB1A7F}" destId="{E5EA9808-8320-4E06-AD56-00E387648DE1}" srcOrd="4" destOrd="0" parTransId="{2D763386-8721-4598-B681-B6301CE5B2D3}" sibTransId="{A144D7A7-9930-4F07-AA1D-863C05311BB4}"/>
    <dgm:cxn modelId="{4173CF64-2FB1-4239-A120-A86A5E988792}" type="presOf" srcId="{ACF0258A-C4D2-4B85-ACAB-9142703BE61D}" destId="{A47504CB-F018-4F39-B0C4-7F1EB7AE259E}" srcOrd="0" destOrd="0" presId="urn:microsoft.com/office/officeart/2018/2/layout/IconVerticalSolidList"/>
    <dgm:cxn modelId="{E5D01B75-7AF7-464A-B5D6-E23D66F74E98}" type="presOf" srcId="{0761F7D4-1DC9-4639-95A9-FA040CE965FF}" destId="{AC533DA8-278A-4E16-9F93-B165ACBC486D}" srcOrd="0" destOrd="0" presId="urn:microsoft.com/office/officeart/2018/2/layout/IconVerticalSolidList"/>
    <dgm:cxn modelId="{B1309285-FABF-4B65-9E37-2502EA59FB71}" type="presOf" srcId="{39B1A7D5-3E15-44FC-87A0-EB5A83AB1A7F}" destId="{D13B2BBC-D47E-4A9F-AC89-52FA61ED0FFC}" srcOrd="0" destOrd="0" presId="urn:microsoft.com/office/officeart/2018/2/layout/IconVerticalSolidList"/>
    <dgm:cxn modelId="{325250AB-06A9-4002-A0E9-D7DACF4DACD9}" srcId="{39B1A7D5-3E15-44FC-87A0-EB5A83AB1A7F}" destId="{EE112AED-9787-4F91-A0F0-567D5D90716C}" srcOrd="2" destOrd="0" parTransId="{3F41D0B7-1194-446E-8439-74EDED493D4A}" sibTransId="{0BD8110B-F9E4-4835-B6D0-BA86FC77A5C1}"/>
    <dgm:cxn modelId="{8915DABE-E73B-45F6-9307-FB998AF4EF93}" type="presOf" srcId="{22C42705-5164-497A-B14F-7ABAFB4ED74B}" destId="{C43F94A5-3710-4DF5-951B-D982FD9C11B3}" srcOrd="0" destOrd="0" presId="urn:microsoft.com/office/officeart/2018/2/layout/IconVerticalSolidList"/>
    <dgm:cxn modelId="{2160F2DA-E6F0-47C7-AF8C-406FA053140A}" srcId="{39B1A7D5-3E15-44FC-87A0-EB5A83AB1A7F}" destId="{ACF0258A-C4D2-4B85-ACAB-9142703BE61D}" srcOrd="1" destOrd="0" parTransId="{7E89462B-5937-452F-B532-4CA8CC569CFD}" sibTransId="{2F7BB8CF-E969-4CC1-8923-55A4E5AAD068}"/>
    <dgm:cxn modelId="{E5BB9AE3-8662-4B2F-8874-9BC19E5B9426}" type="presOf" srcId="{E5EA9808-8320-4E06-AD56-00E387648DE1}" destId="{88C2F821-166A-4140-ACFB-A8D8C2B7D588}" srcOrd="0" destOrd="0" presId="urn:microsoft.com/office/officeart/2018/2/layout/IconVerticalSolidList"/>
    <dgm:cxn modelId="{1F5CA6EC-D4D8-42CA-A7D8-60C7D970A48A}" srcId="{39B1A7D5-3E15-44FC-87A0-EB5A83AB1A7F}" destId="{0761F7D4-1DC9-4639-95A9-FA040CE965FF}" srcOrd="3" destOrd="0" parTransId="{13C272A4-50F5-4974-85D0-FA826CCAD158}" sibTransId="{6EDBAFE8-5C74-482B-8478-529472CAF4D1}"/>
    <dgm:cxn modelId="{6FBA2519-5148-4E54-B4F0-744D25871903}" type="presParOf" srcId="{D13B2BBC-D47E-4A9F-AC89-52FA61ED0FFC}" destId="{91753007-7899-43C6-877D-38E390782D14}" srcOrd="0" destOrd="0" presId="urn:microsoft.com/office/officeart/2018/2/layout/IconVerticalSolidList"/>
    <dgm:cxn modelId="{AD8FEB8B-8CBA-4052-BB14-9DE4B94688D4}" type="presParOf" srcId="{91753007-7899-43C6-877D-38E390782D14}" destId="{CC401039-52F9-49E1-8DD4-75E8E89F16A6}" srcOrd="0" destOrd="0" presId="urn:microsoft.com/office/officeart/2018/2/layout/IconVerticalSolidList"/>
    <dgm:cxn modelId="{1D10F9F5-5127-463B-8704-3FB9F5AA4B8C}" type="presParOf" srcId="{91753007-7899-43C6-877D-38E390782D14}" destId="{C2EF89BE-9E65-4EFF-8910-400F51E7D48E}" srcOrd="1" destOrd="0" presId="urn:microsoft.com/office/officeart/2018/2/layout/IconVerticalSolidList"/>
    <dgm:cxn modelId="{033D9065-A648-4080-839F-120939DDB2E7}" type="presParOf" srcId="{91753007-7899-43C6-877D-38E390782D14}" destId="{B40CC810-776F-478C-878D-A9D61AB834AD}" srcOrd="2" destOrd="0" presId="urn:microsoft.com/office/officeart/2018/2/layout/IconVerticalSolidList"/>
    <dgm:cxn modelId="{065FEC0C-5D30-4A6C-9E91-44B755837C33}" type="presParOf" srcId="{91753007-7899-43C6-877D-38E390782D14}" destId="{C43F94A5-3710-4DF5-951B-D982FD9C11B3}" srcOrd="3" destOrd="0" presId="urn:microsoft.com/office/officeart/2018/2/layout/IconVerticalSolidList"/>
    <dgm:cxn modelId="{7EACF463-790C-40BB-9306-BD40DFBA485C}" type="presParOf" srcId="{D13B2BBC-D47E-4A9F-AC89-52FA61ED0FFC}" destId="{9CC41FFF-479C-4726-828A-4AE26E4E74B7}" srcOrd="1" destOrd="0" presId="urn:microsoft.com/office/officeart/2018/2/layout/IconVerticalSolidList"/>
    <dgm:cxn modelId="{ADC8D700-F354-44F5-A918-97432CA85CAD}" type="presParOf" srcId="{D13B2BBC-D47E-4A9F-AC89-52FA61ED0FFC}" destId="{C8A2F409-1272-4050-BA17-8EB9164F5C11}" srcOrd="2" destOrd="0" presId="urn:microsoft.com/office/officeart/2018/2/layout/IconVerticalSolidList"/>
    <dgm:cxn modelId="{7EC4A636-8B7D-43BF-BE09-35CC194852C5}" type="presParOf" srcId="{C8A2F409-1272-4050-BA17-8EB9164F5C11}" destId="{8433486C-EF69-47BA-AB07-5AD307041F3B}" srcOrd="0" destOrd="0" presId="urn:microsoft.com/office/officeart/2018/2/layout/IconVerticalSolidList"/>
    <dgm:cxn modelId="{C75DA1B6-576A-489A-B003-51E317D46C59}" type="presParOf" srcId="{C8A2F409-1272-4050-BA17-8EB9164F5C11}" destId="{D6243D3F-18B9-4D60-9F2B-66EFAE78C48A}" srcOrd="1" destOrd="0" presId="urn:microsoft.com/office/officeart/2018/2/layout/IconVerticalSolidList"/>
    <dgm:cxn modelId="{D6EDE667-CBD9-4D77-8831-4E793D67C963}" type="presParOf" srcId="{C8A2F409-1272-4050-BA17-8EB9164F5C11}" destId="{D400B9E7-7F31-4A68-8141-B849EF17623C}" srcOrd="2" destOrd="0" presId="urn:microsoft.com/office/officeart/2018/2/layout/IconVerticalSolidList"/>
    <dgm:cxn modelId="{D636E69B-A9A0-4E98-B473-7973D3084EAE}" type="presParOf" srcId="{C8A2F409-1272-4050-BA17-8EB9164F5C11}" destId="{A47504CB-F018-4F39-B0C4-7F1EB7AE259E}" srcOrd="3" destOrd="0" presId="urn:microsoft.com/office/officeart/2018/2/layout/IconVerticalSolidList"/>
    <dgm:cxn modelId="{4457AD3C-0090-4673-BE3F-7757EBD31D84}" type="presParOf" srcId="{D13B2BBC-D47E-4A9F-AC89-52FA61ED0FFC}" destId="{6E1C97DE-1EF0-4921-8275-E8BD4E28E31D}" srcOrd="3" destOrd="0" presId="urn:microsoft.com/office/officeart/2018/2/layout/IconVerticalSolidList"/>
    <dgm:cxn modelId="{68CC6068-9093-4C20-9954-EE0C0159E653}" type="presParOf" srcId="{D13B2BBC-D47E-4A9F-AC89-52FA61ED0FFC}" destId="{FF572FEA-7BB7-434C-B419-C06869936778}" srcOrd="4" destOrd="0" presId="urn:microsoft.com/office/officeart/2018/2/layout/IconVerticalSolidList"/>
    <dgm:cxn modelId="{6B7F6857-2AF3-4AF6-91B3-6F5FD8F61866}" type="presParOf" srcId="{FF572FEA-7BB7-434C-B419-C06869936778}" destId="{E8F77A84-74BD-425E-A5A1-ADEFEEB567A2}" srcOrd="0" destOrd="0" presId="urn:microsoft.com/office/officeart/2018/2/layout/IconVerticalSolidList"/>
    <dgm:cxn modelId="{F8D90595-0156-4D0C-912A-10A1C757D904}" type="presParOf" srcId="{FF572FEA-7BB7-434C-B419-C06869936778}" destId="{F0F8FD04-7055-4259-964D-42141275D2DC}" srcOrd="1" destOrd="0" presId="urn:microsoft.com/office/officeart/2018/2/layout/IconVerticalSolidList"/>
    <dgm:cxn modelId="{5EF9F2B7-701F-4A31-B7B5-AA3C914012ED}" type="presParOf" srcId="{FF572FEA-7BB7-434C-B419-C06869936778}" destId="{5E601C97-DEA0-469C-B4C6-4FD43DF20463}" srcOrd="2" destOrd="0" presId="urn:microsoft.com/office/officeart/2018/2/layout/IconVerticalSolidList"/>
    <dgm:cxn modelId="{01E9C20A-AA13-4AA8-94E8-2F430C5BF01B}" type="presParOf" srcId="{FF572FEA-7BB7-434C-B419-C06869936778}" destId="{785BE7C7-97C5-4873-BEB6-2F957100E3BD}" srcOrd="3" destOrd="0" presId="urn:microsoft.com/office/officeart/2018/2/layout/IconVerticalSolidList"/>
    <dgm:cxn modelId="{D1AECF7A-36D8-4D35-AD32-180D0DD7F999}" type="presParOf" srcId="{D13B2BBC-D47E-4A9F-AC89-52FA61ED0FFC}" destId="{8DCA405E-6216-4E7E-A7C9-8F8DB539B759}" srcOrd="5" destOrd="0" presId="urn:microsoft.com/office/officeart/2018/2/layout/IconVerticalSolidList"/>
    <dgm:cxn modelId="{7CBB1170-0A62-4A79-97AE-C210ACD2B44C}" type="presParOf" srcId="{D13B2BBC-D47E-4A9F-AC89-52FA61ED0FFC}" destId="{BE5E2BCD-2A5D-43F3-AFE9-B7847F8B5EF6}" srcOrd="6" destOrd="0" presId="urn:microsoft.com/office/officeart/2018/2/layout/IconVerticalSolidList"/>
    <dgm:cxn modelId="{AD0AD6B0-44D6-4058-8771-2834AF38A224}" type="presParOf" srcId="{BE5E2BCD-2A5D-43F3-AFE9-B7847F8B5EF6}" destId="{04EA06ED-E777-42AD-A5E5-CFE625641AAF}" srcOrd="0" destOrd="0" presId="urn:microsoft.com/office/officeart/2018/2/layout/IconVerticalSolidList"/>
    <dgm:cxn modelId="{5299C119-5E7D-4150-AE35-157402C462D0}" type="presParOf" srcId="{BE5E2BCD-2A5D-43F3-AFE9-B7847F8B5EF6}" destId="{A55BE8EC-0B7E-44BE-B206-D2B789C861B7}" srcOrd="1" destOrd="0" presId="urn:microsoft.com/office/officeart/2018/2/layout/IconVerticalSolidList"/>
    <dgm:cxn modelId="{108F119C-691C-46B1-BE18-AA67B7AA808C}" type="presParOf" srcId="{BE5E2BCD-2A5D-43F3-AFE9-B7847F8B5EF6}" destId="{9213A5C8-7568-401B-9CDE-F4D5FD4A65C5}" srcOrd="2" destOrd="0" presId="urn:microsoft.com/office/officeart/2018/2/layout/IconVerticalSolidList"/>
    <dgm:cxn modelId="{A186FB38-D400-45AF-9962-72EC75B26930}" type="presParOf" srcId="{BE5E2BCD-2A5D-43F3-AFE9-B7847F8B5EF6}" destId="{AC533DA8-278A-4E16-9F93-B165ACBC486D}" srcOrd="3" destOrd="0" presId="urn:microsoft.com/office/officeart/2018/2/layout/IconVerticalSolidList"/>
    <dgm:cxn modelId="{8ABBB546-8D44-40D0-8AF8-C0E806889DAC}" type="presParOf" srcId="{D13B2BBC-D47E-4A9F-AC89-52FA61ED0FFC}" destId="{832E24C0-B3F1-4212-9BBF-2CBD2BA1C6DC}" srcOrd="7" destOrd="0" presId="urn:microsoft.com/office/officeart/2018/2/layout/IconVerticalSolidList"/>
    <dgm:cxn modelId="{9EAB2DD0-6AE4-46F1-92AA-A3E9575CFBAF}" type="presParOf" srcId="{D13B2BBC-D47E-4A9F-AC89-52FA61ED0FFC}" destId="{EDC09318-8743-4E3E-860C-262D26DA57A5}" srcOrd="8" destOrd="0" presId="urn:microsoft.com/office/officeart/2018/2/layout/IconVerticalSolidList"/>
    <dgm:cxn modelId="{8DD653EE-B215-408D-890F-806F21F97E02}" type="presParOf" srcId="{EDC09318-8743-4E3E-860C-262D26DA57A5}" destId="{B170C953-2C57-465E-A4DC-B184E159904F}" srcOrd="0" destOrd="0" presId="urn:microsoft.com/office/officeart/2018/2/layout/IconVerticalSolidList"/>
    <dgm:cxn modelId="{80D8ABF8-52DC-41E9-B90D-B1BC2B762231}" type="presParOf" srcId="{EDC09318-8743-4E3E-860C-262D26DA57A5}" destId="{76234778-50E9-4779-8A09-05DFECA5C3ED}" srcOrd="1" destOrd="0" presId="urn:microsoft.com/office/officeart/2018/2/layout/IconVerticalSolidList"/>
    <dgm:cxn modelId="{F735BFD7-44AF-49D8-A589-A20E9B446225}" type="presParOf" srcId="{EDC09318-8743-4E3E-860C-262D26DA57A5}" destId="{D4D632DA-31F8-424D-B418-5039CF0E7E9E}" srcOrd="2" destOrd="0" presId="urn:microsoft.com/office/officeart/2018/2/layout/IconVerticalSolidList"/>
    <dgm:cxn modelId="{B85BD517-4C40-408F-A863-05D6411B36A3}" type="presParOf" srcId="{EDC09318-8743-4E3E-860C-262D26DA57A5}" destId="{88C2F821-166A-4140-ACFB-A8D8C2B7D58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750C6E-1B30-4635-81F4-480AD444A0A1}">
      <dsp:nvSpPr>
        <dsp:cNvPr id="0" name=""/>
        <dsp:cNvSpPr/>
      </dsp:nvSpPr>
      <dsp:spPr>
        <a:xfrm>
          <a:off x="0" y="438709"/>
          <a:ext cx="6666833" cy="1063125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520700" rIns="517420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Read must wait until earlier write finishes</a:t>
          </a:r>
        </a:p>
      </dsp:txBody>
      <dsp:txXfrm>
        <a:off x="0" y="438709"/>
        <a:ext cx="6666833" cy="1063125"/>
      </dsp:txXfrm>
    </dsp:sp>
    <dsp:sp modelId="{E407CF94-AE91-4EC7-92AB-4B67366CB2B3}">
      <dsp:nvSpPr>
        <dsp:cNvPr id="0" name=""/>
        <dsp:cNvSpPr/>
      </dsp:nvSpPr>
      <dsp:spPr>
        <a:xfrm>
          <a:off x="333341" y="69709"/>
          <a:ext cx="4666783" cy="7380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i="1" u="sng" kern="1200"/>
            <a:t>Read-After-Write</a:t>
          </a:r>
          <a:r>
            <a:rPr lang="en-US" sz="2500" kern="1200"/>
            <a:t> (</a:t>
          </a:r>
          <a:r>
            <a:rPr lang="en-US" sz="2500" i="1" u="sng" kern="1200"/>
            <a:t>RAW</a:t>
          </a:r>
          <a:r>
            <a:rPr lang="en-US" sz="2500" kern="1200"/>
            <a:t>) </a:t>
          </a:r>
        </a:p>
      </dsp:txBody>
      <dsp:txXfrm>
        <a:off x="369367" y="105735"/>
        <a:ext cx="4594731" cy="665948"/>
      </dsp:txXfrm>
    </dsp:sp>
    <dsp:sp modelId="{C3BC213A-02A7-4238-8FFB-E02DB5D94995}">
      <dsp:nvSpPr>
        <dsp:cNvPr id="0" name=""/>
        <dsp:cNvSpPr/>
      </dsp:nvSpPr>
      <dsp:spPr>
        <a:xfrm>
          <a:off x="0" y="2005835"/>
          <a:ext cx="6666833" cy="1063125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520700" rIns="517420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Write must wait until earlier read finishes </a:t>
          </a:r>
        </a:p>
      </dsp:txBody>
      <dsp:txXfrm>
        <a:off x="0" y="2005835"/>
        <a:ext cx="6666833" cy="1063125"/>
      </dsp:txXfrm>
    </dsp:sp>
    <dsp:sp modelId="{5CA74C80-7C03-40AE-B535-1FA4A33B0A00}">
      <dsp:nvSpPr>
        <dsp:cNvPr id="0" name=""/>
        <dsp:cNvSpPr/>
      </dsp:nvSpPr>
      <dsp:spPr>
        <a:xfrm>
          <a:off x="333341" y="1636834"/>
          <a:ext cx="4666783" cy="7380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i="1" u="sng" kern="1200"/>
            <a:t>Anti-Dependence</a:t>
          </a:r>
          <a:r>
            <a:rPr lang="en-US" sz="2500" kern="1200"/>
            <a:t> (</a:t>
          </a:r>
          <a:r>
            <a:rPr lang="en-US" sz="2500" i="1" u="sng" kern="1200"/>
            <a:t>WAR</a:t>
          </a:r>
          <a:r>
            <a:rPr lang="en-US" sz="2500" kern="1200"/>
            <a:t>)</a:t>
          </a:r>
        </a:p>
      </dsp:txBody>
      <dsp:txXfrm>
        <a:off x="369367" y="1672860"/>
        <a:ext cx="4594731" cy="665948"/>
      </dsp:txXfrm>
    </dsp:sp>
    <dsp:sp modelId="{3BC211FC-68CE-4159-9E4E-FB9DF72B7716}">
      <dsp:nvSpPr>
        <dsp:cNvPr id="0" name=""/>
        <dsp:cNvSpPr/>
      </dsp:nvSpPr>
      <dsp:spPr>
        <a:xfrm>
          <a:off x="0" y="3572960"/>
          <a:ext cx="6666833" cy="181125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520700" rIns="517420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Earlier write can’t overwrite later write 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(WAW hazard: not possible with vanilla 5-stage pipeline)</a:t>
          </a:r>
        </a:p>
      </dsp:txBody>
      <dsp:txXfrm>
        <a:off x="0" y="3572960"/>
        <a:ext cx="6666833" cy="1811250"/>
      </dsp:txXfrm>
    </dsp:sp>
    <dsp:sp modelId="{52FEFDB3-2A95-49C0-B0BC-750109E8E054}">
      <dsp:nvSpPr>
        <dsp:cNvPr id="0" name=""/>
        <dsp:cNvSpPr/>
      </dsp:nvSpPr>
      <dsp:spPr>
        <a:xfrm>
          <a:off x="333341" y="3203960"/>
          <a:ext cx="4666783" cy="73800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i="1" u="sng" kern="1200"/>
            <a:t>Output Dependence</a:t>
          </a:r>
          <a:r>
            <a:rPr lang="en-US" sz="2500" kern="1200"/>
            <a:t> (</a:t>
          </a:r>
          <a:r>
            <a:rPr lang="en-US" sz="2500" i="1" u="sng" kern="1200"/>
            <a:t>WAW</a:t>
          </a:r>
          <a:r>
            <a:rPr lang="en-US" sz="2500" kern="1200"/>
            <a:t>)</a:t>
          </a:r>
        </a:p>
      </dsp:txBody>
      <dsp:txXfrm>
        <a:off x="369367" y="3239986"/>
        <a:ext cx="4594731" cy="6659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8F659B-6504-4FC1-8F3C-DDF8B8F90851}">
      <dsp:nvSpPr>
        <dsp:cNvPr id="0" name=""/>
        <dsp:cNvSpPr/>
      </dsp:nvSpPr>
      <dsp:spPr>
        <a:xfrm>
          <a:off x="0" y="352695"/>
          <a:ext cx="6900512" cy="29925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395732" rIns="53555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For Jumps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Opcode, offset, and PC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For Jump Register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Opcode and register value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For Conditional Branches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Opcode, offset, PC, and register (for condition)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For all others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Opcode and PC</a:t>
          </a:r>
        </a:p>
      </dsp:txBody>
      <dsp:txXfrm>
        <a:off x="0" y="352695"/>
        <a:ext cx="6900512" cy="2992500"/>
      </dsp:txXfrm>
    </dsp:sp>
    <dsp:sp modelId="{A4CD3E22-E073-46A5-BFE0-A8A45C1D01B9}">
      <dsp:nvSpPr>
        <dsp:cNvPr id="0" name=""/>
        <dsp:cNvSpPr/>
      </dsp:nvSpPr>
      <dsp:spPr>
        <a:xfrm>
          <a:off x="345025" y="72255"/>
          <a:ext cx="4830358" cy="5608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What do we need to calculate next PC?</a:t>
          </a:r>
        </a:p>
      </dsp:txBody>
      <dsp:txXfrm>
        <a:off x="372405" y="99635"/>
        <a:ext cx="4775598" cy="506120"/>
      </dsp:txXfrm>
    </dsp:sp>
    <dsp:sp modelId="{7CB2FE4B-CE93-4BE3-BF59-806F7E8AF5CC}">
      <dsp:nvSpPr>
        <dsp:cNvPr id="0" name=""/>
        <dsp:cNvSpPr/>
      </dsp:nvSpPr>
      <dsp:spPr>
        <a:xfrm>
          <a:off x="0" y="3728235"/>
          <a:ext cx="6900512" cy="173565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395732" rIns="53555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PC - Fetch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Opcode, offset - Decode (or Fetch?)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Register value - Decode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Branch condition ((</a:t>
          </a:r>
          <a:r>
            <a:rPr lang="en-US" sz="1900" kern="1200" dirty="0" err="1"/>
            <a:t>rs</a:t>
          </a:r>
          <a:r>
            <a:rPr lang="en-US" sz="1900" kern="1200" dirty="0"/>
            <a:t>)==0) - Execute (or Decode?)</a:t>
          </a:r>
        </a:p>
      </dsp:txBody>
      <dsp:txXfrm>
        <a:off x="0" y="3728235"/>
        <a:ext cx="6900512" cy="1735650"/>
      </dsp:txXfrm>
    </dsp:sp>
    <dsp:sp modelId="{92F2D5FC-F369-4822-9318-DB5E43F26D3B}">
      <dsp:nvSpPr>
        <dsp:cNvPr id="0" name=""/>
        <dsp:cNvSpPr/>
      </dsp:nvSpPr>
      <dsp:spPr>
        <a:xfrm>
          <a:off x="345025" y="3447795"/>
          <a:ext cx="4830358" cy="5608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 what stage do we know these?</a:t>
          </a:r>
        </a:p>
      </dsp:txBody>
      <dsp:txXfrm>
        <a:off x="372405" y="3475175"/>
        <a:ext cx="4775598" cy="5061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401039-52F9-49E1-8DD4-75E8E89F16A6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EF89BE-9E65-4EFF-8910-400F51E7D48E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3F94A5-3710-4DF5-951B-D982FD9C11B3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Predict whether the next PC is a branch PC, at the fetch stage? </a:t>
          </a:r>
        </a:p>
      </dsp:txBody>
      <dsp:txXfrm>
        <a:off x="1129902" y="4592"/>
        <a:ext cx="5171698" cy="978270"/>
      </dsp:txXfrm>
    </dsp:sp>
    <dsp:sp modelId="{8433486C-EF69-47BA-AB07-5AD307041F3B}">
      <dsp:nvSpPr>
        <dsp:cNvPr id="0" name=""/>
        <dsp:cNvSpPr/>
      </dsp:nvSpPr>
      <dsp:spPr>
        <a:xfrm>
          <a:off x="0" y="1227431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243D3F-18B9-4D60-9F2B-66EFAE78C48A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7504CB-F018-4F39-B0C4-7F1EB7AE259E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If branch, will it be taken?</a:t>
          </a:r>
        </a:p>
      </dsp:txBody>
      <dsp:txXfrm>
        <a:off x="1129902" y="1227431"/>
        <a:ext cx="5171698" cy="978270"/>
      </dsp:txXfrm>
    </dsp:sp>
    <dsp:sp modelId="{E8F77A84-74BD-425E-A5A1-ADEFEEB567A2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F8FD04-7055-4259-964D-42141275D2DC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5BE7C7-97C5-4873-BEB6-2F957100E3BD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If taken, what is the target address?  </a:t>
          </a:r>
        </a:p>
      </dsp:txBody>
      <dsp:txXfrm>
        <a:off x="1129902" y="2450269"/>
        <a:ext cx="5171698" cy="978270"/>
      </dsp:txXfrm>
    </dsp:sp>
    <dsp:sp modelId="{04EA06ED-E777-42AD-A5E5-CFE625641AAF}">
      <dsp:nvSpPr>
        <dsp:cNvPr id="0" name=""/>
        <dsp:cNvSpPr/>
      </dsp:nvSpPr>
      <dsp:spPr>
        <a:xfrm>
          <a:off x="0" y="3673107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5BE8EC-0B7E-44BE-B206-D2B789C861B7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533DA8-278A-4E16-9F93-B165ACBC486D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How? </a:t>
          </a:r>
        </a:p>
      </dsp:txBody>
      <dsp:txXfrm>
        <a:off x="1129902" y="3673107"/>
        <a:ext cx="5171698" cy="978270"/>
      </dsp:txXfrm>
    </dsp:sp>
    <dsp:sp modelId="{B170C953-2C57-465E-A4DC-B184E159904F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234778-50E9-4779-8A09-05DFECA5C3ED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C2F821-166A-4140-ACFB-A8D8C2B7D588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We know whether it is a branch PC or not in the decode stage. Oh no </a:t>
          </a:r>
          <a:r>
            <a:rPr lang="en-US" sz="1900" kern="1200">
              <a:sym typeface="Wingdings" panose="05000000000000000000" pitchFamily="2" charset="2"/>
            </a:rPr>
            <a:t> </a:t>
          </a:r>
          <a:endParaRPr lang="en-US" sz="1900" kern="1200"/>
        </a:p>
      </dsp:txBody>
      <dsp:txXfrm>
        <a:off x="1129902" y="4895945"/>
        <a:ext cx="5171698" cy="9782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00273-A75A-40C8-A1BF-43497AA16139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DD372-930E-48E8-B3B2-DE0E135E26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707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se.iitb.ac.in/~biswa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864CB-0AC2-496D-B597-B1F243F5B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3777" y="1122363"/>
            <a:ext cx="1020376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CS305: Computer Architecture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E45455-008C-4FEE-A9C6-8894363DC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190CD-44DD-4170-8E27-65C897B7F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C8CE0C-3100-4BD4-A909-E56C192401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67446" y="71035"/>
            <a:ext cx="2841820" cy="865176"/>
          </a:xfrm>
          <a:prstGeom prst="rect">
            <a:avLst/>
          </a:prstGeom>
        </p:spPr>
      </p:pic>
      <p:pic>
        <p:nvPicPr>
          <p:cNvPr id="1026" name="Picture 2" descr="IIT Bombay | IIT Bombay">
            <a:extLst>
              <a:ext uri="{FF2B5EF4-FFF2-40B4-BE49-F238E27FC236}">
                <a16:creationId xmlns:a16="http://schemas.microsoft.com/office/drawing/2014/main" id="{17C6F939-4954-4EA5-BA91-2B9038A795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2" y="26560"/>
            <a:ext cx="1130218" cy="110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6242A2-99C7-43EF-9FF6-5F0AFFFDA1DF}"/>
              </a:ext>
            </a:extLst>
          </p:cNvPr>
          <p:cNvSpPr txBox="1"/>
          <p:nvPr userDrawn="1"/>
        </p:nvSpPr>
        <p:spPr>
          <a:xfrm>
            <a:off x="0" y="6354386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1" dirty="0">
                <a:hlinkClick r:id="rId4"/>
              </a:rPr>
              <a:t>https://www.cse.iitb.ac.in/~biswa/</a:t>
            </a:r>
            <a:endParaRPr lang="en-IN" sz="2800" i="1" dirty="0"/>
          </a:p>
          <a:p>
            <a:endParaRPr lang="en-IN" sz="2800" i="1" dirty="0"/>
          </a:p>
        </p:txBody>
      </p:sp>
    </p:spTree>
    <p:extLst>
      <p:ext uri="{BB962C8B-B14F-4D97-AF65-F5344CB8AC3E}">
        <p14:creationId xmlns:p14="http://schemas.microsoft.com/office/powerpoint/2010/main" val="16792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7915-0F56-4288-8471-3449AA53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DA509-FC2C-413C-8D9B-6E84963AD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42D7E-424B-47EC-A6D1-6B6B1784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2FB26-2A3A-4BC7-9A52-336ED922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432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415600" y="582829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50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558786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marL="1219170" lvl="1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2pPr>
            <a:lvl3pPr marL="1828754" lvl="2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438339" lvl="3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●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047924" lvl="4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3657509" lvl="5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6pPr>
            <a:lvl7pPr marL="4267093" lvl="6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●"/>
              <a:defRPr>
                <a:latin typeface="Cambria"/>
                <a:ea typeface="Cambria"/>
                <a:cs typeface="Cambria"/>
                <a:sym typeface="Cambria"/>
              </a:defRPr>
            </a:lvl7pPr>
            <a:lvl8pPr marL="4876678" lvl="7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8pPr>
            <a:lvl9pPr marL="5486263" lvl="8" indent="-558786">
              <a:spcBef>
                <a:spcPts val="2133"/>
              </a:spcBef>
              <a:spcAft>
                <a:spcPts val="2133"/>
              </a:spcAft>
              <a:buSzPts val="30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1222173" y="6286400"/>
            <a:ext cx="920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2400">
                <a:solidFill>
                  <a:srgbClr val="B22222"/>
                </a:solidFill>
              </a:defRPr>
            </a:lvl1pPr>
            <a:lvl2pPr lvl="1" algn="r">
              <a:buNone/>
              <a:defRPr sz="2400">
                <a:solidFill>
                  <a:srgbClr val="B22222"/>
                </a:solidFill>
              </a:defRPr>
            </a:lvl2pPr>
            <a:lvl3pPr lvl="2" algn="r">
              <a:buNone/>
              <a:defRPr sz="2400">
                <a:solidFill>
                  <a:srgbClr val="B22222"/>
                </a:solidFill>
              </a:defRPr>
            </a:lvl3pPr>
            <a:lvl4pPr lvl="3" algn="r">
              <a:buNone/>
              <a:defRPr sz="2400">
                <a:solidFill>
                  <a:srgbClr val="B22222"/>
                </a:solidFill>
              </a:defRPr>
            </a:lvl4pPr>
            <a:lvl5pPr lvl="4" algn="r">
              <a:buNone/>
              <a:defRPr sz="2400">
                <a:solidFill>
                  <a:srgbClr val="B22222"/>
                </a:solidFill>
              </a:defRPr>
            </a:lvl5pPr>
            <a:lvl6pPr lvl="5" algn="r">
              <a:buNone/>
              <a:defRPr sz="2400">
                <a:solidFill>
                  <a:srgbClr val="B22222"/>
                </a:solidFill>
              </a:defRPr>
            </a:lvl6pPr>
            <a:lvl7pPr lvl="6" algn="r">
              <a:buNone/>
              <a:defRPr sz="2400">
                <a:solidFill>
                  <a:srgbClr val="B22222"/>
                </a:solidFill>
              </a:defRPr>
            </a:lvl7pPr>
            <a:lvl8pPr lvl="7" algn="r">
              <a:buNone/>
              <a:defRPr sz="2400">
                <a:solidFill>
                  <a:srgbClr val="B22222"/>
                </a:solidFill>
              </a:defRPr>
            </a:lvl8pPr>
            <a:lvl9pPr lvl="8" algn="r">
              <a:buNone/>
              <a:defRPr sz="2400">
                <a:solidFill>
                  <a:srgbClr val="B2222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27" name="Google Shape;27;p4"/>
          <p:cNvCxnSpPr/>
          <p:nvPr/>
        </p:nvCxnSpPr>
        <p:spPr>
          <a:xfrm rot="10800000" flipH="1">
            <a:off x="511048" y="1464833"/>
            <a:ext cx="11459600" cy="1600"/>
          </a:xfrm>
          <a:prstGeom prst="straightConnector1">
            <a:avLst/>
          </a:prstGeom>
          <a:noFill/>
          <a:ln w="19050" cap="flat" cmpd="sng">
            <a:solidFill>
              <a:srgbClr val="B2222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4"/>
          <p:cNvSpPr txBox="1"/>
          <p:nvPr/>
        </p:nvSpPr>
        <p:spPr>
          <a:xfrm>
            <a:off x="5679767" y="6306767"/>
            <a:ext cx="4836800" cy="5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619817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250"/>
    </mc:Choice>
    <mc:Fallback xmlns="">
      <p:transition spd="slow"/>
    </mc:Fallback>
  </mc:AlternateContent>
  <p:extLst>
    <p:ext uri="{DCECCB84-F9BA-43D5-87BE-67443E8EF086}">
      <p15:sldGuideLst xmlns:p15="http://schemas.microsoft.com/office/powerpoint/2012/main">
        <p15:guide id="1" pos="5660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D39DFA-22D9-4774-B6B2-CF85A485D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A882D-3562-4909-BF1E-D5DED9766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BA480-B9BD-4D87-8604-BB9D03C403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26BC3-8D20-4FAA-A821-14CAB47B0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480A1-8C5A-4D78-A697-18D4DCC3C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51ABE-1138-46C6-9A43-7FCD4EB25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06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9D94-0FEA-4DBE-86DF-3FB8852D3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CS773-2025-Spring: </a:t>
            </a:r>
            <a:br>
              <a:rPr lang="en-US" dirty="0"/>
            </a:br>
            <a:r>
              <a:rPr lang="en-US" dirty="0"/>
              <a:t>Computer Architecture for Performance and Security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676AF-9222-4BBF-BBA7-BED9C767C7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Lecture 7: 10K feet View of CPUs </a:t>
            </a:r>
            <a:r>
              <a:rPr lang="en-US" sz="3600" dirty="0">
                <a:solidFill>
                  <a:srgbClr val="C00000"/>
                </a:solidFill>
                <a:sym typeface="Wingdings" panose="05000000000000000000" pitchFamily="2" charset="2"/>
              </a:rPr>
              <a:t> </a:t>
            </a:r>
            <a:endParaRPr lang="en-US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78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C6523-69CD-1ADB-E0A0-B6A73D5D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6628" y="1783959"/>
            <a:ext cx="4645250" cy="288911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6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Phones on silence, please </a:t>
            </a:r>
            <a:br>
              <a:rPr lang="en-US" sz="6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br>
              <a:rPr lang="en-US" sz="6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6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CD26085-0DC7-B122-B2F2-759682D45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9382" y="514698"/>
            <a:ext cx="4047843" cy="4460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815155-21D3-E065-8AA6-0BD0D228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6626" y="6199632"/>
            <a:ext cx="4256653" cy="3140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CASPER</a:t>
            </a:r>
          </a:p>
        </p:txBody>
      </p:sp>
    </p:spTree>
    <p:extLst>
      <p:ext uri="{BB962C8B-B14F-4D97-AF65-F5344CB8AC3E}">
        <p14:creationId xmlns:p14="http://schemas.microsoft.com/office/powerpoint/2010/main" val="1345765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C0BB5-3044-4270-AFE3-9934F0A0F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Vanilla 5-stage pipeline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A660F2-9E9F-4A77-AFBC-6E5412C14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3</a:t>
            </a:fld>
            <a:endParaRPr lang="en-IN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D37C1C8-0E34-47FD-895E-0FAAAA3B5E1C}"/>
              </a:ext>
            </a:extLst>
          </p:cNvPr>
          <p:cNvGrpSpPr/>
          <p:nvPr/>
        </p:nvGrpSpPr>
        <p:grpSpPr>
          <a:xfrm>
            <a:off x="582590" y="1504950"/>
            <a:ext cx="11176023" cy="4671551"/>
            <a:chOff x="482600" y="974725"/>
            <a:chExt cx="8589963" cy="5434013"/>
          </a:xfrm>
        </p:grpSpPr>
        <p:sp>
          <p:nvSpPr>
            <p:cNvPr id="7" name="Line 3">
              <a:extLst>
                <a:ext uri="{FF2B5EF4-FFF2-40B4-BE49-F238E27FC236}">
                  <a16:creationId xmlns:a16="http://schemas.microsoft.com/office/drawing/2014/main" id="{1278D92E-71B3-434B-BFBD-BC0951B2A9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45400" y="4041775"/>
              <a:ext cx="685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044367A5-AD98-4D8C-BADD-578E46AF8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825" y="974725"/>
              <a:ext cx="20638" cy="206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55E91F5F-9181-4762-9694-026551E32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600" y="1069975"/>
              <a:ext cx="7858125" cy="7635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380F3F82-8ED0-41A3-9B22-5CB1E892E4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5450" y="1065213"/>
              <a:ext cx="1046163" cy="6381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Comic Sans MS" pitchFamily="66" charset="0"/>
                </a:rPr>
                <a:t>Memory</a:t>
              </a:r>
            </a:p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Comic Sans MS" pitchFamily="66" charset="0"/>
                </a:rPr>
                <a:t>Access</a:t>
              </a:r>
            </a:p>
          </p:txBody>
        </p:sp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1E9D1766-1F32-4203-A2FB-1B5A91EDD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6400" y="1069975"/>
              <a:ext cx="838200" cy="638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Comic Sans MS" pitchFamily="66" charset="0"/>
                </a:rPr>
                <a:t>Write</a:t>
              </a:r>
            </a:p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Comic Sans MS" pitchFamily="66" charset="0"/>
                </a:rPr>
                <a:t>Back</a:t>
              </a:r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E08A5580-E2AE-4E78-94B4-62819CB6F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0938" y="1065213"/>
              <a:ext cx="1401762" cy="6381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Comic Sans MS" pitchFamily="66" charset="0"/>
                </a:rPr>
                <a:t>Instruction</a:t>
              </a:r>
            </a:p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Comic Sans MS" pitchFamily="66" charset="0"/>
                </a:rPr>
                <a:t>Fetch</a:t>
              </a:r>
            </a:p>
          </p:txBody>
        </p:sp>
        <p:sp>
          <p:nvSpPr>
            <p:cNvPr id="13" name="Rectangle 9">
              <a:extLst>
                <a:ext uri="{FF2B5EF4-FFF2-40B4-BE49-F238E27FC236}">
                  <a16:creationId xmlns:a16="http://schemas.microsoft.com/office/drawing/2014/main" id="{EA0B412F-2521-4B57-9D2D-0E6CA0A4A5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4800" y="1069975"/>
              <a:ext cx="1746250" cy="6381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Comic Sans MS" pitchFamily="66" charset="0"/>
                </a:rPr>
                <a:t>Instr. Decode</a:t>
              </a:r>
            </a:p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Comic Sans MS" pitchFamily="66" charset="0"/>
                </a:rPr>
                <a:t>Reg. Fetch</a:t>
              </a:r>
            </a:p>
          </p:txBody>
        </p:sp>
        <p:sp>
          <p:nvSpPr>
            <p:cNvPr id="14" name="Rectangle 10">
              <a:extLst>
                <a:ext uri="{FF2B5EF4-FFF2-40B4-BE49-F238E27FC236}">
                  <a16:creationId xmlns:a16="http://schemas.microsoft.com/office/drawing/2014/main" id="{20C27BCF-8EEF-4FF8-822E-6B5B7894E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5863" y="1065213"/>
              <a:ext cx="1427162" cy="6381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Comic Sans MS" pitchFamily="66" charset="0"/>
                </a:rPr>
                <a:t>Execute</a:t>
              </a:r>
            </a:p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Comic Sans MS" pitchFamily="66" charset="0"/>
                </a:rPr>
                <a:t>Addr. Calc</a:t>
              </a:r>
            </a:p>
          </p:txBody>
        </p:sp>
        <p:grpSp>
          <p:nvGrpSpPr>
            <p:cNvPr id="15" name="Group 11">
              <a:extLst>
                <a:ext uri="{FF2B5EF4-FFF2-40B4-BE49-F238E27FC236}">
                  <a16:creationId xmlns:a16="http://schemas.microsoft.com/office/drawing/2014/main" id="{366C4FED-D173-4FC5-BE6F-1C6BEA3259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40400" y="3127375"/>
              <a:ext cx="449263" cy="1095375"/>
              <a:chOff x="3360" y="2112"/>
              <a:chExt cx="283" cy="816"/>
            </a:xfrm>
          </p:grpSpPr>
          <p:grpSp>
            <p:nvGrpSpPr>
              <p:cNvPr id="105" name="Group 12">
                <a:extLst>
                  <a:ext uri="{FF2B5EF4-FFF2-40B4-BE49-F238E27FC236}">
                    <a16:creationId xmlns:a16="http://schemas.microsoft.com/office/drawing/2014/main" id="{82932C54-CE77-47F5-BC2F-A5E8D2708A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60" y="2112"/>
                <a:ext cx="283" cy="816"/>
                <a:chOff x="3360" y="2112"/>
                <a:chExt cx="283" cy="816"/>
              </a:xfrm>
            </p:grpSpPr>
            <p:sp>
              <p:nvSpPr>
                <p:cNvPr id="107" name="AutoShape 13">
                  <a:extLst>
                    <a:ext uri="{FF2B5EF4-FFF2-40B4-BE49-F238E27FC236}">
                      <a16:creationId xmlns:a16="http://schemas.microsoft.com/office/drawing/2014/main" id="{4530E5DE-9D66-4C34-A2E4-DF052C3B77C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 rot="-5400000">
                  <a:off x="3101" y="2386"/>
                  <a:ext cx="816" cy="268"/>
                </a:xfrm>
                <a:custGeom>
                  <a:avLst/>
                  <a:gdLst>
                    <a:gd name="T0" fmla="*/ 27 w 21600"/>
                    <a:gd name="T1" fmla="*/ 2 h 21600"/>
                    <a:gd name="T2" fmla="*/ 15 w 21600"/>
                    <a:gd name="T3" fmla="*/ 3 h 21600"/>
                    <a:gd name="T4" fmla="*/ 4 w 21600"/>
                    <a:gd name="T5" fmla="*/ 2 h 21600"/>
                    <a:gd name="T6" fmla="*/ 15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0 w 21600"/>
                    <a:gd name="T13" fmla="*/ 4513 h 21600"/>
                    <a:gd name="T14" fmla="*/ 17100 w 21600"/>
                    <a:gd name="T15" fmla="*/ 17087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/>
                <a:p>
                  <a:endParaRPr lang="en-US"/>
                </a:p>
              </p:txBody>
            </p:sp>
            <p:sp>
              <p:nvSpPr>
                <p:cNvPr id="108" name="AutoShape 14">
                  <a:extLst>
                    <a:ext uri="{FF2B5EF4-FFF2-40B4-BE49-F238E27FC236}">
                      <a16:creationId xmlns:a16="http://schemas.microsoft.com/office/drawing/2014/main" id="{17DF7CE8-DCFE-4D59-BF57-AEC65FD1D6D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 rot="5400000">
                  <a:off x="3301" y="2419"/>
                  <a:ext cx="247" cy="129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9" name="Text Box 15">
                  <a:extLst>
                    <a:ext uri="{FF2B5EF4-FFF2-40B4-BE49-F238E27FC236}">
                      <a16:creationId xmlns:a16="http://schemas.microsoft.com/office/drawing/2014/main" id="{C9569C43-AE3C-4155-A9C1-50145EAED4E1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 rot="5400000">
                  <a:off x="3280" y="2416"/>
                  <a:ext cx="480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1pPr>
                  <a:lvl2pPr marL="742950" indent="-28575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2pPr>
                  <a:lvl3pPr marL="11430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3pPr>
                  <a:lvl4pPr marL="16002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4pPr>
                  <a:lvl5pPr marL="20574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</a:pPr>
                  <a:r>
                    <a:rPr lang="en-US" sz="1800">
                      <a:solidFill>
                        <a:schemeClr val="tx1"/>
                      </a:solidFill>
                      <a:latin typeface="Comic Sans MS" pitchFamily="66" charset="0"/>
                    </a:rPr>
                    <a:t>ALU</a:t>
                  </a:r>
                  <a:endParaRPr lang="en-US" sz="1000">
                    <a:solidFill>
                      <a:schemeClr val="tx1"/>
                    </a:solidFill>
                    <a:latin typeface="Comic Sans MS" pitchFamily="66" charset="0"/>
                  </a:endParaRPr>
                </a:p>
              </p:txBody>
            </p:sp>
          </p:grpSp>
          <p:sp>
            <p:nvSpPr>
              <p:cNvPr id="106" name="Freeform 16">
                <a:extLst>
                  <a:ext uri="{FF2B5EF4-FFF2-40B4-BE49-F238E27FC236}">
                    <a16:creationId xmlns:a16="http://schemas.microsoft.com/office/drawing/2014/main" id="{F6C84596-ECE5-4FC4-9CD4-80BCA29EB5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5400000">
                <a:off x="3307" y="2425"/>
                <a:ext cx="245" cy="115"/>
              </a:xfrm>
              <a:custGeom>
                <a:avLst/>
                <a:gdLst>
                  <a:gd name="T0" fmla="*/ 0 w 384"/>
                  <a:gd name="T1" fmla="*/ 46 h 288"/>
                  <a:gd name="T2" fmla="*/ 78 w 384"/>
                  <a:gd name="T3" fmla="*/ 0 h 288"/>
                  <a:gd name="T4" fmla="*/ 156 w 384"/>
                  <a:gd name="T5" fmla="*/ 46 h 28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4" h="288">
                    <a:moveTo>
                      <a:pt x="0" y="288"/>
                    </a:moveTo>
                    <a:lnTo>
                      <a:pt x="192" y="0"/>
                    </a:lnTo>
                    <a:lnTo>
                      <a:pt x="384" y="288"/>
                    </a:lnTo>
                  </a:path>
                </a:pathLst>
              </a:custGeom>
              <a:solidFill>
                <a:schemeClr val="bg1"/>
              </a:solidFill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6" name="Rectangle 17">
              <a:extLst>
                <a:ext uri="{FF2B5EF4-FFF2-40B4-BE49-F238E27FC236}">
                  <a16:creationId xmlns:a16="http://schemas.microsoft.com/office/drawing/2014/main" id="{3BFA430C-C2C7-44B8-B812-1D2729E51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9400" y="3127375"/>
              <a:ext cx="762000" cy="9144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>
                <a:spcBef>
                  <a:spcPct val="0"/>
                </a:spcBef>
              </a:pPr>
              <a:r>
                <a:rPr lang="en-US" sz="1800" b="0">
                  <a:solidFill>
                    <a:schemeClr val="tx1"/>
                  </a:solidFill>
                  <a:latin typeface="Comic Sans MS" pitchFamily="66" charset="0"/>
                </a:rPr>
                <a:t>Memory</a:t>
              </a:r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3ACBAE45-1E03-4184-86FD-B7059F97AF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5063" y="2405063"/>
              <a:ext cx="922337" cy="365125"/>
            </a:xfrm>
            <a:custGeom>
              <a:avLst/>
              <a:gdLst>
                <a:gd name="T0" fmla="*/ 0 w 576"/>
                <a:gd name="T1" fmla="*/ 555484440 h 240"/>
                <a:gd name="T2" fmla="*/ 1476919343 w 576"/>
                <a:gd name="T3" fmla="*/ 555484440 h 240"/>
                <a:gd name="T4" fmla="*/ 1476919343 w 576"/>
                <a:gd name="T5" fmla="*/ 0 h 2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6" h="240">
                  <a:moveTo>
                    <a:pt x="0" y="240"/>
                  </a:moveTo>
                  <a:lnTo>
                    <a:pt x="576" y="240"/>
                  </a:lnTo>
                  <a:lnTo>
                    <a:pt x="576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Rectangle 19">
              <a:extLst>
                <a:ext uri="{FF2B5EF4-FFF2-40B4-BE49-F238E27FC236}">
                  <a16:creationId xmlns:a16="http://schemas.microsoft.com/office/drawing/2014/main" id="{A2B04DBA-9291-4A81-B44A-314EF53B5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5400" y="2874963"/>
              <a:ext cx="590550" cy="1476375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>
                <a:spcBef>
                  <a:spcPct val="0"/>
                </a:spcBef>
              </a:pPr>
              <a:r>
                <a:rPr lang="en-US" sz="1800" b="0">
                  <a:solidFill>
                    <a:schemeClr val="tx1"/>
                  </a:solidFill>
                  <a:latin typeface="Comic Sans MS" pitchFamily="66" charset="0"/>
                </a:rPr>
                <a:t>Reg File</a:t>
              </a:r>
            </a:p>
          </p:txBody>
        </p:sp>
        <p:sp>
          <p:nvSpPr>
            <p:cNvPr id="19" name="Oval 20">
              <a:extLst>
                <a:ext uri="{FF2B5EF4-FFF2-40B4-BE49-F238E27FC236}">
                  <a16:creationId xmlns:a16="http://schemas.microsoft.com/office/drawing/2014/main" id="{25EDF63C-3A9A-40ED-B165-5E805A2858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663" y="3074988"/>
              <a:ext cx="209550" cy="55245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>
                <a:spcBef>
                  <a:spcPct val="0"/>
                </a:spcBef>
              </a:pPr>
              <a:r>
                <a:rPr lang="en-US" b="0">
                  <a:solidFill>
                    <a:schemeClr val="tx1"/>
                  </a:solidFill>
                  <a:latin typeface="Comic Sans MS" pitchFamily="66" charset="0"/>
                </a:rPr>
                <a:t>MUX</a:t>
              </a:r>
              <a:endParaRPr lang="en-US" sz="1800" b="0">
                <a:solidFill>
                  <a:schemeClr val="tx1"/>
                </a:solidFill>
                <a:latin typeface="Comic Sans MS" pitchFamily="66" charset="0"/>
              </a:endParaRPr>
            </a:p>
          </p:txBody>
        </p:sp>
        <p:sp>
          <p:nvSpPr>
            <p:cNvPr id="20" name="Oval 21">
              <a:extLst>
                <a:ext uri="{FF2B5EF4-FFF2-40B4-BE49-F238E27FC236}">
                  <a16:creationId xmlns:a16="http://schemas.microsoft.com/office/drawing/2014/main" id="{E6C14046-9960-4AE4-AD7F-60E0CE600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0663" y="3684588"/>
              <a:ext cx="209550" cy="55245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>
                <a:spcBef>
                  <a:spcPct val="0"/>
                </a:spcBef>
              </a:pPr>
              <a:r>
                <a:rPr lang="en-US" b="0">
                  <a:solidFill>
                    <a:schemeClr val="tx1"/>
                  </a:solidFill>
                  <a:latin typeface="Comic Sans MS" pitchFamily="66" charset="0"/>
                </a:rPr>
                <a:t>MUX</a:t>
              </a:r>
              <a:endParaRPr lang="en-US" sz="1800" b="0">
                <a:solidFill>
                  <a:schemeClr val="tx1"/>
                </a:solidFill>
                <a:latin typeface="Comic Sans MS" pitchFamily="66" charset="0"/>
              </a:endParaRPr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75E17194-C390-4DD9-817A-C62F9461D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8400" y="2770188"/>
              <a:ext cx="750888" cy="661987"/>
            </a:xfrm>
            <a:custGeom>
              <a:avLst/>
              <a:gdLst>
                <a:gd name="T0" fmla="*/ 0 w 336"/>
                <a:gd name="T1" fmla="*/ 912972475 h 480"/>
                <a:gd name="T2" fmla="*/ 0 w 336"/>
                <a:gd name="T3" fmla="*/ 0 h 480"/>
                <a:gd name="T4" fmla="*/ 1678073775 w 336"/>
                <a:gd name="T5" fmla="*/ 0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6" h="480">
                  <a:moveTo>
                    <a:pt x="0" y="480"/>
                  </a:moveTo>
                  <a:lnTo>
                    <a:pt x="0" y="0"/>
                  </a:lnTo>
                  <a:lnTo>
                    <a:pt x="336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Rectangle 23">
              <a:extLst>
                <a:ext uri="{FF2B5EF4-FFF2-40B4-BE49-F238E27FC236}">
                  <a16:creationId xmlns:a16="http://schemas.microsoft.com/office/drawing/2014/main" id="{272D1EF5-EBF4-4E56-8B33-CBC76D1919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9463" y="3455988"/>
              <a:ext cx="533400" cy="1143000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>
                <a:spcBef>
                  <a:spcPct val="0"/>
                </a:spcBef>
              </a:pPr>
              <a:r>
                <a:rPr lang="en-US" sz="1800" b="0">
                  <a:solidFill>
                    <a:schemeClr val="tx1"/>
                  </a:solidFill>
                  <a:latin typeface="Comic Sans MS" pitchFamily="66" charset="0"/>
                </a:rPr>
                <a:t>Data</a:t>
              </a:r>
            </a:p>
            <a:p>
              <a:pPr algn="ctr">
                <a:lnSpc>
                  <a:spcPct val="80000"/>
                </a:lnSpc>
                <a:spcBef>
                  <a:spcPct val="0"/>
                </a:spcBef>
              </a:pPr>
              <a:r>
                <a:rPr lang="en-US" sz="1800" b="0">
                  <a:solidFill>
                    <a:schemeClr val="tx1"/>
                  </a:solidFill>
                  <a:latin typeface="Comic Sans MS" pitchFamily="66" charset="0"/>
                </a:rPr>
                <a:t>Memory</a:t>
              </a:r>
            </a:p>
          </p:txBody>
        </p:sp>
        <p:sp>
          <p:nvSpPr>
            <p:cNvPr id="23" name="Oval 24">
              <a:extLst>
                <a:ext uri="{FF2B5EF4-FFF2-40B4-BE49-F238E27FC236}">
                  <a16:creationId xmlns:a16="http://schemas.microsoft.com/office/drawing/2014/main" id="{C634CBAE-B747-4717-AD1C-0823969544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1200" y="3965575"/>
              <a:ext cx="209550" cy="55245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>
                <a:spcBef>
                  <a:spcPct val="0"/>
                </a:spcBef>
              </a:pPr>
              <a:r>
                <a:rPr lang="en-US" b="0">
                  <a:solidFill>
                    <a:schemeClr val="tx1"/>
                  </a:solidFill>
                  <a:latin typeface="Comic Sans MS" pitchFamily="66" charset="0"/>
                </a:rPr>
                <a:t>MUX</a:t>
              </a:r>
              <a:endParaRPr lang="en-US" sz="1800" b="0">
                <a:solidFill>
                  <a:schemeClr val="tx1"/>
                </a:solidFill>
                <a:latin typeface="Comic Sans MS" pitchFamily="66" charset="0"/>
              </a:endParaRPr>
            </a:p>
          </p:txBody>
        </p:sp>
        <p:sp>
          <p:nvSpPr>
            <p:cNvPr id="24" name="Oval 25">
              <a:extLst>
                <a:ext uri="{FF2B5EF4-FFF2-40B4-BE49-F238E27FC236}">
                  <a16:creationId xmlns:a16="http://schemas.microsoft.com/office/drawing/2014/main" id="{E45AD701-D731-48EA-8F5B-0BF7B0F75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5400" y="4435475"/>
              <a:ext cx="447675" cy="676275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sz="1000">
                  <a:solidFill>
                    <a:schemeClr val="tx1"/>
                  </a:solidFill>
                  <a:latin typeface="Comic Sans MS" pitchFamily="66" charset="0"/>
                </a:rPr>
                <a:t>Sign</a:t>
              </a:r>
            </a:p>
            <a:p>
              <a:pPr algn="ctr">
                <a:spcBef>
                  <a:spcPct val="0"/>
                </a:spcBef>
              </a:pPr>
              <a:r>
                <a:rPr lang="en-US" sz="1000">
                  <a:solidFill>
                    <a:schemeClr val="tx1"/>
                  </a:solidFill>
                  <a:latin typeface="Comic Sans MS" pitchFamily="66" charset="0"/>
                </a:rPr>
                <a:t>Extend</a:t>
              </a:r>
              <a:endParaRPr lang="en-US" sz="1200" b="0">
                <a:solidFill>
                  <a:schemeClr val="tx1"/>
                </a:solidFill>
                <a:latin typeface="Comic Sans MS" pitchFamily="66" charset="0"/>
              </a:endParaRPr>
            </a:p>
          </p:txBody>
        </p:sp>
        <p:sp>
          <p:nvSpPr>
            <p:cNvPr id="25" name="Line 26">
              <a:extLst>
                <a:ext uri="{FF2B5EF4-FFF2-40B4-BE49-F238E27FC236}">
                  <a16:creationId xmlns:a16="http://schemas.microsoft.com/office/drawing/2014/main" id="{26F85B8F-7EC8-47C6-A9EE-73B01FCD39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8763" y="1066800"/>
              <a:ext cx="0" cy="5334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27">
              <a:extLst>
                <a:ext uri="{FF2B5EF4-FFF2-40B4-BE49-F238E27FC236}">
                  <a16:creationId xmlns:a16="http://schemas.microsoft.com/office/drawing/2014/main" id="{0FE813F8-8F80-4FFA-8126-8BFE7FEC72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3600" y="1057275"/>
              <a:ext cx="0" cy="5334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8">
              <a:extLst>
                <a:ext uri="{FF2B5EF4-FFF2-40B4-BE49-F238E27FC236}">
                  <a16:creationId xmlns:a16="http://schemas.microsoft.com/office/drawing/2014/main" id="{C502DFED-33C8-4DBD-A222-84CB839302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57950" y="1074738"/>
              <a:ext cx="0" cy="5334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Line 29">
              <a:extLst>
                <a:ext uri="{FF2B5EF4-FFF2-40B4-BE49-F238E27FC236}">
                  <a16:creationId xmlns:a16="http://schemas.microsoft.com/office/drawing/2014/main" id="{4DCC3B53-E759-4079-9E7E-6176B412C9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50200" y="1057275"/>
              <a:ext cx="0" cy="5334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Line 30">
              <a:extLst>
                <a:ext uri="{FF2B5EF4-FFF2-40B4-BE49-F238E27FC236}">
                  <a16:creationId xmlns:a16="http://schemas.microsoft.com/office/drawing/2014/main" id="{46DD17A4-16A1-4187-83A4-A459406CEF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1400" y="3584575"/>
              <a:ext cx="304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31">
              <a:extLst>
                <a:ext uri="{FF2B5EF4-FFF2-40B4-BE49-F238E27FC236}">
                  <a16:creationId xmlns:a16="http://schemas.microsoft.com/office/drawing/2014/main" id="{790B1314-C977-4D67-9AAB-BA6E9DE83A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1000" y="3584575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C8F3827C-7EDC-4D0E-A7EF-8C0F46E00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9600" y="3046413"/>
              <a:ext cx="685800" cy="1757362"/>
            </a:xfrm>
            <a:custGeom>
              <a:avLst/>
              <a:gdLst>
                <a:gd name="T0" fmla="*/ 0 w 480"/>
                <a:gd name="T1" fmla="*/ 0 h 1056"/>
                <a:gd name="T2" fmla="*/ 0 w 480"/>
                <a:gd name="T3" fmla="*/ 2147483647 h 1056"/>
                <a:gd name="T4" fmla="*/ 979836750 w 480"/>
                <a:gd name="T5" fmla="*/ 2147483647 h 10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0" h="1056">
                  <a:moveTo>
                    <a:pt x="0" y="0"/>
                  </a:moveTo>
                  <a:lnTo>
                    <a:pt x="0" y="1056"/>
                  </a:lnTo>
                  <a:lnTo>
                    <a:pt x="480" y="1056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Line 33">
              <a:extLst>
                <a:ext uri="{FF2B5EF4-FFF2-40B4-BE49-F238E27FC236}">
                  <a16:creationId xmlns:a16="http://schemas.microsoft.com/office/drawing/2014/main" id="{A8067B53-3F83-4F34-B13E-DE9692BF63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9600" y="3051175"/>
              <a:ext cx="685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Line 34">
              <a:extLst>
                <a:ext uri="{FF2B5EF4-FFF2-40B4-BE49-F238E27FC236}">
                  <a16:creationId xmlns:a16="http://schemas.microsoft.com/office/drawing/2014/main" id="{860F648C-B35E-4EE2-98F6-EC33A71048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9600" y="3355975"/>
              <a:ext cx="685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35">
              <a:extLst>
                <a:ext uri="{FF2B5EF4-FFF2-40B4-BE49-F238E27FC236}">
                  <a16:creationId xmlns:a16="http://schemas.microsoft.com/office/drawing/2014/main" id="{1ABD0336-7AFC-4F5C-952F-77796C8D9D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5000" y="3432175"/>
              <a:ext cx="838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Rectangle 36">
              <a:extLst>
                <a:ext uri="{FF2B5EF4-FFF2-40B4-BE49-F238E27FC236}">
                  <a16:creationId xmlns:a16="http://schemas.microsoft.com/office/drawing/2014/main" id="{4ADE6200-48E9-4834-B459-3C527C6C5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0400" y="2593975"/>
              <a:ext cx="457200" cy="381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sz="1200" b="0">
                  <a:solidFill>
                    <a:schemeClr val="tx1"/>
                  </a:solidFill>
                  <a:latin typeface="Comic Sans MS" pitchFamily="66" charset="0"/>
                </a:rPr>
                <a:t>Zero?</a:t>
              </a:r>
              <a:endParaRPr lang="en-US" sz="1800" b="0">
                <a:solidFill>
                  <a:schemeClr val="tx1"/>
                </a:solidFill>
                <a:latin typeface="Comic Sans MS" pitchFamily="66" charset="0"/>
              </a:endParaRPr>
            </a:p>
          </p:txBody>
        </p:sp>
        <p:sp>
          <p:nvSpPr>
            <p:cNvPr id="36" name="Line 37">
              <a:extLst>
                <a:ext uri="{FF2B5EF4-FFF2-40B4-BE49-F238E27FC236}">
                  <a16:creationId xmlns:a16="http://schemas.microsoft.com/office/drawing/2014/main" id="{C1061BA1-D71D-4993-BB8D-E5599EA625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1800" y="3355975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Line 38">
              <a:extLst>
                <a:ext uri="{FF2B5EF4-FFF2-40B4-BE49-F238E27FC236}">
                  <a16:creationId xmlns:a16="http://schemas.microsoft.com/office/drawing/2014/main" id="{BF2857AC-DE75-4B24-BA91-48061CEBCC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1800" y="3965575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Freeform 39">
              <a:extLst>
                <a:ext uri="{FF2B5EF4-FFF2-40B4-BE49-F238E27FC236}">
                  <a16:creationId xmlns:a16="http://schemas.microsoft.com/office/drawing/2014/main" id="{B0823F23-D764-4538-8586-0D1D7247E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600" y="1755775"/>
              <a:ext cx="7086600" cy="1812925"/>
            </a:xfrm>
            <a:custGeom>
              <a:avLst/>
              <a:gdLst>
                <a:gd name="T0" fmla="*/ 2147483647 w 4464"/>
                <a:gd name="T1" fmla="*/ 637600325 h 1142"/>
                <a:gd name="T2" fmla="*/ 2147483647 w 4464"/>
                <a:gd name="T3" fmla="*/ 637600325 h 1142"/>
                <a:gd name="T4" fmla="*/ 2147483647 w 4464"/>
                <a:gd name="T5" fmla="*/ 0 h 1142"/>
                <a:gd name="T6" fmla="*/ 0 w 4464"/>
                <a:gd name="T7" fmla="*/ 0 h 1142"/>
                <a:gd name="T8" fmla="*/ 5040313 w 4464"/>
                <a:gd name="T9" fmla="*/ 2147483647 h 1142"/>
                <a:gd name="T10" fmla="*/ 433466875 w 4464"/>
                <a:gd name="T11" fmla="*/ 2147483647 h 11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64" h="1142">
                  <a:moveTo>
                    <a:pt x="4224" y="253"/>
                  </a:moveTo>
                  <a:lnTo>
                    <a:pt x="4464" y="253"/>
                  </a:lnTo>
                  <a:lnTo>
                    <a:pt x="4464" y="0"/>
                  </a:lnTo>
                  <a:lnTo>
                    <a:pt x="0" y="0"/>
                  </a:lnTo>
                  <a:lnTo>
                    <a:pt x="2" y="1142"/>
                  </a:lnTo>
                  <a:lnTo>
                    <a:pt x="172" y="114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Line 40">
              <a:extLst>
                <a:ext uri="{FF2B5EF4-FFF2-40B4-BE49-F238E27FC236}">
                  <a16:creationId xmlns:a16="http://schemas.microsoft.com/office/drawing/2014/main" id="{8D39C321-3902-4DB5-8A20-63E7BD1E15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7600" y="3660775"/>
              <a:ext cx="914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Freeform 41">
              <a:extLst>
                <a:ext uri="{FF2B5EF4-FFF2-40B4-BE49-F238E27FC236}">
                  <a16:creationId xmlns:a16="http://schemas.microsoft.com/office/drawing/2014/main" id="{E530D287-EE33-417C-BAB3-7C6C2F866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3063" y="2273300"/>
              <a:ext cx="304800" cy="1371600"/>
            </a:xfrm>
            <a:custGeom>
              <a:avLst/>
              <a:gdLst>
                <a:gd name="T0" fmla="*/ 0 w 192"/>
                <a:gd name="T1" fmla="*/ 1959673500 h 960"/>
                <a:gd name="T2" fmla="*/ 0 w 192"/>
                <a:gd name="T3" fmla="*/ 0 h 960"/>
                <a:gd name="T4" fmla="*/ 483870000 w 192"/>
                <a:gd name="T5" fmla="*/ 0 h 9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960">
                  <a:moveTo>
                    <a:pt x="0" y="960"/>
                  </a:move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Line 42">
              <a:extLst>
                <a:ext uri="{FF2B5EF4-FFF2-40B4-BE49-F238E27FC236}">
                  <a16:creationId xmlns:a16="http://schemas.microsoft.com/office/drawing/2014/main" id="{9501B110-354D-484C-B917-D9B681C642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5000" y="3889375"/>
              <a:ext cx="838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Line 43">
              <a:extLst>
                <a:ext uri="{FF2B5EF4-FFF2-40B4-BE49-F238E27FC236}">
                  <a16:creationId xmlns:a16="http://schemas.microsoft.com/office/drawing/2014/main" id="{51738DB3-A012-42E4-8EE4-411CF5FD0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2200" y="3584575"/>
              <a:ext cx="457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Line 44">
              <a:extLst>
                <a:ext uri="{FF2B5EF4-FFF2-40B4-BE49-F238E27FC236}">
                  <a16:creationId xmlns:a16="http://schemas.microsoft.com/office/drawing/2014/main" id="{CC4E0F99-BD16-40AD-B916-985FDA7849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9400" y="2822575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Freeform 45">
              <a:extLst>
                <a:ext uri="{FF2B5EF4-FFF2-40B4-BE49-F238E27FC236}">
                  <a16:creationId xmlns:a16="http://schemas.microsoft.com/office/drawing/2014/main" id="{E9B4CBA0-8F91-435A-80EA-7C6B7BFDDC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600" y="2212975"/>
              <a:ext cx="533400" cy="1371600"/>
            </a:xfrm>
            <a:custGeom>
              <a:avLst/>
              <a:gdLst>
                <a:gd name="T0" fmla="*/ 0 w 336"/>
                <a:gd name="T1" fmla="*/ 2147483647 h 864"/>
                <a:gd name="T2" fmla="*/ 0 w 336"/>
                <a:gd name="T3" fmla="*/ 0 h 864"/>
                <a:gd name="T4" fmla="*/ 846772500 w 336"/>
                <a:gd name="T5" fmla="*/ 0 h 8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6" h="864">
                  <a:moveTo>
                    <a:pt x="0" y="864"/>
                  </a:moveTo>
                  <a:lnTo>
                    <a:pt x="0" y="0"/>
                  </a:lnTo>
                  <a:lnTo>
                    <a:pt x="336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Freeform 46">
              <a:extLst>
                <a:ext uri="{FF2B5EF4-FFF2-40B4-BE49-F238E27FC236}">
                  <a16:creationId xmlns:a16="http://schemas.microsoft.com/office/drawing/2014/main" id="{8F6E9EF5-65CE-4677-AFFE-E36D764B6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6713" y="3660775"/>
              <a:ext cx="1614487" cy="1143000"/>
            </a:xfrm>
            <a:custGeom>
              <a:avLst/>
              <a:gdLst>
                <a:gd name="T0" fmla="*/ 0 w 1008"/>
                <a:gd name="T1" fmla="*/ 0 h 720"/>
                <a:gd name="T2" fmla="*/ 0 w 1008"/>
                <a:gd name="T3" fmla="*/ 1814512500 h 720"/>
                <a:gd name="T4" fmla="*/ 2147483647 w 1008"/>
                <a:gd name="T5" fmla="*/ 1814512500 h 720"/>
                <a:gd name="T6" fmla="*/ 2147483647 w 1008"/>
                <a:gd name="T7" fmla="*/ 1209675000 h 720"/>
                <a:gd name="T8" fmla="*/ 2147483647 w 1008"/>
                <a:gd name="T9" fmla="*/ 1209675000 h 7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08" h="720">
                  <a:moveTo>
                    <a:pt x="0" y="0"/>
                  </a:moveTo>
                  <a:lnTo>
                    <a:pt x="0" y="720"/>
                  </a:lnTo>
                  <a:lnTo>
                    <a:pt x="864" y="720"/>
                  </a:lnTo>
                  <a:lnTo>
                    <a:pt x="864" y="480"/>
                  </a:lnTo>
                  <a:lnTo>
                    <a:pt x="1008" y="48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Freeform 47">
              <a:extLst>
                <a:ext uri="{FF2B5EF4-FFF2-40B4-BE49-F238E27FC236}">
                  <a16:creationId xmlns:a16="http://schemas.microsoft.com/office/drawing/2014/main" id="{C46BFEA8-2595-4800-9D15-451C9D2A84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4400" y="3965575"/>
              <a:ext cx="5334000" cy="1828800"/>
            </a:xfrm>
            <a:custGeom>
              <a:avLst/>
              <a:gdLst>
                <a:gd name="T0" fmla="*/ 2147483647 w 3312"/>
                <a:gd name="T1" fmla="*/ 544353750 h 768"/>
                <a:gd name="T2" fmla="*/ 2147483647 w 3312"/>
                <a:gd name="T3" fmla="*/ 544353750 h 768"/>
                <a:gd name="T4" fmla="*/ 2147483647 w 3312"/>
                <a:gd name="T5" fmla="*/ 2147483647 h 768"/>
                <a:gd name="T6" fmla="*/ 0 w 3312"/>
                <a:gd name="T7" fmla="*/ 2147483647 h 768"/>
                <a:gd name="T8" fmla="*/ 0 w 3312"/>
                <a:gd name="T9" fmla="*/ 0 h 768"/>
                <a:gd name="T10" fmla="*/ 622496482 w 3312"/>
                <a:gd name="T11" fmla="*/ 0 h 7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12" h="768">
                  <a:moveTo>
                    <a:pt x="3168" y="96"/>
                  </a:moveTo>
                  <a:lnTo>
                    <a:pt x="3312" y="96"/>
                  </a:lnTo>
                  <a:lnTo>
                    <a:pt x="3312" y="768"/>
                  </a:lnTo>
                  <a:lnTo>
                    <a:pt x="0" y="768"/>
                  </a:lnTo>
                  <a:lnTo>
                    <a:pt x="0" y="0"/>
                  </a:lnTo>
                  <a:lnTo>
                    <a:pt x="24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Freeform 48">
              <a:extLst>
                <a:ext uri="{FF2B5EF4-FFF2-40B4-BE49-F238E27FC236}">
                  <a16:creationId xmlns:a16="http://schemas.microsoft.com/office/drawing/2014/main" id="{D4D22FC4-87D3-4832-9CBA-CA835E67B5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8400" y="3889375"/>
              <a:ext cx="2133600" cy="533400"/>
            </a:xfrm>
            <a:custGeom>
              <a:avLst/>
              <a:gdLst>
                <a:gd name="T0" fmla="*/ 0 w 1344"/>
                <a:gd name="T1" fmla="*/ 0 h 336"/>
                <a:gd name="T2" fmla="*/ 0 w 1344"/>
                <a:gd name="T3" fmla="*/ 846772500 h 336"/>
                <a:gd name="T4" fmla="*/ 2147483647 w 1344"/>
                <a:gd name="T5" fmla="*/ 846772500 h 3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44" h="336">
                  <a:moveTo>
                    <a:pt x="0" y="0"/>
                  </a:moveTo>
                  <a:lnTo>
                    <a:pt x="0" y="336"/>
                  </a:lnTo>
                  <a:lnTo>
                    <a:pt x="1344" y="336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Freeform 49">
              <a:extLst>
                <a:ext uri="{FF2B5EF4-FFF2-40B4-BE49-F238E27FC236}">
                  <a16:creationId xmlns:a16="http://schemas.microsoft.com/office/drawing/2014/main" id="{8C0A3CB7-15F8-40BE-B3FC-F6B975C40E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2000" y="3736975"/>
              <a:ext cx="5257800" cy="1828800"/>
            </a:xfrm>
            <a:custGeom>
              <a:avLst/>
              <a:gdLst>
                <a:gd name="T0" fmla="*/ 2147483647 w 3312"/>
                <a:gd name="T1" fmla="*/ 2147483647 h 1200"/>
                <a:gd name="T2" fmla="*/ 2147483647 w 3312"/>
                <a:gd name="T3" fmla="*/ 2147483647 h 1200"/>
                <a:gd name="T4" fmla="*/ 2147483647 w 3312"/>
                <a:gd name="T5" fmla="*/ 2147483647 h 1200"/>
                <a:gd name="T6" fmla="*/ 0 w 3312"/>
                <a:gd name="T7" fmla="*/ 2147483647 h 1200"/>
                <a:gd name="T8" fmla="*/ 0 w 3312"/>
                <a:gd name="T9" fmla="*/ 0 h 1200"/>
                <a:gd name="T10" fmla="*/ 846772500 w 3312"/>
                <a:gd name="T11" fmla="*/ 0 h 12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12" h="1200">
                  <a:moveTo>
                    <a:pt x="3024" y="960"/>
                  </a:moveTo>
                  <a:lnTo>
                    <a:pt x="3312" y="960"/>
                  </a:lnTo>
                  <a:lnTo>
                    <a:pt x="3312" y="1200"/>
                  </a:lnTo>
                  <a:lnTo>
                    <a:pt x="0" y="1200"/>
                  </a:lnTo>
                  <a:lnTo>
                    <a:pt x="0" y="0"/>
                  </a:lnTo>
                  <a:lnTo>
                    <a:pt x="336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9" name="Group 50">
              <a:extLst>
                <a:ext uri="{FF2B5EF4-FFF2-40B4-BE49-F238E27FC236}">
                  <a16:creationId xmlns:a16="http://schemas.microsoft.com/office/drawing/2014/main" id="{429EF94F-944E-4DFD-946F-262455ED3D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6200" y="1831975"/>
              <a:ext cx="5487988" cy="3643313"/>
              <a:chOff x="1631" y="1405"/>
              <a:chExt cx="3457" cy="2295"/>
            </a:xfrm>
          </p:grpSpPr>
          <p:grpSp>
            <p:nvGrpSpPr>
              <p:cNvPr id="93" name="Group 51">
                <a:extLst>
                  <a:ext uri="{FF2B5EF4-FFF2-40B4-BE49-F238E27FC236}">
                    <a16:creationId xmlns:a16="http://schemas.microsoft.com/office/drawing/2014/main" id="{4206D8E0-968B-43E2-B768-7778743BC1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31" y="1405"/>
                <a:ext cx="192" cy="2295"/>
                <a:chOff x="1486" y="1488"/>
                <a:chExt cx="192" cy="2295"/>
              </a:xfrm>
            </p:grpSpPr>
            <p:sp>
              <p:nvSpPr>
                <p:cNvPr id="103" name="Rectangle 52">
                  <a:extLst>
                    <a:ext uri="{FF2B5EF4-FFF2-40B4-BE49-F238E27FC236}">
                      <a16:creationId xmlns:a16="http://schemas.microsoft.com/office/drawing/2014/main" id="{59437B93-DF0F-4E9C-990D-90CB891C23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86" y="1488"/>
                  <a:ext cx="192" cy="2295"/>
                </a:xfrm>
                <a:prstGeom prst="rect">
                  <a:avLst/>
                </a:prstGeom>
                <a:solidFill>
                  <a:srgbClr val="07F707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/>
                <a:p>
                  <a:pPr algn="ctr">
                    <a:spcBef>
                      <a:spcPct val="0"/>
                    </a:spcBef>
                  </a:pPr>
                  <a:r>
                    <a:rPr lang="en-US" sz="1800">
                      <a:solidFill>
                        <a:schemeClr val="tx1"/>
                      </a:solidFill>
                      <a:latin typeface="Comic Sans MS" pitchFamily="66" charset="0"/>
                    </a:rPr>
                    <a:t>IF/ID</a:t>
                  </a:r>
                </a:p>
              </p:txBody>
            </p:sp>
            <p:sp>
              <p:nvSpPr>
                <p:cNvPr id="104" name="AutoShape 53">
                  <a:extLst>
                    <a:ext uri="{FF2B5EF4-FFF2-40B4-BE49-F238E27FC236}">
                      <a16:creationId xmlns:a16="http://schemas.microsoft.com/office/drawing/2014/main" id="{81C64166-C770-4483-8758-CEE057B44A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86" y="3591"/>
                  <a:ext cx="192" cy="192"/>
                </a:xfrm>
                <a:prstGeom prst="triangle">
                  <a:avLst>
                    <a:gd name="adj" fmla="val 50000"/>
                  </a:avLst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4" name="Group 54">
                <a:extLst>
                  <a:ext uri="{FF2B5EF4-FFF2-40B4-BE49-F238E27FC236}">
                    <a16:creationId xmlns:a16="http://schemas.microsoft.com/office/drawing/2014/main" id="{AC65A98A-7473-4A17-B1D7-A564C83454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32" y="1405"/>
                <a:ext cx="193" cy="2295"/>
                <a:chOff x="2740" y="1436"/>
                <a:chExt cx="193" cy="2295"/>
              </a:xfrm>
            </p:grpSpPr>
            <p:sp>
              <p:nvSpPr>
                <p:cNvPr id="101" name="Rectangle 55">
                  <a:extLst>
                    <a:ext uri="{FF2B5EF4-FFF2-40B4-BE49-F238E27FC236}">
                      <a16:creationId xmlns:a16="http://schemas.microsoft.com/office/drawing/2014/main" id="{A6885D27-FA04-4D18-B6F0-8EA1C7A4E8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41" y="1436"/>
                  <a:ext cx="192" cy="2295"/>
                </a:xfrm>
                <a:prstGeom prst="rect">
                  <a:avLst/>
                </a:prstGeom>
                <a:solidFill>
                  <a:srgbClr val="07F707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/>
                <a:p>
                  <a:pPr algn="ctr">
                    <a:spcBef>
                      <a:spcPct val="0"/>
                    </a:spcBef>
                  </a:pPr>
                  <a:r>
                    <a:rPr lang="en-US" sz="1800">
                      <a:solidFill>
                        <a:schemeClr val="tx1"/>
                      </a:solidFill>
                      <a:latin typeface="Comic Sans MS" pitchFamily="66" charset="0"/>
                    </a:rPr>
                    <a:t>ID/EX</a:t>
                  </a:r>
                </a:p>
              </p:txBody>
            </p:sp>
            <p:sp>
              <p:nvSpPr>
                <p:cNvPr id="102" name="AutoShape 56">
                  <a:extLst>
                    <a:ext uri="{FF2B5EF4-FFF2-40B4-BE49-F238E27FC236}">
                      <a16:creationId xmlns:a16="http://schemas.microsoft.com/office/drawing/2014/main" id="{EC038DA5-C297-4920-B98D-583666850C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40" y="3533"/>
                  <a:ext cx="192" cy="192"/>
                </a:xfrm>
                <a:prstGeom prst="triangle">
                  <a:avLst>
                    <a:gd name="adj" fmla="val 50000"/>
                  </a:avLst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5" name="Group 57">
                <a:extLst>
                  <a:ext uri="{FF2B5EF4-FFF2-40B4-BE49-F238E27FC236}">
                    <a16:creationId xmlns:a16="http://schemas.microsoft.com/office/drawing/2014/main" id="{53DE4178-F86F-4C59-BA96-9C59278DC7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96" y="1405"/>
                <a:ext cx="192" cy="2295"/>
                <a:chOff x="4972" y="1431"/>
                <a:chExt cx="192" cy="2295"/>
              </a:xfrm>
            </p:grpSpPr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66831A38-5683-472D-AD44-8686AFD978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72" y="1431"/>
                  <a:ext cx="192" cy="2295"/>
                </a:xfrm>
                <a:prstGeom prst="rect">
                  <a:avLst/>
                </a:prstGeom>
                <a:solidFill>
                  <a:srgbClr val="07F707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/>
                <a:p>
                  <a:pPr algn="ctr">
                    <a:spcBef>
                      <a:spcPct val="0"/>
                    </a:spcBef>
                  </a:pPr>
                  <a:r>
                    <a:rPr lang="en-US" sz="1800">
                      <a:solidFill>
                        <a:schemeClr val="tx1"/>
                      </a:solidFill>
                      <a:latin typeface="Comic Sans MS" pitchFamily="66" charset="0"/>
                    </a:rPr>
                    <a:t>MEM/WB</a:t>
                  </a:r>
                </a:p>
              </p:txBody>
            </p:sp>
            <p:sp>
              <p:nvSpPr>
                <p:cNvPr id="100" name="AutoShape 59">
                  <a:extLst>
                    <a:ext uri="{FF2B5EF4-FFF2-40B4-BE49-F238E27FC236}">
                      <a16:creationId xmlns:a16="http://schemas.microsoft.com/office/drawing/2014/main" id="{F8B42A88-C42D-4D47-AA03-B18DF0B4E5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72" y="3534"/>
                  <a:ext cx="192" cy="192"/>
                </a:xfrm>
                <a:prstGeom prst="triangle">
                  <a:avLst>
                    <a:gd name="adj" fmla="val 50000"/>
                  </a:avLst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6" name="Group 60">
                <a:extLst>
                  <a:ext uri="{FF2B5EF4-FFF2-40B4-BE49-F238E27FC236}">
                    <a16:creationId xmlns:a16="http://schemas.microsoft.com/office/drawing/2014/main" id="{A36878E9-D302-402C-A80B-F1E84ECA3F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66" y="1405"/>
                <a:ext cx="192" cy="2295"/>
                <a:chOff x="3920" y="1447"/>
                <a:chExt cx="192" cy="2295"/>
              </a:xfrm>
            </p:grpSpPr>
            <p:sp>
              <p:nvSpPr>
                <p:cNvPr id="97" name="Rectangle 61">
                  <a:extLst>
                    <a:ext uri="{FF2B5EF4-FFF2-40B4-BE49-F238E27FC236}">
                      <a16:creationId xmlns:a16="http://schemas.microsoft.com/office/drawing/2014/main" id="{58E0C3E5-81BE-47CD-8279-7EF215BC12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20" y="1447"/>
                  <a:ext cx="192" cy="2295"/>
                </a:xfrm>
                <a:prstGeom prst="rect">
                  <a:avLst/>
                </a:prstGeom>
                <a:solidFill>
                  <a:srgbClr val="07F707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/>
                <a:p>
                  <a:pPr algn="ctr">
                    <a:spcBef>
                      <a:spcPct val="0"/>
                    </a:spcBef>
                  </a:pPr>
                  <a:r>
                    <a:rPr lang="en-US" sz="1800">
                      <a:solidFill>
                        <a:schemeClr val="tx1"/>
                      </a:solidFill>
                      <a:latin typeface="Comic Sans MS" pitchFamily="66" charset="0"/>
                    </a:rPr>
                    <a:t>EX/MEM</a:t>
                  </a:r>
                </a:p>
              </p:txBody>
            </p:sp>
            <p:sp>
              <p:nvSpPr>
                <p:cNvPr id="98" name="AutoShape 62">
                  <a:extLst>
                    <a:ext uri="{FF2B5EF4-FFF2-40B4-BE49-F238E27FC236}">
                      <a16:creationId xmlns:a16="http://schemas.microsoft.com/office/drawing/2014/main" id="{DD3F03D8-CE2C-4C71-A90D-7EF3665FE8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20" y="3544"/>
                  <a:ext cx="192" cy="192"/>
                </a:xfrm>
                <a:prstGeom prst="triangle">
                  <a:avLst>
                    <a:gd name="adj" fmla="val 50000"/>
                  </a:avLst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50" name="Line 63">
              <a:extLst>
                <a:ext uri="{FF2B5EF4-FFF2-40B4-BE49-F238E27FC236}">
                  <a16:creationId xmlns:a16="http://schemas.microsoft.com/office/drawing/2014/main" id="{7069DD27-12AE-4B34-B739-2E5093B40D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2600" y="4803775"/>
              <a:ext cx="228600" cy="15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Freeform 64">
              <a:extLst>
                <a:ext uri="{FF2B5EF4-FFF2-40B4-BE49-F238E27FC236}">
                  <a16:creationId xmlns:a16="http://schemas.microsoft.com/office/drawing/2014/main" id="{0FC8055C-E8D0-4E49-BAA3-5877C2498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6000" y="4117975"/>
              <a:ext cx="457200" cy="685800"/>
            </a:xfrm>
            <a:custGeom>
              <a:avLst/>
              <a:gdLst>
                <a:gd name="T0" fmla="*/ 0 w 336"/>
                <a:gd name="T1" fmla="*/ 1088707500 h 432"/>
                <a:gd name="T2" fmla="*/ 355496132 w 336"/>
                <a:gd name="T3" fmla="*/ 1088707500 h 432"/>
                <a:gd name="T4" fmla="*/ 355496132 w 336"/>
                <a:gd name="T5" fmla="*/ 0 h 432"/>
                <a:gd name="T6" fmla="*/ 622118571 w 336"/>
                <a:gd name="T7" fmla="*/ 0 h 4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6" h="432">
                  <a:moveTo>
                    <a:pt x="0" y="432"/>
                  </a:moveTo>
                  <a:lnTo>
                    <a:pt x="192" y="432"/>
                  </a:lnTo>
                  <a:lnTo>
                    <a:pt x="192" y="0"/>
                  </a:lnTo>
                  <a:lnTo>
                    <a:pt x="336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Line 65">
              <a:extLst>
                <a:ext uri="{FF2B5EF4-FFF2-40B4-BE49-F238E27FC236}">
                  <a16:creationId xmlns:a16="http://schemas.microsoft.com/office/drawing/2014/main" id="{2A5C9228-204D-45D8-B989-9CA82381C8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1000" y="1984375"/>
              <a:ext cx="1600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Freeform 66">
              <a:extLst>
                <a:ext uri="{FF2B5EF4-FFF2-40B4-BE49-F238E27FC236}">
                  <a16:creationId xmlns:a16="http://schemas.microsoft.com/office/drawing/2014/main" id="{08B22A4D-13A0-4736-A999-373DCD122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9600" y="4803775"/>
              <a:ext cx="1371600" cy="381000"/>
            </a:xfrm>
            <a:custGeom>
              <a:avLst/>
              <a:gdLst>
                <a:gd name="T0" fmla="*/ 0 w 864"/>
                <a:gd name="T1" fmla="*/ 0 h 288"/>
                <a:gd name="T2" fmla="*/ 0 w 864"/>
                <a:gd name="T3" fmla="*/ 504031250 h 288"/>
                <a:gd name="T4" fmla="*/ 2147483647 w 864"/>
                <a:gd name="T5" fmla="*/ 504031250 h 2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64" h="288">
                  <a:moveTo>
                    <a:pt x="0" y="0"/>
                  </a:moveTo>
                  <a:lnTo>
                    <a:pt x="0" y="288"/>
                  </a:lnTo>
                  <a:lnTo>
                    <a:pt x="864" y="28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Line 67">
              <a:extLst>
                <a:ext uri="{FF2B5EF4-FFF2-40B4-BE49-F238E27FC236}">
                  <a16:creationId xmlns:a16="http://schemas.microsoft.com/office/drawing/2014/main" id="{6F792DC1-EA8B-4B80-872F-E5F09CD32B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6000" y="5184775"/>
              <a:ext cx="1447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Line 68">
              <a:extLst>
                <a:ext uri="{FF2B5EF4-FFF2-40B4-BE49-F238E27FC236}">
                  <a16:creationId xmlns:a16="http://schemas.microsoft.com/office/drawing/2014/main" id="{1B5E7892-134C-4AA9-984B-1E929DBAD8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54800" y="5184775"/>
              <a:ext cx="1143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Freeform 69">
              <a:extLst>
                <a:ext uri="{FF2B5EF4-FFF2-40B4-BE49-F238E27FC236}">
                  <a16:creationId xmlns:a16="http://schemas.microsoft.com/office/drawing/2014/main" id="{0C48CD85-BCD2-4051-B647-FEDD1F416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9000" y="1984375"/>
              <a:ext cx="457200" cy="533400"/>
            </a:xfrm>
            <a:custGeom>
              <a:avLst/>
              <a:gdLst>
                <a:gd name="T0" fmla="*/ 0 w 240"/>
                <a:gd name="T1" fmla="*/ 846772500 h 336"/>
                <a:gd name="T2" fmla="*/ 522579600 w 240"/>
                <a:gd name="T3" fmla="*/ 846772500 h 336"/>
                <a:gd name="T4" fmla="*/ 522579600 w 240"/>
                <a:gd name="T5" fmla="*/ 0 h 336"/>
                <a:gd name="T6" fmla="*/ 870966000 w 240"/>
                <a:gd name="T7" fmla="*/ 0 h 3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0" h="336">
                  <a:moveTo>
                    <a:pt x="0" y="336"/>
                  </a:moveTo>
                  <a:lnTo>
                    <a:pt x="144" y="336"/>
                  </a:lnTo>
                  <a:lnTo>
                    <a:pt x="144" y="0"/>
                  </a:lnTo>
                  <a:lnTo>
                    <a:pt x="240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7" name="Group 70">
              <a:extLst>
                <a:ext uri="{FF2B5EF4-FFF2-40B4-BE49-F238E27FC236}">
                  <a16:creationId xmlns:a16="http://schemas.microsoft.com/office/drawing/2014/main" id="{C7920FF4-5CB1-4EF6-B0C0-3F993DF3E7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38263" y="2084388"/>
              <a:ext cx="914400" cy="990600"/>
              <a:chOff x="827" y="1455"/>
              <a:chExt cx="576" cy="624"/>
            </a:xfrm>
          </p:grpSpPr>
          <p:sp>
            <p:nvSpPr>
              <p:cNvPr id="88" name="Text Box 71">
                <a:extLst>
                  <a:ext uri="{FF2B5EF4-FFF2-40B4-BE49-F238E27FC236}">
                    <a16:creationId xmlns:a16="http://schemas.microsoft.com/office/drawing/2014/main" id="{BF3945F1-803E-4001-9CF3-1684044B2C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27" y="1791"/>
                <a:ext cx="192" cy="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1600" b="1">
                    <a:solidFill>
                      <a:schemeClr val="hlink"/>
                    </a:solidFill>
                    <a:latin typeface="Arial" charset="0"/>
                  </a:defRPr>
                </a:lvl1pPr>
                <a:lvl2pPr marL="742950" indent="-285750">
                  <a:defRPr sz="1600" b="1">
                    <a:solidFill>
                      <a:schemeClr val="hlink"/>
                    </a:solidFill>
                    <a:latin typeface="Arial" charset="0"/>
                  </a:defRPr>
                </a:lvl2pPr>
                <a:lvl3pPr marL="1143000" indent="-228600">
                  <a:defRPr sz="1600" b="1">
                    <a:solidFill>
                      <a:schemeClr val="hlink"/>
                    </a:solidFill>
                    <a:latin typeface="Arial" charset="0"/>
                  </a:defRPr>
                </a:lvl3pPr>
                <a:lvl4pPr marL="1600200" indent="-228600">
                  <a:defRPr sz="1600" b="1">
                    <a:solidFill>
                      <a:schemeClr val="hlink"/>
                    </a:solidFill>
                    <a:latin typeface="Arial" charset="0"/>
                  </a:defRPr>
                </a:lvl4pPr>
                <a:lvl5pPr marL="2057400" indent="-228600">
                  <a:defRPr sz="1600" b="1">
                    <a:solidFill>
                      <a:schemeClr val="hlink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sz="2400">
                    <a:solidFill>
                      <a:schemeClr val="tx1"/>
                    </a:solidFill>
                    <a:latin typeface="Comic Sans MS" pitchFamily="66" charset="0"/>
                  </a:rPr>
                  <a:t>4</a:t>
                </a:r>
              </a:p>
            </p:txBody>
          </p:sp>
          <p:sp>
            <p:nvSpPr>
              <p:cNvPr id="89" name="AutoShape 72">
                <a:extLst>
                  <a:ext uri="{FF2B5EF4-FFF2-40B4-BE49-F238E27FC236}">
                    <a16:creationId xmlns:a16="http://schemas.microsoft.com/office/drawing/2014/main" id="{307F2F99-3448-412A-9550-4CDFB0D8E9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-5400000">
                <a:off x="965" y="1592"/>
                <a:ext cx="576" cy="301"/>
              </a:xfrm>
              <a:custGeom>
                <a:avLst/>
                <a:gdLst>
                  <a:gd name="T0" fmla="*/ 13 w 21600"/>
                  <a:gd name="T1" fmla="*/ 2 h 21600"/>
                  <a:gd name="T2" fmla="*/ 8 w 21600"/>
                  <a:gd name="T3" fmla="*/ 4 h 21600"/>
                  <a:gd name="T4" fmla="*/ 2 w 21600"/>
                  <a:gd name="T5" fmla="*/ 2 h 21600"/>
                  <a:gd name="T6" fmla="*/ 8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21 h 21600"/>
                  <a:gd name="T14" fmla="*/ 17100 w 21600"/>
                  <a:gd name="T15" fmla="*/ 17079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7F707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en-US"/>
              </a:p>
            </p:txBody>
          </p:sp>
          <p:sp>
            <p:nvSpPr>
              <p:cNvPr id="90" name="AutoShape 73">
                <a:extLst>
                  <a:ext uri="{FF2B5EF4-FFF2-40B4-BE49-F238E27FC236}">
                    <a16:creationId xmlns:a16="http://schemas.microsoft.com/office/drawing/2014/main" id="{3A1B8F20-2CC9-4664-9313-DAF8BD2FF5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1071" y="1644"/>
                <a:ext cx="174" cy="145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1" name="Text Box 74">
                <a:extLst>
                  <a:ext uri="{FF2B5EF4-FFF2-40B4-BE49-F238E27FC236}">
                    <a16:creationId xmlns:a16="http://schemas.microsoft.com/office/drawing/2014/main" id="{B92DEBBF-19BD-4881-80B5-A887EA1B4FDD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 rot="5400000">
                <a:off x="1015" y="1643"/>
                <a:ext cx="49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1600" b="1">
                    <a:solidFill>
                      <a:schemeClr val="hlink"/>
                    </a:solidFill>
                    <a:latin typeface="Arial" charset="0"/>
                  </a:defRPr>
                </a:lvl1pPr>
                <a:lvl2pPr marL="742950" indent="-285750">
                  <a:defRPr sz="1600" b="1">
                    <a:solidFill>
                      <a:schemeClr val="hlink"/>
                    </a:solidFill>
                    <a:latin typeface="Arial" charset="0"/>
                  </a:defRPr>
                </a:lvl2pPr>
                <a:lvl3pPr marL="1143000" indent="-228600">
                  <a:defRPr sz="1600" b="1">
                    <a:solidFill>
                      <a:schemeClr val="hlink"/>
                    </a:solidFill>
                    <a:latin typeface="Arial" charset="0"/>
                  </a:defRPr>
                </a:lvl3pPr>
                <a:lvl4pPr marL="1600200" indent="-228600">
                  <a:defRPr sz="1600" b="1">
                    <a:solidFill>
                      <a:schemeClr val="hlink"/>
                    </a:solidFill>
                    <a:latin typeface="Arial" charset="0"/>
                  </a:defRPr>
                </a:lvl4pPr>
                <a:lvl5pPr marL="2057400" indent="-228600">
                  <a:defRPr sz="1600" b="1">
                    <a:solidFill>
                      <a:schemeClr val="hlink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omic Sans MS" pitchFamily="66" charset="0"/>
                  </a:rPr>
                  <a:t>Adder</a:t>
                </a:r>
                <a:endParaRPr lang="en-US" sz="1000">
                  <a:solidFill>
                    <a:schemeClr val="tx1"/>
                  </a:solidFill>
                  <a:latin typeface="Comic Sans MS" pitchFamily="66" charset="0"/>
                </a:endParaRPr>
              </a:p>
            </p:txBody>
          </p:sp>
          <p:sp>
            <p:nvSpPr>
              <p:cNvPr id="92" name="Freeform 75">
                <a:extLst>
                  <a:ext uri="{FF2B5EF4-FFF2-40B4-BE49-F238E27FC236}">
                    <a16:creationId xmlns:a16="http://schemas.microsoft.com/office/drawing/2014/main" id="{06D7C0B0-3742-4511-A033-0F809F94A4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5400000">
                <a:off x="1076" y="1652"/>
                <a:ext cx="173" cy="130"/>
              </a:xfrm>
              <a:custGeom>
                <a:avLst/>
                <a:gdLst>
                  <a:gd name="T0" fmla="*/ 0 w 384"/>
                  <a:gd name="T1" fmla="*/ 59 h 288"/>
                  <a:gd name="T2" fmla="*/ 39 w 384"/>
                  <a:gd name="T3" fmla="*/ 0 h 288"/>
                  <a:gd name="T4" fmla="*/ 78 w 384"/>
                  <a:gd name="T5" fmla="*/ 59 h 28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4" h="288">
                    <a:moveTo>
                      <a:pt x="0" y="288"/>
                    </a:moveTo>
                    <a:lnTo>
                      <a:pt x="192" y="0"/>
                    </a:lnTo>
                    <a:lnTo>
                      <a:pt x="384" y="288"/>
                    </a:lnTo>
                  </a:path>
                </a:pathLst>
              </a:custGeom>
              <a:solidFill>
                <a:schemeClr val="bg1"/>
              </a:solidFill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8" name="Line 76">
              <a:extLst>
                <a:ext uri="{FF2B5EF4-FFF2-40B4-BE49-F238E27FC236}">
                  <a16:creationId xmlns:a16="http://schemas.microsoft.com/office/drawing/2014/main" id="{39B8B3C8-A030-4CD6-91D1-46A050A79F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6000" y="1984375"/>
              <a:ext cx="1447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Line 77">
              <a:extLst>
                <a:ext uri="{FF2B5EF4-FFF2-40B4-BE49-F238E27FC236}">
                  <a16:creationId xmlns:a16="http://schemas.microsoft.com/office/drawing/2014/main" id="{71C7817C-A652-4F92-9935-8343D999F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54800" y="1984375"/>
              <a:ext cx="3810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Freeform 78">
              <a:extLst>
                <a:ext uri="{FF2B5EF4-FFF2-40B4-BE49-F238E27FC236}">
                  <a16:creationId xmlns:a16="http://schemas.microsoft.com/office/drawing/2014/main" id="{0D510306-2FC8-431F-9A02-6BA208681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4600" y="1984375"/>
              <a:ext cx="228600" cy="1219200"/>
            </a:xfrm>
            <a:custGeom>
              <a:avLst/>
              <a:gdLst>
                <a:gd name="T0" fmla="*/ 0 w 96"/>
                <a:gd name="T1" fmla="*/ 0 h 768"/>
                <a:gd name="T2" fmla="*/ 0 w 96"/>
                <a:gd name="T3" fmla="*/ 1935480000 h 768"/>
                <a:gd name="T4" fmla="*/ 544353750 w 96"/>
                <a:gd name="T5" fmla="*/ 1935480000 h 7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6" h="768">
                  <a:moveTo>
                    <a:pt x="0" y="0"/>
                  </a:moveTo>
                  <a:lnTo>
                    <a:pt x="0" y="768"/>
                  </a:lnTo>
                  <a:lnTo>
                    <a:pt x="96" y="76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Text Box 79">
              <a:extLst>
                <a:ext uri="{FF2B5EF4-FFF2-40B4-BE49-F238E27FC236}">
                  <a16:creationId xmlns:a16="http://schemas.microsoft.com/office/drawing/2014/main" id="{99A14DA2-9A55-4901-8010-25930670BA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1163" y="1938338"/>
              <a:ext cx="130492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1600" b="1">
                  <a:solidFill>
                    <a:schemeClr val="hlink"/>
                  </a:solidFill>
                  <a:latin typeface="Arial" charset="0"/>
                </a:defRPr>
              </a:lvl1pPr>
              <a:lvl2pPr marL="742950" indent="-285750">
                <a:defRPr sz="1600" b="1">
                  <a:solidFill>
                    <a:schemeClr val="hlink"/>
                  </a:solidFill>
                  <a:latin typeface="Arial" charset="0"/>
                </a:defRPr>
              </a:lvl2pPr>
              <a:lvl3pPr marL="11430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3pPr>
              <a:lvl4pPr marL="16002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4pPr>
              <a:lvl5pPr marL="20574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sz="1400" b="0">
                  <a:solidFill>
                    <a:schemeClr val="tx1"/>
                  </a:solidFill>
                  <a:latin typeface="Comic Sans MS" pitchFamily="66" charset="0"/>
                </a:rPr>
                <a:t>Next SEQ PC</a:t>
              </a:r>
            </a:p>
          </p:txBody>
        </p:sp>
        <p:sp>
          <p:nvSpPr>
            <p:cNvPr id="62" name="Oval 80">
              <a:extLst>
                <a:ext uri="{FF2B5EF4-FFF2-40B4-BE49-F238E27FC236}">
                  <a16:creationId xmlns:a16="http://schemas.microsoft.com/office/drawing/2014/main" id="{D96E35E0-A7A5-4C0C-8A83-B7A47FCEA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8613" y="3622675"/>
              <a:ext cx="74612" cy="74613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Oval 81">
              <a:extLst>
                <a:ext uri="{FF2B5EF4-FFF2-40B4-BE49-F238E27FC236}">
                  <a16:creationId xmlns:a16="http://schemas.microsoft.com/office/drawing/2014/main" id="{92776D97-5682-415D-B140-E58344644B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0300" y="3856038"/>
              <a:ext cx="74613" cy="7461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Oval 82">
              <a:extLst>
                <a:ext uri="{FF2B5EF4-FFF2-40B4-BE49-F238E27FC236}">
                  <a16:creationId xmlns:a16="http://schemas.microsoft.com/office/drawing/2014/main" id="{DDA22C0D-6F2B-469C-ABC4-BE6A82D13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5538" y="3389313"/>
              <a:ext cx="74612" cy="7461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Oval 83">
              <a:extLst>
                <a:ext uri="{FF2B5EF4-FFF2-40B4-BE49-F238E27FC236}">
                  <a16:creationId xmlns:a16="http://schemas.microsoft.com/office/drawing/2014/main" id="{E22A74DB-3EE4-4ED3-81BC-DFE927C23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6738" y="3313113"/>
              <a:ext cx="74612" cy="7461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Oval 84">
              <a:extLst>
                <a:ext uri="{FF2B5EF4-FFF2-40B4-BE49-F238E27FC236}">
                  <a16:creationId xmlns:a16="http://schemas.microsoft.com/office/drawing/2014/main" id="{907D3B7E-986A-4227-BD59-5C0B995318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5788" y="4746625"/>
              <a:ext cx="74612" cy="74613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" name="Oval 85">
              <a:extLst>
                <a:ext uri="{FF2B5EF4-FFF2-40B4-BE49-F238E27FC236}">
                  <a16:creationId xmlns:a16="http://schemas.microsoft.com/office/drawing/2014/main" id="{1DD7B402-82C9-40FD-A92D-85478B863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6975" y="3541713"/>
              <a:ext cx="74613" cy="7461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Oval 86">
              <a:extLst>
                <a:ext uri="{FF2B5EF4-FFF2-40B4-BE49-F238E27FC236}">
                  <a16:creationId xmlns:a16="http://schemas.microsoft.com/office/drawing/2014/main" id="{FFB208B0-0CDB-49C8-B32E-6081C7EE0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6738" y="4765675"/>
              <a:ext cx="74612" cy="74613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" name="Oval 87">
              <a:extLst>
                <a:ext uri="{FF2B5EF4-FFF2-40B4-BE49-F238E27FC236}">
                  <a16:creationId xmlns:a16="http://schemas.microsoft.com/office/drawing/2014/main" id="{DA4EF8D9-6A3B-4DA6-925B-733346A477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8088" y="1947863"/>
              <a:ext cx="74612" cy="7461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" name="Text Box 88">
              <a:extLst>
                <a:ext uri="{FF2B5EF4-FFF2-40B4-BE49-F238E27FC236}">
                  <a16:creationId xmlns:a16="http://schemas.microsoft.com/office/drawing/2014/main" id="{59487558-7F05-4526-A534-DE345FB7C8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6338" y="1944688"/>
              <a:ext cx="130492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1600" b="1">
                  <a:solidFill>
                    <a:schemeClr val="hlink"/>
                  </a:solidFill>
                  <a:latin typeface="Arial" charset="0"/>
                </a:defRPr>
              </a:lvl1pPr>
              <a:lvl2pPr marL="742950" indent="-285750">
                <a:defRPr sz="1600" b="1">
                  <a:solidFill>
                    <a:schemeClr val="hlink"/>
                  </a:solidFill>
                  <a:latin typeface="Arial" charset="0"/>
                </a:defRPr>
              </a:lvl2pPr>
              <a:lvl3pPr marL="11430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3pPr>
              <a:lvl4pPr marL="16002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4pPr>
              <a:lvl5pPr marL="20574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sz="1400" b="0">
                  <a:solidFill>
                    <a:schemeClr val="tx1"/>
                  </a:solidFill>
                  <a:latin typeface="Comic Sans MS" pitchFamily="66" charset="0"/>
                </a:rPr>
                <a:t>Next SEQ PC</a:t>
              </a:r>
            </a:p>
          </p:txBody>
        </p:sp>
        <p:sp>
          <p:nvSpPr>
            <p:cNvPr id="71" name="Text Box 89">
              <a:extLst>
                <a:ext uri="{FF2B5EF4-FFF2-40B4-BE49-F238E27FC236}">
                  <a16:creationId xmlns:a16="http://schemas.microsoft.com/office/drawing/2014/main" id="{49A636B0-ADDE-4AB6-8E97-435AE86BD2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4925" y="5199063"/>
              <a:ext cx="38893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1600" b="1">
                  <a:solidFill>
                    <a:schemeClr val="hlink"/>
                  </a:solidFill>
                  <a:latin typeface="Arial" charset="0"/>
                </a:defRPr>
              </a:lvl1pPr>
              <a:lvl2pPr marL="742950" indent="-285750">
                <a:defRPr sz="1600" b="1">
                  <a:solidFill>
                    <a:schemeClr val="hlink"/>
                  </a:solidFill>
                  <a:latin typeface="Arial" charset="0"/>
                </a:defRPr>
              </a:lvl2pPr>
              <a:lvl3pPr marL="11430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3pPr>
              <a:lvl4pPr marL="16002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4pPr>
              <a:lvl5pPr marL="20574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sz="1200" b="0">
                  <a:solidFill>
                    <a:schemeClr val="tx1"/>
                  </a:solidFill>
                  <a:latin typeface="Comic Sans MS" pitchFamily="66" charset="0"/>
                </a:rPr>
                <a:t>RD</a:t>
              </a:r>
              <a:endParaRPr lang="en-US" sz="1400" b="0">
                <a:solidFill>
                  <a:schemeClr val="tx1"/>
                </a:solidFill>
                <a:latin typeface="Comic Sans MS" pitchFamily="66" charset="0"/>
              </a:endParaRPr>
            </a:p>
          </p:txBody>
        </p:sp>
        <p:sp>
          <p:nvSpPr>
            <p:cNvPr id="72" name="Text Box 90">
              <a:extLst>
                <a:ext uri="{FF2B5EF4-FFF2-40B4-BE49-F238E27FC236}">
                  <a16:creationId xmlns:a16="http://schemas.microsoft.com/office/drawing/2014/main" id="{FE5EA641-F201-4469-B2B1-F08249920F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4150" y="5199063"/>
              <a:ext cx="38893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1600" b="1">
                  <a:solidFill>
                    <a:schemeClr val="hlink"/>
                  </a:solidFill>
                  <a:latin typeface="Arial" charset="0"/>
                </a:defRPr>
              </a:lvl1pPr>
              <a:lvl2pPr marL="742950" indent="-285750">
                <a:defRPr sz="1600" b="1">
                  <a:solidFill>
                    <a:schemeClr val="hlink"/>
                  </a:solidFill>
                  <a:latin typeface="Arial" charset="0"/>
                </a:defRPr>
              </a:lvl2pPr>
              <a:lvl3pPr marL="11430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3pPr>
              <a:lvl4pPr marL="16002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4pPr>
              <a:lvl5pPr marL="20574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sz="1200" b="0">
                  <a:solidFill>
                    <a:schemeClr val="tx1"/>
                  </a:solidFill>
                  <a:latin typeface="Comic Sans MS" pitchFamily="66" charset="0"/>
                </a:rPr>
                <a:t>RD</a:t>
              </a:r>
              <a:endParaRPr lang="en-US" sz="1400" b="0">
                <a:solidFill>
                  <a:schemeClr val="tx1"/>
                </a:solidFill>
                <a:latin typeface="Comic Sans MS" pitchFamily="66" charset="0"/>
              </a:endParaRPr>
            </a:p>
          </p:txBody>
        </p:sp>
        <p:sp>
          <p:nvSpPr>
            <p:cNvPr id="73" name="Text Box 91">
              <a:extLst>
                <a:ext uri="{FF2B5EF4-FFF2-40B4-BE49-F238E27FC236}">
                  <a16:creationId xmlns:a16="http://schemas.microsoft.com/office/drawing/2014/main" id="{0285B723-BB29-4248-904A-F8611C2DDD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0550" y="5199063"/>
              <a:ext cx="38893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1600" b="1">
                  <a:solidFill>
                    <a:schemeClr val="hlink"/>
                  </a:solidFill>
                  <a:latin typeface="Arial" charset="0"/>
                </a:defRPr>
              </a:lvl1pPr>
              <a:lvl2pPr marL="742950" indent="-285750">
                <a:defRPr sz="1600" b="1">
                  <a:solidFill>
                    <a:schemeClr val="hlink"/>
                  </a:solidFill>
                  <a:latin typeface="Arial" charset="0"/>
                </a:defRPr>
              </a:lvl2pPr>
              <a:lvl3pPr marL="11430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3pPr>
              <a:lvl4pPr marL="16002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4pPr>
              <a:lvl5pPr marL="20574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sz="1200" b="0">
                  <a:solidFill>
                    <a:schemeClr val="tx1"/>
                  </a:solidFill>
                  <a:latin typeface="Comic Sans MS" pitchFamily="66" charset="0"/>
                </a:rPr>
                <a:t>RD</a:t>
              </a:r>
              <a:endParaRPr lang="en-US" sz="1400" b="0">
                <a:solidFill>
                  <a:schemeClr val="tx1"/>
                </a:solidFill>
                <a:latin typeface="Comic Sans MS" pitchFamily="66" charset="0"/>
              </a:endParaRPr>
            </a:p>
          </p:txBody>
        </p:sp>
        <p:sp>
          <p:nvSpPr>
            <p:cNvPr id="74" name="Text Box 92">
              <a:extLst>
                <a:ext uri="{FF2B5EF4-FFF2-40B4-BE49-F238E27FC236}">
                  <a16:creationId xmlns:a16="http://schemas.microsoft.com/office/drawing/2014/main" id="{2FA081F0-39AA-4393-A5FF-7530069D54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8456613" y="4783138"/>
              <a:ext cx="9271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1600" b="1">
                  <a:solidFill>
                    <a:schemeClr val="hlink"/>
                  </a:solidFill>
                  <a:latin typeface="Arial" charset="0"/>
                </a:defRPr>
              </a:lvl1pPr>
              <a:lvl2pPr marL="742950" indent="-285750">
                <a:defRPr sz="1600" b="1">
                  <a:solidFill>
                    <a:schemeClr val="hlink"/>
                  </a:solidFill>
                  <a:latin typeface="Arial" charset="0"/>
                </a:defRPr>
              </a:lvl2pPr>
              <a:lvl3pPr marL="11430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3pPr>
              <a:lvl4pPr marL="16002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4pPr>
              <a:lvl5pPr marL="20574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sz="1400" b="0">
                  <a:solidFill>
                    <a:schemeClr val="tx1"/>
                  </a:solidFill>
                  <a:latin typeface="Comic Sans MS" pitchFamily="66" charset="0"/>
                </a:rPr>
                <a:t>WB Data</a:t>
              </a:r>
            </a:p>
          </p:txBody>
        </p:sp>
        <p:sp>
          <p:nvSpPr>
            <p:cNvPr id="75" name="Text Box 94">
              <a:extLst>
                <a:ext uri="{FF2B5EF4-FFF2-40B4-BE49-F238E27FC236}">
                  <a16:creationId xmlns:a16="http://schemas.microsoft.com/office/drawing/2014/main" id="{B04FA99B-B477-41F0-A982-E8D64C29FE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1765300"/>
              <a:ext cx="862013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1600" b="1">
                  <a:solidFill>
                    <a:schemeClr val="hlink"/>
                  </a:solidFill>
                  <a:latin typeface="Arial" charset="0"/>
                </a:defRPr>
              </a:lvl1pPr>
              <a:lvl2pPr marL="742950" indent="-285750">
                <a:defRPr sz="1600" b="1">
                  <a:solidFill>
                    <a:schemeClr val="hlink"/>
                  </a:solidFill>
                  <a:latin typeface="Arial" charset="0"/>
                </a:defRPr>
              </a:lvl2pPr>
              <a:lvl3pPr marL="11430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3pPr>
              <a:lvl4pPr marL="16002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4pPr>
              <a:lvl5pPr marL="20574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sz="1400" b="0">
                  <a:solidFill>
                    <a:schemeClr val="tx1"/>
                  </a:solidFill>
                  <a:latin typeface="Comic Sans MS" pitchFamily="66" charset="0"/>
                </a:rPr>
                <a:t>Next PC</a:t>
              </a:r>
            </a:p>
          </p:txBody>
        </p:sp>
        <p:grpSp>
          <p:nvGrpSpPr>
            <p:cNvPr id="76" name="Group 95">
              <a:extLst>
                <a:ext uri="{FF2B5EF4-FFF2-40B4-BE49-F238E27FC236}">
                  <a16:creationId xmlns:a16="http://schemas.microsoft.com/office/drawing/2014/main" id="{BAB79F4D-3030-44CE-AD7A-5A3756B107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4700" y="2974975"/>
              <a:ext cx="304800" cy="1228725"/>
              <a:chOff x="488" y="1914"/>
              <a:chExt cx="192" cy="774"/>
            </a:xfrm>
          </p:grpSpPr>
          <p:sp>
            <p:nvSpPr>
              <p:cNvPr id="86" name="Rectangle 96">
                <a:extLst>
                  <a:ext uri="{FF2B5EF4-FFF2-40B4-BE49-F238E27FC236}">
                    <a16:creationId xmlns:a16="http://schemas.microsoft.com/office/drawing/2014/main" id="{5F7AF024-37BA-48EB-95F8-A80D28FC65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" y="1914"/>
                <a:ext cx="192" cy="768"/>
              </a:xfrm>
              <a:prstGeom prst="rect">
                <a:avLst/>
              </a:prstGeom>
              <a:solidFill>
                <a:srgbClr val="07F707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pPr algn="ctr">
                  <a:spcBef>
                    <a:spcPct val="0"/>
                  </a:spcBef>
                </a:pPr>
                <a:r>
                  <a:rPr lang="en-US" sz="1800" b="0">
                    <a:solidFill>
                      <a:schemeClr val="tx1"/>
                    </a:solidFill>
                    <a:latin typeface="Comic Sans MS" pitchFamily="66" charset="0"/>
                  </a:rPr>
                  <a:t>Address</a:t>
                </a:r>
              </a:p>
            </p:txBody>
          </p:sp>
          <p:sp>
            <p:nvSpPr>
              <p:cNvPr id="87" name="AutoShape 97">
                <a:extLst>
                  <a:ext uri="{FF2B5EF4-FFF2-40B4-BE49-F238E27FC236}">
                    <a16:creationId xmlns:a16="http://schemas.microsoft.com/office/drawing/2014/main" id="{D345BF19-14B1-458A-BCDF-89B1E158EE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" y="2544"/>
                <a:ext cx="175" cy="144"/>
              </a:xfrm>
              <a:prstGeom prst="triangle">
                <a:avLst>
                  <a:gd name="adj" fmla="val 50000"/>
                </a:avLst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7" name="Text Box 98">
              <a:extLst>
                <a:ext uri="{FF2B5EF4-FFF2-40B4-BE49-F238E27FC236}">
                  <a16:creationId xmlns:a16="http://schemas.microsoft.com/office/drawing/2014/main" id="{53B53F7E-5808-44B9-9D3F-93BD5D2B21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600" y="2832100"/>
              <a:ext cx="407988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1600" b="1">
                  <a:solidFill>
                    <a:schemeClr val="hlink"/>
                  </a:solidFill>
                  <a:latin typeface="Arial" charset="0"/>
                </a:defRPr>
              </a:lvl1pPr>
              <a:lvl2pPr marL="742950" indent="-285750">
                <a:defRPr sz="1600" b="1">
                  <a:solidFill>
                    <a:schemeClr val="hlink"/>
                  </a:solidFill>
                  <a:latin typeface="Arial" charset="0"/>
                </a:defRPr>
              </a:lvl2pPr>
              <a:lvl3pPr marL="11430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3pPr>
              <a:lvl4pPr marL="16002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4pPr>
              <a:lvl5pPr marL="20574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sz="1000" b="0">
                  <a:solidFill>
                    <a:schemeClr val="tx1"/>
                  </a:solidFill>
                  <a:latin typeface="Comic Sans MS" pitchFamily="66" charset="0"/>
                </a:rPr>
                <a:t>RS1</a:t>
              </a:r>
              <a:endParaRPr lang="en-US" sz="1400" b="0">
                <a:solidFill>
                  <a:schemeClr val="tx1"/>
                </a:solidFill>
                <a:latin typeface="Comic Sans MS" pitchFamily="66" charset="0"/>
              </a:endParaRPr>
            </a:p>
          </p:txBody>
        </p:sp>
        <p:sp>
          <p:nvSpPr>
            <p:cNvPr id="78" name="Text Box 99">
              <a:extLst>
                <a:ext uri="{FF2B5EF4-FFF2-40B4-BE49-F238E27FC236}">
                  <a16:creationId xmlns:a16="http://schemas.microsoft.com/office/drawing/2014/main" id="{054DC5B8-95CD-4E93-80D7-1BBC05D43B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600" y="3136900"/>
              <a:ext cx="428625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1600" b="1">
                  <a:solidFill>
                    <a:schemeClr val="hlink"/>
                  </a:solidFill>
                  <a:latin typeface="Arial" charset="0"/>
                </a:defRPr>
              </a:lvl1pPr>
              <a:lvl2pPr marL="742950" indent="-285750">
                <a:defRPr sz="1600" b="1">
                  <a:solidFill>
                    <a:schemeClr val="hlink"/>
                  </a:solidFill>
                  <a:latin typeface="Arial" charset="0"/>
                </a:defRPr>
              </a:lvl2pPr>
              <a:lvl3pPr marL="11430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3pPr>
              <a:lvl4pPr marL="16002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4pPr>
              <a:lvl5pPr marL="20574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sz="1000" b="0">
                  <a:solidFill>
                    <a:schemeClr val="tx1"/>
                  </a:solidFill>
                  <a:latin typeface="Comic Sans MS" pitchFamily="66" charset="0"/>
                </a:rPr>
                <a:t>RS2</a:t>
              </a:r>
              <a:endParaRPr lang="en-US" sz="1400" b="0">
                <a:solidFill>
                  <a:schemeClr val="tx1"/>
                </a:solidFill>
                <a:latin typeface="Comic Sans MS" pitchFamily="66" charset="0"/>
              </a:endParaRPr>
            </a:p>
          </p:txBody>
        </p:sp>
        <p:sp>
          <p:nvSpPr>
            <p:cNvPr id="79" name="Text Box 100">
              <a:extLst>
                <a:ext uri="{FF2B5EF4-FFF2-40B4-BE49-F238E27FC236}">
                  <a16:creationId xmlns:a16="http://schemas.microsoft.com/office/drawing/2014/main" id="{1C78D1DF-5470-4CB2-9F75-61C77913D5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6300" y="4797425"/>
              <a:ext cx="45085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1600" b="1">
                  <a:solidFill>
                    <a:schemeClr val="hlink"/>
                  </a:solidFill>
                  <a:latin typeface="Arial" charset="0"/>
                </a:defRPr>
              </a:lvl1pPr>
              <a:lvl2pPr marL="742950" indent="-285750">
                <a:defRPr sz="1600" b="1">
                  <a:solidFill>
                    <a:schemeClr val="hlink"/>
                  </a:solidFill>
                  <a:latin typeface="Arial" charset="0"/>
                </a:defRPr>
              </a:lvl2pPr>
              <a:lvl3pPr marL="11430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3pPr>
              <a:lvl4pPr marL="16002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4pPr>
              <a:lvl5pPr marL="2057400" indent="-228600">
                <a:defRPr sz="1600" b="1">
                  <a:solidFill>
                    <a:schemeClr val="hlink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hlink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sz="1000" b="0">
                  <a:solidFill>
                    <a:schemeClr val="tx1"/>
                  </a:solidFill>
                  <a:latin typeface="Comic Sans MS" pitchFamily="66" charset="0"/>
                </a:rPr>
                <a:t>Imm</a:t>
              </a:r>
              <a:endParaRPr lang="en-US" sz="1400" b="0">
                <a:solidFill>
                  <a:schemeClr val="tx1"/>
                </a:solidFill>
                <a:latin typeface="Comic Sans MS" pitchFamily="66" charset="0"/>
              </a:endParaRPr>
            </a:p>
          </p:txBody>
        </p:sp>
        <p:sp>
          <p:nvSpPr>
            <p:cNvPr id="80" name="Oval 101">
              <a:extLst>
                <a:ext uri="{FF2B5EF4-FFF2-40B4-BE49-F238E27FC236}">
                  <a16:creationId xmlns:a16="http://schemas.microsoft.com/office/drawing/2014/main" id="{67CF1045-CFFC-41AE-B1AC-63F007041F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5800" y="1855788"/>
              <a:ext cx="209550" cy="552450"/>
            </a:xfrm>
            <a:prstGeom prst="ellipse">
              <a:avLst/>
            </a:prstGeom>
            <a:solidFill>
              <a:srgbClr val="07F707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>
                <a:spcBef>
                  <a:spcPct val="0"/>
                </a:spcBef>
              </a:pPr>
              <a:r>
                <a:rPr lang="en-US" b="0">
                  <a:solidFill>
                    <a:schemeClr val="tx1"/>
                  </a:solidFill>
                  <a:latin typeface="Comic Sans MS" pitchFamily="66" charset="0"/>
                </a:rPr>
                <a:t>MUX</a:t>
              </a:r>
              <a:endParaRPr lang="en-US" sz="1800" b="0">
                <a:solidFill>
                  <a:schemeClr val="tx1"/>
                </a:solidFill>
                <a:latin typeface="Comic Sans MS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4670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55C8E-15C6-4231-A0B6-321238DD2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dependences (hazards)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D858CB-C561-451E-AAB6-AAB8504A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4</a:t>
            </a:fld>
            <a:endParaRPr lang="en-IN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FE44BF1-55E5-4DA8-BEA2-01229612731A}"/>
              </a:ext>
            </a:extLst>
          </p:cNvPr>
          <p:cNvGrpSpPr/>
          <p:nvPr/>
        </p:nvGrpSpPr>
        <p:grpSpPr>
          <a:xfrm>
            <a:off x="819482" y="1843089"/>
            <a:ext cx="10269535" cy="4658994"/>
            <a:chOff x="1545222" y="2168526"/>
            <a:chExt cx="7654205" cy="2874395"/>
          </a:xfrm>
        </p:grpSpPr>
        <p:grpSp>
          <p:nvGrpSpPr>
            <p:cNvPr id="7" name="Group 12">
              <a:extLst>
                <a:ext uri="{FF2B5EF4-FFF2-40B4-BE49-F238E27FC236}">
                  <a16:creationId xmlns:a16="http://schemas.microsoft.com/office/drawing/2014/main" id="{0C73B305-8220-4F21-8E4D-B377E0AAE3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62112" y="2168526"/>
              <a:ext cx="2081214" cy="1576388"/>
              <a:chOff x="672" y="1896"/>
              <a:chExt cx="1311" cy="993"/>
            </a:xfrm>
          </p:grpSpPr>
          <p:sp>
            <p:nvSpPr>
              <p:cNvPr id="20" name="Text Box 5">
                <a:extLst>
                  <a:ext uri="{FF2B5EF4-FFF2-40B4-BE49-F238E27FC236}">
                    <a16:creationId xmlns:a16="http://schemas.microsoft.com/office/drawing/2014/main" id="{0E5083EE-5400-41FA-9717-55C735DE38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2" y="1896"/>
                <a:ext cx="1311" cy="99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3200" u="none" dirty="0">
                    <a:latin typeface="Calibri body"/>
                  </a:rPr>
                  <a:t>add	</a:t>
                </a:r>
                <a:r>
                  <a:rPr lang="en-US" altLang="en-US" sz="3200" u="none" dirty="0">
                    <a:solidFill>
                      <a:srgbClr val="FF0000"/>
                    </a:solidFill>
                    <a:latin typeface="Calibri body"/>
                  </a:rPr>
                  <a:t>R1</a:t>
                </a:r>
                <a:r>
                  <a:rPr lang="en-US" altLang="en-US" sz="3200" u="none" dirty="0">
                    <a:latin typeface="Calibri body"/>
                  </a:rPr>
                  <a:t>, R2, R3</a:t>
                </a:r>
              </a:p>
              <a:p>
                <a:endParaRPr lang="en-US" altLang="en-US" sz="3200" u="none" dirty="0">
                  <a:latin typeface="Calibri body"/>
                </a:endParaRPr>
              </a:p>
              <a:p>
                <a:r>
                  <a:rPr lang="en-US" altLang="en-US" sz="3200" u="none" dirty="0">
                    <a:latin typeface="Calibri body"/>
                  </a:rPr>
                  <a:t>sub	R2, R4, </a:t>
                </a:r>
                <a:r>
                  <a:rPr lang="en-US" altLang="en-US" sz="3200" u="none" dirty="0">
                    <a:solidFill>
                      <a:srgbClr val="FF0000"/>
                    </a:solidFill>
                    <a:latin typeface="Calibri body"/>
                  </a:rPr>
                  <a:t>R1</a:t>
                </a:r>
              </a:p>
              <a:p>
                <a:endParaRPr lang="en-US" altLang="en-US" sz="3200" u="none" dirty="0">
                  <a:solidFill>
                    <a:srgbClr val="FF0000"/>
                  </a:solidFill>
                  <a:latin typeface="Calibri body"/>
                </a:endParaRPr>
              </a:p>
              <a:p>
                <a:r>
                  <a:rPr lang="en-US" altLang="en-US" sz="3200" u="none" dirty="0">
                    <a:latin typeface="Calibri body"/>
                  </a:rPr>
                  <a:t>or	R1, R6, R3</a:t>
                </a:r>
              </a:p>
            </p:txBody>
          </p:sp>
          <p:sp>
            <p:nvSpPr>
              <p:cNvPr id="21" name="Line 6">
                <a:extLst>
                  <a:ext uri="{FF2B5EF4-FFF2-40B4-BE49-F238E27FC236}">
                    <a16:creationId xmlns:a16="http://schemas.microsoft.com/office/drawing/2014/main" id="{40FA9883-C3DE-4335-8620-AA5D834965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98" y="2048"/>
                <a:ext cx="576" cy="27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3200">
                  <a:latin typeface="Calibri body"/>
                </a:endParaRPr>
              </a:p>
            </p:txBody>
          </p:sp>
        </p:grpSp>
        <p:grpSp>
          <p:nvGrpSpPr>
            <p:cNvPr id="8" name="Group 14">
              <a:extLst>
                <a:ext uri="{FF2B5EF4-FFF2-40B4-BE49-F238E27FC236}">
                  <a16:creationId xmlns:a16="http://schemas.microsoft.com/office/drawing/2014/main" id="{0BFC8AEE-F963-4323-BF4A-4DC249E802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07192" y="2168526"/>
              <a:ext cx="2081214" cy="1576388"/>
              <a:chOff x="3850" y="1896"/>
              <a:chExt cx="1311" cy="993"/>
            </a:xfrm>
          </p:grpSpPr>
          <p:sp>
            <p:nvSpPr>
              <p:cNvPr id="18" name="Text Box 8">
                <a:extLst>
                  <a:ext uri="{FF2B5EF4-FFF2-40B4-BE49-F238E27FC236}">
                    <a16:creationId xmlns:a16="http://schemas.microsoft.com/office/drawing/2014/main" id="{61EA5B29-FBC2-448C-95C5-BF9837C9ED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0" y="1896"/>
                <a:ext cx="1311" cy="99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3200" u="none">
                    <a:latin typeface="Calibri body"/>
                  </a:rPr>
                  <a:t>add	</a:t>
                </a:r>
                <a:r>
                  <a:rPr lang="en-US" altLang="en-US" sz="3200" u="none">
                    <a:solidFill>
                      <a:srgbClr val="008000"/>
                    </a:solidFill>
                    <a:latin typeface="Calibri body"/>
                  </a:rPr>
                  <a:t>R1</a:t>
                </a:r>
                <a:r>
                  <a:rPr lang="en-US" altLang="en-US" sz="3200" u="none">
                    <a:latin typeface="Calibri body"/>
                  </a:rPr>
                  <a:t>, R2, R3</a:t>
                </a:r>
              </a:p>
              <a:p>
                <a:endParaRPr lang="en-US" altLang="en-US" sz="3200" u="none">
                  <a:latin typeface="Calibri body"/>
                </a:endParaRPr>
              </a:p>
              <a:p>
                <a:r>
                  <a:rPr lang="en-US" altLang="en-US" sz="3200" u="none">
                    <a:latin typeface="Calibri body"/>
                  </a:rPr>
                  <a:t>sub	R2, R4, R1</a:t>
                </a:r>
              </a:p>
              <a:p>
                <a:endParaRPr lang="en-US" altLang="en-US" sz="3200" u="none">
                  <a:solidFill>
                    <a:srgbClr val="FF0000"/>
                  </a:solidFill>
                  <a:latin typeface="Calibri body"/>
                </a:endParaRPr>
              </a:p>
              <a:p>
                <a:r>
                  <a:rPr lang="en-US" altLang="en-US" sz="3200" u="none">
                    <a:latin typeface="Calibri body"/>
                  </a:rPr>
                  <a:t>or	</a:t>
                </a:r>
                <a:r>
                  <a:rPr lang="en-US" altLang="en-US" sz="3200" u="none">
                    <a:solidFill>
                      <a:srgbClr val="008000"/>
                    </a:solidFill>
                    <a:latin typeface="Calibri body"/>
                  </a:rPr>
                  <a:t>R1</a:t>
                </a:r>
                <a:r>
                  <a:rPr lang="en-US" altLang="en-US" sz="3200" u="none">
                    <a:latin typeface="Calibri body"/>
                  </a:rPr>
                  <a:t>, R6, R3</a:t>
                </a:r>
              </a:p>
            </p:txBody>
          </p:sp>
          <p:sp>
            <p:nvSpPr>
              <p:cNvPr id="19" name="Line 10">
                <a:extLst>
                  <a:ext uri="{FF2B5EF4-FFF2-40B4-BE49-F238E27FC236}">
                    <a16:creationId xmlns:a16="http://schemas.microsoft.com/office/drawing/2014/main" id="{D6670C3C-F1EC-4210-B305-D3AD5C7160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91" y="2046"/>
                <a:ext cx="17" cy="633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3200">
                  <a:latin typeface="Calibri body"/>
                </a:endParaRPr>
              </a:p>
            </p:txBody>
          </p:sp>
        </p:grpSp>
        <p:grpSp>
          <p:nvGrpSpPr>
            <p:cNvPr id="9" name="Group 13">
              <a:extLst>
                <a:ext uri="{FF2B5EF4-FFF2-40B4-BE49-F238E27FC236}">
                  <a16:creationId xmlns:a16="http://schemas.microsoft.com/office/drawing/2014/main" id="{6C944561-CE1D-46D3-86FD-7E1E265E42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84653" y="2168526"/>
              <a:ext cx="2081214" cy="1576388"/>
              <a:chOff x="2261" y="1896"/>
              <a:chExt cx="1311" cy="993"/>
            </a:xfrm>
          </p:grpSpPr>
          <p:sp>
            <p:nvSpPr>
              <p:cNvPr id="16" name="Text Box 7">
                <a:extLst>
                  <a:ext uri="{FF2B5EF4-FFF2-40B4-BE49-F238E27FC236}">
                    <a16:creationId xmlns:a16="http://schemas.microsoft.com/office/drawing/2014/main" id="{1AB600D6-0FC0-47E9-8B38-5AB11B9A9F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61" y="1896"/>
                <a:ext cx="1311" cy="99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3200" u="none">
                    <a:latin typeface="Calibri body"/>
                  </a:rPr>
                  <a:t>add	R1, </a:t>
                </a:r>
                <a:r>
                  <a:rPr lang="en-US" altLang="en-US" sz="3200" u="none">
                    <a:solidFill>
                      <a:srgbClr val="3333FF"/>
                    </a:solidFill>
                    <a:latin typeface="Calibri body"/>
                  </a:rPr>
                  <a:t>R2</a:t>
                </a:r>
                <a:r>
                  <a:rPr lang="en-US" altLang="en-US" sz="3200" u="none">
                    <a:latin typeface="Calibri body"/>
                  </a:rPr>
                  <a:t>, R3</a:t>
                </a:r>
              </a:p>
              <a:p>
                <a:endParaRPr lang="en-US" altLang="en-US" sz="3200" u="none">
                  <a:latin typeface="Calibri body"/>
                </a:endParaRPr>
              </a:p>
              <a:p>
                <a:r>
                  <a:rPr lang="en-US" altLang="en-US" sz="3200" u="none">
                    <a:latin typeface="Calibri body"/>
                  </a:rPr>
                  <a:t>sub	</a:t>
                </a:r>
                <a:r>
                  <a:rPr lang="en-US" altLang="en-US" sz="3200" u="none">
                    <a:solidFill>
                      <a:srgbClr val="3333FF"/>
                    </a:solidFill>
                    <a:latin typeface="Calibri body"/>
                  </a:rPr>
                  <a:t>R2</a:t>
                </a:r>
                <a:r>
                  <a:rPr lang="en-US" altLang="en-US" sz="3200" u="none">
                    <a:latin typeface="Calibri body"/>
                  </a:rPr>
                  <a:t>, R4, R1</a:t>
                </a:r>
              </a:p>
              <a:p>
                <a:endParaRPr lang="en-US" altLang="en-US" sz="3200" u="none">
                  <a:solidFill>
                    <a:srgbClr val="FF0000"/>
                  </a:solidFill>
                  <a:latin typeface="Calibri body"/>
                </a:endParaRPr>
              </a:p>
              <a:p>
                <a:r>
                  <a:rPr lang="en-US" altLang="en-US" sz="3200" u="none">
                    <a:latin typeface="Calibri body"/>
                  </a:rPr>
                  <a:t>or	R1, R6, R3</a:t>
                </a:r>
              </a:p>
            </p:txBody>
          </p:sp>
          <p:sp>
            <p:nvSpPr>
              <p:cNvPr id="17" name="Line 11">
                <a:extLst>
                  <a:ext uri="{FF2B5EF4-FFF2-40B4-BE49-F238E27FC236}">
                    <a16:creationId xmlns:a16="http://schemas.microsoft.com/office/drawing/2014/main" id="{91A61244-8424-4E39-8D95-8F44F01B74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36" y="2096"/>
                <a:ext cx="244" cy="224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IN" sz="3200">
                  <a:latin typeface="Calibri body"/>
                </a:endParaRPr>
              </a:p>
            </p:txBody>
          </p:sp>
        </p:grpSp>
        <p:sp>
          <p:nvSpPr>
            <p:cNvPr id="10" name="Text Box 15">
              <a:extLst>
                <a:ext uri="{FF2B5EF4-FFF2-40B4-BE49-F238E27FC236}">
                  <a16:creationId xmlns:a16="http://schemas.microsoft.com/office/drawing/2014/main" id="{9E96FEBB-6BB4-4200-A274-E272C94BBE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9738" y="3828882"/>
              <a:ext cx="2128838" cy="664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3200" u="none" dirty="0">
                  <a:solidFill>
                    <a:srgbClr val="FF0000"/>
                  </a:solidFill>
                  <a:latin typeface="Calibri body"/>
                </a:rPr>
                <a:t>read-after-write</a:t>
              </a:r>
            </a:p>
            <a:p>
              <a:pPr algn="ctr"/>
              <a:r>
                <a:rPr lang="en-US" altLang="en-US" sz="3200" u="none" dirty="0">
                  <a:solidFill>
                    <a:srgbClr val="FF0000"/>
                  </a:solidFill>
                  <a:latin typeface="Calibri body"/>
                </a:rPr>
                <a:t>(RAW)</a:t>
              </a:r>
            </a:p>
          </p:txBody>
        </p:sp>
        <p:sp>
          <p:nvSpPr>
            <p:cNvPr id="11" name="Text Box 16">
              <a:extLst>
                <a:ext uri="{FF2B5EF4-FFF2-40B4-BE49-F238E27FC236}">
                  <a16:creationId xmlns:a16="http://schemas.microsoft.com/office/drawing/2014/main" id="{92DEDB2B-AB65-4CFE-83B0-8D1F168307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7577" y="3800475"/>
              <a:ext cx="2128838" cy="664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3200" u="none" dirty="0">
                  <a:solidFill>
                    <a:srgbClr val="3333FF"/>
                  </a:solidFill>
                  <a:latin typeface="Calibri body"/>
                </a:rPr>
                <a:t>write-after-read</a:t>
              </a:r>
            </a:p>
            <a:p>
              <a:pPr algn="ctr"/>
              <a:r>
                <a:rPr lang="en-US" altLang="en-US" sz="3200" u="none" dirty="0">
                  <a:solidFill>
                    <a:srgbClr val="3333FF"/>
                  </a:solidFill>
                  <a:latin typeface="Calibri body"/>
                </a:rPr>
                <a:t>(WAR)</a:t>
              </a:r>
            </a:p>
          </p:txBody>
        </p:sp>
        <p:sp>
          <p:nvSpPr>
            <p:cNvPr id="12" name="Text Box 17">
              <a:extLst>
                <a:ext uri="{FF2B5EF4-FFF2-40B4-BE49-F238E27FC236}">
                  <a16:creationId xmlns:a16="http://schemas.microsoft.com/office/drawing/2014/main" id="{DFDACE0D-BCCD-46E6-B60D-7012C35CFD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88825" y="3793623"/>
              <a:ext cx="2213189" cy="664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3200" u="none" dirty="0">
                  <a:solidFill>
                    <a:srgbClr val="008000"/>
                  </a:solidFill>
                  <a:latin typeface="Calibri body"/>
                </a:rPr>
                <a:t>write-after-write</a:t>
              </a:r>
            </a:p>
            <a:p>
              <a:pPr algn="ctr"/>
              <a:r>
                <a:rPr lang="en-US" altLang="en-US" sz="3200" u="none" dirty="0">
                  <a:solidFill>
                    <a:srgbClr val="008000"/>
                  </a:solidFill>
                  <a:latin typeface="Calibri body"/>
                </a:rPr>
                <a:t>(WAW)</a:t>
              </a:r>
            </a:p>
          </p:txBody>
        </p:sp>
        <p:sp>
          <p:nvSpPr>
            <p:cNvPr id="13" name="Text Box 18">
              <a:extLst>
                <a:ext uri="{FF2B5EF4-FFF2-40B4-BE49-F238E27FC236}">
                  <a16:creationId xmlns:a16="http://schemas.microsoft.com/office/drawing/2014/main" id="{11D05389-F290-4FEC-B1E3-C56F2D01B8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5222" y="4378325"/>
              <a:ext cx="2299116" cy="3607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3200" u="none" dirty="0">
                  <a:latin typeface="Calibri body"/>
                </a:rPr>
                <a:t>True dependence</a:t>
              </a:r>
            </a:p>
          </p:txBody>
        </p:sp>
        <p:sp>
          <p:nvSpPr>
            <p:cNvPr id="14" name="Text Box 19">
              <a:extLst>
                <a:ext uri="{FF2B5EF4-FFF2-40B4-BE49-F238E27FC236}">
                  <a16:creationId xmlns:a16="http://schemas.microsoft.com/office/drawing/2014/main" id="{1A5D597C-69D5-45E9-9697-28B4BBDBBA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1073" y="4378325"/>
              <a:ext cx="2228051" cy="664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3200" u="none" dirty="0">
                  <a:latin typeface="Calibri body"/>
                </a:rPr>
                <a:t>anti dependence</a:t>
              </a:r>
            </a:p>
            <a:p>
              <a:pPr algn="ctr"/>
              <a:endParaRPr lang="en-US" altLang="en-US" sz="3200" u="none" dirty="0">
                <a:latin typeface="Calibri body"/>
              </a:endParaRPr>
            </a:p>
          </p:txBody>
        </p:sp>
        <p:sp>
          <p:nvSpPr>
            <p:cNvPr id="15" name="Text Box 20">
              <a:extLst>
                <a:ext uri="{FF2B5EF4-FFF2-40B4-BE49-F238E27FC236}">
                  <a16:creationId xmlns:a16="http://schemas.microsoft.com/office/drawing/2014/main" id="{CDE7D35E-5122-4ECF-BA77-23324CD60D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99373" y="4378325"/>
              <a:ext cx="2600054" cy="3607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sz="3200" u="none" dirty="0">
                  <a:latin typeface="Calibri body"/>
                </a:rPr>
                <a:t>output dependence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7729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6F546-AD1D-4117-B4B8-9867EEC7F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Data Hazards</a:t>
            </a:r>
            <a:endParaRPr lang="en-IN" sz="4000">
              <a:solidFill>
                <a:srgbClr val="FFFFFF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421364-80DD-4ED1-AA48-2B1C970B8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IN" sz="1100">
                <a:solidFill>
                  <a:srgbClr val="FFFFFF"/>
                </a:solidFill>
              </a:rPr>
              <a:t>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608673-D946-42C8-B4F1-700CC61B5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8651ABE-1138-46C6-9A43-7FCD4EB2550C}" type="slidenum">
              <a:rPr lang="en-IN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IN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8" name="Rectangle 3">
            <a:extLst>
              <a:ext uri="{FF2B5EF4-FFF2-40B4-BE49-F238E27FC236}">
                <a16:creationId xmlns:a16="http://schemas.microsoft.com/office/drawing/2014/main" id="{E2C49C67-5F49-5D5B-F0C1-63554929169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0705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5B590-233E-4227-958C-A430F5F72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Hazards (Examples)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78F13C-7F63-4E0F-AAC9-22B622CFF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6</a:t>
            </a:fld>
            <a:endParaRPr lang="en-IN" dirty="0"/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900B560F-274B-4FE5-9108-A0978EE00A1D}"/>
              </a:ext>
            </a:extLst>
          </p:cNvPr>
          <p:cNvGrpSpPr>
            <a:grpSpLocks/>
          </p:cNvGrpSpPr>
          <p:nvPr/>
        </p:nvGrpSpPr>
        <p:grpSpPr bwMode="auto">
          <a:xfrm>
            <a:off x="187695" y="2097308"/>
            <a:ext cx="11570181" cy="4152794"/>
            <a:chOff x="103" y="1228"/>
            <a:chExt cx="5637" cy="2685"/>
          </a:xfrm>
        </p:grpSpPr>
        <p:grpSp>
          <p:nvGrpSpPr>
            <p:cNvPr id="7" name="Group 3">
              <a:extLst>
                <a:ext uri="{FF2B5EF4-FFF2-40B4-BE49-F238E27FC236}">
                  <a16:creationId xmlns:a16="http://schemas.microsoft.com/office/drawing/2014/main" id="{A6A485BA-5CA1-494E-8453-AE876F0E17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" y="1228"/>
              <a:ext cx="1906" cy="2685"/>
              <a:chOff x="154" y="1228"/>
              <a:chExt cx="1906" cy="2685"/>
            </a:xfrm>
          </p:grpSpPr>
          <p:sp>
            <p:nvSpPr>
              <p:cNvPr id="179" name="Rectangle 4">
                <a:extLst>
                  <a:ext uri="{FF2B5EF4-FFF2-40B4-BE49-F238E27FC236}">
                    <a16:creationId xmlns:a16="http://schemas.microsoft.com/office/drawing/2014/main" id="{97AEBCD7-593D-4027-BBEE-71ED6093F4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0" y="1350"/>
                <a:ext cx="720" cy="249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00">
                  <a:latin typeface="Calibri body"/>
                </a:endParaRPr>
              </a:p>
            </p:txBody>
          </p:sp>
          <p:sp>
            <p:nvSpPr>
              <p:cNvPr id="180" name="Rectangle 5">
                <a:extLst>
                  <a:ext uri="{FF2B5EF4-FFF2-40B4-BE49-F238E27FC236}">
                    <a16:creationId xmlns:a16="http://schemas.microsoft.com/office/drawing/2014/main" id="{2BED5A98-5423-4DA8-8A2F-046BCA80AC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" y="1228"/>
                <a:ext cx="187" cy="26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sz="2400" i="1" dirty="0">
                    <a:solidFill>
                      <a:schemeClr val="tx1"/>
                    </a:solidFill>
                    <a:latin typeface="Calibri body"/>
                  </a:rPr>
                  <a:t>I</a:t>
                </a:r>
              </a:p>
              <a:p>
                <a:pPr algn="ctr">
                  <a:spcBef>
                    <a:spcPct val="0"/>
                  </a:spcBef>
                </a:pPr>
                <a:r>
                  <a:rPr lang="en-US" sz="2400" i="1" dirty="0">
                    <a:solidFill>
                      <a:schemeClr val="tx1"/>
                    </a:solidFill>
                    <a:latin typeface="Calibri body"/>
                  </a:rPr>
                  <a:t>n</a:t>
                </a:r>
              </a:p>
              <a:p>
                <a:pPr algn="ctr">
                  <a:spcBef>
                    <a:spcPct val="0"/>
                  </a:spcBef>
                </a:pPr>
                <a:r>
                  <a:rPr lang="en-US" sz="2400" i="1" dirty="0">
                    <a:solidFill>
                      <a:schemeClr val="tx1"/>
                    </a:solidFill>
                    <a:latin typeface="Calibri body"/>
                  </a:rPr>
                  <a:t>s</a:t>
                </a:r>
              </a:p>
              <a:p>
                <a:pPr algn="ctr">
                  <a:spcBef>
                    <a:spcPct val="0"/>
                  </a:spcBef>
                </a:pPr>
                <a:r>
                  <a:rPr lang="en-US" sz="2400" i="1" dirty="0">
                    <a:solidFill>
                      <a:schemeClr val="tx1"/>
                    </a:solidFill>
                    <a:latin typeface="Calibri body"/>
                  </a:rPr>
                  <a:t>t</a:t>
                </a:r>
              </a:p>
              <a:p>
                <a:pPr algn="ctr">
                  <a:spcBef>
                    <a:spcPct val="0"/>
                  </a:spcBef>
                </a:pPr>
                <a:r>
                  <a:rPr lang="en-US" sz="2400" i="1" dirty="0">
                    <a:solidFill>
                      <a:schemeClr val="tx1"/>
                    </a:solidFill>
                    <a:latin typeface="Calibri body"/>
                  </a:rPr>
                  <a:t>r.</a:t>
                </a:r>
              </a:p>
              <a:p>
                <a:pPr algn="ctr">
                  <a:spcBef>
                    <a:spcPct val="0"/>
                  </a:spcBef>
                </a:pPr>
                <a:endParaRPr lang="en-US" sz="2400" i="1" dirty="0">
                  <a:solidFill>
                    <a:schemeClr val="tx1"/>
                  </a:solidFill>
                  <a:latin typeface="Calibri body"/>
                </a:endParaRPr>
              </a:p>
              <a:p>
                <a:pPr algn="ctr">
                  <a:spcBef>
                    <a:spcPct val="0"/>
                  </a:spcBef>
                </a:pPr>
                <a:r>
                  <a:rPr lang="en-US" sz="2400" i="1" dirty="0">
                    <a:solidFill>
                      <a:schemeClr val="tx1"/>
                    </a:solidFill>
                    <a:latin typeface="Calibri body"/>
                  </a:rPr>
                  <a:t>O</a:t>
                </a:r>
              </a:p>
              <a:p>
                <a:pPr algn="ctr">
                  <a:spcBef>
                    <a:spcPct val="0"/>
                  </a:spcBef>
                </a:pPr>
                <a:r>
                  <a:rPr lang="en-US" sz="2400" i="1" dirty="0">
                    <a:solidFill>
                      <a:schemeClr val="tx1"/>
                    </a:solidFill>
                    <a:latin typeface="Calibri body"/>
                  </a:rPr>
                  <a:t>r</a:t>
                </a:r>
              </a:p>
              <a:p>
                <a:pPr algn="ctr">
                  <a:spcBef>
                    <a:spcPct val="0"/>
                  </a:spcBef>
                </a:pPr>
                <a:r>
                  <a:rPr lang="en-US" sz="2400" i="1" dirty="0">
                    <a:solidFill>
                      <a:schemeClr val="tx1"/>
                    </a:solidFill>
                    <a:latin typeface="Calibri body"/>
                  </a:rPr>
                  <a:t>d</a:t>
                </a:r>
              </a:p>
              <a:p>
                <a:pPr algn="ctr">
                  <a:spcBef>
                    <a:spcPct val="0"/>
                  </a:spcBef>
                </a:pPr>
                <a:r>
                  <a:rPr lang="en-US" sz="2400" i="1" dirty="0">
                    <a:solidFill>
                      <a:schemeClr val="tx1"/>
                    </a:solidFill>
                    <a:latin typeface="Calibri body"/>
                  </a:rPr>
                  <a:t>e</a:t>
                </a:r>
              </a:p>
              <a:p>
                <a:pPr algn="ctr">
                  <a:spcBef>
                    <a:spcPct val="0"/>
                  </a:spcBef>
                </a:pPr>
                <a:r>
                  <a:rPr lang="en-US" sz="2400" i="1" dirty="0">
                    <a:solidFill>
                      <a:schemeClr val="tx1"/>
                    </a:solidFill>
                    <a:latin typeface="Calibri body"/>
                  </a:rPr>
                  <a:t>r</a:t>
                </a:r>
              </a:p>
            </p:txBody>
          </p:sp>
          <p:sp>
            <p:nvSpPr>
              <p:cNvPr id="181" name="Line 6">
                <a:extLst>
                  <a:ext uri="{FF2B5EF4-FFF2-40B4-BE49-F238E27FC236}">
                    <a16:creationId xmlns:a16="http://schemas.microsoft.com/office/drawing/2014/main" id="{3213B119-BEF5-4708-890D-BD680CBB21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4" y="1410"/>
                <a:ext cx="0" cy="23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200">
                  <a:latin typeface="Calibri body"/>
                </a:endParaRPr>
              </a:p>
            </p:txBody>
          </p:sp>
          <p:sp>
            <p:nvSpPr>
              <p:cNvPr id="182" name="Rectangle 7">
                <a:extLst>
                  <a:ext uri="{FF2B5EF4-FFF2-40B4-BE49-F238E27FC236}">
                    <a16:creationId xmlns:a16="http://schemas.microsoft.com/office/drawing/2014/main" id="{9E353814-08E6-4A03-AA16-5B958A3F78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" y="1446"/>
                <a:ext cx="934" cy="6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add </a:t>
                </a:r>
                <a:r>
                  <a:rPr lang="en-US" sz="2800" dirty="0">
                    <a:solidFill>
                      <a:srgbClr val="C00000"/>
                    </a:solidFill>
                    <a:latin typeface="Calibri body"/>
                  </a:rPr>
                  <a:t>r1</a:t>
                </a: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,r2,r3</a:t>
                </a:r>
              </a:p>
              <a:p>
                <a:pPr latinLnBrk="1">
                  <a:spcBef>
                    <a:spcPct val="0"/>
                  </a:spcBef>
                </a:pPr>
                <a:endParaRPr lang="en-US" sz="2800" dirty="0">
                  <a:solidFill>
                    <a:schemeClr val="tx1"/>
                  </a:solidFill>
                  <a:latin typeface="Calibri body"/>
                </a:endParaRPr>
              </a:p>
            </p:txBody>
          </p:sp>
          <p:sp>
            <p:nvSpPr>
              <p:cNvPr id="183" name="Rectangle 8">
                <a:extLst>
                  <a:ext uri="{FF2B5EF4-FFF2-40B4-BE49-F238E27FC236}">
                    <a16:creationId xmlns:a16="http://schemas.microsoft.com/office/drawing/2014/main" id="{508A465D-AD5C-4459-8136-3CDB55C35F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" y="1998"/>
                <a:ext cx="919" cy="6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sub r4,</a:t>
                </a:r>
                <a:r>
                  <a:rPr lang="en-US" sz="2800" dirty="0">
                    <a:solidFill>
                      <a:srgbClr val="C00000"/>
                    </a:solidFill>
                    <a:latin typeface="Calibri body"/>
                  </a:rPr>
                  <a:t>r1</a:t>
                </a: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,r3</a:t>
                </a:r>
              </a:p>
              <a:p>
                <a:pPr latinLnBrk="1">
                  <a:spcBef>
                    <a:spcPct val="0"/>
                  </a:spcBef>
                </a:pPr>
                <a:endParaRPr lang="en-US" sz="2800" dirty="0">
                  <a:solidFill>
                    <a:schemeClr val="tx1"/>
                  </a:solidFill>
                  <a:latin typeface="Calibri body"/>
                </a:endParaRPr>
              </a:p>
            </p:txBody>
          </p:sp>
          <p:sp>
            <p:nvSpPr>
              <p:cNvPr id="184" name="Rectangle 9">
                <a:extLst>
                  <a:ext uri="{FF2B5EF4-FFF2-40B4-BE49-F238E27FC236}">
                    <a16:creationId xmlns:a16="http://schemas.microsoft.com/office/drawing/2014/main" id="{7E4399C2-CEDF-4DEC-AD50-DC7363EA7D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" y="2526"/>
                <a:ext cx="934" cy="6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and r6,</a:t>
                </a:r>
                <a:r>
                  <a:rPr lang="en-US" sz="2800" dirty="0">
                    <a:solidFill>
                      <a:srgbClr val="C00000"/>
                    </a:solidFill>
                    <a:latin typeface="Calibri body"/>
                  </a:rPr>
                  <a:t>r1</a:t>
                </a: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,r7</a:t>
                </a:r>
              </a:p>
              <a:p>
                <a:pPr latinLnBrk="1">
                  <a:spcBef>
                    <a:spcPct val="0"/>
                  </a:spcBef>
                </a:pPr>
                <a:endParaRPr lang="en-US" sz="2800" dirty="0">
                  <a:solidFill>
                    <a:schemeClr val="tx1"/>
                  </a:solidFill>
                  <a:latin typeface="Calibri body"/>
                </a:endParaRPr>
              </a:p>
            </p:txBody>
          </p:sp>
          <p:sp>
            <p:nvSpPr>
              <p:cNvPr id="185" name="Rectangle 10">
                <a:extLst>
                  <a:ext uri="{FF2B5EF4-FFF2-40B4-BE49-F238E27FC236}">
                    <a16:creationId xmlns:a16="http://schemas.microsoft.com/office/drawing/2014/main" id="{68FD53CD-BE2B-44F2-9106-2CEEBD2479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" y="3066"/>
                <a:ext cx="899" cy="6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or   r8,</a:t>
                </a:r>
                <a:r>
                  <a:rPr lang="en-US" sz="2800" dirty="0">
                    <a:solidFill>
                      <a:srgbClr val="00B050"/>
                    </a:solidFill>
                    <a:latin typeface="Calibri body"/>
                  </a:rPr>
                  <a:t>r1</a:t>
                </a: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,r9</a:t>
                </a:r>
              </a:p>
              <a:p>
                <a:pPr latinLnBrk="1">
                  <a:spcBef>
                    <a:spcPct val="0"/>
                  </a:spcBef>
                </a:pPr>
                <a:endParaRPr lang="en-US" sz="2800" dirty="0">
                  <a:solidFill>
                    <a:schemeClr val="tx1"/>
                  </a:solidFill>
                  <a:latin typeface="Calibri body"/>
                </a:endParaRPr>
              </a:p>
            </p:txBody>
          </p:sp>
          <p:sp>
            <p:nvSpPr>
              <p:cNvPr id="186" name="Rectangle 11">
                <a:extLst>
                  <a:ext uri="{FF2B5EF4-FFF2-40B4-BE49-F238E27FC236}">
                    <a16:creationId xmlns:a16="http://schemas.microsoft.com/office/drawing/2014/main" id="{0F9D89E5-7705-4C6C-9EBD-B9B0B58AA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3552"/>
                <a:ext cx="1068" cy="3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2800" dirty="0" err="1">
                    <a:solidFill>
                      <a:schemeClr val="tx1"/>
                    </a:solidFill>
                    <a:latin typeface="Calibri body"/>
                  </a:rPr>
                  <a:t>xor</a:t>
                </a: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 r10,</a:t>
                </a:r>
                <a:r>
                  <a:rPr lang="en-US" sz="2800" dirty="0">
                    <a:solidFill>
                      <a:srgbClr val="00B050"/>
                    </a:solidFill>
                    <a:latin typeface="Calibri body"/>
                  </a:rPr>
                  <a:t>r1</a:t>
                </a: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,r11</a:t>
                </a:r>
              </a:p>
            </p:txBody>
          </p:sp>
        </p:grpSp>
        <p:grpSp>
          <p:nvGrpSpPr>
            <p:cNvPr id="8" name="Group 12">
              <a:extLst>
                <a:ext uri="{FF2B5EF4-FFF2-40B4-BE49-F238E27FC236}">
                  <a16:creationId xmlns:a16="http://schemas.microsoft.com/office/drawing/2014/main" id="{5F382656-8487-46DD-ACE4-AE8583B9A7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6" y="1363"/>
              <a:ext cx="3764" cy="2537"/>
              <a:chOff x="1981" y="1200"/>
              <a:chExt cx="3569" cy="2537"/>
            </a:xfrm>
          </p:grpSpPr>
          <p:grpSp>
            <p:nvGrpSpPr>
              <p:cNvPr id="9" name="Group 13">
                <a:extLst>
                  <a:ext uri="{FF2B5EF4-FFF2-40B4-BE49-F238E27FC236}">
                    <a16:creationId xmlns:a16="http://schemas.microsoft.com/office/drawing/2014/main" id="{F2CFCDE7-851C-4F12-B1B1-44B4F75C50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15" y="2256"/>
                <a:ext cx="1897" cy="441"/>
                <a:chOff x="1982" y="1200"/>
                <a:chExt cx="1897" cy="441"/>
              </a:xfrm>
            </p:grpSpPr>
            <p:grpSp>
              <p:nvGrpSpPr>
                <p:cNvPr id="146" name="Group 14">
                  <a:extLst>
                    <a:ext uri="{FF2B5EF4-FFF2-40B4-BE49-F238E27FC236}">
                      <a16:creationId xmlns:a16="http://schemas.microsoft.com/office/drawing/2014/main" id="{CC611DCC-51DB-448F-9211-2BAA69E7064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430" y="1304"/>
                  <a:ext cx="222" cy="233"/>
                  <a:chOff x="1374" y="528"/>
                  <a:chExt cx="480" cy="432"/>
                </a:xfrm>
              </p:grpSpPr>
              <p:grpSp>
                <p:nvGrpSpPr>
                  <p:cNvPr id="175" name="Group 15">
                    <a:extLst>
                      <a:ext uri="{FF2B5EF4-FFF2-40B4-BE49-F238E27FC236}">
                        <a16:creationId xmlns:a16="http://schemas.microsoft.com/office/drawing/2014/main" id="{57020D22-D2E5-4EDA-97E1-63854C21642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177" name="Rectangle 16">
                      <a:extLst>
                        <a:ext uri="{FF2B5EF4-FFF2-40B4-BE49-F238E27FC236}">
                          <a16:creationId xmlns:a16="http://schemas.microsoft.com/office/drawing/2014/main" id="{50CD88F8-B294-42CD-8DDD-56A77F2580B1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200">
                        <a:latin typeface="Calibri body"/>
                      </a:endParaRPr>
                    </a:p>
                  </p:txBody>
                </p:sp>
                <p:sp>
                  <p:nvSpPr>
                    <p:cNvPr id="178" name="Rectangle 17">
                      <a:extLst>
                        <a:ext uri="{FF2B5EF4-FFF2-40B4-BE49-F238E27FC236}">
                          <a16:creationId xmlns:a16="http://schemas.microsoft.com/office/drawing/2014/main" id="{6238D367-FA38-4FD4-8DDD-7045970A1125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200">
                        <a:solidFill>
                          <a:schemeClr val="tx1"/>
                        </a:solidFill>
                        <a:latin typeface="Calibri body"/>
                      </a:endParaRPr>
                    </a:p>
                  </p:txBody>
                </p:sp>
              </p:grpSp>
              <p:sp>
                <p:nvSpPr>
                  <p:cNvPr id="176" name="Text Box 18">
                    <a:extLst>
                      <a:ext uri="{FF2B5EF4-FFF2-40B4-BE49-F238E27FC236}">
                        <a16:creationId xmlns:a16="http://schemas.microsoft.com/office/drawing/2014/main" id="{F1FE82C7-CE8A-42D9-9FC6-FE06642E5C6A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408" y="550"/>
                    <a:ext cx="419" cy="3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Reg</a:t>
                    </a:r>
                  </a:p>
                </p:txBody>
              </p:sp>
            </p:grpSp>
            <p:sp>
              <p:nvSpPr>
                <p:cNvPr id="147" name="Line 19">
                  <a:extLst>
                    <a:ext uri="{FF2B5EF4-FFF2-40B4-BE49-F238E27FC236}">
                      <a16:creationId xmlns:a16="http://schemas.microsoft.com/office/drawing/2014/main" id="{6D2C00A2-8B0F-4F91-A2C4-A9F44DFCE5FA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351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148" name="Line 20">
                  <a:extLst>
                    <a:ext uri="{FF2B5EF4-FFF2-40B4-BE49-F238E27FC236}">
                      <a16:creationId xmlns:a16="http://schemas.microsoft.com/office/drawing/2014/main" id="{734DE5ED-9D9C-4D84-8779-3405AB2C001C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490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grpSp>
              <p:nvGrpSpPr>
                <p:cNvPr id="149" name="Group 21">
                  <a:extLst>
                    <a:ext uri="{FF2B5EF4-FFF2-40B4-BE49-F238E27FC236}">
                      <a16:creationId xmlns:a16="http://schemas.microsoft.com/office/drawing/2014/main" id="{9F0704AE-032F-4A50-AFD2-7340F4AD6FD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848" y="1235"/>
                  <a:ext cx="199" cy="371"/>
                  <a:chOff x="2991" y="411"/>
                  <a:chExt cx="359" cy="768"/>
                </a:xfrm>
              </p:grpSpPr>
              <p:sp>
                <p:nvSpPr>
                  <p:cNvPr id="171" name="AutoShape 22">
                    <a:extLst>
                      <a:ext uri="{FF2B5EF4-FFF2-40B4-BE49-F238E27FC236}">
                        <a16:creationId xmlns:a16="http://schemas.microsoft.com/office/drawing/2014/main" id="{9C1C2D2C-55F9-42E2-9CD8-9DC6BF1F35C0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-5400000">
                    <a:off x="2798" y="626"/>
                    <a:ext cx="768" cy="337"/>
                  </a:xfrm>
                  <a:custGeom>
                    <a:avLst/>
                    <a:gdLst>
                      <a:gd name="T0" fmla="*/ 24 w 21600"/>
                      <a:gd name="T1" fmla="*/ 3 h 21600"/>
                      <a:gd name="T2" fmla="*/ 14 w 21600"/>
                      <a:gd name="T3" fmla="*/ 5 h 21600"/>
                      <a:gd name="T4" fmla="*/ 3 w 21600"/>
                      <a:gd name="T5" fmla="*/ 3 h 21600"/>
                      <a:gd name="T6" fmla="*/ 14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0 w 21600"/>
                      <a:gd name="T13" fmla="*/ 4487 h 21600"/>
                      <a:gd name="T14" fmla="*/ 17100 w 21600"/>
                      <a:gd name="T15" fmla="*/ 17113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eaVert"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172" name="AutoShape 23">
                    <a:extLst>
                      <a:ext uri="{FF2B5EF4-FFF2-40B4-BE49-F238E27FC236}">
                        <a16:creationId xmlns:a16="http://schemas.microsoft.com/office/drawing/2014/main" id="{6F05CDD2-9794-4FD4-BBA3-6670384ECC01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5400000">
                    <a:off x="2957" y="705"/>
                    <a:ext cx="248" cy="180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173" name="Freeform 24">
                    <a:extLst>
                      <a:ext uri="{FF2B5EF4-FFF2-40B4-BE49-F238E27FC236}">
                        <a16:creationId xmlns:a16="http://schemas.microsoft.com/office/drawing/2014/main" id="{CB4BD9D9-B268-46D2-9141-DF32608B7E8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2974" y="725"/>
                    <a:ext cx="218" cy="139"/>
                  </a:xfrm>
                  <a:custGeom>
                    <a:avLst/>
                    <a:gdLst>
                      <a:gd name="T0" fmla="*/ 0 w 384"/>
                      <a:gd name="T1" fmla="*/ 67 h 288"/>
                      <a:gd name="T2" fmla="*/ 62 w 384"/>
                      <a:gd name="T3" fmla="*/ 0 h 288"/>
                      <a:gd name="T4" fmla="*/ 124 w 384"/>
                      <a:gd name="T5" fmla="*/ 67 h 28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84" h="288">
                        <a:moveTo>
                          <a:pt x="0" y="288"/>
                        </a:moveTo>
                        <a:lnTo>
                          <a:pt x="192" y="0"/>
                        </a:lnTo>
                        <a:lnTo>
                          <a:pt x="384" y="288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174" name="Text Box 25">
                    <a:extLst>
                      <a:ext uri="{FF2B5EF4-FFF2-40B4-BE49-F238E27FC236}">
                        <a16:creationId xmlns:a16="http://schemas.microsoft.com/office/drawing/2014/main" id="{F19A1A61-D8D9-481D-BC7B-71FEAE944187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 rot="16200000">
                    <a:off x="2936" y="635"/>
                    <a:ext cx="59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ALU</a:t>
                    </a:r>
                  </a:p>
                </p:txBody>
              </p:sp>
            </p:grpSp>
            <p:sp>
              <p:nvSpPr>
                <p:cNvPr id="150" name="Line 26">
                  <a:extLst>
                    <a:ext uri="{FF2B5EF4-FFF2-40B4-BE49-F238E27FC236}">
                      <a16:creationId xmlns:a16="http://schemas.microsoft.com/office/drawing/2014/main" id="{A2109DF9-E692-4886-9395-E7B4B79FB77C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052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151" name="Line 27">
                  <a:extLst>
                    <a:ext uri="{FF2B5EF4-FFF2-40B4-BE49-F238E27FC236}">
                      <a16:creationId xmlns:a16="http://schemas.microsoft.com/office/drawing/2014/main" id="{23CA392D-49DA-45F4-B4DE-ABEDEFE1C71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475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grpSp>
              <p:nvGrpSpPr>
                <p:cNvPr id="152" name="Group 28">
                  <a:extLst>
                    <a:ext uri="{FF2B5EF4-FFF2-40B4-BE49-F238E27FC236}">
                      <a16:creationId xmlns:a16="http://schemas.microsoft.com/office/drawing/2014/main" id="{236C5424-8483-486D-8054-F07AD751B99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206" y="1305"/>
                  <a:ext cx="286" cy="232"/>
                  <a:chOff x="3844" y="576"/>
                  <a:chExt cx="619" cy="480"/>
                </a:xfrm>
              </p:grpSpPr>
              <p:sp>
                <p:nvSpPr>
                  <p:cNvPr id="169" name="Rectangle 29">
                    <a:extLst>
                      <a:ext uri="{FF2B5EF4-FFF2-40B4-BE49-F238E27FC236}">
                        <a16:creationId xmlns:a16="http://schemas.microsoft.com/office/drawing/2014/main" id="{1F569FD3-4645-4CCB-9D80-A9B5AA295D15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915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200">
                      <a:solidFill>
                        <a:schemeClr val="tx1"/>
                      </a:solidFill>
                      <a:latin typeface="Calibri body"/>
                    </a:endParaRPr>
                  </a:p>
                </p:txBody>
              </p:sp>
              <p:sp>
                <p:nvSpPr>
                  <p:cNvPr id="170" name="Text Box 30">
                    <a:extLst>
                      <a:ext uri="{FF2B5EF4-FFF2-40B4-BE49-F238E27FC236}">
                        <a16:creationId xmlns:a16="http://schemas.microsoft.com/office/drawing/2014/main" id="{5E20186C-8E78-4175-9B99-924596659823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3844" y="601"/>
                    <a:ext cx="619" cy="37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DMem</a:t>
                    </a:r>
                  </a:p>
                </p:txBody>
              </p:sp>
            </p:grpSp>
            <p:sp>
              <p:nvSpPr>
                <p:cNvPr id="153" name="Freeform 31">
                  <a:extLst>
                    <a:ext uri="{FF2B5EF4-FFF2-40B4-BE49-F238E27FC236}">
                      <a16:creationId xmlns:a16="http://schemas.microsoft.com/office/drawing/2014/main" id="{CFA7BC6B-2843-449D-9C5B-FF1B10CD7F1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08" y="1421"/>
                  <a:ext cx="332" cy="185"/>
                </a:xfrm>
                <a:custGeom>
                  <a:avLst/>
                  <a:gdLst>
                    <a:gd name="T0" fmla="*/ 0 w 816"/>
                    <a:gd name="T1" fmla="*/ 0 h 384"/>
                    <a:gd name="T2" fmla="*/ 0 w 816"/>
                    <a:gd name="T3" fmla="*/ 89 h 384"/>
                    <a:gd name="T4" fmla="*/ 119 w 816"/>
                    <a:gd name="T5" fmla="*/ 89 h 384"/>
                    <a:gd name="T6" fmla="*/ 119 w 816"/>
                    <a:gd name="T7" fmla="*/ 33 h 384"/>
                    <a:gd name="T8" fmla="*/ 135 w 816"/>
                    <a:gd name="T9" fmla="*/ 33 h 3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816" h="384">
                      <a:moveTo>
                        <a:pt x="0" y="0"/>
                      </a:moveTo>
                      <a:lnTo>
                        <a:pt x="0" y="384"/>
                      </a:lnTo>
                      <a:lnTo>
                        <a:pt x="720" y="384"/>
                      </a:lnTo>
                      <a:lnTo>
                        <a:pt x="720" y="144"/>
                      </a:lnTo>
                      <a:lnTo>
                        <a:pt x="816" y="144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154" name="Line 32">
                  <a:extLst>
                    <a:ext uri="{FF2B5EF4-FFF2-40B4-BE49-F238E27FC236}">
                      <a16:creationId xmlns:a16="http://schemas.microsoft.com/office/drawing/2014/main" id="{4097F2D4-AAFA-44C1-928E-4193E4EE810B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99" y="1491"/>
                  <a:ext cx="23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155" name="Line 33">
                  <a:extLst>
                    <a:ext uri="{FF2B5EF4-FFF2-40B4-BE49-F238E27FC236}">
                      <a16:creationId xmlns:a16="http://schemas.microsoft.com/office/drawing/2014/main" id="{39496073-48A1-4E6D-BA59-D1B221A547D9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69" y="1351"/>
                  <a:ext cx="25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grpSp>
              <p:nvGrpSpPr>
                <p:cNvPr id="156" name="Group 34">
                  <a:extLst>
                    <a:ext uri="{FF2B5EF4-FFF2-40B4-BE49-F238E27FC236}">
                      <a16:creationId xmlns:a16="http://schemas.microsoft.com/office/drawing/2014/main" id="{1CD329A2-AD0E-4145-9AB4-C8D2B3487DB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982" y="1305"/>
                  <a:ext cx="252" cy="232"/>
                  <a:chOff x="1169" y="576"/>
                  <a:chExt cx="545" cy="480"/>
                </a:xfrm>
              </p:grpSpPr>
              <p:sp>
                <p:nvSpPr>
                  <p:cNvPr id="167" name="Rectangle 35">
                    <a:extLst>
                      <a:ext uri="{FF2B5EF4-FFF2-40B4-BE49-F238E27FC236}">
                        <a16:creationId xmlns:a16="http://schemas.microsoft.com/office/drawing/2014/main" id="{C6101303-4BD3-45C8-A921-843CB9E08F52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197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200">
                      <a:solidFill>
                        <a:schemeClr val="tx1"/>
                      </a:solidFill>
                      <a:latin typeface="Calibri body"/>
                    </a:endParaRPr>
                  </a:p>
                </p:txBody>
              </p:sp>
              <p:sp>
                <p:nvSpPr>
                  <p:cNvPr id="168" name="Text Box 36">
                    <a:extLst>
                      <a:ext uri="{FF2B5EF4-FFF2-40B4-BE49-F238E27FC236}">
                        <a16:creationId xmlns:a16="http://schemas.microsoft.com/office/drawing/2014/main" id="{94132C7B-D2E2-446A-ADDD-E53C3BA0A3C8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169" y="601"/>
                    <a:ext cx="545" cy="37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Ifetch</a:t>
                    </a:r>
                  </a:p>
                </p:txBody>
              </p:sp>
            </p:grpSp>
            <p:grpSp>
              <p:nvGrpSpPr>
                <p:cNvPr id="157" name="Group 37">
                  <a:extLst>
                    <a:ext uri="{FF2B5EF4-FFF2-40B4-BE49-F238E27FC236}">
                      <a16:creationId xmlns:a16="http://schemas.microsoft.com/office/drawing/2014/main" id="{7A0B0918-DB26-4FC1-9028-1B3FE64B274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88" y="1200"/>
                  <a:ext cx="1297" cy="441"/>
                  <a:chOff x="2112" y="528"/>
                  <a:chExt cx="2088" cy="681"/>
                </a:xfrm>
              </p:grpSpPr>
              <p:sp>
                <p:nvSpPr>
                  <p:cNvPr id="163" name="Rectangle 38">
                    <a:extLst>
                      <a:ext uri="{FF2B5EF4-FFF2-40B4-BE49-F238E27FC236}">
                        <a16:creationId xmlns:a16="http://schemas.microsoft.com/office/drawing/2014/main" id="{1BB380E9-765F-403F-95E8-6C1F633A94A9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784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164" name="Rectangle 39">
                    <a:extLst>
                      <a:ext uri="{FF2B5EF4-FFF2-40B4-BE49-F238E27FC236}">
                        <a16:creationId xmlns:a16="http://schemas.microsoft.com/office/drawing/2014/main" id="{019DBBFD-4C04-45A6-9D83-48E2A8165B0B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4128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165" name="Rectangle 40">
                    <a:extLst>
                      <a:ext uri="{FF2B5EF4-FFF2-40B4-BE49-F238E27FC236}">
                        <a16:creationId xmlns:a16="http://schemas.microsoft.com/office/drawing/2014/main" id="{D146DA86-4F08-43FA-A67C-E0FACD54D97C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112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166" name="Rectangle 41">
                    <a:extLst>
                      <a:ext uri="{FF2B5EF4-FFF2-40B4-BE49-F238E27FC236}">
                        <a16:creationId xmlns:a16="http://schemas.microsoft.com/office/drawing/2014/main" id="{4DC4757B-F036-484C-9D59-E5EBAD83BCB7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456" y="532"/>
                    <a:ext cx="71" cy="672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</p:grpSp>
            <p:grpSp>
              <p:nvGrpSpPr>
                <p:cNvPr id="158" name="Group 42">
                  <a:extLst>
                    <a:ext uri="{FF2B5EF4-FFF2-40B4-BE49-F238E27FC236}">
                      <a16:creationId xmlns:a16="http://schemas.microsoft.com/office/drawing/2014/main" id="{A36B1168-E06F-4AD4-A1FD-3E0AD7E78C5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 flipH="1">
                  <a:off x="3656" y="1296"/>
                  <a:ext cx="223" cy="233"/>
                  <a:chOff x="1374" y="528"/>
                  <a:chExt cx="480" cy="432"/>
                </a:xfrm>
              </p:grpSpPr>
              <p:grpSp>
                <p:nvGrpSpPr>
                  <p:cNvPr id="159" name="Group 43">
                    <a:extLst>
                      <a:ext uri="{FF2B5EF4-FFF2-40B4-BE49-F238E27FC236}">
                        <a16:creationId xmlns:a16="http://schemas.microsoft.com/office/drawing/2014/main" id="{AEE92ED5-DDE6-4494-8D9C-4E2FACED87F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161" name="Rectangle 44">
                      <a:extLst>
                        <a:ext uri="{FF2B5EF4-FFF2-40B4-BE49-F238E27FC236}">
                          <a16:creationId xmlns:a16="http://schemas.microsoft.com/office/drawing/2014/main" id="{6F689735-9106-4637-8C33-4BE5CBF39BA3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200">
                        <a:latin typeface="Calibri body"/>
                      </a:endParaRPr>
                    </a:p>
                  </p:txBody>
                </p:sp>
                <p:sp>
                  <p:nvSpPr>
                    <p:cNvPr id="162" name="Rectangle 45">
                      <a:extLst>
                        <a:ext uri="{FF2B5EF4-FFF2-40B4-BE49-F238E27FC236}">
                          <a16:creationId xmlns:a16="http://schemas.microsoft.com/office/drawing/2014/main" id="{EA1D9B14-A9B0-4110-A97B-8F6F3C3473BC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200">
                        <a:solidFill>
                          <a:schemeClr val="tx1"/>
                        </a:solidFill>
                        <a:latin typeface="Calibri body"/>
                      </a:endParaRPr>
                    </a:p>
                  </p:txBody>
                </p:sp>
              </p:grpSp>
              <p:sp>
                <p:nvSpPr>
                  <p:cNvPr id="160" name="Text Box 46">
                    <a:extLst>
                      <a:ext uri="{FF2B5EF4-FFF2-40B4-BE49-F238E27FC236}">
                        <a16:creationId xmlns:a16="http://schemas.microsoft.com/office/drawing/2014/main" id="{6D1366B3-0EEB-49DA-9384-18C701132D16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412" y="550"/>
                    <a:ext cx="417" cy="3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Reg</a:t>
                    </a:r>
                  </a:p>
                </p:txBody>
              </p:sp>
            </p:grpSp>
          </p:grpSp>
          <p:grpSp>
            <p:nvGrpSpPr>
              <p:cNvPr id="10" name="Group 47">
                <a:extLst>
                  <a:ext uri="{FF2B5EF4-FFF2-40B4-BE49-F238E27FC236}">
                    <a16:creationId xmlns:a16="http://schemas.microsoft.com/office/drawing/2014/main" id="{B869A8E2-0134-4B5D-9513-4E736EC584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95" y="1720"/>
                <a:ext cx="1899" cy="441"/>
                <a:chOff x="1982" y="1200"/>
                <a:chExt cx="1899" cy="441"/>
              </a:xfrm>
            </p:grpSpPr>
            <p:grpSp>
              <p:nvGrpSpPr>
                <p:cNvPr id="113" name="Group 48">
                  <a:extLst>
                    <a:ext uri="{FF2B5EF4-FFF2-40B4-BE49-F238E27FC236}">
                      <a16:creationId xmlns:a16="http://schemas.microsoft.com/office/drawing/2014/main" id="{35CB3596-1F75-4D67-A20A-9A2BAD6243B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430" y="1304"/>
                  <a:ext cx="222" cy="233"/>
                  <a:chOff x="1374" y="528"/>
                  <a:chExt cx="480" cy="432"/>
                </a:xfrm>
              </p:grpSpPr>
              <p:grpSp>
                <p:nvGrpSpPr>
                  <p:cNvPr id="142" name="Group 49">
                    <a:extLst>
                      <a:ext uri="{FF2B5EF4-FFF2-40B4-BE49-F238E27FC236}">
                        <a16:creationId xmlns:a16="http://schemas.microsoft.com/office/drawing/2014/main" id="{B4AD9C35-97DB-482F-B433-363FB924E2B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144" name="Rectangle 50">
                      <a:extLst>
                        <a:ext uri="{FF2B5EF4-FFF2-40B4-BE49-F238E27FC236}">
                          <a16:creationId xmlns:a16="http://schemas.microsoft.com/office/drawing/2014/main" id="{C48C5AFE-9D9D-4CE5-ADB7-0E432CEFEA3B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200">
                        <a:latin typeface="Calibri body"/>
                      </a:endParaRPr>
                    </a:p>
                  </p:txBody>
                </p:sp>
                <p:sp>
                  <p:nvSpPr>
                    <p:cNvPr id="145" name="Rectangle 51">
                      <a:extLst>
                        <a:ext uri="{FF2B5EF4-FFF2-40B4-BE49-F238E27FC236}">
                          <a16:creationId xmlns:a16="http://schemas.microsoft.com/office/drawing/2014/main" id="{18DABB79-3BF7-4CB3-ACB4-D7D1DA2E9EB3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200">
                        <a:solidFill>
                          <a:schemeClr val="tx1"/>
                        </a:solidFill>
                        <a:latin typeface="Calibri body"/>
                      </a:endParaRPr>
                    </a:p>
                  </p:txBody>
                </p:sp>
              </p:grpSp>
              <p:sp>
                <p:nvSpPr>
                  <p:cNvPr id="143" name="Text Box 52">
                    <a:extLst>
                      <a:ext uri="{FF2B5EF4-FFF2-40B4-BE49-F238E27FC236}">
                        <a16:creationId xmlns:a16="http://schemas.microsoft.com/office/drawing/2014/main" id="{11D7ED5D-83C1-408C-80A9-1696599A0D26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408" y="550"/>
                    <a:ext cx="419" cy="3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 dirty="0">
                        <a:solidFill>
                          <a:schemeClr val="tx1"/>
                        </a:solidFill>
                        <a:latin typeface="Calibri body"/>
                      </a:rPr>
                      <a:t>Reg</a:t>
                    </a:r>
                  </a:p>
                </p:txBody>
              </p:sp>
            </p:grpSp>
            <p:sp>
              <p:nvSpPr>
                <p:cNvPr id="114" name="Line 53">
                  <a:extLst>
                    <a:ext uri="{FF2B5EF4-FFF2-40B4-BE49-F238E27FC236}">
                      <a16:creationId xmlns:a16="http://schemas.microsoft.com/office/drawing/2014/main" id="{26AF33BC-08FF-4ACE-B37F-787FD81A4D7C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351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115" name="Line 54">
                  <a:extLst>
                    <a:ext uri="{FF2B5EF4-FFF2-40B4-BE49-F238E27FC236}">
                      <a16:creationId xmlns:a16="http://schemas.microsoft.com/office/drawing/2014/main" id="{16598995-A42D-4331-8057-B2ACD98BC9B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490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grpSp>
              <p:nvGrpSpPr>
                <p:cNvPr id="116" name="Group 55">
                  <a:extLst>
                    <a:ext uri="{FF2B5EF4-FFF2-40B4-BE49-F238E27FC236}">
                      <a16:creationId xmlns:a16="http://schemas.microsoft.com/office/drawing/2014/main" id="{94BBC34F-91B8-4CFB-BE13-CC27C3011D81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848" y="1235"/>
                  <a:ext cx="199" cy="371"/>
                  <a:chOff x="2991" y="411"/>
                  <a:chExt cx="359" cy="768"/>
                </a:xfrm>
              </p:grpSpPr>
              <p:sp>
                <p:nvSpPr>
                  <p:cNvPr id="138" name="AutoShape 56">
                    <a:extLst>
                      <a:ext uri="{FF2B5EF4-FFF2-40B4-BE49-F238E27FC236}">
                        <a16:creationId xmlns:a16="http://schemas.microsoft.com/office/drawing/2014/main" id="{4207B1B5-DA41-4723-ABD8-0974AA9FD298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-5400000">
                    <a:off x="2798" y="626"/>
                    <a:ext cx="768" cy="337"/>
                  </a:xfrm>
                  <a:custGeom>
                    <a:avLst/>
                    <a:gdLst>
                      <a:gd name="T0" fmla="*/ 24 w 21600"/>
                      <a:gd name="T1" fmla="*/ 3 h 21600"/>
                      <a:gd name="T2" fmla="*/ 14 w 21600"/>
                      <a:gd name="T3" fmla="*/ 5 h 21600"/>
                      <a:gd name="T4" fmla="*/ 3 w 21600"/>
                      <a:gd name="T5" fmla="*/ 3 h 21600"/>
                      <a:gd name="T6" fmla="*/ 14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0 w 21600"/>
                      <a:gd name="T13" fmla="*/ 4487 h 21600"/>
                      <a:gd name="T14" fmla="*/ 17100 w 21600"/>
                      <a:gd name="T15" fmla="*/ 17113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eaVert"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139" name="AutoShape 57">
                    <a:extLst>
                      <a:ext uri="{FF2B5EF4-FFF2-40B4-BE49-F238E27FC236}">
                        <a16:creationId xmlns:a16="http://schemas.microsoft.com/office/drawing/2014/main" id="{CEFFA581-3FE0-4E29-BDD7-A6A0001AE1FD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5400000">
                    <a:off x="2957" y="705"/>
                    <a:ext cx="248" cy="180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140" name="Freeform 58">
                    <a:extLst>
                      <a:ext uri="{FF2B5EF4-FFF2-40B4-BE49-F238E27FC236}">
                        <a16:creationId xmlns:a16="http://schemas.microsoft.com/office/drawing/2014/main" id="{CA24FEFF-5179-4300-9F07-ED264891941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2974" y="725"/>
                    <a:ext cx="218" cy="139"/>
                  </a:xfrm>
                  <a:custGeom>
                    <a:avLst/>
                    <a:gdLst>
                      <a:gd name="T0" fmla="*/ 0 w 384"/>
                      <a:gd name="T1" fmla="*/ 67 h 288"/>
                      <a:gd name="T2" fmla="*/ 62 w 384"/>
                      <a:gd name="T3" fmla="*/ 0 h 288"/>
                      <a:gd name="T4" fmla="*/ 124 w 384"/>
                      <a:gd name="T5" fmla="*/ 67 h 28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84" h="288">
                        <a:moveTo>
                          <a:pt x="0" y="288"/>
                        </a:moveTo>
                        <a:lnTo>
                          <a:pt x="192" y="0"/>
                        </a:lnTo>
                        <a:lnTo>
                          <a:pt x="384" y="288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141" name="Text Box 59">
                    <a:extLst>
                      <a:ext uri="{FF2B5EF4-FFF2-40B4-BE49-F238E27FC236}">
                        <a16:creationId xmlns:a16="http://schemas.microsoft.com/office/drawing/2014/main" id="{8C621AF8-ED73-418C-86E4-A6981E8DC7FD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 rot="16200000">
                    <a:off x="2936" y="637"/>
                    <a:ext cx="59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ALU</a:t>
                    </a:r>
                  </a:p>
                </p:txBody>
              </p:sp>
            </p:grpSp>
            <p:sp>
              <p:nvSpPr>
                <p:cNvPr id="117" name="Line 60">
                  <a:extLst>
                    <a:ext uri="{FF2B5EF4-FFF2-40B4-BE49-F238E27FC236}">
                      <a16:creationId xmlns:a16="http://schemas.microsoft.com/office/drawing/2014/main" id="{BAA1AE87-D9CA-4872-9686-B265231A6A3A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052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118" name="Line 61">
                  <a:extLst>
                    <a:ext uri="{FF2B5EF4-FFF2-40B4-BE49-F238E27FC236}">
                      <a16:creationId xmlns:a16="http://schemas.microsoft.com/office/drawing/2014/main" id="{512CDB2D-A548-4A39-981F-D013DAF974E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475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grpSp>
              <p:nvGrpSpPr>
                <p:cNvPr id="119" name="Group 62">
                  <a:extLst>
                    <a:ext uri="{FF2B5EF4-FFF2-40B4-BE49-F238E27FC236}">
                      <a16:creationId xmlns:a16="http://schemas.microsoft.com/office/drawing/2014/main" id="{B475E612-3B96-4775-AF81-2E07ED2B6B7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206" y="1305"/>
                  <a:ext cx="286" cy="232"/>
                  <a:chOff x="3844" y="576"/>
                  <a:chExt cx="619" cy="480"/>
                </a:xfrm>
              </p:grpSpPr>
              <p:sp>
                <p:nvSpPr>
                  <p:cNvPr id="136" name="Rectangle 63">
                    <a:extLst>
                      <a:ext uri="{FF2B5EF4-FFF2-40B4-BE49-F238E27FC236}">
                        <a16:creationId xmlns:a16="http://schemas.microsoft.com/office/drawing/2014/main" id="{E3A8F923-0533-4272-9483-6D4244477EE6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915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200">
                      <a:solidFill>
                        <a:schemeClr val="tx1"/>
                      </a:solidFill>
                      <a:latin typeface="Calibri body"/>
                    </a:endParaRPr>
                  </a:p>
                </p:txBody>
              </p:sp>
              <p:sp>
                <p:nvSpPr>
                  <p:cNvPr id="137" name="Text Box 64">
                    <a:extLst>
                      <a:ext uri="{FF2B5EF4-FFF2-40B4-BE49-F238E27FC236}">
                        <a16:creationId xmlns:a16="http://schemas.microsoft.com/office/drawing/2014/main" id="{089FF584-111F-44E4-8200-4CAA953E4F06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3844" y="601"/>
                    <a:ext cx="619" cy="37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DMem</a:t>
                    </a:r>
                  </a:p>
                </p:txBody>
              </p:sp>
            </p:grpSp>
            <p:sp>
              <p:nvSpPr>
                <p:cNvPr id="120" name="Freeform 65">
                  <a:extLst>
                    <a:ext uri="{FF2B5EF4-FFF2-40B4-BE49-F238E27FC236}">
                      <a16:creationId xmlns:a16="http://schemas.microsoft.com/office/drawing/2014/main" id="{4426D413-A1CE-4498-B3CC-B2C3090386D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08" y="1421"/>
                  <a:ext cx="332" cy="185"/>
                </a:xfrm>
                <a:custGeom>
                  <a:avLst/>
                  <a:gdLst>
                    <a:gd name="T0" fmla="*/ 0 w 816"/>
                    <a:gd name="T1" fmla="*/ 0 h 384"/>
                    <a:gd name="T2" fmla="*/ 0 w 816"/>
                    <a:gd name="T3" fmla="*/ 89 h 384"/>
                    <a:gd name="T4" fmla="*/ 119 w 816"/>
                    <a:gd name="T5" fmla="*/ 89 h 384"/>
                    <a:gd name="T6" fmla="*/ 119 w 816"/>
                    <a:gd name="T7" fmla="*/ 33 h 384"/>
                    <a:gd name="T8" fmla="*/ 135 w 816"/>
                    <a:gd name="T9" fmla="*/ 33 h 3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816" h="384">
                      <a:moveTo>
                        <a:pt x="0" y="0"/>
                      </a:moveTo>
                      <a:lnTo>
                        <a:pt x="0" y="384"/>
                      </a:lnTo>
                      <a:lnTo>
                        <a:pt x="720" y="384"/>
                      </a:lnTo>
                      <a:lnTo>
                        <a:pt x="720" y="144"/>
                      </a:lnTo>
                      <a:lnTo>
                        <a:pt x="816" y="144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121" name="Line 66">
                  <a:extLst>
                    <a:ext uri="{FF2B5EF4-FFF2-40B4-BE49-F238E27FC236}">
                      <a16:creationId xmlns:a16="http://schemas.microsoft.com/office/drawing/2014/main" id="{F06551D7-26E9-4FCB-8E77-D6FAB686547D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99" y="1491"/>
                  <a:ext cx="23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122" name="Line 67">
                  <a:extLst>
                    <a:ext uri="{FF2B5EF4-FFF2-40B4-BE49-F238E27FC236}">
                      <a16:creationId xmlns:a16="http://schemas.microsoft.com/office/drawing/2014/main" id="{08828BE2-4D95-47ED-9883-FD45C98878B4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69" y="1351"/>
                  <a:ext cx="25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grpSp>
              <p:nvGrpSpPr>
                <p:cNvPr id="123" name="Group 68">
                  <a:extLst>
                    <a:ext uri="{FF2B5EF4-FFF2-40B4-BE49-F238E27FC236}">
                      <a16:creationId xmlns:a16="http://schemas.microsoft.com/office/drawing/2014/main" id="{2F48D60E-3C43-4F97-959A-8A9923C95B3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982" y="1305"/>
                  <a:ext cx="252" cy="232"/>
                  <a:chOff x="1169" y="576"/>
                  <a:chExt cx="544" cy="480"/>
                </a:xfrm>
              </p:grpSpPr>
              <p:sp>
                <p:nvSpPr>
                  <p:cNvPr id="134" name="Rectangle 69">
                    <a:extLst>
                      <a:ext uri="{FF2B5EF4-FFF2-40B4-BE49-F238E27FC236}">
                        <a16:creationId xmlns:a16="http://schemas.microsoft.com/office/drawing/2014/main" id="{D26BDEBC-07A4-485C-A9AA-4C3DFFD52ED9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197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200">
                      <a:solidFill>
                        <a:schemeClr val="tx1"/>
                      </a:solidFill>
                      <a:latin typeface="Calibri body"/>
                    </a:endParaRPr>
                  </a:p>
                </p:txBody>
              </p:sp>
              <p:sp>
                <p:nvSpPr>
                  <p:cNvPr id="135" name="Text Box 70">
                    <a:extLst>
                      <a:ext uri="{FF2B5EF4-FFF2-40B4-BE49-F238E27FC236}">
                        <a16:creationId xmlns:a16="http://schemas.microsoft.com/office/drawing/2014/main" id="{81D480EB-B8F4-4699-8D61-F53D17263E90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169" y="601"/>
                    <a:ext cx="544" cy="37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Ifetch</a:t>
                    </a:r>
                  </a:p>
                </p:txBody>
              </p:sp>
            </p:grpSp>
            <p:grpSp>
              <p:nvGrpSpPr>
                <p:cNvPr id="124" name="Group 71">
                  <a:extLst>
                    <a:ext uri="{FF2B5EF4-FFF2-40B4-BE49-F238E27FC236}">
                      <a16:creationId xmlns:a16="http://schemas.microsoft.com/office/drawing/2014/main" id="{9C2F9DB4-F0EF-471A-B01E-6D8331FBA92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88" y="1200"/>
                  <a:ext cx="1297" cy="441"/>
                  <a:chOff x="2112" y="528"/>
                  <a:chExt cx="2088" cy="681"/>
                </a:xfrm>
              </p:grpSpPr>
              <p:sp>
                <p:nvSpPr>
                  <p:cNvPr id="130" name="Rectangle 72">
                    <a:extLst>
                      <a:ext uri="{FF2B5EF4-FFF2-40B4-BE49-F238E27FC236}">
                        <a16:creationId xmlns:a16="http://schemas.microsoft.com/office/drawing/2014/main" id="{28A7C98A-7979-4AB3-BDD8-5642F160E4F5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784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131" name="Rectangle 73">
                    <a:extLst>
                      <a:ext uri="{FF2B5EF4-FFF2-40B4-BE49-F238E27FC236}">
                        <a16:creationId xmlns:a16="http://schemas.microsoft.com/office/drawing/2014/main" id="{222CA6E4-F345-456E-A228-2568B614F883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4128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132" name="Rectangle 74">
                    <a:extLst>
                      <a:ext uri="{FF2B5EF4-FFF2-40B4-BE49-F238E27FC236}">
                        <a16:creationId xmlns:a16="http://schemas.microsoft.com/office/drawing/2014/main" id="{9A114391-3C3A-4EF6-B5D6-3235B8AF7857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112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133" name="Rectangle 75">
                    <a:extLst>
                      <a:ext uri="{FF2B5EF4-FFF2-40B4-BE49-F238E27FC236}">
                        <a16:creationId xmlns:a16="http://schemas.microsoft.com/office/drawing/2014/main" id="{DDC0C9AB-1CE2-4FF7-B8A9-A92289BF91AF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456" y="532"/>
                    <a:ext cx="71" cy="672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</p:grpSp>
            <p:grpSp>
              <p:nvGrpSpPr>
                <p:cNvPr id="125" name="Group 76">
                  <a:extLst>
                    <a:ext uri="{FF2B5EF4-FFF2-40B4-BE49-F238E27FC236}">
                      <a16:creationId xmlns:a16="http://schemas.microsoft.com/office/drawing/2014/main" id="{AEB29B5C-4C1C-440A-834B-0E3ECD0D089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 flipH="1">
                  <a:off x="3658" y="1296"/>
                  <a:ext cx="223" cy="233"/>
                  <a:chOff x="1374" y="528"/>
                  <a:chExt cx="480" cy="432"/>
                </a:xfrm>
              </p:grpSpPr>
              <p:grpSp>
                <p:nvGrpSpPr>
                  <p:cNvPr id="126" name="Group 77">
                    <a:extLst>
                      <a:ext uri="{FF2B5EF4-FFF2-40B4-BE49-F238E27FC236}">
                        <a16:creationId xmlns:a16="http://schemas.microsoft.com/office/drawing/2014/main" id="{AA2E232D-7B84-4F29-B4C0-FDD4B35584AA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128" name="Rectangle 78">
                      <a:extLst>
                        <a:ext uri="{FF2B5EF4-FFF2-40B4-BE49-F238E27FC236}">
                          <a16:creationId xmlns:a16="http://schemas.microsoft.com/office/drawing/2014/main" id="{A66FB0C5-195F-4512-B812-EB7CE491CFAE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200">
                        <a:latin typeface="Calibri body"/>
                      </a:endParaRPr>
                    </a:p>
                  </p:txBody>
                </p:sp>
                <p:sp>
                  <p:nvSpPr>
                    <p:cNvPr id="129" name="Rectangle 79">
                      <a:extLst>
                        <a:ext uri="{FF2B5EF4-FFF2-40B4-BE49-F238E27FC236}">
                          <a16:creationId xmlns:a16="http://schemas.microsoft.com/office/drawing/2014/main" id="{4682705E-A119-4C29-8D4E-9F65A8637D33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200">
                        <a:solidFill>
                          <a:schemeClr val="tx1"/>
                        </a:solidFill>
                        <a:latin typeface="Calibri body"/>
                      </a:endParaRPr>
                    </a:p>
                  </p:txBody>
                </p:sp>
              </p:grpSp>
              <p:sp>
                <p:nvSpPr>
                  <p:cNvPr id="127" name="Text Box 80">
                    <a:extLst>
                      <a:ext uri="{FF2B5EF4-FFF2-40B4-BE49-F238E27FC236}">
                        <a16:creationId xmlns:a16="http://schemas.microsoft.com/office/drawing/2014/main" id="{0973B137-A3CC-456B-A42F-137E9CE0D73B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414" y="550"/>
                    <a:ext cx="417" cy="3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Reg</a:t>
                    </a:r>
                  </a:p>
                </p:txBody>
              </p:sp>
            </p:grpSp>
          </p:grpSp>
          <p:grpSp>
            <p:nvGrpSpPr>
              <p:cNvPr id="11" name="Group 81">
                <a:extLst>
                  <a:ext uri="{FF2B5EF4-FFF2-40B4-BE49-F238E27FC236}">
                    <a16:creationId xmlns:a16="http://schemas.microsoft.com/office/drawing/2014/main" id="{18CF7DCE-B408-40AB-B88D-D7E987C52A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81" y="1200"/>
                <a:ext cx="1896" cy="441"/>
                <a:chOff x="1981" y="1200"/>
                <a:chExt cx="1896" cy="441"/>
              </a:xfrm>
            </p:grpSpPr>
            <p:grpSp>
              <p:nvGrpSpPr>
                <p:cNvPr id="80" name="Group 82">
                  <a:extLst>
                    <a:ext uri="{FF2B5EF4-FFF2-40B4-BE49-F238E27FC236}">
                      <a16:creationId xmlns:a16="http://schemas.microsoft.com/office/drawing/2014/main" id="{E731B8BB-45DE-4266-BF4B-AA4E85440EA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430" y="1304"/>
                  <a:ext cx="222" cy="233"/>
                  <a:chOff x="1374" y="528"/>
                  <a:chExt cx="480" cy="432"/>
                </a:xfrm>
              </p:grpSpPr>
              <p:grpSp>
                <p:nvGrpSpPr>
                  <p:cNvPr id="109" name="Group 83">
                    <a:extLst>
                      <a:ext uri="{FF2B5EF4-FFF2-40B4-BE49-F238E27FC236}">
                        <a16:creationId xmlns:a16="http://schemas.microsoft.com/office/drawing/2014/main" id="{1E462EED-09E1-49FB-8BD8-EB311AFE77B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111" name="Rectangle 84">
                      <a:extLst>
                        <a:ext uri="{FF2B5EF4-FFF2-40B4-BE49-F238E27FC236}">
                          <a16:creationId xmlns:a16="http://schemas.microsoft.com/office/drawing/2014/main" id="{D28E83AE-0A00-4103-A251-6B28854EA312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200">
                        <a:latin typeface="Calibri body"/>
                      </a:endParaRPr>
                    </a:p>
                  </p:txBody>
                </p:sp>
                <p:sp>
                  <p:nvSpPr>
                    <p:cNvPr id="112" name="Rectangle 85">
                      <a:extLst>
                        <a:ext uri="{FF2B5EF4-FFF2-40B4-BE49-F238E27FC236}">
                          <a16:creationId xmlns:a16="http://schemas.microsoft.com/office/drawing/2014/main" id="{30CC9D7C-DEFF-4E12-B5B8-EBF00A9BB255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200">
                        <a:solidFill>
                          <a:schemeClr val="tx1"/>
                        </a:solidFill>
                        <a:latin typeface="Calibri body"/>
                      </a:endParaRPr>
                    </a:p>
                  </p:txBody>
                </p:sp>
              </p:grpSp>
              <p:sp>
                <p:nvSpPr>
                  <p:cNvPr id="110" name="Text Box 86">
                    <a:extLst>
                      <a:ext uri="{FF2B5EF4-FFF2-40B4-BE49-F238E27FC236}">
                        <a16:creationId xmlns:a16="http://schemas.microsoft.com/office/drawing/2014/main" id="{81B953C9-815B-4D25-B8FE-4E0EC83C54C1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406" y="550"/>
                    <a:ext cx="419" cy="3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Reg</a:t>
                    </a:r>
                  </a:p>
                </p:txBody>
              </p:sp>
            </p:grpSp>
            <p:sp>
              <p:nvSpPr>
                <p:cNvPr id="81" name="Line 87">
                  <a:extLst>
                    <a:ext uri="{FF2B5EF4-FFF2-40B4-BE49-F238E27FC236}">
                      <a16:creationId xmlns:a16="http://schemas.microsoft.com/office/drawing/2014/main" id="{61D8C442-D9A2-483C-B86A-1F8543DB49DB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351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82" name="Line 88">
                  <a:extLst>
                    <a:ext uri="{FF2B5EF4-FFF2-40B4-BE49-F238E27FC236}">
                      <a16:creationId xmlns:a16="http://schemas.microsoft.com/office/drawing/2014/main" id="{6656FAF9-248F-4C64-9AC2-17915D08387C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490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grpSp>
              <p:nvGrpSpPr>
                <p:cNvPr id="83" name="Group 89">
                  <a:extLst>
                    <a:ext uri="{FF2B5EF4-FFF2-40B4-BE49-F238E27FC236}">
                      <a16:creationId xmlns:a16="http://schemas.microsoft.com/office/drawing/2014/main" id="{0AF5DDC7-7710-4BF6-AD27-C085F335E07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848" y="1235"/>
                  <a:ext cx="199" cy="371"/>
                  <a:chOff x="2991" y="411"/>
                  <a:chExt cx="359" cy="768"/>
                </a:xfrm>
              </p:grpSpPr>
              <p:sp>
                <p:nvSpPr>
                  <p:cNvPr id="105" name="AutoShape 90">
                    <a:extLst>
                      <a:ext uri="{FF2B5EF4-FFF2-40B4-BE49-F238E27FC236}">
                        <a16:creationId xmlns:a16="http://schemas.microsoft.com/office/drawing/2014/main" id="{0AFC6FFF-68CB-467E-AC91-A5C3C4520EA4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-5400000">
                    <a:off x="2798" y="626"/>
                    <a:ext cx="768" cy="337"/>
                  </a:xfrm>
                  <a:custGeom>
                    <a:avLst/>
                    <a:gdLst>
                      <a:gd name="T0" fmla="*/ 24 w 21600"/>
                      <a:gd name="T1" fmla="*/ 3 h 21600"/>
                      <a:gd name="T2" fmla="*/ 14 w 21600"/>
                      <a:gd name="T3" fmla="*/ 5 h 21600"/>
                      <a:gd name="T4" fmla="*/ 3 w 21600"/>
                      <a:gd name="T5" fmla="*/ 3 h 21600"/>
                      <a:gd name="T6" fmla="*/ 14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0 w 21600"/>
                      <a:gd name="T13" fmla="*/ 4487 h 21600"/>
                      <a:gd name="T14" fmla="*/ 17100 w 21600"/>
                      <a:gd name="T15" fmla="*/ 17113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eaVert"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106" name="AutoShape 91">
                    <a:extLst>
                      <a:ext uri="{FF2B5EF4-FFF2-40B4-BE49-F238E27FC236}">
                        <a16:creationId xmlns:a16="http://schemas.microsoft.com/office/drawing/2014/main" id="{EA786542-5937-4004-BBF6-056AAFBA1F6A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5400000">
                    <a:off x="2957" y="705"/>
                    <a:ext cx="248" cy="180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107" name="Freeform 92">
                    <a:extLst>
                      <a:ext uri="{FF2B5EF4-FFF2-40B4-BE49-F238E27FC236}">
                        <a16:creationId xmlns:a16="http://schemas.microsoft.com/office/drawing/2014/main" id="{5F59854E-6783-46CA-8B58-167B888A97D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2974" y="725"/>
                    <a:ext cx="218" cy="139"/>
                  </a:xfrm>
                  <a:custGeom>
                    <a:avLst/>
                    <a:gdLst>
                      <a:gd name="T0" fmla="*/ 0 w 384"/>
                      <a:gd name="T1" fmla="*/ 67 h 288"/>
                      <a:gd name="T2" fmla="*/ 62 w 384"/>
                      <a:gd name="T3" fmla="*/ 0 h 288"/>
                      <a:gd name="T4" fmla="*/ 124 w 384"/>
                      <a:gd name="T5" fmla="*/ 67 h 28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84" h="288">
                        <a:moveTo>
                          <a:pt x="0" y="288"/>
                        </a:moveTo>
                        <a:lnTo>
                          <a:pt x="192" y="0"/>
                        </a:lnTo>
                        <a:lnTo>
                          <a:pt x="384" y="288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108" name="Text Box 93">
                    <a:extLst>
                      <a:ext uri="{FF2B5EF4-FFF2-40B4-BE49-F238E27FC236}">
                        <a16:creationId xmlns:a16="http://schemas.microsoft.com/office/drawing/2014/main" id="{C9F165F1-B837-4DED-843D-3FD0CF16E071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 rot="16200000">
                    <a:off x="2936" y="637"/>
                    <a:ext cx="59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ALU</a:t>
                    </a:r>
                  </a:p>
                </p:txBody>
              </p:sp>
            </p:grpSp>
            <p:sp>
              <p:nvSpPr>
                <p:cNvPr id="84" name="Line 94">
                  <a:extLst>
                    <a:ext uri="{FF2B5EF4-FFF2-40B4-BE49-F238E27FC236}">
                      <a16:creationId xmlns:a16="http://schemas.microsoft.com/office/drawing/2014/main" id="{7AFF785B-244E-4E08-A534-B1F1187A2386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052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85" name="Line 95">
                  <a:extLst>
                    <a:ext uri="{FF2B5EF4-FFF2-40B4-BE49-F238E27FC236}">
                      <a16:creationId xmlns:a16="http://schemas.microsoft.com/office/drawing/2014/main" id="{0CAE4EB5-5DC3-4FB6-8FF0-AC0EF88820F3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475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grpSp>
              <p:nvGrpSpPr>
                <p:cNvPr id="86" name="Group 96">
                  <a:extLst>
                    <a:ext uri="{FF2B5EF4-FFF2-40B4-BE49-F238E27FC236}">
                      <a16:creationId xmlns:a16="http://schemas.microsoft.com/office/drawing/2014/main" id="{73B6481B-36F8-408D-B5B4-54B4FF7A897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202" y="1305"/>
                  <a:ext cx="286" cy="232"/>
                  <a:chOff x="3842" y="576"/>
                  <a:chExt cx="619" cy="480"/>
                </a:xfrm>
              </p:grpSpPr>
              <p:sp>
                <p:nvSpPr>
                  <p:cNvPr id="103" name="Rectangle 97">
                    <a:extLst>
                      <a:ext uri="{FF2B5EF4-FFF2-40B4-BE49-F238E27FC236}">
                        <a16:creationId xmlns:a16="http://schemas.microsoft.com/office/drawing/2014/main" id="{921E67D1-75E7-48B1-ABF0-A2AE33ECB56F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915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200">
                      <a:solidFill>
                        <a:schemeClr val="tx1"/>
                      </a:solidFill>
                      <a:latin typeface="Calibri body"/>
                    </a:endParaRPr>
                  </a:p>
                </p:txBody>
              </p:sp>
              <p:sp>
                <p:nvSpPr>
                  <p:cNvPr id="104" name="Text Box 98">
                    <a:extLst>
                      <a:ext uri="{FF2B5EF4-FFF2-40B4-BE49-F238E27FC236}">
                        <a16:creationId xmlns:a16="http://schemas.microsoft.com/office/drawing/2014/main" id="{7269462D-867A-44FD-A606-1D1439F09DCC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3842" y="601"/>
                    <a:ext cx="619" cy="37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DMem</a:t>
                    </a:r>
                  </a:p>
                </p:txBody>
              </p:sp>
            </p:grpSp>
            <p:sp>
              <p:nvSpPr>
                <p:cNvPr id="87" name="Freeform 99">
                  <a:extLst>
                    <a:ext uri="{FF2B5EF4-FFF2-40B4-BE49-F238E27FC236}">
                      <a16:creationId xmlns:a16="http://schemas.microsoft.com/office/drawing/2014/main" id="{0006BD5C-DEBD-4C93-BB9F-49EA92ED063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08" y="1421"/>
                  <a:ext cx="332" cy="185"/>
                </a:xfrm>
                <a:custGeom>
                  <a:avLst/>
                  <a:gdLst>
                    <a:gd name="T0" fmla="*/ 0 w 816"/>
                    <a:gd name="T1" fmla="*/ 0 h 384"/>
                    <a:gd name="T2" fmla="*/ 0 w 816"/>
                    <a:gd name="T3" fmla="*/ 89 h 384"/>
                    <a:gd name="T4" fmla="*/ 119 w 816"/>
                    <a:gd name="T5" fmla="*/ 89 h 384"/>
                    <a:gd name="T6" fmla="*/ 119 w 816"/>
                    <a:gd name="T7" fmla="*/ 33 h 384"/>
                    <a:gd name="T8" fmla="*/ 135 w 816"/>
                    <a:gd name="T9" fmla="*/ 33 h 3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816" h="384">
                      <a:moveTo>
                        <a:pt x="0" y="0"/>
                      </a:moveTo>
                      <a:lnTo>
                        <a:pt x="0" y="384"/>
                      </a:lnTo>
                      <a:lnTo>
                        <a:pt x="720" y="384"/>
                      </a:lnTo>
                      <a:lnTo>
                        <a:pt x="720" y="144"/>
                      </a:lnTo>
                      <a:lnTo>
                        <a:pt x="816" y="144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88" name="Line 100">
                  <a:extLst>
                    <a:ext uri="{FF2B5EF4-FFF2-40B4-BE49-F238E27FC236}">
                      <a16:creationId xmlns:a16="http://schemas.microsoft.com/office/drawing/2014/main" id="{4A60EF5B-966E-457D-9525-ECFF32DB9BF3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99" y="1491"/>
                  <a:ext cx="23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89" name="Line 101">
                  <a:extLst>
                    <a:ext uri="{FF2B5EF4-FFF2-40B4-BE49-F238E27FC236}">
                      <a16:creationId xmlns:a16="http://schemas.microsoft.com/office/drawing/2014/main" id="{45CAB440-0101-435B-8399-C1B6D95A019D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69" y="1351"/>
                  <a:ext cx="25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grpSp>
              <p:nvGrpSpPr>
                <p:cNvPr id="90" name="Group 102">
                  <a:extLst>
                    <a:ext uri="{FF2B5EF4-FFF2-40B4-BE49-F238E27FC236}">
                      <a16:creationId xmlns:a16="http://schemas.microsoft.com/office/drawing/2014/main" id="{B38665E1-6E61-478C-91E5-32A5869BAA7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981" y="1305"/>
                  <a:ext cx="252" cy="232"/>
                  <a:chOff x="1166" y="576"/>
                  <a:chExt cx="545" cy="480"/>
                </a:xfrm>
              </p:grpSpPr>
              <p:sp>
                <p:nvSpPr>
                  <p:cNvPr id="101" name="Rectangle 103">
                    <a:extLst>
                      <a:ext uri="{FF2B5EF4-FFF2-40B4-BE49-F238E27FC236}">
                        <a16:creationId xmlns:a16="http://schemas.microsoft.com/office/drawing/2014/main" id="{A9829C39-F87D-4029-94C9-8CF43C88ECE7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197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200">
                      <a:solidFill>
                        <a:schemeClr val="tx1"/>
                      </a:solidFill>
                      <a:latin typeface="Calibri body"/>
                    </a:endParaRPr>
                  </a:p>
                </p:txBody>
              </p:sp>
              <p:sp>
                <p:nvSpPr>
                  <p:cNvPr id="102" name="Text Box 104">
                    <a:extLst>
                      <a:ext uri="{FF2B5EF4-FFF2-40B4-BE49-F238E27FC236}">
                        <a16:creationId xmlns:a16="http://schemas.microsoft.com/office/drawing/2014/main" id="{79AB4CD4-38BA-4A8F-B700-08FAB5543DE8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166" y="601"/>
                    <a:ext cx="545" cy="37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Ifetch</a:t>
                    </a:r>
                  </a:p>
                </p:txBody>
              </p:sp>
            </p:grpSp>
            <p:grpSp>
              <p:nvGrpSpPr>
                <p:cNvPr id="91" name="Group 105">
                  <a:extLst>
                    <a:ext uri="{FF2B5EF4-FFF2-40B4-BE49-F238E27FC236}">
                      <a16:creationId xmlns:a16="http://schemas.microsoft.com/office/drawing/2014/main" id="{9230DCDD-4C54-42CE-88E9-A563F1C2CCC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88" y="1200"/>
                  <a:ext cx="1297" cy="441"/>
                  <a:chOff x="2112" y="528"/>
                  <a:chExt cx="2088" cy="681"/>
                </a:xfrm>
              </p:grpSpPr>
              <p:sp>
                <p:nvSpPr>
                  <p:cNvPr id="97" name="Rectangle 106">
                    <a:extLst>
                      <a:ext uri="{FF2B5EF4-FFF2-40B4-BE49-F238E27FC236}">
                        <a16:creationId xmlns:a16="http://schemas.microsoft.com/office/drawing/2014/main" id="{1B74CE88-0FEA-4769-A81A-FE740199D0E0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784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98" name="Rectangle 107">
                    <a:extLst>
                      <a:ext uri="{FF2B5EF4-FFF2-40B4-BE49-F238E27FC236}">
                        <a16:creationId xmlns:a16="http://schemas.microsoft.com/office/drawing/2014/main" id="{2CB041A5-FE8C-43F5-9980-283F5BE10E33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4128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99" name="Rectangle 108">
                    <a:extLst>
                      <a:ext uri="{FF2B5EF4-FFF2-40B4-BE49-F238E27FC236}">
                        <a16:creationId xmlns:a16="http://schemas.microsoft.com/office/drawing/2014/main" id="{E85C919E-7F2B-4CC7-9CF2-E7076A540FDA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112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100" name="Rectangle 109">
                    <a:extLst>
                      <a:ext uri="{FF2B5EF4-FFF2-40B4-BE49-F238E27FC236}">
                        <a16:creationId xmlns:a16="http://schemas.microsoft.com/office/drawing/2014/main" id="{4A376C62-D197-448B-AE70-DDA37E6EE968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456" y="532"/>
                    <a:ext cx="71" cy="672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</p:grpSp>
            <p:grpSp>
              <p:nvGrpSpPr>
                <p:cNvPr id="92" name="Group 110">
                  <a:extLst>
                    <a:ext uri="{FF2B5EF4-FFF2-40B4-BE49-F238E27FC236}">
                      <a16:creationId xmlns:a16="http://schemas.microsoft.com/office/drawing/2014/main" id="{B4947798-9D2B-4253-A9B5-04CD023BE6D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 flipH="1">
                  <a:off x="3654" y="1296"/>
                  <a:ext cx="223" cy="233"/>
                  <a:chOff x="1374" y="528"/>
                  <a:chExt cx="480" cy="432"/>
                </a:xfrm>
              </p:grpSpPr>
              <p:grpSp>
                <p:nvGrpSpPr>
                  <p:cNvPr id="93" name="Group 111">
                    <a:extLst>
                      <a:ext uri="{FF2B5EF4-FFF2-40B4-BE49-F238E27FC236}">
                        <a16:creationId xmlns:a16="http://schemas.microsoft.com/office/drawing/2014/main" id="{47B131E9-903D-4690-B01A-BD8E497192A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95" name="Rectangle 112">
                      <a:extLst>
                        <a:ext uri="{FF2B5EF4-FFF2-40B4-BE49-F238E27FC236}">
                          <a16:creationId xmlns:a16="http://schemas.microsoft.com/office/drawing/2014/main" id="{FAE566C3-905B-4FE5-AEBD-EDAC349772A3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200">
                        <a:latin typeface="Calibri body"/>
                      </a:endParaRPr>
                    </a:p>
                  </p:txBody>
                </p:sp>
                <p:sp>
                  <p:nvSpPr>
                    <p:cNvPr id="96" name="Rectangle 113">
                      <a:extLst>
                        <a:ext uri="{FF2B5EF4-FFF2-40B4-BE49-F238E27FC236}">
                          <a16:creationId xmlns:a16="http://schemas.microsoft.com/office/drawing/2014/main" id="{8BFF9F8E-FF34-4A21-92A8-324964555513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200">
                        <a:solidFill>
                          <a:schemeClr val="tx1"/>
                        </a:solidFill>
                        <a:latin typeface="Calibri body"/>
                      </a:endParaRPr>
                    </a:p>
                  </p:txBody>
                </p:sp>
              </p:grpSp>
              <p:sp>
                <p:nvSpPr>
                  <p:cNvPr id="94" name="Text Box 114">
                    <a:extLst>
                      <a:ext uri="{FF2B5EF4-FFF2-40B4-BE49-F238E27FC236}">
                        <a16:creationId xmlns:a16="http://schemas.microsoft.com/office/drawing/2014/main" id="{D97FC9A0-79A0-451A-A190-00E85867F0B3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410" y="550"/>
                    <a:ext cx="417" cy="3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Reg</a:t>
                    </a:r>
                  </a:p>
                </p:txBody>
              </p:sp>
            </p:grpSp>
          </p:grpSp>
          <p:grpSp>
            <p:nvGrpSpPr>
              <p:cNvPr id="12" name="Group 115">
                <a:extLst>
                  <a:ext uri="{FF2B5EF4-FFF2-40B4-BE49-F238E27FC236}">
                    <a16:creationId xmlns:a16="http://schemas.microsoft.com/office/drawing/2014/main" id="{B3C30AFA-638F-453A-9588-9CFFE52FEB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35" y="2784"/>
                <a:ext cx="1895" cy="441"/>
                <a:chOff x="1982" y="1200"/>
                <a:chExt cx="1895" cy="441"/>
              </a:xfrm>
            </p:grpSpPr>
            <p:grpSp>
              <p:nvGrpSpPr>
                <p:cNvPr id="47" name="Group 116">
                  <a:extLst>
                    <a:ext uri="{FF2B5EF4-FFF2-40B4-BE49-F238E27FC236}">
                      <a16:creationId xmlns:a16="http://schemas.microsoft.com/office/drawing/2014/main" id="{B9F28158-889A-46DA-9E8F-36002A65F5A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430" y="1304"/>
                  <a:ext cx="222" cy="233"/>
                  <a:chOff x="1374" y="528"/>
                  <a:chExt cx="480" cy="432"/>
                </a:xfrm>
              </p:grpSpPr>
              <p:grpSp>
                <p:nvGrpSpPr>
                  <p:cNvPr id="76" name="Group 117">
                    <a:extLst>
                      <a:ext uri="{FF2B5EF4-FFF2-40B4-BE49-F238E27FC236}">
                        <a16:creationId xmlns:a16="http://schemas.microsoft.com/office/drawing/2014/main" id="{E73C85DD-B790-44A6-AEE1-2DF4A8CC6BD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78" name="Rectangle 118">
                      <a:extLst>
                        <a:ext uri="{FF2B5EF4-FFF2-40B4-BE49-F238E27FC236}">
                          <a16:creationId xmlns:a16="http://schemas.microsoft.com/office/drawing/2014/main" id="{6DF9BBBC-58D7-4C3D-8017-686BA2D90422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200">
                        <a:latin typeface="Calibri body"/>
                      </a:endParaRPr>
                    </a:p>
                  </p:txBody>
                </p:sp>
                <p:sp>
                  <p:nvSpPr>
                    <p:cNvPr id="79" name="Rectangle 119">
                      <a:extLst>
                        <a:ext uri="{FF2B5EF4-FFF2-40B4-BE49-F238E27FC236}">
                          <a16:creationId xmlns:a16="http://schemas.microsoft.com/office/drawing/2014/main" id="{B67AD36D-04AA-4EC7-950D-E7FB6F07C488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200">
                        <a:solidFill>
                          <a:schemeClr val="tx1"/>
                        </a:solidFill>
                        <a:latin typeface="Calibri body"/>
                      </a:endParaRPr>
                    </a:p>
                  </p:txBody>
                </p:sp>
              </p:grpSp>
              <p:sp>
                <p:nvSpPr>
                  <p:cNvPr id="77" name="Text Box 120">
                    <a:extLst>
                      <a:ext uri="{FF2B5EF4-FFF2-40B4-BE49-F238E27FC236}">
                        <a16:creationId xmlns:a16="http://schemas.microsoft.com/office/drawing/2014/main" id="{41E2C21E-53D5-4588-AD03-1E05143A1D52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402" y="550"/>
                    <a:ext cx="419" cy="3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Reg</a:t>
                    </a:r>
                  </a:p>
                </p:txBody>
              </p:sp>
            </p:grpSp>
            <p:sp>
              <p:nvSpPr>
                <p:cNvPr id="48" name="Line 121">
                  <a:extLst>
                    <a:ext uri="{FF2B5EF4-FFF2-40B4-BE49-F238E27FC236}">
                      <a16:creationId xmlns:a16="http://schemas.microsoft.com/office/drawing/2014/main" id="{3716B856-4E17-49A8-9EBC-DE719AEC2222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351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49" name="Line 122">
                  <a:extLst>
                    <a:ext uri="{FF2B5EF4-FFF2-40B4-BE49-F238E27FC236}">
                      <a16:creationId xmlns:a16="http://schemas.microsoft.com/office/drawing/2014/main" id="{AAF4797F-A46C-4F5D-B3B9-E01246F2C09C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490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grpSp>
              <p:nvGrpSpPr>
                <p:cNvPr id="50" name="Group 123">
                  <a:extLst>
                    <a:ext uri="{FF2B5EF4-FFF2-40B4-BE49-F238E27FC236}">
                      <a16:creationId xmlns:a16="http://schemas.microsoft.com/office/drawing/2014/main" id="{1EEA4013-5A3A-4B91-92CA-7E964A5FE50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848" y="1235"/>
                  <a:ext cx="199" cy="371"/>
                  <a:chOff x="2991" y="411"/>
                  <a:chExt cx="359" cy="768"/>
                </a:xfrm>
              </p:grpSpPr>
              <p:sp>
                <p:nvSpPr>
                  <p:cNvPr id="72" name="AutoShape 124">
                    <a:extLst>
                      <a:ext uri="{FF2B5EF4-FFF2-40B4-BE49-F238E27FC236}">
                        <a16:creationId xmlns:a16="http://schemas.microsoft.com/office/drawing/2014/main" id="{12AA199A-AF09-4B80-A4B3-8A77ACB3A0D0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-5400000">
                    <a:off x="2798" y="626"/>
                    <a:ext cx="768" cy="337"/>
                  </a:xfrm>
                  <a:custGeom>
                    <a:avLst/>
                    <a:gdLst>
                      <a:gd name="T0" fmla="*/ 24 w 21600"/>
                      <a:gd name="T1" fmla="*/ 3 h 21600"/>
                      <a:gd name="T2" fmla="*/ 14 w 21600"/>
                      <a:gd name="T3" fmla="*/ 5 h 21600"/>
                      <a:gd name="T4" fmla="*/ 3 w 21600"/>
                      <a:gd name="T5" fmla="*/ 3 h 21600"/>
                      <a:gd name="T6" fmla="*/ 14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0 w 21600"/>
                      <a:gd name="T13" fmla="*/ 4487 h 21600"/>
                      <a:gd name="T14" fmla="*/ 17100 w 21600"/>
                      <a:gd name="T15" fmla="*/ 17113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eaVert"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73" name="AutoShape 125">
                    <a:extLst>
                      <a:ext uri="{FF2B5EF4-FFF2-40B4-BE49-F238E27FC236}">
                        <a16:creationId xmlns:a16="http://schemas.microsoft.com/office/drawing/2014/main" id="{82A36A00-6CAB-4D92-AC68-FD1E34DD90DC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5400000">
                    <a:off x="2957" y="705"/>
                    <a:ext cx="248" cy="180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74" name="Freeform 126">
                    <a:extLst>
                      <a:ext uri="{FF2B5EF4-FFF2-40B4-BE49-F238E27FC236}">
                        <a16:creationId xmlns:a16="http://schemas.microsoft.com/office/drawing/2014/main" id="{7745646D-9329-444C-B5BD-E3AC4AEF9A4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2974" y="725"/>
                    <a:ext cx="218" cy="139"/>
                  </a:xfrm>
                  <a:custGeom>
                    <a:avLst/>
                    <a:gdLst>
                      <a:gd name="T0" fmla="*/ 0 w 384"/>
                      <a:gd name="T1" fmla="*/ 67 h 288"/>
                      <a:gd name="T2" fmla="*/ 62 w 384"/>
                      <a:gd name="T3" fmla="*/ 0 h 288"/>
                      <a:gd name="T4" fmla="*/ 124 w 384"/>
                      <a:gd name="T5" fmla="*/ 67 h 28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84" h="288">
                        <a:moveTo>
                          <a:pt x="0" y="288"/>
                        </a:moveTo>
                        <a:lnTo>
                          <a:pt x="192" y="0"/>
                        </a:lnTo>
                        <a:lnTo>
                          <a:pt x="384" y="288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75" name="Text Box 127">
                    <a:extLst>
                      <a:ext uri="{FF2B5EF4-FFF2-40B4-BE49-F238E27FC236}">
                        <a16:creationId xmlns:a16="http://schemas.microsoft.com/office/drawing/2014/main" id="{FABFDACA-986A-4380-BDC1-4C7473AE6EB3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 rot="16200000">
                    <a:off x="2936" y="637"/>
                    <a:ext cx="59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ALU</a:t>
                    </a:r>
                  </a:p>
                </p:txBody>
              </p:sp>
            </p:grpSp>
            <p:sp>
              <p:nvSpPr>
                <p:cNvPr id="51" name="Line 128">
                  <a:extLst>
                    <a:ext uri="{FF2B5EF4-FFF2-40B4-BE49-F238E27FC236}">
                      <a16:creationId xmlns:a16="http://schemas.microsoft.com/office/drawing/2014/main" id="{DB5560ED-26A0-405B-A841-F6FE2FE22CB3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052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52" name="Line 129">
                  <a:extLst>
                    <a:ext uri="{FF2B5EF4-FFF2-40B4-BE49-F238E27FC236}">
                      <a16:creationId xmlns:a16="http://schemas.microsoft.com/office/drawing/2014/main" id="{2DF29D37-0B28-4AD0-8B49-E3477778CF93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475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grpSp>
              <p:nvGrpSpPr>
                <p:cNvPr id="53" name="Group 130">
                  <a:extLst>
                    <a:ext uri="{FF2B5EF4-FFF2-40B4-BE49-F238E27FC236}">
                      <a16:creationId xmlns:a16="http://schemas.microsoft.com/office/drawing/2014/main" id="{963B5493-0B04-414D-B0FD-D6B9336A191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202" y="1305"/>
                  <a:ext cx="286" cy="232"/>
                  <a:chOff x="3842" y="576"/>
                  <a:chExt cx="619" cy="480"/>
                </a:xfrm>
              </p:grpSpPr>
              <p:sp>
                <p:nvSpPr>
                  <p:cNvPr id="70" name="Rectangle 131">
                    <a:extLst>
                      <a:ext uri="{FF2B5EF4-FFF2-40B4-BE49-F238E27FC236}">
                        <a16:creationId xmlns:a16="http://schemas.microsoft.com/office/drawing/2014/main" id="{4F402C51-3231-4674-A2CF-9025AC279500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915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200">
                      <a:solidFill>
                        <a:schemeClr val="tx1"/>
                      </a:solidFill>
                      <a:latin typeface="Calibri body"/>
                    </a:endParaRPr>
                  </a:p>
                </p:txBody>
              </p:sp>
              <p:sp>
                <p:nvSpPr>
                  <p:cNvPr id="71" name="Text Box 132">
                    <a:extLst>
                      <a:ext uri="{FF2B5EF4-FFF2-40B4-BE49-F238E27FC236}">
                        <a16:creationId xmlns:a16="http://schemas.microsoft.com/office/drawing/2014/main" id="{B3437ECA-6648-4F95-B67A-A3E69FB4B048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3842" y="601"/>
                    <a:ext cx="619" cy="37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DMem</a:t>
                    </a:r>
                  </a:p>
                </p:txBody>
              </p:sp>
            </p:grpSp>
            <p:sp>
              <p:nvSpPr>
                <p:cNvPr id="54" name="Freeform 133">
                  <a:extLst>
                    <a:ext uri="{FF2B5EF4-FFF2-40B4-BE49-F238E27FC236}">
                      <a16:creationId xmlns:a16="http://schemas.microsoft.com/office/drawing/2014/main" id="{792ADB77-BE74-43BF-AEED-0BEB83780F3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08" y="1421"/>
                  <a:ext cx="332" cy="185"/>
                </a:xfrm>
                <a:custGeom>
                  <a:avLst/>
                  <a:gdLst>
                    <a:gd name="T0" fmla="*/ 0 w 816"/>
                    <a:gd name="T1" fmla="*/ 0 h 384"/>
                    <a:gd name="T2" fmla="*/ 0 w 816"/>
                    <a:gd name="T3" fmla="*/ 89 h 384"/>
                    <a:gd name="T4" fmla="*/ 119 w 816"/>
                    <a:gd name="T5" fmla="*/ 89 h 384"/>
                    <a:gd name="T6" fmla="*/ 119 w 816"/>
                    <a:gd name="T7" fmla="*/ 33 h 384"/>
                    <a:gd name="T8" fmla="*/ 135 w 816"/>
                    <a:gd name="T9" fmla="*/ 33 h 3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816" h="384">
                      <a:moveTo>
                        <a:pt x="0" y="0"/>
                      </a:moveTo>
                      <a:lnTo>
                        <a:pt x="0" y="384"/>
                      </a:lnTo>
                      <a:lnTo>
                        <a:pt x="720" y="384"/>
                      </a:lnTo>
                      <a:lnTo>
                        <a:pt x="720" y="144"/>
                      </a:lnTo>
                      <a:lnTo>
                        <a:pt x="816" y="144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55" name="Line 134">
                  <a:extLst>
                    <a:ext uri="{FF2B5EF4-FFF2-40B4-BE49-F238E27FC236}">
                      <a16:creationId xmlns:a16="http://schemas.microsoft.com/office/drawing/2014/main" id="{81C7112D-C79A-4D0C-ACAF-74C4CFC265FA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99" y="1491"/>
                  <a:ext cx="23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56" name="Line 135">
                  <a:extLst>
                    <a:ext uri="{FF2B5EF4-FFF2-40B4-BE49-F238E27FC236}">
                      <a16:creationId xmlns:a16="http://schemas.microsoft.com/office/drawing/2014/main" id="{AF4F3BEE-54E0-427E-B8A8-A3336C7F898F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69" y="1351"/>
                  <a:ext cx="25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grpSp>
              <p:nvGrpSpPr>
                <p:cNvPr id="57" name="Group 136">
                  <a:extLst>
                    <a:ext uri="{FF2B5EF4-FFF2-40B4-BE49-F238E27FC236}">
                      <a16:creationId xmlns:a16="http://schemas.microsoft.com/office/drawing/2014/main" id="{AEABE973-776D-41D2-A5D5-879DA4F8E9B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982" y="1305"/>
                  <a:ext cx="252" cy="232"/>
                  <a:chOff x="1169" y="576"/>
                  <a:chExt cx="544" cy="480"/>
                </a:xfrm>
              </p:grpSpPr>
              <p:sp>
                <p:nvSpPr>
                  <p:cNvPr id="68" name="Rectangle 137">
                    <a:extLst>
                      <a:ext uri="{FF2B5EF4-FFF2-40B4-BE49-F238E27FC236}">
                        <a16:creationId xmlns:a16="http://schemas.microsoft.com/office/drawing/2014/main" id="{E8450121-7E43-441B-90F4-6FB15FFDEA65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197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200">
                      <a:solidFill>
                        <a:schemeClr val="tx1"/>
                      </a:solidFill>
                      <a:latin typeface="Calibri body"/>
                    </a:endParaRPr>
                  </a:p>
                </p:txBody>
              </p:sp>
              <p:sp>
                <p:nvSpPr>
                  <p:cNvPr id="69" name="Text Box 138">
                    <a:extLst>
                      <a:ext uri="{FF2B5EF4-FFF2-40B4-BE49-F238E27FC236}">
                        <a16:creationId xmlns:a16="http://schemas.microsoft.com/office/drawing/2014/main" id="{29E41EE4-9C00-483A-B00D-E11BFFA14BB1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169" y="601"/>
                    <a:ext cx="544" cy="37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Ifetch</a:t>
                    </a:r>
                  </a:p>
                </p:txBody>
              </p:sp>
            </p:grpSp>
            <p:grpSp>
              <p:nvGrpSpPr>
                <p:cNvPr id="58" name="Group 139">
                  <a:extLst>
                    <a:ext uri="{FF2B5EF4-FFF2-40B4-BE49-F238E27FC236}">
                      <a16:creationId xmlns:a16="http://schemas.microsoft.com/office/drawing/2014/main" id="{C7644ACC-6BAC-42A3-9A53-3452B956AD0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88" y="1200"/>
                  <a:ext cx="1297" cy="441"/>
                  <a:chOff x="2112" y="528"/>
                  <a:chExt cx="2088" cy="681"/>
                </a:xfrm>
              </p:grpSpPr>
              <p:sp>
                <p:nvSpPr>
                  <p:cNvPr id="64" name="Rectangle 140">
                    <a:extLst>
                      <a:ext uri="{FF2B5EF4-FFF2-40B4-BE49-F238E27FC236}">
                        <a16:creationId xmlns:a16="http://schemas.microsoft.com/office/drawing/2014/main" id="{BB44F0DD-13F1-4A65-A769-3D212FA848C7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784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65" name="Rectangle 141">
                    <a:extLst>
                      <a:ext uri="{FF2B5EF4-FFF2-40B4-BE49-F238E27FC236}">
                        <a16:creationId xmlns:a16="http://schemas.microsoft.com/office/drawing/2014/main" id="{E2A8A3E4-E153-4297-A965-B1BE0C8E007E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4128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66" name="Rectangle 142">
                    <a:extLst>
                      <a:ext uri="{FF2B5EF4-FFF2-40B4-BE49-F238E27FC236}">
                        <a16:creationId xmlns:a16="http://schemas.microsoft.com/office/drawing/2014/main" id="{E52D6218-AB53-4EC6-993C-D7F1E82A5D0B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112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67" name="Rectangle 143">
                    <a:extLst>
                      <a:ext uri="{FF2B5EF4-FFF2-40B4-BE49-F238E27FC236}">
                        <a16:creationId xmlns:a16="http://schemas.microsoft.com/office/drawing/2014/main" id="{84FA125A-032F-4198-B353-FAA3DBCED1FF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456" y="532"/>
                    <a:ext cx="71" cy="672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</p:grpSp>
            <p:grpSp>
              <p:nvGrpSpPr>
                <p:cNvPr id="59" name="Group 144">
                  <a:extLst>
                    <a:ext uri="{FF2B5EF4-FFF2-40B4-BE49-F238E27FC236}">
                      <a16:creationId xmlns:a16="http://schemas.microsoft.com/office/drawing/2014/main" id="{9615365D-CFCC-4021-B9B2-7CEC4D9100F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 flipH="1">
                  <a:off x="3654" y="1296"/>
                  <a:ext cx="223" cy="233"/>
                  <a:chOff x="1374" y="528"/>
                  <a:chExt cx="480" cy="432"/>
                </a:xfrm>
              </p:grpSpPr>
              <p:grpSp>
                <p:nvGrpSpPr>
                  <p:cNvPr id="60" name="Group 145">
                    <a:extLst>
                      <a:ext uri="{FF2B5EF4-FFF2-40B4-BE49-F238E27FC236}">
                        <a16:creationId xmlns:a16="http://schemas.microsoft.com/office/drawing/2014/main" id="{125A7361-E2B5-4A37-8562-8F78B28CEAD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62" name="Rectangle 146">
                      <a:extLst>
                        <a:ext uri="{FF2B5EF4-FFF2-40B4-BE49-F238E27FC236}">
                          <a16:creationId xmlns:a16="http://schemas.microsoft.com/office/drawing/2014/main" id="{36173D6A-896D-43A1-B752-847F29803F6E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200">
                        <a:latin typeface="Calibri body"/>
                      </a:endParaRPr>
                    </a:p>
                  </p:txBody>
                </p:sp>
                <p:sp>
                  <p:nvSpPr>
                    <p:cNvPr id="63" name="Rectangle 147">
                      <a:extLst>
                        <a:ext uri="{FF2B5EF4-FFF2-40B4-BE49-F238E27FC236}">
                          <a16:creationId xmlns:a16="http://schemas.microsoft.com/office/drawing/2014/main" id="{4129BA68-38D0-42BB-A246-9BEAC4DD2B23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200">
                        <a:solidFill>
                          <a:schemeClr val="tx1"/>
                        </a:solidFill>
                        <a:latin typeface="Calibri body"/>
                      </a:endParaRPr>
                    </a:p>
                  </p:txBody>
                </p:sp>
              </p:grpSp>
              <p:sp>
                <p:nvSpPr>
                  <p:cNvPr id="61" name="Text Box 148">
                    <a:extLst>
                      <a:ext uri="{FF2B5EF4-FFF2-40B4-BE49-F238E27FC236}">
                        <a16:creationId xmlns:a16="http://schemas.microsoft.com/office/drawing/2014/main" id="{BDF901DC-45ED-4DF9-825D-6B11C25BB8AA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410" y="550"/>
                    <a:ext cx="417" cy="3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Reg</a:t>
                    </a:r>
                  </a:p>
                </p:txBody>
              </p:sp>
            </p:grpSp>
          </p:grpSp>
          <p:grpSp>
            <p:nvGrpSpPr>
              <p:cNvPr id="13" name="Group 149">
                <a:extLst>
                  <a:ext uri="{FF2B5EF4-FFF2-40B4-BE49-F238E27FC236}">
                    <a16:creationId xmlns:a16="http://schemas.microsoft.com/office/drawing/2014/main" id="{639EFC83-C81E-4C4D-838E-0AA620AB9B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55" y="3296"/>
                <a:ext cx="1895" cy="441"/>
                <a:chOff x="1982" y="1200"/>
                <a:chExt cx="1895" cy="441"/>
              </a:xfrm>
            </p:grpSpPr>
            <p:grpSp>
              <p:nvGrpSpPr>
                <p:cNvPr id="14" name="Group 150">
                  <a:extLst>
                    <a:ext uri="{FF2B5EF4-FFF2-40B4-BE49-F238E27FC236}">
                      <a16:creationId xmlns:a16="http://schemas.microsoft.com/office/drawing/2014/main" id="{84B12CD7-3EA9-42AD-A62A-E653F82CBF33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430" y="1304"/>
                  <a:ext cx="222" cy="233"/>
                  <a:chOff x="1374" y="528"/>
                  <a:chExt cx="480" cy="432"/>
                </a:xfrm>
              </p:grpSpPr>
              <p:grpSp>
                <p:nvGrpSpPr>
                  <p:cNvPr id="43" name="Group 151">
                    <a:extLst>
                      <a:ext uri="{FF2B5EF4-FFF2-40B4-BE49-F238E27FC236}">
                        <a16:creationId xmlns:a16="http://schemas.microsoft.com/office/drawing/2014/main" id="{4B015817-653D-442A-AEE7-59979DF5B308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45" name="Rectangle 152">
                      <a:extLst>
                        <a:ext uri="{FF2B5EF4-FFF2-40B4-BE49-F238E27FC236}">
                          <a16:creationId xmlns:a16="http://schemas.microsoft.com/office/drawing/2014/main" id="{822C07BB-C8FD-4628-9A6C-321D011AE995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200">
                        <a:latin typeface="Calibri body"/>
                      </a:endParaRPr>
                    </a:p>
                  </p:txBody>
                </p:sp>
                <p:sp>
                  <p:nvSpPr>
                    <p:cNvPr id="46" name="Rectangle 153">
                      <a:extLst>
                        <a:ext uri="{FF2B5EF4-FFF2-40B4-BE49-F238E27FC236}">
                          <a16:creationId xmlns:a16="http://schemas.microsoft.com/office/drawing/2014/main" id="{54B74210-2182-496C-B1E5-9B213A412BC5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200">
                        <a:solidFill>
                          <a:schemeClr val="tx1"/>
                        </a:solidFill>
                        <a:latin typeface="Calibri body"/>
                      </a:endParaRPr>
                    </a:p>
                  </p:txBody>
                </p:sp>
              </p:grpSp>
              <p:sp>
                <p:nvSpPr>
                  <p:cNvPr id="44" name="Text Box 154">
                    <a:extLst>
                      <a:ext uri="{FF2B5EF4-FFF2-40B4-BE49-F238E27FC236}">
                        <a16:creationId xmlns:a16="http://schemas.microsoft.com/office/drawing/2014/main" id="{504AEAB1-DEC3-43C5-B4FB-736EB0DA8D67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405" y="550"/>
                    <a:ext cx="419" cy="3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Reg</a:t>
                    </a:r>
                  </a:p>
                </p:txBody>
              </p:sp>
            </p:grpSp>
            <p:sp>
              <p:nvSpPr>
                <p:cNvPr id="15" name="Line 155">
                  <a:extLst>
                    <a:ext uri="{FF2B5EF4-FFF2-40B4-BE49-F238E27FC236}">
                      <a16:creationId xmlns:a16="http://schemas.microsoft.com/office/drawing/2014/main" id="{5C807A46-20CB-4CCD-B9FA-5A2A00D452FE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351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16" name="Line 156">
                  <a:extLst>
                    <a:ext uri="{FF2B5EF4-FFF2-40B4-BE49-F238E27FC236}">
                      <a16:creationId xmlns:a16="http://schemas.microsoft.com/office/drawing/2014/main" id="{E0D12F57-4C43-477A-9A35-EFFBB7134176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490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grpSp>
              <p:nvGrpSpPr>
                <p:cNvPr id="17" name="Group 157">
                  <a:extLst>
                    <a:ext uri="{FF2B5EF4-FFF2-40B4-BE49-F238E27FC236}">
                      <a16:creationId xmlns:a16="http://schemas.microsoft.com/office/drawing/2014/main" id="{979FF944-BF2B-40FC-A9C3-A9E99C86B99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848" y="1235"/>
                  <a:ext cx="199" cy="371"/>
                  <a:chOff x="2991" y="411"/>
                  <a:chExt cx="359" cy="768"/>
                </a:xfrm>
              </p:grpSpPr>
              <p:sp>
                <p:nvSpPr>
                  <p:cNvPr id="39" name="AutoShape 158">
                    <a:extLst>
                      <a:ext uri="{FF2B5EF4-FFF2-40B4-BE49-F238E27FC236}">
                        <a16:creationId xmlns:a16="http://schemas.microsoft.com/office/drawing/2014/main" id="{67A71EC2-9052-48ED-8649-D0030E446534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-5400000">
                    <a:off x="2798" y="626"/>
                    <a:ext cx="768" cy="337"/>
                  </a:xfrm>
                  <a:custGeom>
                    <a:avLst/>
                    <a:gdLst>
                      <a:gd name="T0" fmla="*/ 24 w 21600"/>
                      <a:gd name="T1" fmla="*/ 3 h 21600"/>
                      <a:gd name="T2" fmla="*/ 14 w 21600"/>
                      <a:gd name="T3" fmla="*/ 5 h 21600"/>
                      <a:gd name="T4" fmla="*/ 3 w 21600"/>
                      <a:gd name="T5" fmla="*/ 3 h 21600"/>
                      <a:gd name="T6" fmla="*/ 14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0 w 21600"/>
                      <a:gd name="T13" fmla="*/ 4487 h 21600"/>
                      <a:gd name="T14" fmla="*/ 17100 w 21600"/>
                      <a:gd name="T15" fmla="*/ 17113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eaVert"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40" name="AutoShape 159">
                    <a:extLst>
                      <a:ext uri="{FF2B5EF4-FFF2-40B4-BE49-F238E27FC236}">
                        <a16:creationId xmlns:a16="http://schemas.microsoft.com/office/drawing/2014/main" id="{C6AC2BE5-8015-4725-B64B-F7DAD75586B5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5400000">
                    <a:off x="2957" y="705"/>
                    <a:ext cx="248" cy="180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41" name="Freeform 160">
                    <a:extLst>
                      <a:ext uri="{FF2B5EF4-FFF2-40B4-BE49-F238E27FC236}">
                        <a16:creationId xmlns:a16="http://schemas.microsoft.com/office/drawing/2014/main" id="{9282B87E-E801-42B1-9891-56674A0D1DE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2974" y="725"/>
                    <a:ext cx="218" cy="139"/>
                  </a:xfrm>
                  <a:custGeom>
                    <a:avLst/>
                    <a:gdLst>
                      <a:gd name="T0" fmla="*/ 0 w 384"/>
                      <a:gd name="T1" fmla="*/ 67 h 288"/>
                      <a:gd name="T2" fmla="*/ 62 w 384"/>
                      <a:gd name="T3" fmla="*/ 0 h 288"/>
                      <a:gd name="T4" fmla="*/ 124 w 384"/>
                      <a:gd name="T5" fmla="*/ 67 h 28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84" h="288">
                        <a:moveTo>
                          <a:pt x="0" y="288"/>
                        </a:moveTo>
                        <a:lnTo>
                          <a:pt x="192" y="0"/>
                        </a:lnTo>
                        <a:lnTo>
                          <a:pt x="384" y="288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42" name="Text Box 161">
                    <a:extLst>
                      <a:ext uri="{FF2B5EF4-FFF2-40B4-BE49-F238E27FC236}">
                        <a16:creationId xmlns:a16="http://schemas.microsoft.com/office/drawing/2014/main" id="{D6F8D18D-EE5D-471C-B7C5-5470B911B720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 rot="16200000">
                    <a:off x="2936" y="637"/>
                    <a:ext cx="590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ALU</a:t>
                    </a:r>
                  </a:p>
                </p:txBody>
              </p:sp>
            </p:grpSp>
            <p:sp>
              <p:nvSpPr>
                <p:cNvPr id="18" name="Line 162">
                  <a:extLst>
                    <a:ext uri="{FF2B5EF4-FFF2-40B4-BE49-F238E27FC236}">
                      <a16:creationId xmlns:a16="http://schemas.microsoft.com/office/drawing/2014/main" id="{3DB5B0D2-2BA5-4E92-9967-7309237D42B9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052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19" name="Line 163">
                  <a:extLst>
                    <a:ext uri="{FF2B5EF4-FFF2-40B4-BE49-F238E27FC236}">
                      <a16:creationId xmlns:a16="http://schemas.microsoft.com/office/drawing/2014/main" id="{5AECC851-A5BF-4F97-AA91-DE5F804DAA84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475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grpSp>
              <p:nvGrpSpPr>
                <p:cNvPr id="20" name="Group 164">
                  <a:extLst>
                    <a:ext uri="{FF2B5EF4-FFF2-40B4-BE49-F238E27FC236}">
                      <a16:creationId xmlns:a16="http://schemas.microsoft.com/office/drawing/2014/main" id="{77165A28-7F8C-4F8C-BFEB-3C0F9C0B1AF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202" y="1305"/>
                  <a:ext cx="286" cy="232"/>
                  <a:chOff x="3842" y="576"/>
                  <a:chExt cx="619" cy="480"/>
                </a:xfrm>
              </p:grpSpPr>
              <p:sp>
                <p:nvSpPr>
                  <p:cNvPr id="37" name="Rectangle 165">
                    <a:extLst>
                      <a:ext uri="{FF2B5EF4-FFF2-40B4-BE49-F238E27FC236}">
                        <a16:creationId xmlns:a16="http://schemas.microsoft.com/office/drawing/2014/main" id="{5C24F92C-F516-43E7-A8AC-EBDAD184020A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915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200">
                      <a:solidFill>
                        <a:schemeClr val="tx1"/>
                      </a:solidFill>
                      <a:latin typeface="Calibri body"/>
                    </a:endParaRPr>
                  </a:p>
                </p:txBody>
              </p:sp>
              <p:sp>
                <p:nvSpPr>
                  <p:cNvPr id="38" name="Text Box 166">
                    <a:extLst>
                      <a:ext uri="{FF2B5EF4-FFF2-40B4-BE49-F238E27FC236}">
                        <a16:creationId xmlns:a16="http://schemas.microsoft.com/office/drawing/2014/main" id="{CB3A10E1-9848-43BC-A4F9-C7DEA65A67FA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3842" y="601"/>
                    <a:ext cx="619" cy="37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DMem</a:t>
                    </a:r>
                  </a:p>
                </p:txBody>
              </p:sp>
            </p:grpSp>
            <p:sp>
              <p:nvSpPr>
                <p:cNvPr id="21" name="Freeform 167">
                  <a:extLst>
                    <a:ext uri="{FF2B5EF4-FFF2-40B4-BE49-F238E27FC236}">
                      <a16:creationId xmlns:a16="http://schemas.microsoft.com/office/drawing/2014/main" id="{B609DE6A-6865-4333-8105-705B5454007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08" y="1421"/>
                  <a:ext cx="332" cy="185"/>
                </a:xfrm>
                <a:custGeom>
                  <a:avLst/>
                  <a:gdLst>
                    <a:gd name="T0" fmla="*/ 0 w 816"/>
                    <a:gd name="T1" fmla="*/ 0 h 384"/>
                    <a:gd name="T2" fmla="*/ 0 w 816"/>
                    <a:gd name="T3" fmla="*/ 89 h 384"/>
                    <a:gd name="T4" fmla="*/ 119 w 816"/>
                    <a:gd name="T5" fmla="*/ 89 h 384"/>
                    <a:gd name="T6" fmla="*/ 119 w 816"/>
                    <a:gd name="T7" fmla="*/ 33 h 384"/>
                    <a:gd name="T8" fmla="*/ 135 w 816"/>
                    <a:gd name="T9" fmla="*/ 33 h 3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816" h="384">
                      <a:moveTo>
                        <a:pt x="0" y="0"/>
                      </a:moveTo>
                      <a:lnTo>
                        <a:pt x="0" y="384"/>
                      </a:lnTo>
                      <a:lnTo>
                        <a:pt x="720" y="384"/>
                      </a:lnTo>
                      <a:lnTo>
                        <a:pt x="720" y="144"/>
                      </a:lnTo>
                      <a:lnTo>
                        <a:pt x="816" y="144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22" name="Line 168">
                  <a:extLst>
                    <a:ext uri="{FF2B5EF4-FFF2-40B4-BE49-F238E27FC236}">
                      <a16:creationId xmlns:a16="http://schemas.microsoft.com/office/drawing/2014/main" id="{615E1A61-1A01-49F4-832C-D9E7F8B40096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99" y="1491"/>
                  <a:ext cx="23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sp>
              <p:nvSpPr>
                <p:cNvPr id="23" name="Line 169">
                  <a:extLst>
                    <a:ext uri="{FF2B5EF4-FFF2-40B4-BE49-F238E27FC236}">
                      <a16:creationId xmlns:a16="http://schemas.microsoft.com/office/drawing/2014/main" id="{1B38D358-847A-4C22-B3F9-062A3FBFDC07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69" y="1351"/>
                  <a:ext cx="25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200">
                    <a:latin typeface="Calibri body"/>
                  </a:endParaRPr>
                </a:p>
              </p:txBody>
            </p:sp>
            <p:grpSp>
              <p:nvGrpSpPr>
                <p:cNvPr id="24" name="Group 170">
                  <a:extLst>
                    <a:ext uri="{FF2B5EF4-FFF2-40B4-BE49-F238E27FC236}">
                      <a16:creationId xmlns:a16="http://schemas.microsoft.com/office/drawing/2014/main" id="{16EA51B3-84D3-48E9-92B2-7EDFBC812E0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982" y="1305"/>
                  <a:ext cx="252" cy="232"/>
                  <a:chOff x="1169" y="576"/>
                  <a:chExt cx="545" cy="480"/>
                </a:xfrm>
              </p:grpSpPr>
              <p:sp>
                <p:nvSpPr>
                  <p:cNvPr id="35" name="Rectangle 171">
                    <a:extLst>
                      <a:ext uri="{FF2B5EF4-FFF2-40B4-BE49-F238E27FC236}">
                        <a16:creationId xmlns:a16="http://schemas.microsoft.com/office/drawing/2014/main" id="{7FA2B6F6-614F-4316-986E-63053191A424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197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200">
                      <a:solidFill>
                        <a:schemeClr val="tx1"/>
                      </a:solidFill>
                      <a:latin typeface="Calibri body"/>
                    </a:endParaRPr>
                  </a:p>
                </p:txBody>
              </p:sp>
              <p:sp>
                <p:nvSpPr>
                  <p:cNvPr id="36" name="Text Box 172">
                    <a:extLst>
                      <a:ext uri="{FF2B5EF4-FFF2-40B4-BE49-F238E27FC236}">
                        <a16:creationId xmlns:a16="http://schemas.microsoft.com/office/drawing/2014/main" id="{1D7E309C-FC10-42A3-8ADA-384ED577005C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169" y="601"/>
                    <a:ext cx="545" cy="37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Ifetch</a:t>
                    </a:r>
                  </a:p>
                </p:txBody>
              </p:sp>
            </p:grpSp>
            <p:grpSp>
              <p:nvGrpSpPr>
                <p:cNvPr id="25" name="Group 173">
                  <a:extLst>
                    <a:ext uri="{FF2B5EF4-FFF2-40B4-BE49-F238E27FC236}">
                      <a16:creationId xmlns:a16="http://schemas.microsoft.com/office/drawing/2014/main" id="{CC0FA640-E4C5-4118-AA22-DA94D56E2A4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88" y="1200"/>
                  <a:ext cx="1297" cy="441"/>
                  <a:chOff x="2112" y="528"/>
                  <a:chExt cx="2088" cy="681"/>
                </a:xfrm>
              </p:grpSpPr>
              <p:sp>
                <p:nvSpPr>
                  <p:cNvPr id="31" name="Rectangle 174">
                    <a:extLst>
                      <a:ext uri="{FF2B5EF4-FFF2-40B4-BE49-F238E27FC236}">
                        <a16:creationId xmlns:a16="http://schemas.microsoft.com/office/drawing/2014/main" id="{386C2206-DFC5-4819-A394-2596C8D88E26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784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32" name="Rectangle 175">
                    <a:extLst>
                      <a:ext uri="{FF2B5EF4-FFF2-40B4-BE49-F238E27FC236}">
                        <a16:creationId xmlns:a16="http://schemas.microsoft.com/office/drawing/2014/main" id="{A4E4E258-E335-4F0F-A125-7BC2F8D5E774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4128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33" name="Rectangle 176">
                    <a:extLst>
                      <a:ext uri="{FF2B5EF4-FFF2-40B4-BE49-F238E27FC236}">
                        <a16:creationId xmlns:a16="http://schemas.microsoft.com/office/drawing/2014/main" id="{6D01D4D8-599B-4632-A01A-A99BD1CBE02C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112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  <p:sp>
                <p:nvSpPr>
                  <p:cNvPr id="34" name="Rectangle 177">
                    <a:extLst>
                      <a:ext uri="{FF2B5EF4-FFF2-40B4-BE49-F238E27FC236}">
                        <a16:creationId xmlns:a16="http://schemas.microsoft.com/office/drawing/2014/main" id="{337A637B-EECC-449A-B79B-D89707BDE874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456" y="532"/>
                    <a:ext cx="71" cy="672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 sz="1200">
                      <a:latin typeface="Calibri body"/>
                    </a:endParaRPr>
                  </a:p>
                </p:txBody>
              </p:sp>
            </p:grpSp>
            <p:grpSp>
              <p:nvGrpSpPr>
                <p:cNvPr id="26" name="Group 178">
                  <a:extLst>
                    <a:ext uri="{FF2B5EF4-FFF2-40B4-BE49-F238E27FC236}">
                      <a16:creationId xmlns:a16="http://schemas.microsoft.com/office/drawing/2014/main" id="{8C9CFBCD-8765-4BFB-8540-B861C1E0A08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 flipH="1">
                  <a:off x="3654" y="1296"/>
                  <a:ext cx="223" cy="233"/>
                  <a:chOff x="1374" y="528"/>
                  <a:chExt cx="480" cy="432"/>
                </a:xfrm>
              </p:grpSpPr>
              <p:grpSp>
                <p:nvGrpSpPr>
                  <p:cNvPr id="27" name="Group 179">
                    <a:extLst>
                      <a:ext uri="{FF2B5EF4-FFF2-40B4-BE49-F238E27FC236}">
                        <a16:creationId xmlns:a16="http://schemas.microsoft.com/office/drawing/2014/main" id="{DD10D33B-39B5-4E02-BDAF-0EA045FA6C5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29" name="Rectangle 180">
                      <a:extLst>
                        <a:ext uri="{FF2B5EF4-FFF2-40B4-BE49-F238E27FC236}">
                          <a16:creationId xmlns:a16="http://schemas.microsoft.com/office/drawing/2014/main" id="{E00D1051-C430-4DD0-AF7E-5BA8029898CA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200">
                        <a:latin typeface="Calibri body"/>
                      </a:endParaRPr>
                    </a:p>
                  </p:txBody>
                </p:sp>
                <p:sp>
                  <p:nvSpPr>
                    <p:cNvPr id="30" name="Rectangle 181">
                      <a:extLst>
                        <a:ext uri="{FF2B5EF4-FFF2-40B4-BE49-F238E27FC236}">
                          <a16:creationId xmlns:a16="http://schemas.microsoft.com/office/drawing/2014/main" id="{1426BC3D-CBDF-4598-A975-F7341EC1EE35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200">
                        <a:solidFill>
                          <a:schemeClr val="tx1"/>
                        </a:solidFill>
                        <a:latin typeface="Calibri body"/>
                      </a:endParaRPr>
                    </a:p>
                  </p:txBody>
                </p:sp>
              </p:grpSp>
              <p:sp>
                <p:nvSpPr>
                  <p:cNvPr id="28" name="Text Box 182">
                    <a:extLst>
                      <a:ext uri="{FF2B5EF4-FFF2-40B4-BE49-F238E27FC236}">
                        <a16:creationId xmlns:a16="http://schemas.microsoft.com/office/drawing/2014/main" id="{04E9D25E-2608-467C-B75B-3C686B645144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410" y="550"/>
                    <a:ext cx="417" cy="3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chemeClr val="tx1"/>
                        </a:solidFill>
                        <a:latin typeface="Calibri body"/>
                      </a:rPr>
                      <a:t>Reg</a:t>
                    </a:r>
                  </a:p>
                </p:txBody>
              </p:sp>
            </p:grpSp>
          </p:grpSp>
        </p:grpSp>
      </p:grpSp>
      <p:sp>
        <p:nvSpPr>
          <p:cNvPr id="187" name="Line 184">
            <a:extLst>
              <a:ext uri="{FF2B5EF4-FFF2-40B4-BE49-F238E27FC236}">
                <a16:creationId xmlns:a16="http://schemas.microsoft.com/office/drawing/2014/main" id="{4AEE7174-22F3-41CF-8AD8-72DD6B6355D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5651" y="1743074"/>
            <a:ext cx="10175483" cy="682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8" name="Rectangle 185">
            <a:extLst>
              <a:ext uri="{FF2B5EF4-FFF2-40B4-BE49-F238E27FC236}">
                <a16:creationId xmlns:a16="http://schemas.microsoft.com/office/drawing/2014/main" id="{7847786A-EF4D-497E-ADF7-7FD479C95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9452" y="1285875"/>
            <a:ext cx="3360632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 i="1" dirty="0">
                <a:solidFill>
                  <a:schemeClr val="tx1"/>
                </a:solidFill>
                <a:latin typeface="Comic Sans MS" pitchFamily="66" charset="0"/>
              </a:rPr>
              <a:t>Time (clock cycles)</a:t>
            </a:r>
          </a:p>
        </p:txBody>
      </p:sp>
      <p:sp>
        <p:nvSpPr>
          <p:cNvPr id="195" name="Line 192">
            <a:extLst>
              <a:ext uri="{FF2B5EF4-FFF2-40B4-BE49-F238E27FC236}">
                <a16:creationId xmlns:a16="http://schemas.microsoft.com/office/drawing/2014/main" id="{285957BE-5847-4956-BB3F-FBE4E69DF7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29236" y="2587239"/>
            <a:ext cx="1837713" cy="655022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6" name="Line 193">
            <a:extLst>
              <a:ext uri="{FF2B5EF4-FFF2-40B4-BE49-F238E27FC236}">
                <a16:creationId xmlns:a16="http://schemas.microsoft.com/office/drawing/2014/main" id="{9096F3A6-9504-4068-99F9-0013DE6A8F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23891" y="2491863"/>
            <a:ext cx="918856" cy="1637554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7" name="Line 194">
            <a:extLst>
              <a:ext uri="{FF2B5EF4-FFF2-40B4-BE49-F238E27FC236}">
                <a16:creationId xmlns:a16="http://schemas.microsoft.com/office/drawing/2014/main" id="{0B8C37C7-EECF-448B-9A77-43472AE5CD07}"/>
              </a:ext>
            </a:extLst>
          </p:cNvPr>
          <p:cNvSpPr>
            <a:spLocks noChangeShapeType="1"/>
          </p:cNvSpPr>
          <p:nvPr/>
        </p:nvSpPr>
        <p:spPr bwMode="auto">
          <a:xfrm>
            <a:off x="7990047" y="2700194"/>
            <a:ext cx="769893" cy="2984739"/>
          </a:xfrm>
          <a:prstGeom prst="line">
            <a:avLst/>
          </a:prstGeom>
          <a:noFill/>
          <a:ln w="19050">
            <a:solidFill>
              <a:srgbClr val="00B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8" name="Line 195">
            <a:extLst>
              <a:ext uri="{FF2B5EF4-FFF2-40B4-BE49-F238E27FC236}">
                <a16:creationId xmlns:a16="http://schemas.microsoft.com/office/drawing/2014/main" id="{23C42652-7613-49A2-95A1-62FABDC060EE}"/>
              </a:ext>
            </a:extLst>
          </p:cNvPr>
          <p:cNvSpPr>
            <a:spLocks noChangeShapeType="1"/>
          </p:cNvSpPr>
          <p:nvPr/>
        </p:nvSpPr>
        <p:spPr bwMode="auto">
          <a:xfrm>
            <a:off x="7908028" y="2828996"/>
            <a:ext cx="150873" cy="2095692"/>
          </a:xfrm>
          <a:prstGeom prst="line">
            <a:avLst/>
          </a:prstGeom>
          <a:noFill/>
          <a:ln w="28575">
            <a:solidFill>
              <a:srgbClr val="00B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41439-C56F-428E-91B7-172E2836E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Hazards: An Example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3DA9D9-C3A0-4A9D-8950-640A37269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7" name="Text Box 187">
            <a:extLst>
              <a:ext uri="{FF2B5EF4-FFF2-40B4-BE49-F238E27FC236}">
                <a16:creationId xmlns:a16="http://schemas.microsoft.com/office/drawing/2014/main" id="{69FF81B3-0C39-4C03-9C13-50841C9129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33" y="5449654"/>
            <a:ext cx="990950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</a:defRPr>
            </a:lvl1pPr>
            <a:lvl2pPr marL="742950" indent="-285750">
              <a:defRPr sz="1600" b="1">
                <a:solidFill>
                  <a:schemeClr val="hlink"/>
                </a:solidFill>
                <a:latin typeface="Arial" charset="0"/>
              </a:defRPr>
            </a:lvl2pPr>
            <a:lvl3pPr marL="1143000" indent="-228600">
              <a:defRPr sz="1600" b="1">
                <a:solidFill>
                  <a:schemeClr val="hlink"/>
                </a:solidFill>
                <a:latin typeface="Arial" charset="0"/>
              </a:defRPr>
            </a:lvl3pPr>
            <a:lvl4pPr marL="1600200" indent="-228600">
              <a:defRPr sz="1600" b="1">
                <a:solidFill>
                  <a:schemeClr val="hlink"/>
                </a:solidFill>
                <a:latin typeface="Arial" charset="0"/>
              </a:defRPr>
            </a:lvl4pPr>
            <a:lvl5pPr marL="2057400" indent="-228600">
              <a:defRPr sz="1600" b="1">
                <a:solidFill>
                  <a:schemeClr val="hlink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</a:defRPr>
            </a:lvl9pPr>
          </a:lstStyle>
          <a:p>
            <a:r>
              <a:rPr lang="en-US" sz="3600" b="0" dirty="0">
                <a:solidFill>
                  <a:schemeClr val="tx1"/>
                </a:solidFill>
                <a:latin typeface="Calibri body"/>
              </a:rPr>
              <a:t>What do you do with the 3 instructions in between?</a:t>
            </a:r>
          </a:p>
          <a:p>
            <a:r>
              <a:rPr lang="en-US" sz="3600" b="0" dirty="0">
                <a:solidFill>
                  <a:schemeClr val="tx1"/>
                </a:solidFill>
                <a:latin typeface="Calibri body"/>
              </a:rPr>
              <a:t>How do you do it?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73AF2DC-5BE7-4AB6-899C-A05225104F07}"/>
              </a:ext>
            </a:extLst>
          </p:cNvPr>
          <p:cNvGrpSpPr/>
          <p:nvPr/>
        </p:nvGrpSpPr>
        <p:grpSpPr>
          <a:xfrm>
            <a:off x="114300" y="1360850"/>
            <a:ext cx="11963400" cy="4253554"/>
            <a:chOff x="76200" y="1168400"/>
            <a:chExt cx="9136063" cy="4057650"/>
          </a:xfrm>
        </p:grpSpPr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F3C87A27-1F7D-45D1-B800-2AAD5642C7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6288" y="1168400"/>
              <a:ext cx="1143000" cy="396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pattFill prst="narHorz">
                    <a:fgClr>
                      <a:schemeClr val="tx1"/>
                    </a:fgClr>
                    <a:bgClr>
                      <a:schemeClr val="bg1"/>
                    </a:bgClr>
                  </a:patt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" name="Group 4">
              <a:extLst>
                <a:ext uri="{FF2B5EF4-FFF2-40B4-BE49-F238E27FC236}">
                  <a16:creationId xmlns:a16="http://schemas.microsoft.com/office/drawing/2014/main" id="{EC448A11-1CA7-4A50-B537-44BE8080E4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200" y="1320800"/>
              <a:ext cx="2297673" cy="3840163"/>
              <a:chOff x="473" y="1446"/>
              <a:chExt cx="1208" cy="2419"/>
            </a:xfrm>
          </p:grpSpPr>
          <p:sp>
            <p:nvSpPr>
              <p:cNvPr id="189" name="Rectangle 5">
                <a:extLst>
                  <a:ext uri="{FF2B5EF4-FFF2-40B4-BE49-F238E27FC236}">
                    <a16:creationId xmlns:a16="http://schemas.microsoft.com/office/drawing/2014/main" id="{0B6508F6-B420-453C-867F-D043AD9526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" y="1446"/>
                <a:ext cx="1014" cy="5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10: </a:t>
                </a:r>
                <a:r>
                  <a:rPr lang="en-US" sz="2800" dirty="0" err="1">
                    <a:solidFill>
                      <a:schemeClr val="tx1"/>
                    </a:solidFill>
                    <a:latin typeface="Calibri body"/>
                  </a:rPr>
                  <a:t>beq</a:t>
                </a: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 r1,r3,</a:t>
                </a:r>
                <a:r>
                  <a:rPr lang="en-US" sz="2800" dirty="0">
                    <a:solidFill>
                      <a:srgbClr val="C00000"/>
                    </a:solidFill>
                    <a:latin typeface="Calibri body"/>
                  </a:rPr>
                  <a:t>36</a:t>
                </a:r>
                <a:endParaRPr lang="en-US" sz="2800" dirty="0">
                  <a:solidFill>
                    <a:schemeClr val="tx1"/>
                  </a:solidFill>
                  <a:latin typeface="Calibri body"/>
                </a:endParaRPr>
              </a:p>
              <a:p>
                <a:pPr latinLnBrk="1">
                  <a:spcBef>
                    <a:spcPct val="0"/>
                  </a:spcBef>
                </a:pPr>
                <a:endParaRPr lang="en-US" sz="2800" dirty="0">
                  <a:solidFill>
                    <a:schemeClr val="tx1"/>
                  </a:solidFill>
                  <a:latin typeface="Calibri body"/>
                </a:endParaRPr>
              </a:p>
            </p:txBody>
          </p:sp>
          <p:sp>
            <p:nvSpPr>
              <p:cNvPr id="190" name="Rectangle 6">
                <a:extLst>
                  <a:ext uri="{FF2B5EF4-FFF2-40B4-BE49-F238E27FC236}">
                    <a16:creationId xmlns:a16="http://schemas.microsoft.com/office/drawing/2014/main" id="{A59299A3-DCCA-46A7-A15F-3D13A9C6FA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" y="1998"/>
                <a:ext cx="1208" cy="5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14: and r2,r3,r5 </a:t>
                </a:r>
                <a:r>
                  <a:rPr lang="en-US" sz="2800" dirty="0">
                    <a:solidFill>
                      <a:schemeClr val="tx1"/>
                    </a:solidFill>
                    <a:latin typeface="Calibri body"/>
                    <a:sym typeface="Wingdings" panose="05000000000000000000" pitchFamily="2" charset="2"/>
                  </a:rPr>
                  <a:t> </a:t>
                </a: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 </a:t>
                </a:r>
              </a:p>
              <a:p>
                <a:pPr latinLnBrk="1">
                  <a:spcBef>
                    <a:spcPct val="0"/>
                  </a:spcBef>
                </a:pPr>
                <a:endParaRPr lang="en-US" sz="2800" dirty="0">
                  <a:solidFill>
                    <a:schemeClr val="tx1"/>
                  </a:solidFill>
                  <a:latin typeface="Calibri body"/>
                </a:endParaRPr>
              </a:p>
            </p:txBody>
          </p:sp>
          <p:sp>
            <p:nvSpPr>
              <p:cNvPr id="191" name="Rectangle 7">
                <a:extLst>
                  <a:ext uri="{FF2B5EF4-FFF2-40B4-BE49-F238E27FC236}">
                    <a16:creationId xmlns:a16="http://schemas.microsoft.com/office/drawing/2014/main" id="{430747E0-14EE-47EB-8A75-96817CE8D7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" y="2526"/>
                <a:ext cx="1081" cy="5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18: or  r6,r1,r7 </a:t>
                </a:r>
                <a:r>
                  <a:rPr lang="en-US" sz="2800" dirty="0">
                    <a:solidFill>
                      <a:schemeClr val="tx1"/>
                    </a:solidFill>
                    <a:latin typeface="Calibri body"/>
                    <a:sym typeface="Wingdings" panose="05000000000000000000" pitchFamily="2" charset="2"/>
                  </a:rPr>
                  <a:t></a:t>
                </a:r>
                <a:endParaRPr lang="en-US" sz="2800" dirty="0">
                  <a:solidFill>
                    <a:schemeClr val="tx1"/>
                  </a:solidFill>
                  <a:latin typeface="Calibri body"/>
                </a:endParaRPr>
              </a:p>
              <a:p>
                <a:pPr latinLnBrk="1">
                  <a:spcBef>
                    <a:spcPct val="0"/>
                  </a:spcBef>
                </a:pPr>
                <a:endParaRPr lang="en-US" sz="2800" dirty="0">
                  <a:solidFill>
                    <a:schemeClr val="tx1"/>
                  </a:solidFill>
                  <a:latin typeface="Calibri body"/>
                </a:endParaRPr>
              </a:p>
            </p:txBody>
          </p:sp>
          <p:sp>
            <p:nvSpPr>
              <p:cNvPr id="192" name="Rectangle 8">
                <a:extLst>
                  <a:ext uri="{FF2B5EF4-FFF2-40B4-BE49-F238E27FC236}">
                    <a16:creationId xmlns:a16="http://schemas.microsoft.com/office/drawing/2014/main" id="{B9BC9913-5ABD-489F-9935-A5C0512B1D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" y="3066"/>
                <a:ext cx="1142" cy="5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22: add r8,r1,r9 </a:t>
                </a:r>
                <a:r>
                  <a:rPr lang="en-US" sz="2800" dirty="0">
                    <a:solidFill>
                      <a:schemeClr val="tx1"/>
                    </a:solidFill>
                    <a:latin typeface="Calibri body"/>
                    <a:sym typeface="Wingdings" panose="05000000000000000000" pitchFamily="2" charset="2"/>
                  </a:rPr>
                  <a:t></a:t>
                </a:r>
                <a:endParaRPr lang="en-US" sz="2800" dirty="0">
                  <a:solidFill>
                    <a:schemeClr val="tx1"/>
                  </a:solidFill>
                  <a:latin typeface="Calibri body"/>
                </a:endParaRPr>
              </a:p>
              <a:p>
                <a:pPr latinLnBrk="1">
                  <a:spcBef>
                    <a:spcPct val="0"/>
                  </a:spcBef>
                </a:pPr>
                <a:endParaRPr lang="en-US" sz="2800" dirty="0">
                  <a:solidFill>
                    <a:schemeClr val="tx1"/>
                  </a:solidFill>
                  <a:latin typeface="Calibri body"/>
                </a:endParaRPr>
              </a:p>
            </p:txBody>
          </p:sp>
          <p:sp>
            <p:nvSpPr>
              <p:cNvPr id="193" name="Rectangle 9">
                <a:extLst>
                  <a:ext uri="{FF2B5EF4-FFF2-40B4-BE49-F238E27FC236}">
                    <a16:creationId xmlns:a16="http://schemas.microsoft.com/office/drawing/2014/main" id="{3821AF99-F356-43B8-84A7-441E66245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7" y="3552"/>
                <a:ext cx="1099" cy="31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2800" dirty="0">
                    <a:latin typeface="Calibri body"/>
                  </a:rPr>
                  <a:t>50</a:t>
                </a: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: </a:t>
                </a:r>
                <a:r>
                  <a:rPr lang="en-US" sz="2800" dirty="0" err="1">
                    <a:solidFill>
                      <a:schemeClr val="tx1"/>
                    </a:solidFill>
                    <a:latin typeface="Calibri body"/>
                  </a:rPr>
                  <a:t>xor</a:t>
                </a:r>
                <a:r>
                  <a:rPr lang="en-US" sz="2800" dirty="0">
                    <a:solidFill>
                      <a:schemeClr val="tx1"/>
                    </a:solidFill>
                    <a:latin typeface="Calibri body"/>
                  </a:rPr>
                  <a:t> r10,r1,r11</a:t>
                </a:r>
              </a:p>
            </p:txBody>
          </p:sp>
        </p:grp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A400DC7D-8A6F-4D11-9BB5-F89AEF75B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816" y="1716568"/>
              <a:ext cx="3084986" cy="3084031"/>
            </a:xfrm>
            <a:custGeom>
              <a:avLst/>
              <a:gdLst>
                <a:gd name="T0" fmla="*/ 0 w 960"/>
                <a:gd name="T1" fmla="*/ 0 h 1920"/>
                <a:gd name="T2" fmla="*/ 0 w 960"/>
                <a:gd name="T3" fmla="*/ 486899709 h 1920"/>
                <a:gd name="T4" fmla="*/ 2147483647 w 960"/>
                <a:gd name="T5" fmla="*/ 486899709 h 1920"/>
                <a:gd name="T6" fmla="*/ 2147483647 w 960"/>
                <a:gd name="T7" fmla="*/ 2147483647 h 1920"/>
                <a:gd name="T8" fmla="*/ 109173169 w 960"/>
                <a:gd name="T9" fmla="*/ 2147483647 h 1920"/>
                <a:gd name="T10" fmla="*/ 109173169 w 960"/>
                <a:gd name="T11" fmla="*/ 2147483647 h 19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60" h="1920">
                  <a:moveTo>
                    <a:pt x="0" y="0"/>
                  </a:moveTo>
                  <a:lnTo>
                    <a:pt x="0" y="192"/>
                  </a:lnTo>
                  <a:lnTo>
                    <a:pt x="960" y="192"/>
                  </a:lnTo>
                  <a:lnTo>
                    <a:pt x="960" y="1728"/>
                  </a:lnTo>
                  <a:lnTo>
                    <a:pt x="48" y="1728"/>
                  </a:lnTo>
                  <a:lnTo>
                    <a:pt x="48" y="1920"/>
                  </a:lnTo>
                </a:path>
              </a:pathLst>
            </a:custGeom>
            <a:noFill/>
            <a:ln w="28575" cap="flat" cmpd="sng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51E8532-5964-46D3-AE59-99ACD36C65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29000" y="1168400"/>
              <a:ext cx="5783263" cy="4057650"/>
              <a:chOff x="2047" y="1344"/>
              <a:chExt cx="3708" cy="2556"/>
            </a:xfrm>
          </p:grpSpPr>
          <p:grpSp>
            <p:nvGrpSpPr>
              <p:cNvPr id="14" name="Group 12">
                <a:extLst>
                  <a:ext uri="{FF2B5EF4-FFF2-40B4-BE49-F238E27FC236}">
                    <a16:creationId xmlns:a16="http://schemas.microsoft.com/office/drawing/2014/main" id="{C55C7769-F39A-4146-ABD0-BBCAF1D6AE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02" y="2419"/>
                <a:ext cx="2001" cy="441"/>
                <a:chOff x="1924" y="1200"/>
                <a:chExt cx="1970" cy="441"/>
              </a:xfrm>
            </p:grpSpPr>
            <p:grpSp>
              <p:nvGrpSpPr>
                <p:cNvPr id="156" name="Group 13">
                  <a:extLst>
                    <a:ext uri="{FF2B5EF4-FFF2-40B4-BE49-F238E27FC236}">
                      <a16:creationId xmlns:a16="http://schemas.microsoft.com/office/drawing/2014/main" id="{F0B91B15-61DE-4BD8-81B7-4C5B6F51499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415" y="1304"/>
                  <a:ext cx="254" cy="233"/>
                  <a:chOff x="1344" y="528"/>
                  <a:chExt cx="550" cy="432"/>
                </a:xfrm>
              </p:grpSpPr>
              <p:grpSp>
                <p:nvGrpSpPr>
                  <p:cNvPr id="185" name="Group 14">
                    <a:extLst>
                      <a:ext uri="{FF2B5EF4-FFF2-40B4-BE49-F238E27FC236}">
                        <a16:creationId xmlns:a16="http://schemas.microsoft.com/office/drawing/2014/main" id="{1747FCEC-357F-4D12-9CAD-844AF0045F1F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187" name="Rectangle 15">
                      <a:extLst>
                        <a:ext uri="{FF2B5EF4-FFF2-40B4-BE49-F238E27FC236}">
                          <a16:creationId xmlns:a16="http://schemas.microsoft.com/office/drawing/2014/main" id="{7B426619-C268-4199-8D0C-583B36A830B4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88" name="Rectangle 16">
                      <a:extLst>
                        <a:ext uri="{FF2B5EF4-FFF2-40B4-BE49-F238E27FC236}">
                          <a16:creationId xmlns:a16="http://schemas.microsoft.com/office/drawing/2014/main" id="{D7D3E1D8-0284-44C4-8E32-DFCCB29C84FE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000">
                        <a:solidFill>
                          <a:schemeClr val="tx1"/>
                        </a:solidFill>
                        <a:latin typeface="Comic Sans MS" pitchFamily="66" charset="0"/>
                      </a:endParaRPr>
                    </a:p>
                  </p:txBody>
                </p:sp>
              </p:grpSp>
              <p:sp>
                <p:nvSpPr>
                  <p:cNvPr id="186" name="Text Box 17">
                    <a:extLst>
                      <a:ext uri="{FF2B5EF4-FFF2-40B4-BE49-F238E27FC236}">
                        <a16:creationId xmlns:a16="http://schemas.microsoft.com/office/drawing/2014/main" id="{EB3AA3B4-CE53-4429-A741-510905DC3522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344" y="574"/>
                    <a:ext cx="550" cy="28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Reg</a:t>
                    </a:r>
                  </a:p>
                </p:txBody>
              </p:sp>
            </p:grpSp>
            <p:sp>
              <p:nvSpPr>
                <p:cNvPr id="157" name="Line 18">
                  <a:extLst>
                    <a:ext uri="{FF2B5EF4-FFF2-40B4-BE49-F238E27FC236}">
                      <a16:creationId xmlns:a16="http://schemas.microsoft.com/office/drawing/2014/main" id="{A2A5080B-E16E-495D-A732-6C792E043515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351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8" name="Line 19">
                  <a:extLst>
                    <a:ext uri="{FF2B5EF4-FFF2-40B4-BE49-F238E27FC236}">
                      <a16:creationId xmlns:a16="http://schemas.microsoft.com/office/drawing/2014/main" id="{0C96B8EC-047A-4060-B809-16E28D81F01E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490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59" name="Group 20">
                  <a:extLst>
                    <a:ext uri="{FF2B5EF4-FFF2-40B4-BE49-F238E27FC236}">
                      <a16:creationId xmlns:a16="http://schemas.microsoft.com/office/drawing/2014/main" id="{EFB768F1-E614-4FF8-9B41-37AC1053635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851" y="1235"/>
                  <a:ext cx="211" cy="371"/>
                  <a:chOff x="2991" y="411"/>
                  <a:chExt cx="381" cy="768"/>
                </a:xfrm>
              </p:grpSpPr>
              <p:sp>
                <p:nvSpPr>
                  <p:cNvPr id="181" name="AutoShape 21">
                    <a:extLst>
                      <a:ext uri="{FF2B5EF4-FFF2-40B4-BE49-F238E27FC236}">
                        <a16:creationId xmlns:a16="http://schemas.microsoft.com/office/drawing/2014/main" id="{F3FA7BB3-ACE7-46D7-9FAB-D1B2804FF33A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-5400000">
                    <a:off x="2798" y="626"/>
                    <a:ext cx="768" cy="337"/>
                  </a:xfrm>
                  <a:custGeom>
                    <a:avLst/>
                    <a:gdLst>
                      <a:gd name="T0" fmla="*/ 24 w 21600"/>
                      <a:gd name="T1" fmla="*/ 3 h 21600"/>
                      <a:gd name="T2" fmla="*/ 14 w 21600"/>
                      <a:gd name="T3" fmla="*/ 5 h 21600"/>
                      <a:gd name="T4" fmla="*/ 3 w 21600"/>
                      <a:gd name="T5" fmla="*/ 3 h 21600"/>
                      <a:gd name="T6" fmla="*/ 14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0 w 21600"/>
                      <a:gd name="T13" fmla="*/ 4487 h 21600"/>
                      <a:gd name="T14" fmla="*/ 17100 w 21600"/>
                      <a:gd name="T15" fmla="*/ 17113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eaVert"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82" name="AutoShape 22">
                    <a:extLst>
                      <a:ext uri="{FF2B5EF4-FFF2-40B4-BE49-F238E27FC236}">
                        <a16:creationId xmlns:a16="http://schemas.microsoft.com/office/drawing/2014/main" id="{C22220C1-E941-4370-9C99-0DB3CB563B35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5400000">
                    <a:off x="2957" y="705"/>
                    <a:ext cx="248" cy="180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83" name="Freeform 23">
                    <a:extLst>
                      <a:ext uri="{FF2B5EF4-FFF2-40B4-BE49-F238E27FC236}">
                        <a16:creationId xmlns:a16="http://schemas.microsoft.com/office/drawing/2014/main" id="{9E2B3691-E106-44FA-A309-2410AD26D82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2974" y="725"/>
                    <a:ext cx="218" cy="139"/>
                  </a:xfrm>
                  <a:custGeom>
                    <a:avLst/>
                    <a:gdLst>
                      <a:gd name="T0" fmla="*/ 0 w 384"/>
                      <a:gd name="T1" fmla="*/ 67 h 288"/>
                      <a:gd name="T2" fmla="*/ 62 w 384"/>
                      <a:gd name="T3" fmla="*/ 0 h 288"/>
                      <a:gd name="T4" fmla="*/ 124 w 384"/>
                      <a:gd name="T5" fmla="*/ 67 h 28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84" h="288">
                        <a:moveTo>
                          <a:pt x="0" y="288"/>
                        </a:moveTo>
                        <a:lnTo>
                          <a:pt x="192" y="0"/>
                        </a:lnTo>
                        <a:lnTo>
                          <a:pt x="384" y="288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84" name="Text Box 24">
                    <a:extLst>
                      <a:ext uri="{FF2B5EF4-FFF2-40B4-BE49-F238E27FC236}">
                        <a16:creationId xmlns:a16="http://schemas.microsoft.com/office/drawing/2014/main" id="{5FF554F5-8AEC-4CE8-9071-E63852ED0B5A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 rot="-5400000">
                    <a:off x="2946" y="607"/>
                    <a:ext cx="575" cy="27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ALU</a:t>
                    </a:r>
                  </a:p>
                </p:txBody>
              </p:sp>
            </p:grpSp>
            <p:sp>
              <p:nvSpPr>
                <p:cNvPr id="160" name="Line 25">
                  <a:extLst>
                    <a:ext uri="{FF2B5EF4-FFF2-40B4-BE49-F238E27FC236}">
                      <a16:creationId xmlns:a16="http://schemas.microsoft.com/office/drawing/2014/main" id="{B10328B2-754C-4764-B973-12405831B627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052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1" name="Line 26">
                  <a:extLst>
                    <a:ext uri="{FF2B5EF4-FFF2-40B4-BE49-F238E27FC236}">
                      <a16:creationId xmlns:a16="http://schemas.microsoft.com/office/drawing/2014/main" id="{D2CE0FF8-406D-4037-B462-93960A413054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475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62" name="Group 27">
                  <a:extLst>
                    <a:ext uri="{FF2B5EF4-FFF2-40B4-BE49-F238E27FC236}">
                      <a16:creationId xmlns:a16="http://schemas.microsoft.com/office/drawing/2014/main" id="{8C7A5CDB-1CAE-4004-AE36-30C83C26974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172" y="1305"/>
                  <a:ext cx="353" cy="232"/>
                  <a:chOff x="3773" y="576"/>
                  <a:chExt cx="763" cy="480"/>
                </a:xfrm>
              </p:grpSpPr>
              <p:sp>
                <p:nvSpPr>
                  <p:cNvPr id="179" name="Rectangle 28">
                    <a:extLst>
                      <a:ext uri="{FF2B5EF4-FFF2-40B4-BE49-F238E27FC236}">
                        <a16:creationId xmlns:a16="http://schemas.microsoft.com/office/drawing/2014/main" id="{E87E359B-3854-436F-8395-6A6CB0446D54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915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000">
                      <a:solidFill>
                        <a:schemeClr val="tx1"/>
                      </a:solidFill>
                      <a:latin typeface="Comic Sans MS" pitchFamily="66" charset="0"/>
                    </a:endParaRPr>
                  </a:p>
                </p:txBody>
              </p:sp>
              <p:sp>
                <p:nvSpPr>
                  <p:cNvPr id="180" name="Text Box 29">
                    <a:extLst>
                      <a:ext uri="{FF2B5EF4-FFF2-40B4-BE49-F238E27FC236}">
                        <a16:creationId xmlns:a16="http://schemas.microsoft.com/office/drawing/2014/main" id="{A89979C3-5689-4F95-8CCA-18593DA7AFF4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3773" y="628"/>
                    <a:ext cx="763" cy="31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DMem</a:t>
                    </a:r>
                  </a:p>
                </p:txBody>
              </p:sp>
            </p:grpSp>
            <p:sp>
              <p:nvSpPr>
                <p:cNvPr id="163" name="Freeform 30">
                  <a:extLst>
                    <a:ext uri="{FF2B5EF4-FFF2-40B4-BE49-F238E27FC236}">
                      <a16:creationId xmlns:a16="http://schemas.microsoft.com/office/drawing/2014/main" id="{E405538D-210C-44E9-9273-F45012D04CA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08" y="1421"/>
                  <a:ext cx="332" cy="185"/>
                </a:xfrm>
                <a:custGeom>
                  <a:avLst/>
                  <a:gdLst>
                    <a:gd name="T0" fmla="*/ 0 w 816"/>
                    <a:gd name="T1" fmla="*/ 0 h 384"/>
                    <a:gd name="T2" fmla="*/ 0 w 816"/>
                    <a:gd name="T3" fmla="*/ 89 h 384"/>
                    <a:gd name="T4" fmla="*/ 119 w 816"/>
                    <a:gd name="T5" fmla="*/ 89 h 384"/>
                    <a:gd name="T6" fmla="*/ 119 w 816"/>
                    <a:gd name="T7" fmla="*/ 33 h 384"/>
                    <a:gd name="T8" fmla="*/ 135 w 816"/>
                    <a:gd name="T9" fmla="*/ 33 h 3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816" h="384">
                      <a:moveTo>
                        <a:pt x="0" y="0"/>
                      </a:moveTo>
                      <a:lnTo>
                        <a:pt x="0" y="384"/>
                      </a:lnTo>
                      <a:lnTo>
                        <a:pt x="720" y="384"/>
                      </a:lnTo>
                      <a:lnTo>
                        <a:pt x="720" y="144"/>
                      </a:lnTo>
                      <a:lnTo>
                        <a:pt x="816" y="144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4" name="Line 31">
                  <a:extLst>
                    <a:ext uri="{FF2B5EF4-FFF2-40B4-BE49-F238E27FC236}">
                      <a16:creationId xmlns:a16="http://schemas.microsoft.com/office/drawing/2014/main" id="{01944663-056F-42B6-81EF-F021D8589D37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99" y="1491"/>
                  <a:ext cx="23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5" name="Line 32">
                  <a:extLst>
                    <a:ext uri="{FF2B5EF4-FFF2-40B4-BE49-F238E27FC236}">
                      <a16:creationId xmlns:a16="http://schemas.microsoft.com/office/drawing/2014/main" id="{00B73725-F968-4AC6-9C22-27579020244D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69" y="1351"/>
                  <a:ext cx="25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66" name="Group 33">
                  <a:extLst>
                    <a:ext uri="{FF2B5EF4-FFF2-40B4-BE49-F238E27FC236}">
                      <a16:creationId xmlns:a16="http://schemas.microsoft.com/office/drawing/2014/main" id="{EC7C794C-229D-4A1B-8A4C-19F537DE1CF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924" y="1305"/>
                  <a:ext cx="372" cy="232"/>
                  <a:chOff x="1042" y="576"/>
                  <a:chExt cx="803" cy="480"/>
                </a:xfrm>
              </p:grpSpPr>
              <p:sp>
                <p:nvSpPr>
                  <p:cNvPr id="177" name="Rectangle 34">
                    <a:extLst>
                      <a:ext uri="{FF2B5EF4-FFF2-40B4-BE49-F238E27FC236}">
                        <a16:creationId xmlns:a16="http://schemas.microsoft.com/office/drawing/2014/main" id="{30D942E0-8D41-4A50-ACAE-D591B0F7ED81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197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000">
                      <a:solidFill>
                        <a:schemeClr val="tx1"/>
                      </a:solidFill>
                      <a:latin typeface="Comic Sans MS" pitchFamily="66" charset="0"/>
                    </a:endParaRPr>
                  </a:p>
                </p:txBody>
              </p:sp>
              <p:sp>
                <p:nvSpPr>
                  <p:cNvPr id="178" name="Text Box 35">
                    <a:extLst>
                      <a:ext uri="{FF2B5EF4-FFF2-40B4-BE49-F238E27FC236}">
                        <a16:creationId xmlns:a16="http://schemas.microsoft.com/office/drawing/2014/main" id="{7E4560D4-D292-4A69-B5EF-19A037F90AED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042" y="628"/>
                    <a:ext cx="803" cy="31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Ifetch</a:t>
                    </a:r>
                  </a:p>
                </p:txBody>
              </p:sp>
            </p:grpSp>
            <p:grpSp>
              <p:nvGrpSpPr>
                <p:cNvPr id="167" name="Group 36">
                  <a:extLst>
                    <a:ext uri="{FF2B5EF4-FFF2-40B4-BE49-F238E27FC236}">
                      <a16:creationId xmlns:a16="http://schemas.microsoft.com/office/drawing/2014/main" id="{65CBCFAD-FA4D-4269-B097-020A67FC5F0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88" y="1200"/>
                  <a:ext cx="1297" cy="441"/>
                  <a:chOff x="2112" y="528"/>
                  <a:chExt cx="2088" cy="681"/>
                </a:xfrm>
              </p:grpSpPr>
              <p:sp>
                <p:nvSpPr>
                  <p:cNvPr id="173" name="Rectangle 37">
                    <a:extLst>
                      <a:ext uri="{FF2B5EF4-FFF2-40B4-BE49-F238E27FC236}">
                        <a16:creationId xmlns:a16="http://schemas.microsoft.com/office/drawing/2014/main" id="{CCC7F395-BC8A-47B8-AA4D-D8D787DA80DC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784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74" name="Rectangle 38">
                    <a:extLst>
                      <a:ext uri="{FF2B5EF4-FFF2-40B4-BE49-F238E27FC236}">
                        <a16:creationId xmlns:a16="http://schemas.microsoft.com/office/drawing/2014/main" id="{A8533BAA-44B7-4407-8A41-FF6EAD79120D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4128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75" name="Rectangle 39">
                    <a:extLst>
                      <a:ext uri="{FF2B5EF4-FFF2-40B4-BE49-F238E27FC236}">
                        <a16:creationId xmlns:a16="http://schemas.microsoft.com/office/drawing/2014/main" id="{CDB221F8-FA01-4553-B610-66E6243283B4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112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76" name="Rectangle 40">
                    <a:extLst>
                      <a:ext uri="{FF2B5EF4-FFF2-40B4-BE49-F238E27FC236}">
                        <a16:creationId xmlns:a16="http://schemas.microsoft.com/office/drawing/2014/main" id="{9E0B7AB0-E2DB-4C60-988F-3EAEA4AA6270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456" y="532"/>
                    <a:ext cx="71" cy="672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68" name="Group 41">
                  <a:extLst>
                    <a:ext uri="{FF2B5EF4-FFF2-40B4-BE49-F238E27FC236}">
                      <a16:creationId xmlns:a16="http://schemas.microsoft.com/office/drawing/2014/main" id="{901E7F0B-4F96-4B04-97DC-5B20452B33D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 flipH="1">
                  <a:off x="3640" y="1296"/>
                  <a:ext cx="254" cy="233"/>
                  <a:chOff x="1356" y="528"/>
                  <a:chExt cx="546" cy="432"/>
                </a:xfrm>
              </p:grpSpPr>
              <p:grpSp>
                <p:nvGrpSpPr>
                  <p:cNvPr id="169" name="Group 42">
                    <a:extLst>
                      <a:ext uri="{FF2B5EF4-FFF2-40B4-BE49-F238E27FC236}">
                        <a16:creationId xmlns:a16="http://schemas.microsoft.com/office/drawing/2014/main" id="{52CA1614-2668-4256-A53A-D62615F3D961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171" name="Rectangle 43">
                      <a:extLst>
                        <a:ext uri="{FF2B5EF4-FFF2-40B4-BE49-F238E27FC236}">
                          <a16:creationId xmlns:a16="http://schemas.microsoft.com/office/drawing/2014/main" id="{01D7489D-701A-427C-A567-EDD1B12B5594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72" name="Rectangle 44">
                      <a:extLst>
                        <a:ext uri="{FF2B5EF4-FFF2-40B4-BE49-F238E27FC236}">
                          <a16:creationId xmlns:a16="http://schemas.microsoft.com/office/drawing/2014/main" id="{FFDF0906-04E8-4188-A05B-590BCE4808FE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000">
                        <a:solidFill>
                          <a:schemeClr val="tx1"/>
                        </a:solidFill>
                        <a:latin typeface="Comic Sans MS" pitchFamily="66" charset="0"/>
                      </a:endParaRPr>
                    </a:p>
                  </p:txBody>
                </p:sp>
              </p:grpSp>
              <p:sp>
                <p:nvSpPr>
                  <p:cNvPr id="170" name="Text Box 45">
                    <a:extLst>
                      <a:ext uri="{FF2B5EF4-FFF2-40B4-BE49-F238E27FC236}">
                        <a16:creationId xmlns:a16="http://schemas.microsoft.com/office/drawing/2014/main" id="{412521DA-0953-460C-962E-96D09110E42C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356" y="574"/>
                    <a:ext cx="546" cy="28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Reg</a:t>
                    </a:r>
                  </a:p>
                </p:txBody>
              </p:sp>
            </p:grpSp>
          </p:grpSp>
          <p:grpSp>
            <p:nvGrpSpPr>
              <p:cNvPr id="15" name="Group 46">
                <a:extLst>
                  <a:ext uri="{FF2B5EF4-FFF2-40B4-BE49-F238E27FC236}">
                    <a16:creationId xmlns:a16="http://schemas.microsoft.com/office/drawing/2014/main" id="{ECF1524C-1EF6-4667-9C5A-9EE65D6730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74" y="1883"/>
                <a:ext cx="2003" cy="441"/>
                <a:chOff x="1923" y="1200"/>
                <a:chExt cx="1972" cy="441"/>
              </a:xfrm>
            </p:grpSpPr>
            <p:grpSp>
              <p:nvGrpSpPr>
                <p:cNvPr id="123" name="Group 47">
                  <a:extLst>
                    <a:ext uri="{FF2B5EF4-FFF2-40B4-BE49-F238E27FC236}">
                      <a16:creationId xmlns:a16="http://schemas.microsoft.com/office/drawing/2014/main" id="{F96FACA8-2545-49C9-9C51-2F32858F946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414" y="1304"/>
                  <a:ext cx="255" cy="233"/>
                  <a:chOff x="1341" y="528"/>
                  <a:chExt cx="553" cy="432"/>
                </a:xfrm>
              </p:grpSpPr>
              <p:grpSp>
                <p:nvGrpSpPr>
                  <p:cNvPr id="152" name="Group 48">
                    <a:extLst>
                      <a:ext uri="{FF2B5EF4-FFF2-40B4-BE49-F238E27FC236}">
                        <a16:creationId xmlns:a16="http://schemas.microsoft.com/office/drawing/2014/main" id="{55351CD3-0B83-48AA-BCD5-97440D58E97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154" name="Rectangle 49">
                      <a:extLst>
                        <a:ext uri="{FF2B5EF4-FFF2-40B4-BE49-F238E27FC236}">
                          <a16:creationId xmlns:a16="http://schemas.microsoft.com/office/drawing/2014/main" id="{5DFFDBDE-DE89-48BC-A166-2204C135B784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" name="Rectangle 50">
                      <a:extLst>
                        <a:ext uri="{FF2B5EF4-FFF2-40B4-BE49-F238E27FC236}">
                          <a16:creationId xmlns:a16="http://schemas.microsoft.com/office/drawing/2014/main" id="{AECCAE7E-B1D3-4874-896A-DE3E4C6F80F6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000">
                        <a:solidFill>
                          <a:schemeClr val="tx1"/>
                        </a:solidFill>
                        <a:latin typeface="Comic Sans MS" pitchFamily="66" charset="0"/>
                      </a:endParaRPr>
                    </a:p>
                  </p:txBody>
                </p:sp>
              </p:grpSp>
              <p:sp>
                <p:nvSpPr>
                  <p:cNvPr id="153" name="Text Box 51">
                    <a:extLst>
                      <a:ext uri="{FF2B5EF4-FFF2-40B4-BE49-F238E27FC236}">
                        <a16:creationId xmlns:a16="http://schemas.microsoft.com/office/drawing/2014/main" id="{88730DAB-D7E1-4D38-9770-A84211E0DC73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341" y="574"/>
                    <a:ext cx="553" cy="28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Reg</a:t>
                    </a:r>
                  </a:p>
                </p:txBody>
              </p:sp>
            </p:grpSp>
            <p:sp>
              <p:nvSpPr>
                <p:cNvPr id="124" name="Line 52">
                  <a:extLst>
                    <a:ext uri="{FF2B5EF4-FFF2-40B4-BE49-F238E27FC236}">
                      <a16:creationId xmlns:a16="http://schemas.microsoft.com/office/drawing/2014/main" id="{85E843E2-3E92-4637-9D81-E91FC2DB0CEF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351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5" name="Line 53">
                  <a:extLst>
                    <a:ext uri="{FF2B5EF4-FFF2-40B4-BE49-F238E27FC236}">
                      <a16:creationId xmlns:a16="http://schemas.microsoft.com/office/drawing/2014/main" id="{36A0494F-FFE7-459D-B006-606A29ECBA22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490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26" name="Group 54">
                  <a:extLst>
                    <a:ext uri="{FF2B5EF4-FFF2-40B4-BE49-F238E27FC236}">
                      <a16:creationId xmlns:a16="http://schemas.microsoft.com/office/drawing/2014/main" id="{DCA7534B-1B1C-4ECB-B653-0D34C7C3F94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851" y="1235"/>
                  <a:ext cx="208" cy="371"/>
                  <a:chOff x="2991" y="411"/>
                  <a:chExt cx="375" cy="768"/>
                </a:xfrm>
              </p:grpSpPr>
              <p:sp>
                <p:nvSpPr>
                  <p:cNvPr id="148" name="AutoShape 55">
                    <a:extLst>
                      <a:ext uri="{FF2B5EF4-FFF2-40B4-BE49-F238E27FC236}">
                        <a16:creationId xmlns:a16="http://schemas.microsoft.com/office/drawing/2014/main" id="{11AF9174-0602-459D-B9B4-2B58DD59D09E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-5400000">
                    <a:off x="2798" y="626"/>
                    <a:ext cx="768" cy="337"/>
                  </a:xfrm>
                  <a:custGeom>
                    <a:avLst/>
                    <a:gdLst>
                      <a:gd name="T0" fmla="*/ 24 w 21600"/>
                      <a:gd name="T1" fmla="*/ 3 h 21600"/>
                      <a:gd name="T2" fmla="*/ 14 w 21600"/>
                      <a:gd name="T3" fmla="*/ 5 h 21600"/>
                      <a:gd name="T4" fmla="*/ 3 w 21600"/>
                      <a:gd name="T5" fmla="*/ 3 h 21600"/>
                      <a:gd name="T6" fmla="*/ 14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0 w 21600"/>
                      <a:gd name="T13" fmla="*/ 4487 h 21600"/>
                      <a:gd name="T14" fmla="*/ 17100 w 21600"/>
                      <a:gd name="T15" fmla="*/ 17113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eaVert"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9" name="AutoShape 56">
                    <a:extLst>
                      <a:ext uri="{FF2B5EF4-FFF2-40B4-BE49-F238E27FC236}">
                        <a16:creationId xmlns:a16="http://schemas.microsoft.com/office/drawing/2014/main" id="{9152C043-8AE0-4CD6-B680-5E2A8FAF5657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5400000">
                    <a:off x="2957" y="705"/>
                    <a:ext cx="248" cy="180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50" name="Freeform 57">
                    <a:extLst>
                      <a:ext uri="{FF2B5EF4-FFF2-40B4-BE49-F238E27FC236}">
                        <a16:creationId xmlns:a16="http://schemas.microsoft.com/office/drawing/2014/main" id="{3A8D96FE-E2BC-4CE6-A6D4-7B163FA8969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2974" y="725"/>
                    <a:ext cx="218" cy="139"/>
                  </a:xfrm>
                  <a:custGeom>
                    <a:avLst/>
                    <a:gdLst>
                      <a:gd name="T0" fmla="*/ 0 w 384"/>
                      <a:gd name="T1" fmla="*/ 67 h 288"/>
                      <a:gd name="T2" fmla="*/ 62 w 384"/>
                      <a:gd name="T3" fmla="*/ 0 h 288"/>
                      <a:gd name="T4" fmla="*/ 124 w 384"/>
                      <a:gd name="T5" fmla="*/ 67 h 28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84" h="288">
                        <a:moveTo>
                          <a:pt x="0" y="288"/>
                        </a:moveTo>
                        <a:lnTo>
                          <a:pt x="192" y="0"/>
                        </a:lnTo>
                        <a:lnTo>
                          <a:pt x="384" y="288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51" name="Text Box 58">
                    <a:extLst>
                      <a:ext uri="{FF2B5EF4-FFF2-40B4-BE49-F238E27FC236}">
                        <a16:creationId xmlns:a16="http://schemas.microsoft.com/office/drawing/2014/main" id="{07A8BF94-8176-4266-970D-53E181DE41BC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 rot="-5400000">
                    <a:off x="2939" y="610"/>
                    <a:ext cx="575" cy="27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ALU</a:t>
                    </a:r>
                  </a:p>
                </p:txBody>
              </p:sp>
            </p:grpSp>
            <p:sp>
              <p:nvSpPr>
                <p:cNvPr id="127" name="Line 59">
                  <a:extLst>
                    <a:ext uri="{FF2B5EF4-FFF2-40B4-BE49-F238E27FC236}">
                      <a16:creationId xmlns:a16="http://schemas.microsoft.com/office/drawing/2014/main" id="{98D0D362-99F5-4CCD-8F8F-5ADEF57F7B07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052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8" name="Line 60">
                  <a:extLst>
                    <a:ext uri="{FF2B5EF4-FFF2-40B4-BE49-F238E27FC236}">
                      <a16:creationId xmlns:a16="http://schemas.microsoft.com/office/drawing/2014/main" id="{2DE3A72D-3A3F-4321-A696-BFE8A55E5A95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475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29" name="Group 61">
                  <a:extLst>
                    <a:ext uri="{FF2B5EF4-FFF2-40B4-BE49-F238E27FC236}">
                      <a16:creationId xmlns:a16="http://schemas.microsoft.com/office/drawing/2014/main" id="{102E81DB-2F51-4330-B9E7-C7951FE0DF0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172" y="1305"/>
                  <a:ext cx="353" cy="232"/>
                  <a:chOff x="3773" y="576"/>
                  <a:chExt cx="763" cy="480"/>
                </a:xfrm>
              </p:grpSpPr>
              <p:sp>
                <p:nvSpPr>
                  <p:cNvPr id="146" name="Rectangle 62">
                    <a:extLst>
                      <a:ext uri="{FF2B5EF4-FFF2-40B4-BE49-F238E27FC236}">
                        <a16:creationId xmlns:a16="http://schemas.microsoft.com/office/drawing/2014/main" id="{7FF98431-8546-40DE-A7CF-4E9573BD6A4B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915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000">
                      <a:solidFill>
                        <a:schemeClr val="tx1"/>
                      </a:solidFill>
                      <a:latin typeface="Comic Sans MS" pitchFamily="66" charset="0"/>
                    </a:endParaRPr>
                  </a:p>
                </p:txBody>
              </p:sp>
              <p:sp>
                <p:nvSpPr>
                  <p:cNvPr id="147" name="Text Box 63">
                    <a:extLst>
                      <a:ext uri="{FF2B5EF4-FFF2-40B4-BE49-F238E27FC236}">
                        <a16:creationId xmlns:a16="http://schemas.microsoft.com/office/drawing/2014/main" id="{96927F69-AB85-4C2D-AE65-AE98EBECA0DB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3773" y="628"/>
                    <a:ext cx="763" cy="31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DMem</a:t>
                    </a:r>
                  </a:p>
                </p:txBody>
              </p:sp>
            </p:grpSp>
            <p:sp>
              <p:nvSpPr>
                <p:cNvPr id="130" name="Freeform 64">
                  <a:extLst>
                    <a:ext uri="{FF2B5EF4-FFF2-40B4-BE49-F238E27FC236}">
                      <a16:creationId xmlns:a16="http://schemas.microsoft.com/office/drawing/2014/main" id="{37A754B8-228D-4A60-BBE7-562203200E6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08" y="1421"/>
                  <a:ext cx="332" cy="185"/>
                </a:xfrm>
                <a:custGeom>
                  <a:avLst/>
                  <a:gdLst>
                    <a:gd name="T0" fmla="*/ 0 w 816"/>
                    <a:gd name="T1" fmla="*/ 0 h 384"/>
                    <a:gd name="T2" fmla="*/ 0 w 816"/>
                    <a:gd name="T3" fmla="*/ 89 h 384"/>
                    <a:gd name="T4" fmla="*/ 119 w 816"/>
                    <a:gd name="T5" fmla="*/ 89 h 384"/>
                    <a:gd name="T6" fmla="*/ 119 w 816"/>
                    <a:gd name="T7" fmla="*/ 33 h 384"/>
                    <a:gd name="T8" fmla="*/ 135 w 816"/>
                    <a:gd name="T9" fmla="*/ 33 h 3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816" h="384">
                      <a:moveTo>
                        <a:pt x="0" y="0"/>
                      </a:moveTo>
                      <a:lnTo>
                        <a:pt x="0" y="384"/>
                      </a:lnTo>
                      <a:lnTo>
                        <a:pt x="720" y="384"/>
                      </a:lnTo>
                      <a:lnTo>
                        <a:pt x="720" y="144"/>
                      </a:lnTo>
                      <a:lnTo>
                        <a:pt x="816" y="144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1" name="Line 65">
                  <a:extLst>
                    <a:ext uri="{FF2B5EF4-FFF2-40B4-BE49-F238E27FC236}">
                      <a16:creationId xmlns:a16="http://schemas.microsoft.com/office/drawing/2014/main" id="{1606ADEC-4B54-4711-8837-7F2E0DC2881A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99" y="1491"/>
                  <a:ext cx="23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" name="Line 66">
                  <a:extLst>
                    <a:ext uri="{FF2B5EF4-FFF2-40B4-BE49-F238E27FC236}">
                      <a16:creationId xmlns:a16="http://schemas.microsoft.com/office/drawing/2014/main" id="{00ECF47F-AC54-4C66-9E2E-0BDA6C357171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69" y="1351"/>
                  <a:ext cx="25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33" name="Group 67">
                  <a:extLst>
                    <a:ext uri="{FF2B5EF4-FFF2-40B4-BE49-F238E27FC236}">
                      <a16:creationId xmlns:a16="http://schemas.microsoft.com/office/drawing/2014/main" id="{44FF4F2A-6924-4D4E-A86E-D5DA4146918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923" y="1305"/>
                  <a:ext cx="372" cy="232"/>
                  <a:chOff x="1039" y="576"/>
                  <a:chExt cx="802" cy="480"/>
                </a:xfrm>
              </p:grpSpPr>
              <p:sp>
                <p:nvSpPr>
                  <p:cNvPr id="144" name="Rectangle 68">
                    <a:extLst>
                      <a:ext uri="{FF2B5EF4-FFF2-40B4-BE49-F238E27FC236}">
                        <a16:creationId xmlns:a16="http://schemas.microsoft.com/office/drawing/2014/main" id="{B83E70F0-2CBA-494A-AE8D-7647C63D0B9E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197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000">
                      <a:solidFill>
                        <a:schemeClr val="tx1"/>
                      </a:solidFill>
                      <a:latin typeface="Comic Sans MS" pitchFamily="66" charset="0"/>
                    </a:endParaRPr>
                  </a:p>
                </p:txBody>
              </p:sp>
              <p:sp>
                <p:nvSpPr>
                  <p:cNvPr id="145" name="Text Box 69">
                    <a:extLst>
                      <a:ext uri="{FF2B5EF4-FFF2-40B4-BE49-F238E27FC236}">
                        <a16:creationId xmlns:a16="http://schemas.microsoft.com/office/drawing/2014/main" id="{5F41E1AC-D37F-482A-926E-63DAEEE768F1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039" y="628"/>
                    <a:ext cx="802" cy="31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Ifetch</a:t>
                    </a:r>
                  </a:p>
                </p:txBody>
              </p:sp>
            </p:grpSp>
            <p:grpSp>
              <p:nvGrpSpPr>
                <p:cNvPr id="134" name="Group 70">
                  <a:extLst>
                    <a:ext uri="{FF2B5EF4-FFF2-40B4-BE49-F238E27FC236}">
                      <a16:creationId xmlns:a16="http://schemas.microsoft.com/office/drawing/2014/main" id="{3C0AA34A-C6EB-47A3-BC9D-1307506E1FE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88" y="1200"/>
                  <a:ext cx="1297" cy="441"/>
                  <a:chOff x="2112" y="528"/>
                  <a:chExt cx="2088" cy="681"/>
                </a:xfrm>
              </p:grpSpPr>
              <p:sp>
                <p:nvSpPr>
                  <p:cNvPr id="140" name="Rectangle 71">
                    <a:extLst>
                      <a:ext uri="{FF2B5EF4-FFF2-40B4-BE49-F238E27FC236}">
                        <a16:creationId xmlns:a16="http://schemas.microsoft.com/office/drawing/2014/main" id="{4EA89009-27E3-4EAD-8B46-F7DB45EEE0C9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784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1" name="Rectangle 72">
                    <a:extLst>
                      <a:ext uri="{FF2B5EF4-FFF2-40B4-BE49-F238E27FC236}">
                        <a16:creationId xmlns:a16="http://schemas.microsoft.com/office/drawing/2014/main" id="{886CB724-24F1-4061-9B8B-373E77EDC6E9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4128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2" name="Rectangle 73">
                    <a:extLst>
                      <a:ext uri="{FF2B5EF4-FFF2-40B4-BE49-F238E27FC236}">
                        <a16:creationId xmlns:a16="http://schemas.microsoft.com/office/drawing/2014/main" id="{EF93534C-7FB5-4769-AE63-51641D9D24D6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112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43" name="Rectangle 74">
                    <a:extLst>
                      <a:ext uri="{FF2B5EF4-FFF2-40B4-BE49-F238E27FC236}">
                        <a16:creationId xmlns:a16="http://schemas.microsoft.com/office/drawing/2014/main" id="{88F07363-9A38-468E-98C1-BE8594039DB6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456" y="532"/>
                    <a:ext cx="71" cy="672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35" name="Group 75">
                  <a:extLst>
                    <a:ext uri="{FF2B5EF4-FFF2-40B4-BE49-F238E27FC236}">
                      <a16:creationId xmlns:a16="http://schemas.microsoft.com/office/drawing/2014/main" id="{DD05B957-EE25-4221-8CAF-7DBAB20F284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 flipH="1">
                  <a:off x="3640" y="1296"/>
                  <a:ext cx="255" cy="233"/>
                  <a:chOff x="1356" y="528"/>
                  <a:chExt cx="548" cy="432"/>
                </a:xfrm>
              </p:grpSpPr>
              <p:grpSp>
                <p:nvGrpSpPr>
                  <p:cNvPr id="136" name="Group 76">
                    <a:extLst>
                      <a:ext uri="{FF2B5EF4-FFF2-40B4-BE49-F238E27FC236}">
                        <a16:creationId xmlns:a16="http://schemas.microsoft.com/office/drawing/2014/main" id="{23C3F479-8907-430A-BD4F-96D93F0C596D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138" name="Rectangle 77">
                      <a:extLst>
                        <a:ext uri="{FF2B5EF4-FFF2-40B4-BE49-F238E27FC236}">
                          <a16:creationId xmlns:a16="http://schemas.microsoft.com/office/drawing/2014/main" id="{5BC4EB1D-4898-483B-A49D-AD4DD6DFCA20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9" name="Rectangle 78">
                      <a:extLst>
                        <a:ext uri="{FF2B5EF4-FFF2-40B4-BE49-F238E27FC236}">
                          <a16:creationId xmlns:a16="http://schemas.microsoft.com/office/drawing/2014/main" id="{6A1B6074-8923-47F6-A765-2702326975C6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000">
                        <a:solidFill>
                          <a:schemeClr val="tx1"/>
                        </a:solidFill>
                        <a:latin typeface="Comic Sans MS" pitchFamily="66" charset="0"/>
                      </a:endParaRPr>
                    </a:p>
                  </p:txBody>
                </p:sp>
              </p:grpSp>
              <p:sp>
                <p:nvSpPr>
                  <p:cNvPr id="137" name="Text Box 79">
                    <a:extLst>
                      <a:ext uri="{FF2B5EF4-FFF2-40B4-BE49-F238E27FC236}">
                        <a16:creationId xmlns:a16="http://schemas.microsoft.com/office/drawing/2014/main" id="{EF9627AA-0FF0-4CBF-8FA5-2568B4D250B7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356" y="574"/>
                    <a:ext cx="548" cy="28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Reg</a:t>
                    </a:r>
                  </a:p>
                </p:txBody>
              </p:sp>
            </p:grpSp>
          </p:grpSp>
          <p:grpSp>
            <p:nvGrpSpPr>
              <p:cNvPr id="16" name="Group 80">
                <a:extLst>
                  <a:ext uri="{FF2B5EF4-FFF2-40B4-BE49-F238E27FC236}">
                    <a16:creationId xmlns:a16="http://schemas.microsoft.com/office/drawing/2014/main" id="{F07FC5E5-0BE3-404B-8FFD-906939340C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55" y="1363"/>
                <a:ext cx="2001" cy="441"/>
                <a:chOff x="1923" y="1200"/>
                <a:chExt cx="1970" cy="441"/>
              </a:xfrm>
            </p:grpSpPr>
            <p:grpSp>
              <p:nvGrpSpPr>
                <p:cNvPr id="90" name="Group 81">
                  <a:extLst>
                    <a:ext uri="{FF2B5EF4-FFF2-40B4-BE49-F238E27FC236}">
                      <a16:creationId xmlns:a16="http://schemas.microsoft.com/office/drawing/2014/main" id="{43F2071B-2EE3-4FA1-8AAC-1DD416B7903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414" y="1304"/>
                  <a:ext cx="254" cy="233"/>
                  <a:chOff x="1342" y="528"/>
                  <a:chExt cx="550" cy="432"/>
                </a:xfrm>
              </p:grpSpPr>
              <p:grpSp>
                <p:nvGrpSpPr>
                  <p:cNvPr id="119" name="Group 82">
                    <a:extLst>
                      <a:ext uri="{FF2B5EF4-FFF2-40B4-BE49-F238E27FC236}">
                        <a16:creationId xmlns:a16="http://schemas.microsoft.com/office/drawing/2014/main" id="{EB469E02-1338-4137-95B6-191CC9A7398E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121" name="Rectangle 83">
                      <a:extLst>
                        <a:ext uri="{FF2B5EF4-FFF2-40B4-BE49-F238E27FC236}">
                          <a16:creationId xmlns:a16="http://schemas.microsoft.com/office/drawing/2014/main" id="{47066FBE-35BE-4995-A942-CB560B3B82A9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22" name="Rectangle 84">
                      <a:extLst>
                        <a:ext uri="{FF2B5EF4-FFF2-40B4-BE49-F238E27FC236}">
                          <a16:creationId xmlns:a16="http://schemas.microsoft.com/office/drawing/2014/main" id="{2EEA3D3C-C815-43BE-B193-CE531462DAF9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000">
                        <a:solidFill>
                          <a:schemeClr val="tx1"/>
                        </a:solidFill>
                        <a:latin typeface="Comic Sans MS" pitchFamily="66" charset="0"/>
                      </a:endParaRPr>
                    </a:p>
                  </p:txBody>
                </p:sp>
              </p:grpSp>
              <p:sp>
                <p:nvSpPr>
                  <p:cNvPr id="120" name="Text Box 85">
                    <a:extLst>
                      <a:ext uri="{FF2B5EF4-FFF2-40B4-BE49-F238E27FC236}">
                        <a16:creationId xmlns:a16="http://schemas.microsoft.com/office/drawing/2014/main" id="{BA87C409-8C1C-491E-B624-2A5898106825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342" y="574"/>
                    <a:ext cx="550" cy="28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Reg</a:t>
                    </a:r>
                  </a:p>
                </p:txBody>
              </p:sp>
            </p:grpSp>
            <p:sp>
              <p:nvSpPr>
                <p:cNvPr id="91" name="Line 86">
                  <a:extLst>
                    <a:ext uri="{FF2B5EF4-FFF2-40B4-BE49-F238E27FC236}">
                      <a16:creationId xmlns:a16="http://schemas.microsoft.com/office/drawing/2014/main" id="{ACAB39C7-E89B-4E4C-ABC7-96FFA44F7DD8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351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Line 87">
                  <a:extLst>
                    <a:ext uri="{FF2B5EF4-FFF2-40B4-BE49-F238E27FC236}">
                      <a16:creationId xmlns:a16="http://schemas.microsoft.com/office/drawing/2014/main" id="{52E42B83-78FF-466F-B23C-9E269E72B407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490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93" name="Group 92">
                  <a:extLst>
                    <a:ext uri="{FF2B5EF4-FFF2-40B4-BE49-F238E27FC236}">
                      <a16:creationId xmlns:a16="http://schemas.microsoft.com/office/drawing/2014/main" id="{6E341496-3D9D-4436-B317-E2A335A761F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851" y="1235"/>
                  <a:ext cx="209" cy="371"/>
                  <a:chOff x="2991" y="411"/>
                  <a:chExt cx="377" cy="768"/>
                </a:xfrm>
              </p:grpSpPr>
              <p:sp>
                <p:nvSpPr>
                  <p:cNvPr id="115" name="AutoShape 89">
                    <a:extLst>
                      <a:ext uri="{FF2B5EF4-FFF2-40B4-BE49-F238E27FC236}">
                        <a16:creationId xmlns:a16="http://schemas.microsoft.com/office/drawing/2014/main" id="{9960AF8A-5212-4481-8286-DCC8BE048D28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-5400000">
                    <a:off x="2798" y="626"/>
                    <a:ext cx="768" cy="337"/>
                  </a:xfrm>
                  <a:custGeom>
                    <a:avLst/>
                    <a:gdLst>
                      <a:gd name="T0" fmla="*/ 24 w 21600"/>
                      <a:gd name="T1" fmla="*/ 3 h 21600"/>
                      <a:gd name="T2" fmla="*/ 14 w 21600"/>
                      <a:gd name="T3" fmla="*/ 5 h 21600"/>
                      <a:gd name="T4" fmla="*/ 3 w 21600"/>
                      <a:gd name="T5" fmla="*/ 3 h 21600"/>
                      <a:gd name="T6" fmla="*/ 14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0 w 21600"/>
                      <a:gd name="T13" fmla="*/ 4487 h 21600"/>
                      <a:gd name="T14" fmla="*/ 17100 w 21600"/>
                      <a:gd name="T15" fmla="*/ 17113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eaVert"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" name="AutoShape 90">
                    <a:extLst>
                      <a:ext uri="{FF2B5EF4-FFF2-40B4-BE49-F238E27FC236}">
                        <a16:creationId xmlns:a16="http://schemas.microsoft.com/office/drawing/2014/main" id="{AEFD41AC-89F9-48C3-859A-916C786C2AA0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5400000">
                    <a:off x="2957" y="705"/>
                    <a:ext cx="248" cy="180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" name="Freeform 91">
                    <a:extLst>
                      <a:ext uri="{FF2B5EF4-FFF2-40B4-BE49-F238E27FC236}">
                        <a16:creationId xmlns:a16="http://schemas.microsoft.com/office/drawing/2014/main" id="{7EF4771B-48A1-462F-9E49-1BC089DE708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2974" y="725"/>
                    <a:ext cx="218" cy="139"/>
                  </a:xfrm>
                  <a:custGeom>
                    <a:avLst/>
                    <a:gdLst>
                      <a:gd name="T0" fmla="*/ 0 w 384"/>
                      <a:gd name="T1" fmla="*/ 67 h 288"/>
                      <a:gd name="T2" fmla="*/ 62 w 384"/>
                      <a:gd name="T3" fmla="*/ 0 h 288"/>
                      <a:gd name="T4" fmla="*/ 124 w 384"/>
                      <a:gd name="T5" fmla="*/ 67 h 28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84" h="288">
                        <a:moveTo>
                          <a:pt x="0" y="288"/>
                        </a:moveTo>
                        <a:lnTo>
                          <a:pt x="192" y="0"/>
                        </a:lnTo>
                        <a:lnTo>
                          <a:pt x="384" y="288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" name="Text Box 92">
                    <a:extLst>
                      <a:ext uri="{FF2B5EF4-FFF2-40B4-BE49-F238E27FC236}">
                        <a16:creationId xmlns:a16="http://schemas.microsoft.com/office/drawing/2014/main" id="{157ECBE4-CD39-4C51-A7EC-1CE5B670F6FB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 rot="-5400000">
                    <a:off x="2942" y="609"/>
                    <a:ext cx="575" cy="27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ALU</a:t>
                    </a:r>
                  </a:p>
                </p:txBody>
              </p:sp>
            </p:grpSp>
            <p:sp>
              <p:nvSpPr>
                <p:cNvPr id="94" name="Line 93">
                  <a:extLst>
                    <a:ext uri="{FF2B5EF4-FFF2-40B4-BE49-F238E27FC236}">
                      <a16:creationId xmlns:a16="http://schemas.microsoft.com/office/drawing/2014/main" id="{11721EC4-3EDF-4269-BC9F-83AE8D243B31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052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5" name="Line 94">
                  <a:extLst>
                    <a:ext uri="{FF2B5EF4-FFF2-40B4-BE49-F238E27FC236}">
                      <a16:creationId xmlns:a16="http://schemas.microsoft.com/office/drawing/2014/main" id="{3BBF42B5-7103-40B4-8E5D-4BA3C68675A2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475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96" name="Group 95">
                  <a:extLst>
                    <a:ext uri="{FF2B5EF4-FFF2-40B4-BE49-F238E27FC236}">
                      <a16:creationId xmlns:a16="http://schemas.microsoft.com/office/drawing/2014/main" id="{8741435D-B92B-4754-A98F-DC3C5147513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171" y="1305"/>
                  <a:ext cx="354" cy="232"/>
                  <a:chOff x="3771" y="576"/>
                  <a:chExt cx="765" cy="480"/>
                </a:xfrm>
              </p:grpSpPr>
              <p:sp>
                <p:nvSpPr>
                  <p:cNvPr id="113" name="Rectangle 96">
                    <a:extLst>
                      <a:ext uri="{FF2B5EF4-FFF2-40B4-BE49-F238E27FC236}">
                        <a16:creationId xmlns:a16="http://schemas.microsoft.com/office/drawing/2014/main" id="{D07273CF-C826-4E49-BE31-35947BD20529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915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000">
                      <a:solidFill>
                        <a:schemeClr val="tx1"/>
                      </a:solidFill>
                      <a:latin typeface="Comic Sans MS" pitchFamily="66" charset="0"/>
                    </a:endParaRPr>
                  </a:p>
                </p:txBody>
              </p:sp>
              <p:sp>
                <p:nvSpPr>
                  <p:cNvPr id="114" name="Text Box 97">
                    <a:extLst>
                      <a:ext uri="{FF2B5EF4-FFF2-40B4-BE49-F238E27FC236}">
                        <a16:creationId xmlns:a16="http://schemas.microsoft.com/office/drawing/2014/main" id="{BFA5BD24-1903-409B-A27B-C6CC37A143D9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3771" y="628"/>
                    <a:ext cx="765" cy="31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DMem</a:t>
                    </a:r>
                  </a:p>
                </p:txBody>
              </p:sp>
            </p:grpSp>
            <p:sp>
              <p:nvSpPr>
                <p:cNvPr id="97" name="Freeform 98">
                  <a:extLst>
                    <a:ext uri="{FF2B5EF4-FFF2-40B4-BE49-F238E27FC236}">
                      <a16:creationId xmlns:a16="http://schemas.microsoft.com/office/drawing/2014/main" id="{EC46294F-281D-4A37-BD6C-13F240D46CB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08" y="1421"/>
                  <a:ext cx="332" cy="185"/>
                </a:xfrm>
                <a:custGeom>
                  <a:avLst/>
                  <a:gdLst>
                    <a:gd name="T0" fmla="*/ 0 w 816"/>
                    <a:gd name="T1" fmla="*/ 0 h 384"/>
                    <a:gd name="T2" fmla="*/ 0 w 816"/>
                    <a:gd name="T3" fmla="*/ 89 h 384"/>
                    <a:gd name="T4" fmla="*/ 119 w 816"/>
                    <a:gd name="T5" fmla="*/ 89 h 384"/>
                    <a:gd name="T6" fmla="*/ 119 w 816"/>
                    <a:gd name="T7" fmla="*/ 33 h 384"/>
                    <a:gd name="T8" fmla="*/ 135 w 816"/>
                    <a:gd name="T9" fmla="*/ 33 h 3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816" h="384">
                      <a:moveTo>
                        <a:pt x="0" y="0"/>
                      </a:moveTo>
                      <a:lnTo>
                        <a:pt x="0" y="384"/>
                      </a:lnTo>
                      <a:lnTo>
                        <a:pt x="720" y="384"/>
                      </a:lnTo>
                      <a:lnTo>
                        <a:pt x="720" y="144"/>
                      </a:lnTo>
                      <a:lnTo>
                        <a:pt x="816" y="144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8" name="Line 99">
                  <a:extLst>
                    <a:ext uri="{FF2B5EF4-FFF2-40B4-BE49-F238E27FC236}">
                      <a16:creationId xmlns:a16="http://schemas.microsoft.com/office/drawing/2014/main" id="{30D059A4-5754-4B84-80AE-A3EB79D2CF26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99" y="1491"/>
                  <a:ext cx="23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9" name="Line 100">
                  <a:extLst>
                    <a:ext uri="{FF2B5EF4-FFF2-40B4-BE49-F238E27FC236}">
                      <a16:creationId xmlns:a16="http://schemas.microsoft.com/office/drawing/2014/main" id="{22801449-B342-4796-9114-0659C10C143E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69" y="1351"/>
                  <a:ext cx="25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100" name="Group 101">
                  <a:extLst>
                    <a:ext uri="{FF2B5EF4-FFF2-40B4-BE49-F238E27FC236}">
                      <a16:creationId xmlns:a16="http://schemas.microsoft.com/office/drawing/2014/main" id="{4DA81DA3-5DDE-494D-8035-E29799D0856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923" y="1305"/>
                  <a:ext cx="372" cy="232"/>
                  <a:chOff x="1039" y="576"/>
                  <a:chExt cx="803" cy="480"/>
                </a:xfrm>
              </p:grpSpPr>
              <p:sp>
                <p:nvSpPr>
                  <p:cNvPr id="111" name="Rectangle 102">
                    <a:extLst>
                      <a:ext uri="{FF2B5EF4-FFF2-40B4-BE49-F238E27FC236}">
                        <a16:creationId xmlns:a16="http://schemas.microsoft.com/office/drawing/2014/main" id="{CB78C9BE-5CD0-4523-B41D-FC7B17452AD2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197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000">
                      <a:solidFill>
                        <a:schemeClr val="tx1"/>
                      </a:solidFill>
                      <a:latin typeface="Comic Sans MS" pitchFamily="66" charset="0"/>
                    </a:endParaRPr>
                  </a:p>
                </p:txBody>
              </p:sp>
              <p:sp>
                <p:nvSpPr>
                  <p:cNvPr id="112" name="Text Box 103">
                    <a:extLst>
                      <a:ext uri="{FF2B5EF4-FFF2-40B4-BE49-F238E27FC236}">
                        <a16:creationId xmlns:a16="http://schemas.microsoft.com/office/drawing/2014/main" id="{B75E6D34-4C7E-4996-84CE-7D5A3476F289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039" y="628"/>
                    <a:ext cx="803" cy="31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Ifetch</a:t>
                    </a:r>
                  </a:p>
                </p:txBody>
              </p:sp>
            </p:grpSp>
            <p:grpSp>
              <p:nvGrpSpPr>
                <p:cNvPr id="101" name="Group 104">
                  <a:extLst>
                    <a:ext uri="{FF2B5EF4-FFF2-40B4-BE49-F238E27FC236}">
                      <a16:creationId xmlns:a16="http://schemas.microsoft.com/office/drawing/2014/main" id="{A424CA7E-655E-44BD-9DBF-8EDA32A8BFE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88" y="1200"/>
                  <a:ext cx="1297" cy="441"/>
                  <a:chOff x="2112" y="528"/>
                  <a:chExt cx="2088" cy="681"/>
                </a:xfrm>
              </p:grpSpPr>
              <p:sp>
                <p:nvSpPr>
                  <p:cNvPr id="107" name="Rectangle 105">
                    <a:extLst>
                      <a:ext uri="{FF2B5EF4-FFF2-40B4-BE49-F238E27FC236}">
                        <a16:creationId xmlns:a16="http://schemas.microsoft.com/office/drawing/2014/main" id="{E9AE88DC-FDE2-4F13-B742-C6652A893B5B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784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" name="Rectangle 106">
                    <a:extLst>
                      <a:ext uri="{FF2B5EF4-FFF2-40B4-BE49-F238E27FC236}">
                        <a16:creationId xmlns:a16="http://schemas.microsoft.com/office/drawing/2014/main" id="{B2D4E9D0-1282-46A7-A6CF-D59F1D5B1101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4128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" name="Rectangle 107">
                    <a:extLst>
                      <a:ext uri="{FF2B5EF4-FFF2-40B4-BE49-F238E27FC236}">
                        <a16:creationId xmlns:a16="http://schemas.microsoft.com/office/drawing/2014/main" id="{6E53274C-B8C3-45BF-97DF-95A0CB1E3BD9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112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" name="Rectangle 108">
                    <a:extLst>
                      <a:ext uri="{FF2B5EF4-FFF2-40B4-BE49-F238E27FC236}">
                        <a16:creationId xmlns:a16="http://schemas.microsoft.com/office/drawing/2014/main" id="{9A618284-699B-45A5-A9FE-11DF6C1C1868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456" y="532"/>
                    <a:ext cx="71" cy="672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2" name="Group 109">
                  <a:extLst>
                    <a:ext uri="{FF2B5EF4-FFF2-40B4-BE49-F238E27FC236}">
                      <a16:creationId xmlns:a16="http://schemas.microsoft.com/office/drawing/2014/main" id="{E4E02F53-9239-4D2B-BFCC-D6B91BF3EB0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 flipH="1">
                  <a:off x="3639" y="1296"/>
                  <a:ext cx="254" cy="233"/>
                  <a:chOff x="1354" y="528"/>
                  <a:chExt cx="546" cy="432"/>
                </a:xfrm>
              </p:grpSpPr>
              <p:grpSp>
                <p:nvGrpSpPr>
                  <p:cNvPr id="103" name="Group 110">
                    <a:extLst>
                      <a:ext uri="{FF2B5EF4-FFF2-40B4-BE49-F238E27FC236}">
                        <a16:creationId xmlns:a16="http://schemas.microsoft.com/office/drawing/2014/main" id="{A4988FF9-74F8-4063-9017-5143853CFFB7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105" name="Rectangle 111">
                      <a:extLst>
                        <a:ext uri="{FF2B5EF4-FFF2-40B4-BE49-F238E27FC236}">
                          <a16:creationId xmlns:a16="http://schemas.microsoft.com/office/drawing/2014/main" id="{A61CCB16-5CE9-4AAD-BB86-C5BF9E36B57C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6" name="Rectangle 112">
                      <a:extLst>
                        <a:ext uri="{FF2B5EF4-FFF2-40B4-BE49-F238E27FC236}">
                          <a16:creationId xmlns:a16="http://schemas.microsoft.com/office/drawing/2014/main" id="{CD4E5E6E-8738-4FF6-9E30-8C47625A932F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000">
                        <a:solidFill>
                          <a:schemeClr val="tx1"/>
                        </a:solidFill>
                        <a:latin typeface="Comic Sans MS" pitchFamily="66" charset="0"/>
                      </a:endParaRPr>
                    </a:p>
                  </p:txBody>
                </p:sp>
              </p:grpSp>
              <p:sp>
                <p:nvSpPr>
                  <p:cNvPr id="104" name="Text Box 113">
                    <a:extLst>
                      <a:ext uri="{FF2B5EF4-FFF2-40B4-BE49-F238E27FC236}">
                        <a16:creationId xmlns:a16="http://schemas.microsoft.com/office/drawing/2014/main" id="{989D967F-1338-4F68-8C18-5CAA9DFD1327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354" y="574"/>
                    <a:ext cx="546" cy="28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Reg</a:t>
                    </a:r>
                  </a:p>
                </p:txBody>
              </p:sp>
            </p:grpSp>
          </p:grpSp>
          <p:grpSp>
            <p:nvGrpSpPr>
              <p:cNvPr id="17" name="Group 114">
                <a:extLst>
                  <a:ext uri="{FF2B5EF4-FFF2-40B4-BE49-F238E27FC236}">
                    <a16:creationId xmlns:a16="http://schemas.microsoft.com/office/drawing/2014/main" id="{AB7FDEC3-EF1B-4B64-A604-13B25382F50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824" y="3051"/>
                <a:ext cx="259" cy="233"/>
                <a:chOff x="1338" y="528"/>
                <a:chExt cx="552" cy="432"/>
              </a:xfrm>
            </p:grpSpPr>
            <p:grpSp>
              <p:nvGrpSpPr>
                <p:cNvPr id="86" name="Group 115">
                  <a:extLst>
                    <a:ext uri="{FF2B5EF4-FFF2-40B4-BE49-F238E27FC236}">
                      <a16:creationId xmlns:a16="http://schemas.microsoft.com/office/drawing/2014/main" id="{FB58E205-1D6A-4399-AC19-1AEF0045DFE7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374" y="528"/>
                  <a:ext cx="480" cy="432"/>
                  <a:chOff x="1392" y="528"/>
                  <a:chExt cx="480" cy="432"/>
                </a:xfrm>
              </p:grpSpPr>
              <p:sp>
                <p:nvSpPr>
                  <p:cNvPr id="88" name="Rectangle 116">
                    <a:extLst>
                      <a:ext uri="{FF2B5EF4-FFF2-40B4-BE49-F238E27FC236}">
                        <a16:creationId xmlns:a16="http://schemas.microsoft.com/office/drawing/2014/main" id="{D0507E5F-1F8C-40B6-A732-4022B5F880B5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632" y="528"/>
                    <a:ext cx="240" cy="427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9" name="Rectangle 117">
                    <a:extLst>
                      <a:ext uri="{FF2B5EF4-FFF2-40B4-BE49-F238E27FC236}">
                        <a16:creationId xmlns:a16="http://schemas.microsoft.com/office/drawing/2014/main" id="{3F47684B-DEA9-4CCA-AE1B-758B79EBF3C1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392" y="528"/>
                    <a:ext cx="480" cy="432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>
                      <a:spcBef>
                        <a:spcPct val="0"/>
                      </a:spcBef>
                    </a:pPr>
                    <a:endParaRPr lang="en-US" sz="1000">
                      <a:solidFill>
                        <a:schemeClr val="tx1"/>
                      </a:solidFill>
                      <a:latin typeface="Comic Sans MS" pitchFamily="66" charset="0"/>
                    </a:endParaRPr>
                  </a:p>
                </p:txBody>
              </p:sp>
            </p:grpSp>
            <p:sp>
              <p:nvSpPr>
                <p:cNvPr id="87" name="Text Box 118">
                  <a:extLst>
                    <a:ext uri="{FF2B5EF4-FFF2-40B4-BE49-F238E27FC236}">
                      <a16:creationId xmlns:a16="http://schemas.microsoft.com/office/drawing/2014/main" id="{0C3DB095-1A32-47D6-B185-ED96997E5ACF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338" y="574"/>
                  <a:ext cx="552" cy="2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1pPr>
                  <a:lvl2pPr marL="742950" indent="-28575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2pPr>
                  <a:lvl3pPr marL="11430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3pPr>
                  <a:lvl4pPr marL="16002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4pPr>
                  <a:lvl5pPr marL="20574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</a:pPr>
                  <a:r>
                    <a:rPr lang="en-US" sz="1000">
                      <a:solidFill>
                        <a:schemeClr val="tx1"/>
                      </a:solidFill>
                      <a:latin typeface="Comic Sans MS" pitchFamily="66" charset="0"/>
                    </a:rPr>
                    <a:t>Reg</a:t>
                  </a:r>
                </a:p>
              </p:txBody>
            </p:sp>
          </p:grpSp>
          <p:sp>
            <p:nvSpPr>
              <p:cNvPr id="18" name="Line 119">
                <a:extLst>
                  <a:ext uri="{FF2B5EF4-FFF2-40B4-BE49-F238E27FC236}">
                    <a16:creationId xmlns:a16="http://schemas.microsoft.com/office/drawing/2014/main" id="{66C676E0-14CF-4353-A9DD-9ED1B0A11CB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067" y="3098"/>
                <a:ext cx="2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Line 120">
                <a:extLst>
                  <a:ext uri="{FF2B5EF4-FFF2-40B4-BE49-F238E27FC236}">
                    <a16:creationId xmlns:a16="http://schemas.microsoft.com/office/drawing/2014/main" id="{E9D52F58-B004-4118-8317-9A8A56DF6F9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067" y="3237"/>
                <a:ext cx="2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0" name="Group 121">
                <a:extLst>
                  <a:ext uri="{FF2B5EF4-FFF2-40B4-BE49-F238E27FC236}">
                    <a16:creationId xmlns:a16="http://schemas.microsoft.com/office/drawing/2014/main" id="{E06C4288-D2AA-4C29-9004-2228EFE55B9F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270" y="2982"/>
                <a:ext cx="213" cy="371"/>
                <a:chOff x="2991" y="411"/>
                <a:chExt cx="379" cy="768"/>
              </a:xfrm>
            </p:grpSpPr>
            <p:sp>
              <p:nvSpPr>
                <p:cNvPr id="82" name="AutoShape 122">
                  <a:extLst>
                    <a:ext uri="{FF2B5EF4-FFF2-40B4-BE49-F238E27FC236}">
                      <a16:creationId xmlns:a16="http://schemas.microsoft.com/office/drawing/2014/main" id="{8676820B-91EE-4CE4-88CC-B3F64074878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 rot="-5400000">
                  <a:off x="2798" y="626"/>
                  <a:ext cx="768" cy="337"/>
                </a:xfrm>
                <a:custGeom>
                  <a:avLst/>
                  <a:gdLst>
                    <a:gd name="T0" fmla="*/ 24 w 21600"/>
                    <a:gd name="T1" fmla="*/ 3 h 21600"/>
                    <a:gd name="T2" fmla="*/ 14 w 21600"/>
                    <a:gd name="T3" fmla="*/ 5 h 21600"/>
                    <a:gd name="T4" fmla="*/ 3 w 21600"/>
                    <a:gd name="T5" fmla="*/ 3 h 21600"/>
                    <a:gd name="T6" fmla="*/ 14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500 w 21600"/>
                    <a:gd name="T13" fmla="*/ 4487 h 21600"/>
                    <a:gd name="T14" fmla="*/ 17100 w 21600"/>
                    <a:gd name="T15" fmla="*/ 17113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/>
                <a:p>
                  <a:endParaRPr lang="en-US"/>
                </a:p>
              </p:txBody>
            </p:sp>
            <p:sp>
              <p:nvSpPr>
                <p:cNvPr id="83" name="AutoShape 123">
                  <a:extLst>
                    <a:ext uri="{FF2B5EF4-FFF2-40B4-BE49-F238E27FC236}">
                      <a16:creationId xmlns:a16="http://schemas.microsoft.com/office/drawing/2014/main" id="{1CF993E5-A228-4878-A063-94F5D121278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 rot="5400000">
                  <a:off x="2957" y="705"/>
                  <a:ext cx="248" cy="18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124">
                  <a:extLst>
                    <a:ext uri="{FF2B5EF4-FFF2-40B4-BE49-F238E27FC236}">
                      <a16:creationId xmlns:a16="http://schemas.microsoft.com/office/drawing/2014/main" id="{C4E1EFBD-9C97-43E9-9AC9-DF13F519B91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rot="5400000">
                  <a:off x="2974" y="725"/>
                  <a:ext cx="218" cy="139"/>
                </a:xfrm>
                <a:custGeom>
                  <a:avLst/>
                  <a:gdLst>
                    <a:gd name="T0" fmla="*/ 0 w 384"/>
                    <a:gd name="T1" fmla="*/ 67 h 288"/>
                    <a:gd name="T2" fmla="*/ 62 w 384"/>
                    <a:gd name="T3" fmla="*/ 0 h 288"/>
                    <a:gd name="T4" fmla="*/ 124 w 384"/>
                    <a:gd name="T5" fmla="*/ 67 h 28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84" h="288">
                      <a:moveTo>
                        <a:pt x="0" y="288"/>
                      </a:moveTo>
                      <a:lnTo>
                        <a:pt x="192" y="0"/>
                      </a:lnTo>
                      <a:lnTo>
                        <a:pt x="384" y="288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Text Box 125">
                  <a:extLst>
                    <a:ext uri="{FF2B5EF4-FFF2-40B4-BE49-F238E27FC236}">
                      <a16:creationId xmlns:a16="http://schemas.microsoft.com/office/drawing/2014/main" id="{AA3B064B-453B-4138-B887-31150758985E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 rot="-5400000">
                  <a:off x="2943" y="609"/>
                  <a:ext cx="575" cy="2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1pPr>
                  <a:lvl2pPr marL="742950" indent="-28575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2pPr>
                  <a:lvl3pPr marL="11430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3pPr>
                  <a:lvl4pPr marL="16002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4pPr>
                  <a:lvl5pPr marL="20574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</a:pPr>
                  <a:r>
                    <a:rPr lang="en-US" sz="1000">
                      <a:solidFill>
                        <a:schemeClr val="tx1"/>
                      </a:solidFill>
                      <a:latin typeface="Comic Sans MS" pitchFamily="66" charset="0"/>
                    </a:rPr>
                    <a:t>ALU</a:t>
                  </a:r>
                </a:p>
              </p:txBody>
            </p:sp>
          </p:grpSp>
          <p:sp>
            <p:nvSpPr>
              <p:cNvPr id="21" name="Line 126">
                <a:extLst>
                  <a:ext uri="{FF2B5EF4-FFF2-40B4-BE49-F238E27FC236}">
                    <a16:creationId xmlns:a16="http://schemas.microsoft.com/office/drawing/2014/main" id="{D13D2C12-F714-4EE9-A2A4-37E30479BEA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474" y="3168"/>
                <a:ext cx="24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" name="Line 127">
                <a:extLst>
                  <a:ext uri="{FF2B5EF4-FFF2-40B4-BE49-F238E27FC236}">
                    <a16:creationId xmlns:a16="http://schemas.microsoft.com/office/drawing/2014/main" id="{E389CFC9-F801-4851-8DEF-EFF615F552D5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904" y="3168"/>
                <a:ext cx="2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3" name="Group 128">
                <a:extLst>
                  <a:ext uri="{FF2B5EF4-FFF2-40B4-BE49-F238E27FC236}">
                    <a16:creationId xmlns:a16="http://schemas.microsoft.com/office/drawing/2014/main" id="{93CF47BC-133A-48AD-BDF6-4F657B27A2E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4595" y="3052"/>
                <a:ext cx="358" cy="232"/>
                <a:chOff x="3771" y="576"/>
                <a:chExt cx="762" cy="480"/>
              </a:xfrm>
            </p:grpSpPr>
            <p:sp>
              <p:nvSpPr>
                <p:cNvPr id="80" name="Rectangle 129">
                  <a:extLst>
                    <a:ext uri="{FF2B5EF4-FFF2-40B4-BE49-F238E27FC236}">
                      <a16:creationId xmlns:a16="http://schemas.microsoft.com/office/drawing/2014/main" id="{B3EC72FC-12DF-43B5-867E-7D18C8EC1C2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915" y="576"/>
                  <a:ext cx="480" cy="48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r">
                    <a:spcBef>
                      <a:spcPct val="0"/>
                    </a:spcBef>
                  </a:pPr>
                  <a:endParaRPr lang="en-US" sz="1000">
                    <a:solidFill>
                      <a:schemeClr val="tx1"/>
                    </a:solidFill>
                    <a:latin typeface="Comic Sans MS" pitchFamily="66" charset="0"/>
                  </a:endParaRPr>
                </a:p>
              </p:txBody>
            </p:sp>
            <p:sp>
              <p:nvSpPr>
                <p:cNvPr id="81" name="Text Box 130">
                  <a:extLst>
                    <a:ext uri="{FF2B5EF4-FFF2-40B4-BE49-F238E27FC236}">
                      <a16:creationId xmlns:a16="http://schemas.microsoft.com/office/drawing/2014/main" id="{426B9191-D9E6-4E2F-A029-74B50A414934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3771" y="628"/>
                  <a:ext cx="762" cy="3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1pPr>
                  <a:lvl2pPr marL="742950" indent="-28575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2pPr>
                  <a:lvl3pPr marL="11430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3pPr>
                  <a:lvl4pPr marL="16002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4pPr>
                  <a:lvl5pPr marL="20574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</a:pPr>
                  <a:r>
                    <a:rPr lang="en-US" sz="1000">
                      <a:solidFill>
                        <a:schemeClr val="tx1"/>
                      </a:solidFill>
                      <a:latin typeface="Comic Sans MS" pitchFamily="66" charset="0"/>
                    </a:rPr>
                    <a:t>DMem</a:t>
                  </a:r>
                </a:p>
              </p:txBody>
            </p:sp>
          </p:grpSp>
          <p:sp>
            <p:nvSpPr>
              <p:cNvPr id="24" name="Freeform 131">
                <a:extLst>
                  <a:ext uri="{FF2B5EF4-FFF2-40B4-BE49-F238E27FC236}">
                    <a16:creationId xmlns:a16="http://schemas.microsoft.com/office/drawing/2014/main" id="{8EC58961-3EE3-42CD-9EA3-AD4377B018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633" y="3168"/>
                <a:ext cx="337" cy="185"/>
              </a:xfrm>
              <a:custGeom>
                <a:avLst/>
                <a:gdLst>
                  <a:gd name="T0" fmla="*/ 0 w 816"/>
                  <a:gd name="T1" fmla="*/ 0 h 384"/>
                  <a:gd name="T2" fmla="*/ 0 w 816"/>
                  <a:gd name="T3" fmla="*/ 89 h 384"/>
                  <a:gd name="T4" fmla="*/ 123 w 816"/>
                  <a:gd name="T5" fmla="*/ 89 h 384"/>
                  <a:gd name="T6" fmla="*/ 123 w 816"/>
                  <a:gd name="T7" fmla="*/ 33 h 384"/>
                  <a:gd name="T8" fmla="*/ 139 w 816"/>
                  <a:gd name="T9" fmla="*/ 33 h 3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16" h="384">
                    <a:moveTo>
                      <a:pt x="0" y="0"/>
                    </a:moveTo>
                    <a:lnTo>
                      <a:pt x="0" y="384"/>
                    </a:lnTo>
                    <a:lnTo>
                      <a:pt x="720" y="384"/>
                    </a:lnTo>
                    <a:lnTo>
                      <a:pt x="720" y="144"/>
                    </a:lnTo>
                    <a:lnTo>
                      <a:pt x="816" y="144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Line 132">
                <a:extLst>
                  <a:ext uri="{FF2B5EF4-FFF2-40B4-BE49-F238E27FC236}">
                    <a16:creationId xmlns:a16="http://schemas.microsoft.com/office/drawing/2014/main" id="{C6074407-9366-470C-92C8-0C47B9637ED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608" y="3238"/>
                <a:ext cx="23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Line 133">
                <a:extLst>
                  <a:ext uri="{FF2B5EF4-FFF2-40B4-BE49-F238E27FC236}">
                    <a16:creationId xmlns:a16="http://schemas.microsoft.com/office/drawing/2014/main" id="{264F1AA5-ECDE-437C-B579-97187E5C71A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578" y="3098"/>
                <a:ext cx="26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7" name="Group 134">
                <a:extLst>
                  <a:ext uri="{FF2B5EF4-FFF2-40B4-BE49-F238E27FC236}">
                    <a16:creationId xmlns:a16="http://schemas.microsoft.com/office/drawing/2014/main" id="{826DAE12-392C-4DC5-8B13-3E1F04D75B4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27" y="3052"/>
                <a:ext cx="378" cy="232"/>
                <a:chOff x="1038" y="576"/>
                <a:chExt cx="801" cy="480"/>
              </a:xfrm>
            </p:grpSpPr>
            <p:sp>
              <p:nvSpPr>
                <p:cNvPr id="78" name="Rectangle 135">
                  <a:extLst>
                    <a:ext uri="{FF2B5EF4-FFF2-40B4-BE49-F238E27FC236}">
                      <a16:creationId xmlns:a16="http://schemas.microsoft.com/office/drawing/2014/main" id="{0BEE536E-2FD8-40AC-976D-2C05ADBF609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197" y="576"/>
                  <a:ext cx="480" cy="48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r">
                    <a:spcBef>
                      <a:spcPct val="0"/>
                    </a:spcBef>
                  </a:pPr>
                  <a:endParaRPr lang="en-US" sz="1000">
                    <a:solidFill>
                      <a:schemeClr val="tx1"/>
                    </a:solidFill>
                    <a:latin typeface="Comic Sans MS" pitchFamily="66" charset="0"/>
                  </a:endParaRPr>
                </a:p>
              </p:txBody>
            </p:sp>
            <p:sp>
              <p:nvSpPr>
                <p:cNvPr id="79" name="Text Box 136">
                  <a:extLst>
                    <a:ext uri="{FF2B5EF4-FFF2-40B4-BE49-F238E27FC236}">
                      <a16:creationId xmlns:a16="http://schemas.microsoft.com/office/drawing/2014/main" id="{C86F3E1B-D3B8-4E9E-95DA-4862F922D981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038" y="628"/>
                  <a:ext cx="801" cy="3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1pPr>
                  <a:lvl2pPr marL="742950" indent="-28575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2pPr>
                  <a:lvl3pPr marL="11430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3pPr>
                  <a:lvl4pPr marL="16002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4pPr>
                  <a:lvl5pPr marL="20574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</a:pPr>
                  <a:r>
                    <a:rPr lang="en-US" sz="1000">
                      <a:solidFill>
                        <a:schemeClr val="tx1"/>
                      </a:solidFill>
                      <a:latin typeface="Comic Sans MS" pitchFamily="66" charset="0"/>
                    </a:rPr>
                    <a:t>Ifetch</a:t>
                  </a:r>
                </a:p>
              </p:txBody>
            </p:sp>
          </p:grpSp>
          <p:sp>
            <p:nvSpPr>
              <p:cNvPr id="28" name="Rectangle 137">
                <a:extLst>
                  <a:ext uri="{FF2B5EF4-FFF2-40B4-BE49-F238E27FC236}">
                    <a16:creationId xmlns:a16="http://schemas.microsoft.com/office/drawing/2014/main" id="{74F071E0-5C92-4260-8F51-D45EE5E017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123" y="2947"/>
                <a:ext cx="45" cy="441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" name="Rectangle 138">
                <a:extLst>
                  <a:ext uri="{FF2B5EF4-FFF2-40B4-BE49-F238E27FC236}">
                    <a16:creationId xmlns:a16="http://schemas.microsoft.com/office/drawing/2014/main" id="{C3C4D233-C7E2-4F79-B8CA-93B51497E7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970" y="2947"/>
                <a:ext cx="45" cy="441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Rectangle 139">
                <a:extLst>
                  <a:ext uri="{FF2B5EF4-FFF2-40B4-BE49-F238E27FC236}">
                    <a16:creationId xmlns:a16="http://schemas.microsoft.com/office/drawing/2014/main" id="{23F4C8AC-3783-4220-932A-D05948EC78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699" y="2947"/>
                <a:ext cx="45" cy="441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Rectangle 140">
                <a:extLst>
                  <a:ext uri="{FF2B5EF4-FFF2-40B4-BE49-F238E27FC236}">
                    <a16:creationId xmlns:a16="http://schemas.microsoft.com/office/drawing/2014/main" id="{D9CF62CB-5B9F-4C47-86D7-522AEF6B37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546" y="2950"/>
                <a:ext cx="45" cy="435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2" name="Group 141">
                <a:extLst>
                  <a:ext uri="{FF2B5EF4-FFF2-40B4-BE49-F238E27FC236}">
                    <a16:creationId xmlns:a16="http://schemas.microsoft.com/office/drawing/2014/main" id="{BB6DA074-5ADE-48EF-A5D3-4C3AA1933AA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 flipH="1">
                <a:off x="5069" y="3043"/>
                <a:ext cx="259" cy="233"/>
                <a:chOff x="1352" y="528"/>
                <a:chExt cx="547" cy="432"/>
              </a:xfrm>
            </p:grpSpPr>
            <p:grpSp>
              <p:nvGrpSpPr>
                <p:cNvPr id="74" name="Group 142">
                  <a:extLst>
                    <a:ext uri="{FF2B5EF4-FFF2-40B4-BE49-F238E27FC236}">
                      <a16:creationId xmlns:a16="http://schemas.microsoft.com/office/drawing/2014/main" id="{681FEFB1-5B01-4CF0-9E72-E0650AB68CC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374" y="528"/>
                  <a:ext cx="480" cy="432"/>
                  <a:chOff x="1392" y="528"/>
                  <a:chExt cx="480" cy="432"/>
                </a:xfrm>
              </p:grpSpPr>
              <p:sp>
                <p:nvSpPr>
                  <p:cNvPr id="76" name="Rectangle 143">
                    <a:extLst>
                      <a:ext uri="{FF2B5EF4-FFF2-40B4-BE49-F238E27FC236}">
                        <a16:creationId xmlns:a16="http://schemas.microsoft.com/office/drawing/2014/main" id="{8D434A4D-543B-4496-9CCD-5138E67B8A7F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632" y="528"/>
                    <a:ext cx="240" cy="427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77" name="Rectangle 144">
                    <a:extLst>
                      <a:ext uri="{FF2B5EF4-FFF2-40B4-BE49-F238E27FC236}">
                        <a16:creationId xmlns:a16="http://schemas.microsoft.com/office/drawing/2014/main" id="{1238C3BC-9B84-4907-97EB-022C9A041B89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392" y="528"/>
                    <a:ext cx="480" cy="432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>
                      <a:spcBef>
                        <a:spcPct val="0"/>
                      </a:spcBef>
                    </a:pPr>
                    <a:endParaRPr lang="en-US" sz="1000">
                      <a:solidFill>
                        <a:schemeClr val="tx1"/>
                      </a:solidFill>
                      <a:latin typeface="Comic Sans MS" pitchFamily="66" charset="0"/>
                    </a:endParaRPr>
                  </a:p>
                </p:txBody>
              </p:sp>
            </p:grpSp>
            <p:sp>
              <p:nvSpPr>
                <p:cNvPr id="75" name="Text Box 145">
                  <a:extLst>
                    <a:ext uri="{FF2B5EF4-FFF2-40B4-BE49-F238E27FC236}">
                      <a16:creationId xmlns:a16="http://schemas.microsoft.com/office/drawing/2014/main" id="{F76A661E-C3F9-4D9A-AC32-7CD4B5219595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352" y="574"/>
                  <a:ext cx="547" cy="2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1pPr>
                  <a:lvl2pPr marL="742950" indent="-28575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2pPr>
                  <a:lvl3pPr marL="11430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3pPr>
                  <a:lvl4pPr marL="16002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4pPr>
                  <a:lvl5pPr marL="2057400" indent="-228600"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sz="1600" b="1">
                      <a:solidFill>
                        <a:schemeClr val="hlink"/>
                      </a:solidFill>
                      <a:latin typeface="Arial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</a:pPr>
                  <a:r>
                    <a:rPr lang="en-US" sz="1000">
                      <a:solidFill>
                        <a:schemeClr val="tx1"/>
                      </a:solidFill>
                      <a:latin typeface="Comic Sans MS" pitchFamily="66" charset="0"/>
                    </a:rPr>
                    <a:t>Reg</a:t>
                  </a:r>
                </a:p>
              </p:txBody>
            </p:sp>
          </p:grpSp>
          <p:grpSp>
            <p:nvGrpSpPr>
              <p:cNvPr id="33" name="Group 146">
                <a:extLst>
                  <a:ext uri="{FF2B5EF4-FFF2-40B4-BE49-F238E27FC236}">
                    <a16:creationId xmlns:a16="http://schemas.microsoft.com/office/drawing/2014/main" id="{24C4CCBE-0AF3-4D78-BCBC-87BB4C0121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55" y="3459"/>
                <a:ext cx="2000" cy="441"/>
                <a:chOff x="1924" y="1200"/>
                <a:chExt cx="1969" cy="441"/>
              </a:xfrm>
            </p:grpSpPr>
            <p:grpSp>
              <p:nvGrpSpPr>
                <p:cNvPr id="41" name="Group 147">
                  <a:extLst>
                    <a:ext uri="{FF2B5EF4-FFF2-40B4-BE49-F238E27FC236}">
                      <a16:creationId xmlns:a16="http://schemas.microsoft.com/office/drawing/2014/main" id="{01D92D6E-B5FC-4E95-B69D-53EA7B91B93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413" y="1304"/>
                  <a:ext cx="254" cy="233"/>
                  <a:chOff x="1340" y="528"/>
                  <a:chExt cx="550" cy="432"/>
                </a:xfrm>
              </p:grpSpPr>
              <p:grpSp>
                <p:nvGrpSpPr>
                  <p:cNvPr id="70" name="Group 148">
                    <a:extLst>
                      <a:ext uri="{FF2B5EF4-FFF2-40B4-BE49-F238E27FC236}">
                        <a16:creationId xmlns:a16="http://schemas.microsoft.com/office/drawing/2014/main" id="{D61F7BAF-44DE-4294-8B28-941056F491B3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72" name="Rectangle 149">
                      <a:extLst>
                        <a:ext uri="{FF2B5EF4-FFF2-40B4-BE49-F238E27FC236}">
                          <a16:creationId xmlns:a16="http://schemas.microsoft.com/office/drawing/2014/main" id="{583D6D86-20D5-483B-9C00-DDA6FCCD5680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3" name="Rectangle 150">
                      <a:extLst>
                        <a:ext uri="{FF2B5EF4-FFF2-40B4-BE49-F238E27FC236}">
                          <a16:creationId xmlns:a16="http://schemas.microsoft.com/office/drawing/2014/main" id="{B41B1ACC-A173-43B4-AA07-F1F1586DF9D9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000">
                        <a:solidFill>
                          <a:schemeClr val="tx1"/>
                        </a:solidFill>
                        <a:latin typeface="Comic Sans MS" pitchFamily="66" charset="0"/>
                      </a:endParaRPr>
                    </a:p>
                  </p:txBody>
                </p:sp>
              </p:grpSp>
              <p:sp>
                <p:nvSpPr>
                  <p:cNvPr id="71" name="Text Box 151">
                    <a:extLst>
                      <a:ext uri="{FF2B5EF4-FFF2-40B4-BE49-F238E27FC236}">
                        <a16:creationId xmlns:a16="http://schemas.microsoft.com/office/drawing/2014/main" id="{D9B838FB-7D90-4521-A1FB-D39BC6362B51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340" y="574"/>
                    <a:ext cx="550" cy="28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Reg</a:t>
                    </a:r>
                  </a:p>
                </p:txBody>
              </p:sp>
            </p:grpSp>
            <p:sp>
              <p:nvSpPr>
                <p:cNvPr id="42" name="Line 152">
                  <a:extLst>
                    <a:ext uri="{FF2B5EF4-FFF2-40B4-BE49-F238E27FC236}">
                      <a16:creationId xmlns:a16="http://schemas.microsoft.com/office/drawing/2014/main" id="{879BD4C8-5A0C-4FDA-879F-49C6E9BAD495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351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Line 153">
                  <a:extLst>
                    <a:ext uri="{FF2B5EF4-FFF2-40B4-BE49-F238E27FC236}">
                      <a16:creationId xmlns:a16="http://schemas.microsoft.com/office/drawing/2014/main" id="{99986630-B86A-44A4-AE82-3F76D5B5C32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651" y="1490"/>
                  <a:ext cx="2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44" name="Group 154">
                  <a:extLst>
                    <a:ext uri="{FF2B5EF4-FFF2-40B4-BE49-F238E27FC236}">
                      <a16:creationId xmlns:a16="http://schemas.microsoft.com/office/drawing/2014/main" id="{9CC9D883-B436-4569-B2BE-D8543000FC7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2851" y="1235"/>
                  <a:ext cx="208" cy="371"/>
                  <a:chOff x="2991" y="411"/>
                  <a:chExt cx="375" cy="768"/>
                </a:xfrm>
              </p:grpSpPr>
              <p:sp>
                <p:nvSpPr>
                  <p:cNvPr id="66" name="AutoShape 155">
                    <a:extLst>
                      <a:ext uri="{FF2B5EF4-FFF2-40B4-BE49-F238E27FC236}">
                        <a16:creationId xmlns:a16="http://schemas.microsoft.com/office/drawing/2014/main" id="{633D3DF7-6824-45E7-AAAC-145C2D575673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-5400000">
                    <a:off x="2798" y="626"/>
                    <a:ext cx="768" cy="337"/>
                  </a:xfrm>
                  <a:custGeom>
                    <a:avLst/>
                    <a:gdLst>
                      <a:gd name="T0" fmla="*/ 24 w 21600"/>
                      <a:gd name="T1" fmla="*/ 3 h 21600"/>
                      <a:gd name="T2" fmla="*/ 14 w 21600"/>
                      <a:gd name="T3" fmla="*/ 5 h 21600"/>
                      <a:gd name="T4" fmla="*/ 3 w 21600"/>
                      <a:gd name="T5" fmla="*/ 3 h 21600"/>
                      <a:gd name="T6" fmla="*/ 14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500 w 21600"/>
                      <a:gd name="T13" fmla="*/ 4487 h 21600"/>
                      <a:gd name="T14" fmla="*/ 17100 w 21600"/>
                      <a:gd name="T15" fmla="*/ 17113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eaVert"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67" name="AutoShape 156">
                    <a:extLst>
                      <a:ext uri="{FF2B5EF4-FFF2-40B4-BE49-F238E27FC236}">
                        <a16:creationId xmlns:a16="http://schemas.microsoft.com/office/drawing/2014/main" id="{4EAE0A63-9F4C-4506-B292-90D2555AA8C3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 rot="5400000">
                    <a:off x="2957" y="705"/>
                    <a:ext cx="248" cy="180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68" name="Freeform 157">
                    <a:extLst>
                      <a:ext uri="{FF2B5EF4-FFF2-40B4-BE49-F238E27FC236}">
                        <a16:creationId xmlns:a16="http://schemas.microsoft.com/office/drawing/2014/main" id="{4F312AA6-E307-4261-BDF7-A4DC3697CF0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2974" y="725"/>
                    <a:ext cx="218" cy="139"/>
                  </a:xfrm>
                  <a:custGeom>
                    <a:avLst/>
                    <a:gdLst>
                      <a:gd name="T0" fmla="*/ 0 w 384"/>
                      <a:gd name="T1" fmla="*/ 67 h 288"/>
                      <a:gd name="T2" fmla="*/ 62 w 384"/>
                      <a:gd name="T3" fmla="*/ 0 h 288"/>
                      <a:gd name="T4" fmla="*/ 124 w 384"/>
                      <a:gd name="T5" fmla="*/ 67 h 28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84" h="288">
                        <a:moveTo>
                          <a:pt x="0" y="288"/>
                        </a:moveTo>
                        <a:lnTo>
                          <a:pt x="192" y="0"/>
                        </a:lnTo>
                        <a:lnTo>
                          <a:pt x="384" y="288"/>
                        </a:ln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69" name="Text Box 158">
                    <a:extLst>
                      <a:ext uri="{FF2B5EF4-FFF2-40B4-BE49-F238E27FC236}">
                        <a16:creationId xmlns:a16="http://schemas.microsoft.com/office/drawing/2014/main" id="{8F745D14-B021-4D1D-A1E7-485496362321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 rot="-5400000">
                    <a:off x="2939" y="610"/>
                    <a:ext cx="575" cy="27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ALU</a:t>
                    </a:r>
                  </a:p>
                </p:txBody>
              </p:sp>
            </p:grpSp>
            <p:sp>
              <p:nvSpPr>
                <p:cNvPr id="45" name="Line 159">
                  <a:extLst>
                    <a:ext uri="{FF2B5EF4-FFF2-40B4-BE49-F238E27FC236}">
                      <a16:creationId xmlns:a16="http://schemas.microsoft.com/office/drawing/2014/main" id="{E51C7393-F60A-4A57-8DC4-4BC97F152236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052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Line 160">
                  <a:extLst>
                    <a:ext uri="{FF2B5EF4-FFF2-40B4-BE49-F238E27FC236}">
                      <a16:creationId xmlns:a16="http://schemas.microsoft.com/office/drawing/2014/main" id="{77BFB881-89C5-4C1B-A847-DFC5F3D0EA68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3475" y="1421"/>
                  <a:ext cx="24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47" name="Group 161">
                  <a:extLst>
                    <a:ext uri="{FF2B5EF4-FFF2-40B4-BE49-F238E27FC236}">
                      <a16:creationId xmlns:a16="http://schemas.microsoft.com/office/drawing/2014/main" id="{86A4EEC5-E41E-4359-8718-917882C3A69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3171" y="1305"/>
                  <a:ext cx="353" cy="232"/>
                  <a:chOff x="3771" y="576"/>
                  <a:chExt cx="762" cy="480"/>
                </a:xfrm>
              </p:grpSpPr>
              <p:sp>
                <p:nvSpPr>
                  <p:cNvPr id="64" name="Rectangle 162">
                    <a:extLst>
                      <a:ext uri="{FF2B5EF4-FFF2-40B4-BE49-F238E27FC236}">
                        <a16:creationId xmlns:a16="http://schemas.microsoft.com/office/drawing/2014/main" id="{4FD5A620-913E-4234-AA2A-271F80FCA8D6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915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000">
                      <a:solidFill>
                        <a:schemeClr val="tx1"/>
                      </a:solidFill>
                      <a:latin typeface="Comic Sans MS" pitchFamily="66" charset="0"/>
                    </a:endParaRPr>
                  </a:p>
                </p:txBody>
              </p:sp>
              <p:sp>
                <p:nvSpPr>
                  <p:cNvPr id="65" name="Text Box 163">
                    <a:extLst>
                      <a:ext uri="{FF2B5EF4-FFF2-40B4-BE49-F238E27FC236}">
                        <a16:creationId xmlns:a16="http://schemas.microsoft.com/office/drawing/2014/main" id="{13044227-E9AB-4EF2-ADDA-5B11C358E001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3771" y="628"/>
                    <a:ext cx="762" cy="31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DMem</a:t>
                    </a:r>
                  </a:p>
                </p:txBody>
              </p:sp>
            </p:grpSp>
            <p:sp>
              <p:nvSpPr>
                <p:cNvPr id="48" name="Freeform 164">
                  <a:extLst>
                    <a:ext uri="{FF2B5EF4-FFF2-40B4-BE49-F238E27FC236}">
                      <a16:creationId xmlns:a16="http://schemas.microsoft.com/office/drawing/2014/main" id="{ABB3F06E-08E6-4E53-B9B5-CBBFB04F797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208" y="1421"/>
                  <a:ext cx="332" cy="185"/>
                </a:xfrm>
                <a:custGeom>
                  <a:avLst/>
                  <a:gdLst>
                    <a:gd name="T0" fmla="*/ 0 w 816"/>
                    <a:gd name="T1" fmla="*/ 0 h 384"/>
                    <a:gd name="T2" fmla="*/ 0 w 816"/>
                    <a:gd name="T3" fmla="*/ 89 h 384"/>
                    <a:gd name="T4" fmla="*/ 119 w 816"/>
                    <a:gd name="T5" fmla="*/ 89 h 384"/>
                    <a:gd name="T6" fmla="*/ 119 w 816"/>
                    <a:gd name="T7" fmla="*/ 33 h 384"/>
                    <a:gd name="T8" fmla="*/ 135 w 816"/>
                    <a:gd name="T9" fmla="*/ 33 h 3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816" h="384">
                      <a:moveTo>
                        <a:pt x="0" y="0"/>
                      </a:moveTo>
                      <a:lnTo>
                        <a:pt x="0" y="384"/>
                      </a:lnTo>
                      <a:lnTo>
                        <a:pt x="720" y="384"/>
                      </a:lnTo>
                      <a:lnTo>
                        <a:pt x="720" y="144"/>
                      </a:lnTo>
                      <a:lnTo>
                        <a:pt x="816" y="144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Line 165">
                  <a:extLst>
                    <a:ext uri="{FF2B5EF4-FFF2-40B4-BE49-F238E27FC236}">
                      <a16:creationId xmlns:a16="http://schemas.microsoft.com/office/drawing/2014/main" id="{055558A1-6713-4C0C-99B8-91EFA5086369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99" y="1491"/>
                  <a:ext cx="23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Line 166">
                  <a:extLst>
                    <a:ext uri="{FF2B5EF4-FFF2-40B4-BE49-F238E27FC236}">
                      <a16:creationId xmlns:a16="http://schemas.microsoft.com/office/drawing/2014/main" id="{089C61FF-87E0-47AA-9819-8AD70592CD49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2169" y="1351"/>
                  <a:ext cx="25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51" name="Group 167">
                  <a:extLst>
                    <a:ext uri="{FF2B5EF4-FFF2-40B4-BE49-F238E27FC236}">
                      <a16:creationId xmlns:a16="http://schemas.microsoft.com/office/drawing/2014/main" id="{209103E7-0392-4957-80B9-26251CD5DDA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1924" y="1305"/>
                  <a:ext cx="372" cy="232"/>
                  <a:chOff x="1042" y="576"/>
                  <a:chExt cx="803" cy="480"/>
                </a:xfrm>
              </p:grpSpPr>
              <p:sp>
                <p:nvSpPr>
                  <p:cNvPr id="62" name="Rectangle 168">
                    <a:extLst>
                      <a:ext uri="{FF2B5EF4-FFF2-40B4-BE49-F238E27FC236}">
                        <a16:creationId xmlns:a16="http://schemas.microsoft.com/office/drawing/2014/main" id="{6A79468B-6105-443A-BA31-72399EB470F2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197" y="576"/>
                    <a:ext cx="480" cy="480"/>
                  </a:xfrm>
                  <a:prstGeom prst="rect">
                    <a:avLst/>
                  </a:prstGeom>
                  <a:solidFill>
                    <a:schemeClr val="bg1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r">
                      <a:spcBef>
                        <a:spcPct val="0"/>
                      </a:spcBef>
                    </a:pPr>
                    <a:endParaRPr lang="en-US" sz="1000">
                      <a:solidFill>
                        <a:schemeClr val="tx1"/>
                      </a:solidFill>
                      <a:latin typeface="Comic Sans MS" pitchFamily="66" charset="0"/>
                    </a:endParaRPr>
                  </a:p>
                </p:txBody>
              </p:sp>
              <p:sp>
                <p:nvSpPr>
                  <p:cNvPr id="63" name="Text Box 169">
                    <a:extLst>
                      <a:ext uri="{FF2B5EF4-FFF2-40B4-BE49-F238E27FC236}">
                        <a16:creationId xmlns:a16="http://schemas.microsoft.com/office/drawing/2014/main" id="{D3F352C0-61C2-4C30-9194-1B471ECFB630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042" y="628"/>
                    <a:ext cx="803" cy="31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Ifetch</a:t>
                    </a:r>
                  </a:p>
                </p:txBody>
              </p:sp>
            </p:grpSp>
            <p:grpSp>
              <p:nvGrpSpPr>
                <p:cNvPr id="52" name="Group 170">
                  <a:extLst>
                    <a:ext uri="{FF2B5EF4-FFF2-40B4-BE49-F238E27FC236}">
                      <a16:creationId xmlns:a16="http://schemas.microsoft.com/office/drawing/2014/main" id="{3E5A0E6A-82C9-4233-93A4-7E98507A3DF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88" y="1200"/>
                  <a:ext cx="1297" cy="441"/>
                  <a:chOff x="2112" y="528"/>
                  <a:chExt cx="2088" cy="681"/>
                </a:xfrm>
              </p:grpSpPr>
              <p:sp>
                <p:nvSpPr>
                  <p:cNvPr id="58" name="Rectangle 171">
                    <a:extLst>
                      <a:ext uri="{FF2B5EF4-FFF2-40B4-BE49-F238E27FC236}">
                        <a16:creationId xmlns:a16="http://schemas.microsoft.com/office/drawing/2014/main" id="{D3E27308-F5CA-4CE5-908C-E05775A4DE1B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784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9" name="Rectangle 172">
                    <a:extLst>
                      <a:ext uri="{FF2B5EF4-FFF2-40B4-BE49-F238E27FC236}">
                        <a16:creationId xmlns:a16="http://schemas.microsoft.com/office/drawing/2014/main" id="{5CC3E1EA-89AD-4C37-AC50-CEA73355CDC5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4128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60" name="Rectangle 173">
                    <a:extLst>
                      <a:ext uri="{FF2B5EF4-FFF2-40B4-BE49-F238E27FC236}">
                        <a16:creationId xmlns:a16="http://schemas.microsoft.com/office/drawing/2014/main" id="{5EA7B88B-C920-41B4-AEBD-B3BE298CB8B2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2112" y="528"/>
                    <a:ext cx="72" cy="681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61" name="Rectangle 174">
                    <a:extLst>
                      <a:ext uri="{FF2B5EF4-FFF2-40B4-BE49-F238E27FC236}">
                        <a16:creationId xmlns:a16="http://schemas.microsoft.com/office/drawing/2014/main" id="{208CB78C-2561-46BD-8DB7-120694E08E95}"/>
                      </a:ext>
                    </a:extLst>
                  </p:cNvPr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3456" y="532"/>
                    <a:ext cx="71" cy="672"/>
                  </a:xfrm>
                  <a:prstGeom prst="rect">
                    <a:avLst/>
                  </a:prstGeom>
                  <a:solidFill>
                    <a:schemeClr val="accent2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53" name="Group 175">
                  <a:extLst>
                    <a:ext uri="{FF2B5EF4-FFF2-40B4-BE49-F238E27FC236}">
                      <a16:creationId xmlns:a16="http://schemas.microsoft.com/office/drawing/2014/main" id="{57994C0F-8862-49A3-8F2C-7B43A8AFE63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 flipH="1">
                  <a:off x="3639" y="1296"/>
                  <a:ext cx="254" cy="233"/>
                  <a:chOff x="1354" y="528"/>
                  <a:chExt cx="546" cy="432"/>
                </a:xfrm>
              </p:grpSpPr>
              <p:grpSp>
                <p:nvGrpSpPr>
                  <p:cNvPr id="54" name="Group 176">
                    <a:extLst>
                      <a:ext uri="{FF2B5EF4-FFF2-40B4-BE49-F238E27FC236}">
                        <a16:creationId xmlns:a16="http://schemas.microsoft.com/office/drawing/2014/main" id="{32D1506A-B4BD-4247-A4FE-E3D33B20EDB6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374" y="528"/>
                    <a:ext cx="480" cy="432"/>
                    <a:chOff x="1392" y="528"/>
                    <a:chExt cx="480" cy="432"/>
                  </a:xfrm>
                </p:grpSpPr>
                <p:sp>
                  <p:nvSpPr>
                    <p:cNvPr id="56" name="Rectangle 177">
                      <a:extLst>
                        <a:ext uri="{FF2B5EF4-FFF2-40B4-BE49-F238E27FC236}">
                          <a16:creationId xmlns:a16="http://schemas.microsoft.com/office/drawing/2014/main" id="{AAC2A855-5E6C-4FB9-AD25-D78A2E7CF64B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632" y="528"/>
                      <a:ext cx="240" cy="427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2857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57" name="Rectangle 178">
                      <a:extLst>
                        <a:ext uri="{FF2B5EF4-FFF2-40B4-BE49-F238E27FC236}">
                          <a16:creationId xmlns:a16="http://schemas.microsoft.com/office/drawing/2014/main" id="{00CDA0D1-A417-40E2-A875-D66559D46926}"/>
                        </a:ext>
                      </a:extLst>
                    </p:cNvPr>
                    <p:cNvSpPr>
                      <a:spLocks noChangeAspect="1" noChangeArrowheads="1"/>
                    </p:cNvSpPr>
                    <p:nvPr/>
                  </p:nvSpPr>
                  <p:spPr bwMode="auto">
                    <a:xfrm>
                      <a:off x="1392" y="528"/>
                      <a:ext cx="480" cy="432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bg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>
                        <a:spcBef>
                          <a:spcPct val="0"/>
                        </a:spcBef>
                      </a:pPr>
                      <a:endParaRPr lang="en-US" sz="1000">
                        <a:solidFill>
                          <a:schemeClr val="tx1"/>
                        </a:solidFill>
                        <a:latin typeface="Comic Sans MS" pitchFamily="66" charset="0"/>
                      </a:endParaRPr>
                    </a:p>
                  </p:txBody>
                </p:sp>
              </p:grpSp>
              <p:sp>
                <p:nvSpPr>
                  <p:cNvPr id="55" name="Text Box 179">
                    <a:extLst>
                      <a:ext uri="{FF2B5EF4-FFF2-40B4-BE49-F238E27FC236}">
                        <a16:creationId xmlns:a16="http://schemas.microsoft.com/office/drawing/2014/main" id="{5028D1C8-35AF-4598-A91C-3761ACDBFF35}"/>
                      </a:ext>
                    </a:extLst>
                  </p:cNvPr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354" y="574"/>
                    <a:ext cx="546" cy="28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1pPr>
                    <a:lvl2pPr marL="742950" indent="-28575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2pPr>
                    <a:lvl3pPr marL="11430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3pPr>
                    <a:lvl4pPr marL="16002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4pPr>
                    <a:lvl5pPr marL="2057400" indent="-228600"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50000"/>
                      </a:spcBef>
                      <a:spcAft>
                        <a:spcPct val="0"/>
                      </a:spcAft>
                      <a:defRPr sz="1600" b="1">
                        <a:solidFill>
                          <a:schemeClr val="hlink"/>
                        </a:solidFill>
                        <a:latin typeface="Arial" charset="0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</a:pPr>
                    <a:r>
                      <a:rPr lang="en-US" sz="1000">
                        <a:solidFill>
                          <a:schemeClr val="tx1"/>
                        </a:solidFill>
                        <a:latin typeface="Comic Sans MS" pitchFamily="66" charset="0"/>
                      </a:rPr>
                      <a:t>Reg</a:t>
                    </a:r>
                  </a:p>
                </p:txBody>
              </p:sp>
            </p:grpSp>
          </p:grpSp>
          <p:sp>
            <p:nvSpPr>
              <p:cNvPr id="34" name="Rectangle 180">
                <a:extLst>
                  <a:ext uri="{FF2B5EF4-FFF2-40B4-BE49-F238E27FC236}">
                    <a16:creationId xmlns:a16="http://schemas.microsoft.com/office/drawing/2014/main" id="{DA6F548B-C727-43F3-B61B-B5F70C1599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716" y="3450"/>
                <a:ext cx="45" cy="441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Line 181">
                <a:extLst>
                  <a:ext uri="{FF2B5EF4-FFF2-40B4-BE49-F238E27FC236}">
                    <a16:creationId xmlns:a16="http://schemas.microsoft.com/office/drawing/2014/main" id="{E711F703-F92F-4C7E-BCC0-2D0A4EFD68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1584"/>
                <a:ext cx="384" cy="2064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Rectangle 182">
                <a:extLst>
                  <a:ext uri="{FF2B5EF4-FFF2-40B4-BE49-F238E27FC236}">
                    <a16:creationId xmlns:a16="http://schemas.microsoft.com/office/drawing/2014/main" id="{C82EC223-BB62-46A9-B27D-DB0DA22B2F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264" y="2928"/>
                <a:ext cx="45" cy="441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" name="Rectangle 183">
                <a:extLst>
                  <a:ext uri="{FF2B5EF4-FFF2-40B4-BE49-F238E27FC236}">
                    <a16:creationId xmlns:a16="http://schemas.microsoft.com/office/drawing/2014/main" id="{35E2B9EC-2773-409D-B1A8-477C82205C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264" y="2928"/>
                <a:ext cx="45" cy="441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Rectangle 184">
                <a:extLst>
                  <a:ext uri="{FF2B5EF4-FFF2-40B4-BE49-F238E27FC236}">
                    <a16:creationId xmlns:a16="http://schemas.microsoft.com/office/drawing/2014/main" id="{88C63702-0FBB-4DAA-A423-CCB2C0E131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32" y="2400"/>
                <a:ext cx="45" cy="441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Rectangle 185">
                <a:extLst>
                  <a:ext uri="{FF2B5EF4-FFF2-40B4-BE49-F238E27FC236}">
                    <a16:creationId xmlns:a16="http://schemas.microsoft.com/office/drawing/2014/main" id="{46760D62-A070-4CF2-8835-B08B50CEA3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417" y="1862"/>
                <a:ext cx="45" cy="441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" name="Rectangle 186">
                <a:extLst>
                  <a:ext uri="{FF2B5EF4-FFF2-40B4-BE49-F238E27FC236}">
                    <a16:creationId xmlns:a16="http://schemas.microsoft.com/office/drawing/2014/main" id="{1E9F264C-329C-42D3-9AF0-D29AE8081D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047" y="1344"/>
                <a:ext cx="45" cy="441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59031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43A8C-15D2-42BC-B31D-6BDFAF3D1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and Where? Control Hazard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D03DED-BF5A-40DB-BA62-AA7294732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spcAft>
                <a:spcPts val="600"/>
              </a:spcAft>
            </a:pPr>
            <a:fld id="{B8651ABE-1138-46C6-9A43-7FCD4EB2550C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graphicFrame>
        <p:nvGraphicFramePr>
          <p:cNvPr id="48" name="object 3">
            <a:extLst>
              <a:ext uri="{FF2B5EF4-FFF2-40B4-BE49-F238E27FC236}">
                <a16:creationId xmlns:a16="http://schemas.microsoft.com/office/drawing/2014/main" id="{C35E42CA-D755-4003-A40F-2147CD8B0F14}"/>
              </a:ext>
            </a:extLst>
          </p:cNvPr>
          <p:cNvGraphicFramePr/>
          <p:nvPr/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59162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67752-75C8-424A-831E-A4E67FC87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Branches: Taken/Not Taken and Target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5F2440-9F87-4AD0-A56A-253A7C6E5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9</a:t>
            </a:fld>
            <a:endParaRPr lang="en-IN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6EC8510-60C4-446E-B816-602675ACE9CF}"/>
              </a:ext>
            </a:extLst>
          </p:cNvPr>
          <p:cNvGrpSpPr/>
          <p:nvPr/>
        </p:nvGrpSpPr>
        <p:grpSpPr>
          <a:xfrm>
            <a:off x="223838" y="2019300"/>
            <a:ext cx="11730037" cy="3082124"/>
            <a:chOff x="1299746" y="2637334"/>
            <a:chExt cx="7918981" cy="1775300"/>
          </a:xfrm>
        </p:grpSpPr>
        <p:sp>
          <p:nvSpPr>
            <p:cNvPr id="7" name="Text Box123">
              <a:extLst>
                <a:ext uri="{FF2B5EF4-FFF2-40B4-BE49-F238E27FC236}">
                  <a16:creationId xmlns:a16="http://schemas.microsoft.com/office/drawing/2014/main" id="{B5F04428-ED2A-42AF-A9FF-7FC7F19E5AD9}"/>
                </a:ext>
              </a:extLst>
            </p:cNvPr>
            <p:cNvSpPr txBox="1"/>
            <p:nvPr/>
          </p:nvSpPr>
          <p:spPr>
            <a:xfrm>
              <a:off x="1299746" y="2637334"/>
              <a:ext cx="7788299" cy="196522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algn="l">
                <a:lnSpc>
                  <a:spcPts val="0"/>
                </a:lnSpc>
              </a:pPr>
              <a:endParaRPr sz="2400" dirty="0"/>
            </a:p>
            <a:p>
              <a:pPr algn="l" rtl="0">
                <a:lnSpc>
                  <a:spcPts val="2328"/>
                </a:lnSpc>
              </a:pPr>
              <a:r>
                <a:rPr lang="en-US" altLang="zh-CN" sz="2400" i="1" spc="-3" dirty="0">
                  <a:solidFill>
                    <a:srgbClr val="000000"/>
                  </a:solidFill>
                  <a:latin typeface="Verdana"/>
                  <a:ea typeface="Verdana"/>
                  <a:cs typeface="Verdana"/>
                </a:rPr>
                <a:t>Instruction</a:t>
              </a:r>
              <a:r>
                <a:rPr lang="en-US" altLang="zh-CN" sz="2400" i="1" spc="7698" dirty="0">
                  <a:solidFill>
                    <a:srgbClr val="000000"/>
                  </a:solidFill>
                  <a:latin typeface="Verdana"/>
                  <a:ea typeface="Verdana"/>
                  <a:cs typeface="Verdana"/>
                </a:rPr>
                <a:t>  </a:t>
              </a:r>
              <a:r>
                <a:rPr lang="en-US" altLang="zh-CN" sz="2400" i="1" spc="4" dirty="0">
                  <a:solidFill>
                    <a:srgbClr val="000000"/>
                  </a:solidFill>
                  <a:latin typeface="Verdana"/>
                  <a:ea typeface="Verdana"/>
                  <a:cs typeface="Verdana"/>
                </a:rPr>
                <a:t>Taken</a:t>
              </a:r>
              <a:r>
                <a:rPr lang="en-US" altLang="zh-CN" sz="2400" i="1" spc="-9" dirty="0">
                  <a:solidFill>
                    <a:srgbClr val="000000"/>
                  </a:solidFill>
                  <a:latin typeface="Verdana"/>
                  <a:ea typeface="Verdana"/>
                  <a:cs typeface="Verdana"/>
                </a:rPr>
                <a:t> </a:t>
              </a:r>
              <a:r>
                <a:rPr lang="en-US" altLang="zh-CN" sz="2400" i="1" spc="0" dirty="0">
                  <a:solidFill>
                    <a:srgbClr val="000000"/>
                  </a:solidFill>
                  <a:latin typeface="Verdana"/>
                  <a:ea typeface="Verdana"/>
                  <a:cs typeface="Verdana"/>
                </a:rPr>
                <a:t>known?</a:t>
              </a:r>
              <a:r>
                <a:rPr lang="en-US" altLang="zh-CN" sz="2400" i="1" spc="3452" dirty="0">
                  <a:solidFill>
                    <a:srgbClr val="000000"/>
                  </a:solidFill>
                  <a:latin typeface="Verdana"/>
                  <a:ea typeface="Verdana"/>
                  <a:cs typeface="Verdana"/>
                </a:rPr>
                <a:t>   </a:t>
              </a:r>
              <a:r>
                <a:rPr lang="en-US" altLang="zh-CN" sz="2400" i="1" spc="3" dirty="0">
                  <a:solidFill>
                    <a:srgbClr val="000000"/>
                  </a:solidFill>
                  <a:latin typeface="Verdana"/>
                  <a:ea typeface="Verdana"/>
                  <a:cs typeface="Verdana"/>
                </a:rPr>
                <a:t>Target</a:t>
              </a:r>
              <a:r>
                <a:rPr lang="en-US" altLang="zh-CN" sz="2400" i="1" spc="-41" dirty="0">
                  <a:solidFill>
                    <a:srgbClr val="000000"/>
                  </a:solidFill>
                  <a:latin typeface="Verdana"/>
                  <a:ea typeface="Verdana"/>
                  <a:cs typeface="Verdana"/>
                </a:rPr>
                <a:t> </a:t>
              </a:r>
              <a:r>
                <a:rPr lang="en-US" altLang="zh-CN" sz="2400" i="1" spc="0" dirty="0">
                  <a:solidFill>
                    <a:srgbClr val="000000"/>
                  </a:solidFill>
                  <a:latin typeface="Verdana"/>
                  <a:ea typeface="Verdana"/>
                  <a:cs typeface="Verdana"/>
                </a:rPr>
                <a:t>known?</a:t>
              </a:r>
              <a:endParaRPr lang="en-US" altLang="zh-CN" sz="2400" dirty="0">
                <a:latin typeface="Verdana"/>
                <a:ea typeface="Verdana"/>
                <a:cs typeface="Verdana"/>
              </a:endParaRPr>
            </a:p>
          </p:txBody>
        </p:sp>
        <p:sp>
          <p:nvSpPr>
            <p:cNvPr id="8" name="Text Box124">
              <a:extLst>
                <a:ext uri="{FF2B5EF4-FFF2-40B4-BE49-F238E27FC236}">
                  <a16:creationId xmlns:a16="http://schemas.microsoft.com/office/drawing/2014/main" id="{5E42BB66-BE98-498B-953A-ACEA595B2B11}"/>
                </a:ext>
              </a:extLst>
            </p:cNvPr>
            <p:cNvSpPr txBox="1"/>
            <p:nvPr/>
          </p:nvSpPr>
          <p:spPr>
            <a:xfrm>
              <a:off x="1299746" y="3186355"/>
              <a:ext cx="176784" cy="196522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algn="l">
                <a:lnSpc>
                  <a:spcPts val="0"/>
                </a:lnSpc>
              </a:pPr>
              <a:endParaRPr sz="2400"/>
            </a:p>
            <a:p>
              <a:pPr algn="l" rtl="0">
                <a:lnSpc>
                  <a:spcPts val="2328"/>
                </a:lnSpc>
              </a:pPr>
              <a:r>
                <a:rPr lang="en-US" altLang="zh-CN" sz="2400" spc="0" dirty="0">
                  <a:solidFill>
                    <a:srgbClr val="000000"/>
                  </a:solidFill>
                  <a:latin typeface="Verdana"/>
                  <a:ea typeface="Verdana"/>
                  <a:cs typeface="Verdana"/>
                </a:rPr>
                <a:t>J</a:t>
              </a:r>
              <a:endParaRPr lang="en-US" altLang="zh-CN" sz="2400">
                <a:latin typeface="Verdana"/>
                <a:ea typeface="Verdana"/>
                <a:cs typeface="Verdana"/>
              </a:endParaRPr>
            </a:p>
          </p:txBody>
        </p:sp>
        <p:sp>
          <p:nvSpPr>
            <p:cNvPr id="9" name="Text Box126">
              <a:extLst>
                <a:ext uri="{FF2B5EF4-FFF2-40B4-BE49-F238E27FC236}">
                  <a16:creationId xmlns:a16="http://schemas.microsoft.com/office/drawing/2014/main" id="{24EC81BE-F740-4531-B761-7419F91418BD}"/>
                </a:ext>
              </a:extLst>
            </p:cNvPr>
            <p:cNvSpPr txBox="1"/>
            <p:nvPr/>
          </p:nvSpPr>
          <p:spPr>
            <a:xfrm>
              <a:off x="4017009" y="3087258"/>
              <a:ext cx="5201718" cy="168636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algn="l">
                <a:lnSpc>
                  <a:spcPts val="0"/>
                </a:lnSpc>
              </a:pPr>
              <a:endParaRPr sz="2400" dirty="0"/>
            </a:p>
            <a:p>
              <a:pPr algn="l" rtl="0">
                <a:lnSpc>
                  <a:spcPts val="1932"/>
                </a:lnSpc>
              </a:pPr>
              <a:r>
                <a:rPr lang="en-US" altLang="zh-CN" sz="2400" spc="-5" dirty="0">
                  <a:solidFill>
                    <a:srgbClr val="FF0000"/>
                  </a:solidFill>
                  <a:latin typeface="Verdana"/>
                  <a:ea typeface="Verdana"/>
                  <a:cs typeface="Verdana"/>
                </a:rPr>
                <a:t>After</a:t>
              </a:r>
              <a:r>
                <a:rPr lang="en-US" altLang="zh-CN" sz="2400" spc="6" dirty="0">
                  <a:solidFill>
                    <a:srgbClr val="FF0000"/>
                  </a:solidFill>
                  <a:latin typeface="Verdana"/>
                  <a:ea typeface="Verdana"/>
                  <a:cs typeface="Verdana"/>
                </a:rPr>
                <a:t> </a:t>
              </a:r>
              <a:r>
                <a:rPr lang="en-US" altLang="zh-CN" sz="2400" spc="-6" dirty="0">
                  <a:solidFill>
                    <a:srgbClr val="FF0000"/>
                  </a:solidFill>
                  <a:latin typeface="Verdana"/>
                  <a:ea typeface="Verdana"/>
                  <a:cs typeface="Verdana"/>
                </a:rPr>
                <a:t>Inst.</a:t>
              </a:r>
              <a:r>
                <a:rPr lang="en-US" altLang="zh-CN" sz="2400" spc="12" dirty="0">
                  <a:solidFill>
                    <a:srgbClr val="FF0000"/>
                  </a:solidFill>
                  <a:latin typeface="Verdana"/>
                  <a:ea typeface="Verdana"/>
                  <a:cs typeface="Verdana"/>
                </a:rPr>
                <a:t> </a:t>
              </a:r>
              <a:r>
                <a:rPr lang="en-US" altLang="zh-CN" sz="2400" spc="-8" dirty="0">
                  <a:solidFill>
                    <a:srgbClr val="FF0000"/>
                  </a:solidFill>
                  <a:latin typeface="Verdana"/>
                  <a:ea typeface="Verdana"/>
                  <a:cs typeface="Verdana"/>
                </a:rPr>
                <a:t>Decode</a:t>
              </a:r>
              <a:r>
                <a:rPr lang="en-US" altLang="zh-CN" sz="2400" spc="3287" dirty="0">
                  <a:solidFill>
                    <a:srgbClr val="FF0000"/>
                  </a:solidFill>
                  <a:latin typeface="Verdana"/>
                  <a:ea typeface="Verdana"/>
                  <a:cs typeface="Verdana"/>
                </a:rPr>
                <a:t> </a:t>
              </a:r>
              <a:r>
                <a:rPr lang="en-US" altLang="zh-CN" sz="2400" spc="-3" dirty="0">
                  <a:solidFill>
                    <a:srgbClr val="FF0000"/>
                  </a:solidFill>
                  <a:latin typeface="Verdana"/>
                  <a:ea typeface="Verdana"/>
                  <a:cs typeface="Verdana"/>
                </a:rPr>
                <a:t>After</a:t>
              </a:r>
              <a:r>
                <a:rPr lang="en-US" altLang="zh-CN" sz="2400" spc="10" dirty="0">
                  <a:solidFill>
                    <a:srgbClr val="FF0000"/>
                  </a:solidFill>
                  <a:latin typeface="Verdana"/>
                  <a:ea typeface="Verdana"/>
                  <a:cs typeface="Verdana"/>
                </a:rPr>
                <a:t> </a:t>
              </a:r>
              <a:r>
                <a:rPr lang="en-US" altLang="zh-CN" sz="2400" spc="-4" dirty="0">
                  <a:solidFill>
                    <a:srgbClr val="FF0000"/>
                  </a:solidFill>
                  <a:latin typeface="Verdana"/>
                  <a:ea typeface="Verdana"/>
                  <a:cs typeface="Verdana"/>
                </a:rPr>
                <a:t>Inst.</a:t>
              </a:r>
              <a:r>
                <a:rPr lang="en-US" altLang="zh-CN" sz="2400" spc="12" dirty="0">
                  <a:solidFill>
                    <a:srgbClr val="FF0000"/>
                  </a:solidFill>
                  <a:latin typeface="Verdana"/>
                  <a:ea typeface="Verdana"/>
                  <a:cs typeface="Verdana"/>
                </a:rPr>
                <a:t> </a:t>
              </a:r>
              <a:r>
                <a:rPr lang="en-US" altLang="zh-CN" sz="2400" spc="-6" dirty="0">
                  <a:solidFill>
                    <a:srgbClr val="FF0000"/>
                  </a:solidFill>
                  <a:latin typeface="Verdana"/>
                  <a:ea typeface="Verdana"/>
                  <a:cs typeface="Verdana"/>
                </a:rPr>
                <a:t>Decode</a:t>
              </a:r>
              <a:endParaRPr lang="en-US" altLang="zh-CN" sz="2400" dirty="0">
                <a:latin typeface="Verdana"/>
                <a:ea typeface="Verdana"/>
                <a:cs typeface="Verdana"/>
              </a:endParaRPr>
            </a:p>
          </p:txBody>
        </p:sp>
        <p:sp>
          <p:nvSpPr>
            <p:cNvPr id="10" name="Text Box128">
              <a:extLst>
                <a:ext uri="{FF2B5EF4-FFF2-40B4-BE49-F238E27FC236}">
                  <a16:creationId xmlns:a16="http://schemas.microsoft.com/office/drawing/2014/main" id="{373B3793-4890-43BE-9131-4CAB1103F142}"/>
                </a:ext>
              </a:extLst>
            </p:cNvPr>
            <p:cNvSpPr txBox="1"/>
            <p:nvPr/>
          </p:nvSpPr>
          <p:spPr>
            <a:xfrm>
              <a:off x="1299746" y="4243998"/>
              <a:ext cx="1552514" cy="168636"/>
            </a:xfrm>
            <a:prstGeom prst="rect">
              <a:avLst/>
            </a:prstGeom>
          </p:spPr>
          <p:txBody>
            <a:bodyPr wrap="square" lIns="0" tIns="0" rIns="0" rtlCol="0">
              <a:spAutoFit/>
            </a:bodyPr>
            <a:lstStyle/>
            <a:p>
              <a:pPr algn="l">
                <a:lnSpc>
                  <a:spcPts val="0"/>
                </a:lnSpc>
              </a:pPr>
              <a:endParaRPr sz="2400"/>
            </a:p>
            <a:p>
              <a:pPr algn="l" rtl="0">
                <a:lnSpc>
                  <a:spcPts val="1935"/>
                </a:lnSpc>
              </a:pPr>
              <a:r>
                <a:rPr lang="en-US" altLang="zh-CN" sz="2400" spc="-7" dirty="0">
                  <a:solidFill>
                    <a:srgbClr val="000000"/>
                  </a:solidFill>
                  <a:latin typeface="Verdana"/>
                  <a:ea typeface="Verdana"/>
                  <a:cs typeface="Verdana"/>
                </a:rPr>
                <a:t>BEQZ/BNEZ</a:t>
              </a:r>
              <a:endParaRPr lang="en-US" altLang="zh-CN" sz="2400">
                <a:latin typeface="Verdana"/>
                <a:ea typeface="Verdana"/>
                <a:cs typeface="Verdana"/>
              </a:endParaRPr>
            </a:p>
          </p:txBody>
        </p:sp>
      </p:grpSp>
      <p:sp>
        <p:nvSpPr>
          <p:cNvPr id="11" name="Text Box126">
            <a:extLst>
              <a:ext uri="{FF2B5EF4-FFF2-40B4-BE49-F238E27FC236}">
                <a16:creationId xmlns:a16="http://schemas.microsoft.com/office/drawing/2014/main" id="{451EC788-CB10-4CC5-A9A8-049401335738}"/>
              </a:ext>
            </a:extLst>
          </p:cNvPr>
          <p:cNvSpPr txBox="1"/>
          <p:nvPr/>
        </p:nvSpPr>
        <p:spPr>
          <a:xfrm>
            <a:off x="4248799" y="4661076"/>
            <a:ext cx="7705075" cy="292771"/>
          </a:xfrm>
          <a:prstGeom prst="rect">
            <a:avLst/>
          </a:prstGeom>
        </p:spPr>
        <p:txBody>
          <a:bodyPr wrap="square" lIns="0" tIns="0" rIns="0" rtlCol="0">
            <a:spAutoFit/>
          </a:bodyPr>
          <a:lstStyle/>
          <a:p>
            <a:pPr algn="l">
              <a:lnSpc>
                <a:spcPts val="0"/>
              </a:lnSpc>
            </a:pPr>
            <a:endParaRPr sz="2400" dirty="0"/>
          </a:p>
          <a:p>
            <a:pPr algn="l" rtl="0">
              <a:lnSpc>
                <a:spcPts val="1932"/>
              </a:lnSpc>
            </a:pPr>
            <a:r>
              <a:rPr lang="en-US" altLang="zh-CN" sz="2400" spc="-5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After</a:t>
            </a:r>
            <a:r>
              <a:rPr lang="en-US" altLang="zh-CN" sz="2400" spc="6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en-US" altLang="zh-CN" sz="2400" spc="-6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Inst.</a:t>
            </a:r>
            <a:r>
              <a:rPr lang="en-US" altLang="zh-CN" sz="2400" spc="12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en-US" altLang="zh-CN" sz="2400" spc="-8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Execute</a:t>
            </a:r>
            <a:r>
              <a:rPr lang="en-US" altLang="zh-CN" sz="2400" spc="3287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en-US" altLang="zh-CN" sz="2400" spc="-3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After</a:t>
            </a:r>
            <a:r>
              <a:rPr lang="en-US" altLang="zh-CN" sz="2400" spc="10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en-US" altLang="zh-CN" sz="2400" spc="-4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Inst.</a:t>
            </a:r>
            <a:r>
              <a:rPr lang="en-US" altLang="zh-CN" sz="2400" spc="12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en-US" altLang="zh-CN" sz="2400" spc="-6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Execute</a:t>
            </a:r>
            <a:endParaRPr lang="en-US" altLang="zh-CN" sz="2400" dirty="0">
              <a:latin typeface="Verdana"/>
              <a:ea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246481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CF18E1-E978-4E54-842A-C93191643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Branch Prediction: 10K Feet View</a:t>
            </a:r>
            <a:endParaRPr lang="en-IN">
              <a:solidFill>
                <a:schemeClr val="bg1"/>
              </a:solidFill>
            </a:endParaRPr>
          </a:p>
        </p:txBody>
      </p:sp>
      <p:grpSp>
        <p:nvGrpSpPr>
          <p:cNvPr id="16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4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EC7DA1-27CA-496F-AC34-A2DF1FEAD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B8651ABE-1138-46C6-9A43-7FCD4EB2550C}" type="slidenum">
              <a:rPr lang="en-IN" sz="1800" smtClean="0"/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en-IN" sz="180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0CEC44E-D44C-410A-A592-921FE4DE17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8575364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6119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828BF-BC95-4AA2-A7E3-CBA67F45C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Branch Predictor: A bit deeper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06654-238E-4644-BF06-CC8EDD225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Three tasks</a:t>
            </a:r>
          </a:p>
          <a:p>
            <a:pPr marL="0" indent="0">
              <a:buNone/>
            </a:pPr>
            <a:endParaRPr lang="en-US" dirty="0"/>
          </a:p>
          <a:p>
            <a:pPr marL="742950" indent="-742950">
              <a:buAutoNum type="arabicPeriod"/>
            </a:pPr>
            <a:r>
              <a:rPr lang="en-US" dirty="0"/>
              <a:t>Is the PC a branch/jump? YES/NO </a:t>
            </a:r>
          </a:p>
          <a:p>
            <a:pPr marL="742950" indent="-742950">
              <a:buAutoNum type="arabicPeriod"/>
            </a:pPr>
            <a:r>
              <a:rPr lang="en-US" dirty="0"/>
              <a:t>If Yes, can we predict the direction? Taken or not-taken</a:t>
            </a:r>
          </a:p>
          <a:p>
            <a:pPr marL="742950" indent="-742950">
              <a:buAutoNum type="arabicPeriod"/>
            </a:pPr>
            <a:r>
              <a:rPr lang="en-US" dirty="0"/>
              <a:t>If taken, can we predict the target address?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9F1101-C347-46A4-9C57-A2CEC558C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8859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A8D86-1D86-4747-8D52-43E4DA96C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see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09977C-9332-4E99-AE6F-06837E1F7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12</a:t>
            </a:fld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77A1D3-B55D-434C-BA0F-EE884AF2D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1825" y="3054350"/>
            <a:ext cx="1219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000000"/>
                </a:solidFill>
                <a:latin typeface="Tahoma" panose="020B0604030504040204" pitchFamily="34" charset="0"/>
              </a:rPr>
              <a:t>Program </a:t>
            </a:r>
          </a:p>
          <a:p>
            <a:pPr algn="ctr" eaLnBrk="1" hangingPunct="1"/>
            <a:r>
              <a:rPr lang="en-US" altLang="en-US" sz="1800">
                <a:solidFill>
                  <a:srgbClr val="000000"/>
                </a:solidFill>
                <a:latin typeface="Tahoma" panose="020B0604030504040204" pitchFamily="34" charset="0"/>
              </a:rPr>
              <a:t>Counter</a:t>
            </a:r>
          </a:p>
        </p:txBody>
      </p:sp>
      <p:sp>
        <p:nvSpPr>
          <p:cNvPr id="41" name="Text Box 44">
            <a:extLst>
              <a:ext uri="{FF2B5EF4-FFF2-40B4-BE49-F238E27FC236}">
                <a16:creationId xmlns:a16="http://schemas.microsoft.com/office/drawing/2014/main" id="{2E1216AA-4C42-49B7-9E58-EF3F9EC1F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4044950"/>
            <a:ext cx="1720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3399"/>
                </a:solidFill>
              </a:rPr>
              <a:t>Address of the </a:t>
            </a:r>
          </a:p>
          <a:p>
            <a:pPr eaLnBrk="1" hangingPunct="1"/>
            <a:r>
              <a:rPr lang="en-US" altLang="en-US" sz="1800">
                <a:solidFill>
                  <a:srgbClr val="003399"/>
                </a:solidFill>
              </a:rPr>
              <a:t>current branch</a:t>
            </a:r>
          </a:p>
        </p:txBody>
      </p:sp>
      <p:sp>
        <p:nvSpPr>
          <p:cNvPr id="42" name="Line 45">
            <a:extLst>
              <a:ext uri="{FF2B5EF4-FFF2-40B4-BE49-F238E27FC236}">
                <a16:creationId xmlns:a16="http://schemas.microsoft.com/office/drawing/2014/main" id="{ABFBEF04-C765-41BE-881A-DF7D061DAC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24100" y="3663950"/>
            <a:ext cx="228600" cy="381000"/>
          </a:xfrm>
          <a:prstGeom prst="line">
            <a:avLst/>
          </a:prstGeom>
          <a:noFill/>
          <a:ln w="31750">
            <a:solidFill>
              <a:srgbClr val="0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464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A8D86-1D86-4747-8D52-43E4DA96C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see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09977C-9332-4E99-AE6F-06837E1F7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13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36C43E-D738-49E1-BE13-B022A8665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4725" y="1530350"/>
            <a:ext cx="457200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8" name="Rectangle 7" descr="Dark upward diagonal">
            <a:extLst>
              <a:ext uri="{FF2B5EF4-FFF2-40B4-BE49-F238E27FC236}">
                <a16:creationId xmlns:a16="http://schemas.microsoft.com/office/drawing/2014/main" id="{8524F23C-1DB7-400E-9D25-9041EF3BC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4725" y="1835150"/>
            <a:ext cx="457200" cy="152400"/>
          </a:xfrm>
          <a:prstGeom prst="rect">
            <a:avLst/>
          </a:prstGeom>
          <a:pattFill prst="dkUpDiag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E7E8007B-847C-4905-B0CA-7A2790F33A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8825" y="1011238"/>
            <a:ext cx="20642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FF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Direction predictor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77A1D3-B55D-434C-BA0F-EE884AF2D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1825" y="3054350"/>
            <a:ext cx="1219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000000"/>
                </a:solidFill>
                <a:latin typeface="Tahoma" panose="020B0604030504040204" pitchFamily="34" charset="0"/>
              </a:rPr>
              <a:t>Program </a:t>
            </a:r>
          </a:p>
          <a:p>
            <a:pPr algn="ctr" eaLnBrk="1" hangingPunct="1"/>
            <a:r>
              <a:rPr lang="en-US" altLang="en-US" sz="1800">
                <a:solidFill>
                  <a:srgbClr val="000000"/>
                </a:solidFill>
                <a:latin typeface="Tahoma" panose="020B0604030504040204" pitchFamily="34" charset="0"/>
              </a:rPr>
              <a:t>Counter</a:t>
            </a:r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5E894394-C1C5-4AA8-A3E8-B6B064287C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1025" y="2978150"/>
            <a:ext cx="955675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2DC76EEE-C3D0-4ACF-AF35-343B2A32245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5425" y="29781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A5E42800-1B0A-4281-A10A-3438A44062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0225" y="191135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A233CB81-D569-4DE1-90A9-D7AF23635BC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0225" y="191135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803AEB44-D0EF-4DE0-B7B9-B9FFC88469DA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7425" y="221615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A586BFBE-4458-4518-9C6D-47B8CE5D7CF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7425" y="221615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2" name="Line 22">
            <a:extLst>
              <a:ext uri="{FF2B5EF4-FFF2-40B4-BE49-F238E27FC236}">
                <a16:creationId xmlns:a16="http://schemas.microsoft.com/office/drawing/2014/main" id="{27D86EA8-56F2-4487-8C80-DDCE54DDF6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07425" y="335915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3" name="Line 23">
            <a:extLst>
              <a:ext uri="{FF2B5EF4-FFF2-40B4-BE49-F238E27FC236}">
                <a16:creationId xmlns:a16="http://schemas.microsoft.com/office/drawing/2014/main" id="{34E4F1F1-5155-4032-8AC1-B9F2A371904F}"/>
              </a:ext>
            </a:extLst>
          </p:cNvPr>
          <p:cNvSpPr>
            <a:spLocks noChangeShapeType="1"/>
          </p:cNvSpPr>
          <p:nvPr/>
        </p:nvSpPr>
        <p:spPr bwMode="auto">
          <a:xfrm>
            <a:off x="8988425" y="252095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5" name="Line 25">
            <a:extLst>
              <a:ext uri="{FF2B5EF4-FFF2-40B4-BE49-F238E27FC236}">
                <a16:creationId xmlns:a16="http://schemas.microsoft.com/office/drawing/2014/main" id="{ECBE9C1B-9FAE-4FD6-9BC5-F8310D5138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1625" y="3435350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6" name="Line 26">
            <a:extLst>
              <a:ext uri="{FF2B5EF4-FFF2-40B4-BE49-F238E27FC236}">
                <a16:creationId xmlns:a16="http://schemas.microsoft.com/office/drawing/2014/main" id="{420FEF38-F088-46CB-A640-B3AE8667C6B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1625" y="343535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7" name="Line 27">
            <a:extLst>
              <a:ext uri="{FF2B5EF4-FFF2-40B4-BE49-F238E27FC236}">
                <a16:creationId xmlns:a16="http://schemas.microsoft.com/office/drawing/2014/main" id="{401AA5F3-F8AF-4C6C-8F02-16396B14CB38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1625" y="2668588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8" name="Text Box 28">
            <a:extLst>
              <a:ext uri="{FF2B5EF4-FFF2-40B4-BE49-F238E27FC236}">
                <a16:creationId xmlns:a16="http://schemas.microsoft.com/office/drawing/2014/main" id="{43AEECFE-EFFE-4C26-9679-AC9EBBD03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9926" y="2483922"/>
            <a:ext cx="8963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</a:rPr>
              <a:t>PC + </a:t>
            </a:r>
            <a:r>
              <a:rPr lang="en-US" altLang="en-US" dirty="0">
                <a:solidFill>
                  <a:srgbClr val="000000"/>
                </a:solidFill>
              </a:rPr>
              <a:t>4</a:t>
            </a:r>
            <a:endParaRPr lang="en-US" altLang="en-US" sz="1800" dirty="0">
              <a:solidFill>
                <a:srgbClr val="000000"/>
              </a:solidFill>
            </a:endParaRPr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174153BA-8F65-4982-AE53-942CFFD41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8275" y="1563688"/>
            <a:ext cx="869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0000"/>
                </a:solidFill>
              </a:rPr>
              <a:t>taken?</a:t>
            </a:r>
          </a:p>
        </p:txBody>
      </p:sp>
      <p:sp>
        <p:nvSpPr>
          <p:cNvPr id="30" name="Line 30">
            <a:extLst>
              <a:ext uri="{FF2B5EF4-FFF2-40B4-BE49-F238E27FC236}">
                <a16:creationId xmlns:a16="http://schemas.microsoft.com/office/drawing/2014/main" id="{0B96E871-7691-4390-9175-5F5471A88739}"/>
              </a:ext>
            </a:extLst>
          </p:cNvPr>
          <p:cNvSpPr>
            <a:spLocks noChangeShapeType="1"/>
          </p:cNvSpPr>
          <p:nvPr/>
        </p:nvSpPr>
        <p:spPr bwMode="auto">
          <a:xfrm>
            <a:off x="8988425" y="290195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32" name="Text Box 32">
            <a:extLst>
              <a:ext uri="{FF2B5EF4-FFF2-40B4-BE49-F238E27FC236}">
                <a16:creationId xmlns:a16="http://schemas.microsoft.com/office/drawing/2014/main" id="{5870674B-8770-40FC-AE98-B40E25A5F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4650" y="2559050"/>
            <a:ext cx="1289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0000"/>
                </a:solidFill>
              </a:rPr>
              <a:t>Next Fetch</a:t>
            </a:r>
          </a:p>
          <a:p>
            <a:pPr eaLnBrk="1" hangingPunct="1"/>
            <a:r>
              <a:rPr lang="en-US" altLang="en-US" sz="1800">
                <a:solidFill>
                  <a:srgbClr val="000000"/>
                </a:solidFill>
              </a:rPr>
              <a:t>Address</a:t>
            </a:r>
          </a:p>
        </p:txBody>
      </p:sp>
      <p:sp>
        <p:nvSpPr>
          <p:cNvPr id="33" name="AutoShape 33">
            <a:extLst>
              <a:ext uri="{FF2B5EF4-FFF2-40B4-BE49-F238E27FC236}">
                <a16:creationId xmlns:a16="http://schemas.microsoft.com/office/drawing/2014/main" id="{A7ACDB8C-707B-403F-AA77-5DB2FBE0F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7100" y="1758950"/>
            <a:ext cx="533400" cy="533400"/>
          </a:xfrm>
          <a:prstGeom prst="flowChartDelay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34" name="Line 34">
            <a:extLst>
              <a:ext uri="{FF2B5EF4-FFF2-40B4-BE49-F238E27FC236}">
                <a16:creationId xmlns:a16="http://schemas.microsoft.com/office/drawing/2014/main" id="{78E47EC1-C086-47B0-BF17-861CCEA08F1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191135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35" name="Line 35">
            <a:extLst>
              <a:ext uri="{FF2B5EF4-FFF2-40B4-BE49-F238E27FC236}">
                <a16:creationId xmlns:a16="http://schemas.microsoft.com/office/drawing/2014/main" id="{0978755F-E31D-4CBE-A19D-F4BD54DEA64D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1925" y="198755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36" name="Line 36">
            <a:extLst>
              <a:ext uri="{FF2B5EF4-FFF2-40B4-BE49-F238E27FC236}">
                <a16:creationId xmlns:a16="http://schemas.microsoft.com/office/drawing/2014/main" id="{D87602D1-16B1-4F20-B256-44FC0BA2F181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9200" y="198755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41" name="Text Box 44">
            <a:extLst>
              <a:ext uri="{FF2B5EF4-FFF2-40B4-BE49-F238E27FC236}">
                <a16:creationId xmlns:a16="http://schemas.microsoft.com/office/drawing/2014/main" id="{2E1216AA-4C42-49B7-9E58-EF3F9EC1F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4044950"/>
            <a:ext cx="1720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3399"/>
                </a:solidFill>
              </a:rPr>
              <a:t>Address of the </a:t>
            </a:r>
          </a:p>
          <a:p>
            <a:pPr eaLnBrk="1" hangingPunct="1"/>
            <a:r>
              <a:rPr lang="en-US" altLang="en-US" sz="1800">
                <a:solidFill>
                  <a:srgbClr val="003399"/>
                </a:solidFill>
              </a:rPr>
              <a:t>current branch</a:t>
            </a:r>
          </a:p>
        </p:txBody>
      </p:sp>
      <p:sp>
        <p:nvSpPr>
          <p:cNvPr id="42" name="Line 45">
            <a:extLst>
              <a:ext uri="{FF2B5EF4-FFF2-40B4-BE49-F238E27FC236}">
                <a16:creationId xmlns:a16="http://schemas.microsoft.com/office/drawing/2014/main" id="{ABFBEF04-C765-41BE-881A-DF7D061DAC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24100" y="3663950"/>
            <a:ext cx="228600" cy="381000"/>
          </a:xfrm>
          <a:prstGeom prst="line">
            <a:avLst/>
          </a:prstGeom>
          <a:noFill/>
          <a:ln w="31750">
            <a:solidFill>
              <a:srgbClr val="0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0868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A8D86-1D86-4747-8D52-43E4DA96C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see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09977C-9332-4E99-AE6F-06837E1F7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14</a:t>
            </a:fld>
            <a:endParaRPr lang="en-IN" dirty="0"/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FD0A51CB-6CDC-45B8-9718-8AA0C3470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3425" y="4806950"/>
            <a:ext cx="1644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0000"/>
                </a:solidFill>
              </a:rPr>
              <a:t>target address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36C43E-D738-49E1-BE13-B022A8665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4725" y="1530350"/>
            <a:ext cx="457200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8" name="Rectangle 7" descr="Dark upward diagonal">
            <a:extLst>
              <a:ext uri="{FF2B5EF4-FFF2-40B4-BE49-F238E27FC236}">
                <a16:creationId xmlns:a16="http://schemas.microsoft.com/office/drawing/2014/main" id="{8524F23C-1DB7-400E-9D25-9041EF3BC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4725" y="1835150"/>
            <a:ext cx="457200" cy="152400"/>
          </a:xfrm>
          <a:prstGeom prst="rect">
            <a:avLst/>
          </a:prstGeom>
          <a:pattFill prst="dkUpDiag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E7E8007B-847C-4905-B0CA-7A2790F33A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8825" y="1011238"/>
            <a:ext cx="20642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FF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Direction predictor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2286CC-0E49-42C0-9B0B-13FB095A0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4725" y="3511550"/>
            <a:ext cx="22860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CE4141C3-BA39-439C-A4BE-2B2043569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8825" y="5492750"/>
            <a:ext cx="62412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FF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Repository of </a:t>
            </a:r>
            <a:r>
              <a:rPr lang="en-US" altLang="en-US" sz="1800" dirty="0">
                <a:solidFill>
                  <a:srgbClr val="FF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Target Addresses (BTB: Branch Target Buffer)</a:t>
            </a:r>
          </a:p>
        </p:txBody>
      </p:sp>
      <p:sp>
        <p:nvSpPr>
          <p:cNvPr id="12" name="Rectangle 11" descr="Dark upward diagonal">
            <a:extLst>
              <a:ext uri="{FF2B5EF4-FFF2-40B4-BE49-F238E27FC236}">
                <a16:creationId xmlns:a16="http://schemas.microsoft.com/office/drawing/2014/main" id="{C181ED6E-735E-4830-8ED0-AB41AED9E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8125" y="4730750"/>
            <a:ext cx="457200" cy="152400"/>
          </a:xfrm>
          <a:prstGeom prst="rect">
            <a:avLst/>
          </a:prstGeom>
          <a:pattFill prst="dkUpDiag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77A1D3-B55D-434C-BA0F-EE884AF2D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1825" y="3054350"/>
            <a:ext cx="1219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algn="ctr" eaLnBrk="1" hangingPunct="1"/>
            <a:r>
              <a:rPr lang="en-US" altLang="en-US" sz="1800">
                <a:solidFill>
                  <a:srgbClr val="000000"/>
                </a:solidFill>
                <a:latin typeface="Tahoma" panose="020B0604030504040204" pitchFamily="34" charset="0"/>
              </a:rPr>
              <a:t>Program </a:t>
            </a:r>
          </a:p>
          <a:p>
            <a:pPr algn="ctr" eaLnBrk="1" hangingPunct="1"/>
            <a:r>
              <a:rPr lang="en-US" altLang="en-US" sz="1800">
                <a:solidFill>
                  <a:srgbClr val="000000"/>
                </a:solidFill>
                <a:latin typeface="Tahoma" panose="020B0604030504040204" pitchFamily="34" charset="0"/>
              </a:rPr>
              <a:t>Counter</a:t>
            </a:r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5E894394-C1C5-4AA8-A3E8-B6B064287C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1025" y="2978150"/>
            <a:ext cx="955675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2DC76EEE-C3D0-4ACF-AF35-343B2A32245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5425" y="29781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A5E42800-1B0A-4281-A10A-3438A44062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0225" y="191135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A233CB81-D569-4DE1-90A9-D7AF23635BC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0225" y="191135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82719180-89AD-4871-A2F4-E96D3A97B22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1025" y="3359150"/>
            <a:ext cx="12192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19" name="Line 19">
            <a:extLst>
              <a:ext uri="{FF2B5EF4-FFF2-40B4-BE49-F238E27FC236}">
                <a16:creationId xmlns:a16="http://schemas.microsoft.com/office/drawing/2014/main" id="{A2CB63FB-FE39-4A0F-8623-08E17A5DF2DA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0225" y="480695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803AEB44-D0EF-4DE0-B7B9-B9FFC88469DA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7425" y="221615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A586BFBE-4458-4518-9C6D-47B8CE5D7CF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7425" y="221615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2" name="Line 22">
            <a:extLst>
              <a:ext uri="{FF2B5EF4-FFF2-40B4-BE49-F238E27FC236}">
                <a16:creationId xmlns:a16="http://schemas.microsoft.com/office/drawing/2014/main" id="{27D86EA8-56F2-4487-8C80-DDCE54DDF6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07425" y="335915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3" name="Line 23">
            <a:extLst>
              <a:ext uri="{FF2B5EF4-FFF2-40B4-BE49-F238E27FC236}">
                <a16:creationId xmlns:a16="http://schemas.microsoft.com/office/drawing/2014/main" id="{34E4F1F1-5155-4032-8AC1-B9F2A371904F}"/>
              </a:ext>
            </a:extLst>
          </p:cNvPr>
          <p:cNvSpPr>
            <a:spLocks noChangeShapeType="1"/>
          </p:cNvSpPr>
          <p:nvPr/>
        </p:nvSpPr>
        <p:spPr bwMode="auto">
          <a:xfrm>
            <a:off x="8988425" y="252095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4" name="Line 24">
            <a:extLst>
              <a:ext uri="{FF2B5EF4-FFF2-40B4-BE49-F238E27FC236}">
                <a16:creationId xmlns:a16="http://schemas.microsoft.com/office/drawing/2014/main" id="{22D4DC16-C7C8-4282-B12E-74A316337AA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3425" y="480695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5" name="Line 25">
            <a:extLst>
              <a:ext uri="{FF2B5EF4-FFF2-40B4-BE49-F238E27FC236}">
                <a16:creationId xmlns:a16="http://schemas.microsoft.com/office/drawing/2014/main" id="{ECBE9C1B-9FAE-4FD6-9BC5-F8310D5138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1625" y="3435350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6" name="Line 26">
            <a:extLst>
              <a:ext uri="{FF2B5EF4-FFF2-40B4-BE49-F238E27FC236}">
                <a16:creationId xmlns:a16="http://schemas.microsoft.com/office/drawing/2014/main" id="{420FEF38-F088-46CB-A640-B3AE8667C6B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1625" y="343535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7" name="Line 27">
            <a:extLst>
              <a:ext uri="{FF2B5EF4-FFF2-40B4-BE49-F238E27FC236}">
                <a16:creationId xmlns:a16="http://schemas.microsoft.com/office/drawing/2014/main" id="{401AA5F3-F8AF-4C6C-8F02-16396B14CB38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1625" y="2668588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28" name="Text Box 28">
            <a:extLst>
              <a:ext uri="{FF2B5EF4-FFF2-40B4-BE49-F238E27FC236}">
                <a16:creationId xmlns:a16="http://schemas.microsoft.com/office/drawing/2014/main" id="{43AEECFE-EFFE-4C26-9679-AC9EBBD03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6035" y="2488684"/>
            <a:ext cx="8963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</a:rPr>
              <a:t>PC + </a:t>
            </a:r>
            <a:r>
              <a:rPr lang="en-US" altLang="en-US" dirty="0">
                <a:solidFill>
                  <a:srgbClr val="000000"/>
                </a:solidFill>
              </a:rPr>
              <a:t>4</a:t>
            </a:r>
            <a:endParaRPr lang="en-US" altLang="en-US" sz="1800" dirty="0">
              <a:solidFill>
                <a:srgbClr val="000000"/>
              </a:solidFill>
            </a:endParaRPr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174153BA-8F65-4982-AE53-942CFFD41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8275" y="1563688"/>
            <a:ext cx="869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0000"/>
                </a:solidFill>
              </a:rPr>
              <a:t>taken?</a:t>
            </a:r>
          </a:p>
        </p:txBody>
      </p:sp>
      <p:sp>
        <p:nvSpPr>
          <p:cNvPr id="30" name="Line 30">
            <a:extLst>
              <a:ext uri="{FF2B5EF4-FFF2-40B4-BE49-F238E27FC236}">
                <a16:creationId xmlns:a16="http://schemas.microsoft.com/office/drawing/2014/main" id="{0B96E871-7691-4390-9175-5F5471A88739}"/>
              </a:ext>
            </a:extLst>
          </p:cNvPr>
          <p:cNvSpPr>
            <a:spLocks noChangeShapeType="1"/>
          </p:cNvSpPr>
          <p:nvPr/>
        </p:nvSpPr>
        <p:spPr bwMode="auto">
          <a:xfrm>
            <a:off x="8988425" y="290195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31" name="Text Box 31">
            <a:extLst>
              <a:ext uri="{FF2B5EF4-FFF2-40B4-BE49-F238E27FC236}">
                <a16:creationId xmlns:a16="http://schemas.microsoft.com/office/drawing/2014/main" id="{6957C961-889D-4025-9BEE-6D3C1D41E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9625" y="480695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32" name="Text Box 32">
            <a:extLst>
              <a:ext uri="{FF2B5EF4-FFF2-40B4-BE49-F238E27FC236}">
                <a16:creationId xmlns:a16="http://schemas.microsoft.com/office/drawing/2014/main" id="{5870674B-8770-40FC-AE98-B40E25A5F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4650" y="2559050"/>
            <a:ext cx="1289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0000"/>
                </a:solidFill>
              </a:rPr>
              <a:t>Next Fetch</a:t>
            </a:r>
          </a:p>
          <a:p>
            <a:pPr eaLnBrk="1" hangingPunct="1"/>
            <a:r>
              <a:rPr lang="en-US" altLang="en-US" sz="1800">
                <a:solidFill>
                  <a:srgbClr val="000000"/>
                </a:solidFill>
              </a:rPr>
              <a:t>Address</a:t>
            </a:r>
          </a:p>
        </p:txBody>
      </p:sp>
      <p:sp>
        <p:nvSpPr>
          <p:cNvPr id="33" name="AutoShape 33">
            <a:extLst>
              <a:ext uri="{FF2B5EF4-FFF2-40B4-BE49-F238E27FC236}">
                <a16:creationId xmlns:a16="http://schemas.microsoft.com/office/drawing/2014/main" id="{A7ACDB8C-707B-403F-AA77-5DB2FBE0F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7100" y="1758950"/>
            <a:ext cx="533400" cy="533400"/>
          </a:xfrm>
          <a:prstGeom prst="flowChartDelay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34" name="Line 34">
            <a:extLst>
              <a:ext uri="{FF2B5EF4-FFF2-40B4-BE49-F238E27FC236}">
                <a16:creationId xmlns:a16="http://schemas.microsoft.com/office/drawing/2014/main" id="{78E47EC1-C086-47B0-BF17-861CCEA08F1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191135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35" name="Line 35">
            <a:extLst>
              <a:ext uri="{FF2B5EF4-FFF2-40B4-BE49-F238E27FC236}">
                <a16:creationId xmlns:a16="http://schemas.microsoft.com/office/drawing/2014/main" id="{0978755F-E31D-4CBE-A19D-F4BD54DEA64D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1925" y="198755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36" name="Line 36">
            <a:extLst>
              <a:ext uri="{FF2B5EF4-FFF2-40B4-BE49-F238E27FC236}">
                <a16:creationId xmlns:a16="http://schemas.microsoft.com/office/drawing/2014/main" id="{D87602D1-16B1-4F20-B256-44FC0BA2F181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9200" y="198755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37" name="Line 37">
            <a:extLst>
              <a:ext uri="{FF2B5EF4-FFF2-40B4-BE49-F238E27FC236}">
                <a16:creationId xmlns:a16="http://schemas.microsoft.com/office/drawing/2014/main" id="{E7BB408E-0426-4441-8248-9D42FB62D5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76900" y="2139950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38" name="Line 38">
            <a:extLst>
              <a:ext uri="{FF2B5EF4-FFF2-40B4-BE49-F238E27FC236}">
                <a16:creationId xmlns:a16="http://schemas.microsoft.com/office/drawing/2014/main" id="{E5522689-2462-48FC-A1B4-C53FD8161AFF}"/>
              </a:ext>
            </a:extLst>
          </p:cNvPr>
          <p:cNvSpPr>
            <a:spLocks noChangeShapeType="1"/>
          </p:cNvSpPr>
          <p:nvPr/>
        </p:nvSpPr>
        <p:spPr bwMode="auto">
          <a:xfrm>
            <a:off x="5676900" y="213995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39" name="Text Box 39">
            <a:extLst>
              <a:ext uri="{FF2B5EF4-FFF2-40B4-BE49-F238E27FC236}">
                <a16:creationId xmlns:a16="http://schemas.microsoft.com/office/drawing/2014/main" id="{BFABDD09-3BB0-4BDB-95FA-CF8C936743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0225" y="3148013"/>
            <a:ext cx="552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0000"/>
                </a:solidFill>
              </a:rPr>
              <a:t>hit?</a:t>
            </a:r>
          </a:p>
        </p:txBody>
      </p:sp>
      <p:sp>
        <p:nvSpPr>
          <p:cNvPr id="41" name="Text Box 44">
            <a:extLst>
              <a:ext uri="{FF2B5EF4-FFF2-40B4-BE49-F238E27FC236}">
                <a16:creationId xmlns:a16="http://schemas.microsoft.com/office/drawing/2014/main" id="{2E1216AA-4C42-49B7-9E58-EF3F9EC1F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4044950"/>
            <a:ext cx="1720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3399"/>
                </a:solidFill>
              </a:rPr>
              <a:t>Address of the </a:t>
            </a:r>
          </a:p>
          <a:p>
            <a:pPr eaLnBrk="1" hangingPunct="1"/>
            <a:r>
              <a:rPr lang="en-US" altLang="en-US" sz="1800">
                <a:solidFill>
                  <a:srgbClr val="003399"/>
                </a:solidFill>
              </a:rPr>
              <a:t>current branch</a:t>
            </a:r>
          </a:p>
        </p:txBody>
      </p:sp>
      <p:sp>
        <p:nvSpPr>
          <p:cNvPr id="42" name="Line 45">
            <a:extLst>
              <a:ext uri="{FF2B5EF4-FFF2-40B4-BE49-F238E27FC236}">
                <a16:creationId xmlns:a16="http://schemas.microsoft.com/office/drawing/2014/main" id="{ABFBEF04-C765-41BE-881A-DF7D061DAC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24100" y="3663950"/>
            <a:ext cx="228600" cy="381000"/>
          </a:xfrm>
          <a:prstGeom prst="line">
            <a:avLst/>
          </a:prstGeom>
          <a:noFill/>
          <a:ln w="31750">
            <a:solidFill>
              <a:srgbClr val="0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20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37265-BAA9-4B53-AC32-0D3E6CF38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Level Branch Predictors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59D987-0C00-4F0B-8B3B-135826CEE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15</a:t>
            </a:fld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5CA5AF8-37F8-4364-BFB5-3E702A507952}"/>
              </a:ext>
            </a:extLst>
          </p:cNvPr>
          <p:cNvSpPr>
            <a:spLocks noGrp="1"/>
          </p:cNvSpPr>
          <p:nvPr/>
        </p:nvSpPr>
        <p:spPr bwMode="auto">
          <a:xfrm>
            <a:off x="0" y="914400"/>
            <a:ext cx="12192000" cy="594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lc="http://schemas.openxmlformats.org/drawingml/2006/lockedCanvas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lc="http://schemas.openxmlformats.org/drawingml/2006/lockedCanvas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lc="http://schemas.openxmlformats.org/drawingml/2006/lockedCanvas"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0"/>
              <a:buChar char="n"/>
              <a:defRPr sz="24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charset="0"/>
              <a:buChar char="q"/>
              <a:defRPr sz="22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charset="0"/>
              <a:buChar char="n"/>
              <a:defRPr sz="20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q"/>
              <a:defRPr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charset="0"/>
              <a:buChar char="§"/>
              <a:defRPr sz="1600">
                <a:solidFill>
                  <a:schemeClr val="tx1"/>
                </a:solidFill>
                <a:latin typeface="+mn-lt"/>
                <a:ea typeface="ＭＳ Ｐゴシック" pitchFamily="-106" charset="-128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endParaRPr lang="en-US" sz="2500" dirty="0">
              <a:latin typeface="Marker Felt"/>
            </a:endParaRPr>
          </a:p>
          <a:p>
            <a:pPr marL="0" indent="0">
              <a:buNone/>
            </a:pPr>
            <a:r>
              <a:rPr lang="en-US" sz="2800" dirty="0">
                <a:latin typeface="Calibri body"/>
              </a:rPr>
              <a:t>First level: </a:t>
            </a:r>
            <a:r>
              <a:rPr lang="en-US" sz="2800" dirty="0">
                <a:solidFill>
                  <a:srgbClr val="C00000"/>
                </a:solidFill>
                <a:latin typeface="Calibri body"/>
              </a:rPr>
              <a:t>Global branch history register </a:t>
            </a:r>
            <a:r>
              <a:rPr lang="en-US" sz="2800" dirty="0">
                <a:latin typeface="Calibri body"/>
              </a:rPr>
              <a:t>(N bits)</a:t>
            </a:r>
          </a:p>
          <a:p>
            <a:pPr marL="344487" lvl="1" indent="0">
              <a:buNone/>
            </a:pPr>
            <a:r>
              <a:rPr lang="en-US" sz="2800" dirty="0">
                <a:latin typeface="Calibri body"/>
                <a:ea typeface="ＭＳ Ｐゴシック" charset="0"/>
              </a:rPr>
              <a:t>The direction of last N branches</a:t>
            </a:r>
          </a:p>
          <a:p>
            <a:pPr marL="0" indent="0">
              <a:buNone/>
            </a:pPr>
            <a:r>
              <a:rPr lang="en-US" sz="2800" dirty="0">
                <a:latin typeface="Calibri body"/>
              </a:rPr>
              <a:t>Second level: </a:t>
            </a:r>
            <a:r>
              <a:rPr lang="en-US" sz="2800" dirty="0">
                <a:solidFill>
                  <a:srgbClr val="C00000"/>
                </a:solidFill>
                <a:latin typeface="Calibri body"/>
              </a:rPr>
              <a:t>Table of saturating counters for each history entry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  <a:latin typeface="Calibri body"/>
                <a:ea typeface="ＭＳ Ｐゴシック" charset="0"/>
              </a:rPr>
              <a:t>    </a:t>
            </a:r>
            <a:r>
              <a:rPr lang="en-US" sz="2800" dirty="0">
                <a:latin typeface="Calibri body"/>
                <a:ea typeface="ＭＳ Ｐゴシック" charset="0"/>
              </a:rPr>
              <a:t>The direction the branch took the last time the same history was seen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2B808D-B008-4E41-B89F-CDAE535D81AB}"/>
              </a:ext>
            </a:extLst>
          </p:cNvPr>
          <p:cNvSpPr/>
          <p:nvPr/>
        </p:nvSpPr>
        <p:spPr>
          <a:xfrm>
            <a:off x="2362200" y="3657600"/>
            <a:ext cx="381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B3EA891-2516-4D03-B023-D301FBF5580A}"/>
              </a:ext>
            </a:extLst>
          </p:cNvPr>
          <p:cNvSpPr/>
          <p:nvPr/>
        </p:nvSpPr>
        <p:spPr>
          <a:xfrm>
            <a:off x="6629400" y="3505200"/>
            <a:ext cx="2971800" cy="2590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76ADA1-0BC6-466F-ABC5-84261D687D35}"/>
              </a:ext>
            </a:extLst>
          </p:cNvPr>
          <p:cNvSpPr/>
          <p:nvPr/>
        </p:nvSpPr>
        <p:spPr>
          <a:xfrm>
            <a:off x="1143000" y="3657600"/>
            <a:ext cx="1600200" cy="4572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000000"/>
                </a:solidFill>
                <a:latin typeface="Tahoma"/>
                <a:ea typeface="Arial" pitchFamily="-107" charset="0"/>
                <a:cs typeface="Arial" pitchFamily="-107" charset="0"/>
              </a:rPr>
              <a:t>1 1 ….. 1  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17DB92-DD93-4F6A-BD53-F158A44A02F5}"/>
              </a:ext>
            </a:extLst>
          </p:cNvPr>
          <p:cNvSpPr/>
          <p:nvPr/>
        </p:nvSpPr>
        <p:spPr>
          <a:xfrm>
            <a:off x="5105400" y="3352800"/>
            <a:ext cx="1219200" cy="3124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4B6DB5-F13C-472C-96E1-7B76E35865DB}"/>
              </a:ext>
            </a:extLst>
          </p:cNvPr>
          <p:cNvSpPr/>
          <p:nvPr/>
        </p:nvSpPr>
        <p:spPr>
          <a:xfrm>
            <a:off x="5105400" y="3352800"/>
            <a:ext cx="1219200" cy="457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AF4C72-E2D1-4621-97FF-2FB07E11D5DA}"/>
              </a:ext>
            </a:extLst>
          </p:cNvPr>
          <p:cNvSpPr/>
          <p:nvPr/>
        </p:nvSpPr>
        <p:spPr>
          <a:xfrm>
            <a:off x="5105400" y="3733800"/>
            <a:ext cx="1219200" cy="457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CBF28A-BD0E-4E36-A18D-02201B058F56}"/>
              </a:ext>
            </a:extLst>
          </p:cNvPr>
          <p:cNvSpPr/>
          <p:nvPr/>
        </p:nvSpPr>
        <p:spPr>
          <a:xfrm>
            <a:off x="5105400" y="4191000"/>
            <a:ext cx="1219200" cy="457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9CA782-974D-42E0-99E2-FA8704786678}"/>
              </a:ext>
            </a:extLst>
          </p:cNvPr>
          <p:cNvSpPr/>
          <p:nvPr/>
        </p:nvSpPr>
        <p:spPr>
          <a:xfrm>
            <a:off x="5105400" y="6019800"/>
            <a:ext cx="1219200" cy="457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A4D0DD06-9D8D-4A2F-9D0B-773DFA847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799" y="4876800"/>
            <a:ext cx="257651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solidFill>
                  <a:srgbClr val="000000"/>
                </a:solidFill>
                <a:cs typeface="Arial" charset="0"/>
              </a:rPr>
              <a:t>GHR</a:t>
            </a:r>
          </a:p>
          <a:p>
            <a:pPr eaLnBrk="1" hangingPunct="1"/>
            <a:r>
              <a:rPr lang="en-US" sz="1800" dirty="0">
                <a:solidFill>
                  <a:srgbClr val="000000"/>
                </a:solidFill>
                <a:cs typeface="Arial" charset="0"/>
              </a:rPr>
              <a:t>(global history register)</a:t>
            </a: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A1A27773-CD10-477A-BF9E-DA4FA4C22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352800"/>
            <a:ext cx="11207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cs typeface="Arial" charset="0"/>
              </a:rPr>
              <a:t>00 …. 00</a:t>
            </a: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5C4D51AF-8F6E-40FE-873B-B4AD4D83FC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810000"/>
            <a:ext cx="11207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cs typeface="Arial" charset="0"/>
              </a:rPr>
              <a:t>00 …. 01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553367C1-86AD-4307-ACAF-7600EBBC40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4267200"/>
            <a:ext cx="11207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cs typeface="Arial" charset="0"/>
              </a:rPr>
              <a:t>00 …. 10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6A669C72-CE0C-4E7E-A237-0209D7AD6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6096000"/>
            <a:ext cx="11509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cs typeface="Arial" charset="0"/>
              </a:rPr>
              <a:t>11 ….  11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1B1FB12-2A95-4170-9F89-E1CBD71A227C}"/>
              </a:ext>
            </a:extLst>
          </p:cNvPr>
          <p:cNvCxnSpPr/>
          <p:nvPr/>
        </p:nvCxnSpPr>
        <p:spPr>
          <a:xfrm>
            <a:off x="2743200" y="3848100"/>
            <a:ext cx="2362200" cy="18669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Oval 11">
            <a:extLst>
              <a:ext uri="{FF2B5EF4-FFF2-40B4-BE49-F238E27FC236}">
                <a16:creationId xmlns:a16="http://schemas.microsoft.com/office/drawing/2014/main" id="{AE60C061-2B82-40BE-A4E8-CA8559BC0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5257244"/>
            <a:ext cx="457200" cy="457200"/>
          </a:xfrm>
          <a:prstGeom prst="ellipse">
            <a:avLst/>
          </a:prstGeom>
          <a:solidFill>
            <a:srgbClr val="FF99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solidFill>
                  <a:srgbClr val="000000"/>
                </a:solidFill>
                <a:latin typeface="AUdimat" pitchFamily="2" charset="0"/>
                <a:cs typeface="Arial" charset="0"/>
              </a:rPr>
              <a:t>0</a:t>
            </a:r>
          </a:p>
        </p:txBody>
      </p:sp>
      <p:sp>
        <p:nvSpPr>
          <p:cNvPr id="22" name="Oval 12">
            <a:extLst>
              <a:ext uri="{FF2B5EF4-FFF2-40B4-BE49-F238E27FC236}">
                <a16:creationId xmlns:a16="http://schemas.microsoft.com/office/drawing/2014/main" id="{0FF8492E-3F62-447E-907F-E5D34F91A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5257244"/>
            <a:ext cx="457200" cy="457200"/>
          </a:xfrm>
          <a:prstGeom prst="ellipse">
            <a:avLst/>
          </a:prstGeom>
          <a:solidFill>
            <a:srgbClr val="FF99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000000"/>
                </a:solidFill>
                <a:latin typeface="AUdimat" pitchFamily="2" charset="0"/>
                <a:cs typeface="Arial" charset="0"/>
              </a:rPr>
              <a:t>1</a:t>
            </a:r>
          </a:p>
        </p:txBody>
      </p:sp>
      <p:sp>
        <p:nvSpPr>
          <p:cNvPr id="23" name="Oval 13">
            <a:extLst>
              <a:ext uri="{FF2B5EF4-FFF2-40B4-BE49-F238E27FC236}">
                <a16:creationId xmlns:a16="http://schemas.microsoft.com/office/drawing/2014/main" id="{B052447B-B083-4292-879D-D7C1D63B8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3961844"/>
            <a:ext cx="457200" cy="457200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ctr">
              <a:defRPr/>
            </a:pPr>
            <a:r>
              <a:rPr lang="en-US" dirty="0">
                <a:solidFill>
                  <a:srgbClr val="000000"/>
                </a:solidFill>
                <a:latin typeface="AUdimat" pitchFamily="2" charset="0"/>
                <a:cs typeface="Arial" charset="0"/>
              </a:rPr>
              <a:t>2</a:t>
            </a:r>
          </a:p>
        </p:txBody>
      </p:sp>
      <p:sp>
        <p:nvSpPr>
          <p:cNvPr id="24" name="Oval 14">
            <a:extLst>
              <a:ext uri="{FF2B5EF4-FFF2-40B4-BE49-F238E27FC236}">
                <a16:creationId xmlns:a16="http://schemas.microsoft.com/office/drawing/2014/main" id="{BE81DE2D-6CF7-4E14-80B0-FB62C34E2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3961844"/>
            <a:ext cx="457200" cy="457200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rgbClr val="000000"/>
                </a:solidFill>
                <a:latin typeface="AUdimat" pitchFamily="2" charset="0"/>
                <a:cs typeface="Arial" charset="0"/>
              </a:rPr>
              <a:t>3</a:t>
            </a:r>
          </a:p>
        </p:txBody>
      </p:sp>
      <p:cxnSp>
        <p:nvCxnSpPr>
          <p:cNvPr id="25" name="AutoShape 15">
            <a:extLst>
              <a:ext uri="{FF2B5EF4-FFF2-40B4-BE49-F238E27FC236}">
                <a16:creationId xmlns:a16="http://schemas.microsoft.com/office/drawing/2014/main" id="{83D37F80-EA0E-46B9-AEE9-4A1885120F9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696200" y="5486400"/>
            <a:ext cx="762000" cy="0"/>
          </a:xfrm>
          <a:prstGeom prst="straightConnector1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16">
            <a:extLst>
              <a:ext uri="{FF2B5EF4-FFF2-40B4-BE49-F238E27FC236}">
                <a16:creationId xmlns:a16="http://schemas.microsoft.com/office/drawing/2014/main" id="{D72C0110-4EE0-452E-AB4E-3E004793D17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553325" y="4352925"/>
            <a:ext cx="1133475" cy="904875"/>
          </a:xfrm>
          <a:prstGeom prst="straightConnector1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17">
            <a:extLst>
              <a:ext uri="{FF2B5EF4-FFF2-40B4-BE49-F238E27FC236}">
                <a16:creationId xmlns:a16="http://schemas.microsoft.com/office/drawing/2014/main" id="{0E382815-5558-4BC3-AB7F-F10506FC394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553325" y="4029075"/>
            <a:ext cx="895350" cy="0"/>
          </a:xfrm>
          <a:prstGeom prst="straightConnector1">
            <a:avLst/>
          </a:prstGeom>
          <a:noFill/>
          <a:ln w="19050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18">
            <a:extLst>
              <a:ext uri="{FF2B5EF4-FFF2-40B4-BE49-F238E27FC236}">
                <a16:creationId xmlns:a16="http://schemas.microsoft.com/office/drawing/2014/main" id="{A9B32D95-F8F9-4A05-8083-95BCFA8E9360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629525" y="5648325"/>
            <a:ext cx="89535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19">
            <a:extLst>
              <a:ext uri="{FF2B5EF4-FFF2-40B4-BE49-F238E27FC236}">
                <a16:creationId xmlns:a16="http://schemas.microsoft.com/office/drawing/2014/main" id="{DE4D7200-8E99-494B-8AF7-99F6887FF7E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620000" y="4191000"/>
            <a:ext cx="762000" cy="0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0">
            <a:extLst>
              <a:ext uri="{FF2B5EF4-FFF2-40B4-BE49-F238E27FC236}">
                <a16:creationId xmlns:a16="http://schemas.microsoft.com/office/drawing/2014/main" id="{FAB93B6E-AE31-412D-BB22-8871DCD377F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391400" y="4419600"/>
            <a:ext cx="1133475" cy="904875"/>
          </a:xfrm>
          <a:prstGeom prst="straightConnector1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1">
            <a:extLst>
              <a:ext uri="{FF2B5EF4-FFF2-40B4-BE49-F238E27FC236}">
                <a16:creationId xmlns:a16="http://schemas.microsoft.com/office/drawing/2014/main" id="{FA2318F2-7F76-42AE-8E04-1E85CBD19930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V="1">
            <a:off x="8611394" y="4188618"/>
            <a:ext cx="323850" cy="1588"/>
          </a:xfrm>
          <a:prstGeom prst="curvedConnector5">
            <a:avLst>
              <a:gd name="adj1" fmla="val -26963"/>
              <a:gd name="adj2" fmla="val 23900009"/>
              <a:gd name="adj3" fmla="val 117153"/>
            </a:avLst>
          </a:prstGeom>
          <a:noFill/>
          <a:ln w="19050">
            <a:solidFill>
              <a:srgbClr val="008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2" name="AutoShape 22">
            <a:extLst>
              <a:ext uri="{FF2B5EF4-FFF2-40B4-BE49-F238E27FC236}">
                <a16:creationId xmlns:a16="http://schemas.microsoft.com/office/drawing/2014/main" id="{02B0E31D-8767-457D-930B-789C6AAD222B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V="1">
            <a:off x="7144544" y="5484018"/>
            <a:ext cx="323850" cy="1588"/>
          </a:xfrm>
          <a:prstGeom prst="curvedConnector5">
            <a:avLst>
              <a:gd name="adj1" fmla="val -16667"/>
              <a:gd name="adj2" fmla="val -22500009"/>
              <a:gd name="adj3" fmla="val 117153"/>
            </a:avLst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EC580F7-FE8F-451B-8781-9B2639CD8AF7}"/>
              </a:ext>
            </a:extLst>
          </p:cNvPr>
          <p:cNvCxnSpPr/>
          <p:nvPr/>
        </p:nvCxnSpPr>
        <p:spPr>
          <a:xfrm flipV="1">
            <a:off x="6324600" y="3810000"/>
            <a:ext cx="762000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9545ADD-BD19-4A8A-97CE-67DB5242BB15}"/>
              </a:ext>
            </a:extLst>
          </p:cNvPr>
          <p:cNvCxnSpPr/>
          <p:nvPr/>
        </p:nvCxnSpPr>
        <p:spPr>
          <a:xfrm rot="16200000" flipH="1">
            <a:off x="6134100" y="4838700"/>
            <a:ext cx="990600" cy="609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2">
            <a:extLst>
              <a:ext uri="{FF2B5EF4-FFF2-40B4-BE49-F238E27FC236}">
                <a16:creationId xmlns:a16="http://schemas.microsoft.com/office/drawing/2014/main" id="{D21B82D5-B764-406D-964D-9B81DAECC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7113" y="5116512"/>
            <a:ext cx="7350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cs typeface="Arial" charset="0"/>
              </a:rPr>
              <a:t>index</a:t>
            </a:r>
          </a:p>
        </p:txBody>
      </p:sp>
      <p:sp>
        <p:nvSpPr>
          <p:cNvPr id="36" name="TextBox 33">
            <a:extLst>
              <a:ext uri="{FF2B5EF4-FFF2-40B4-BE49-F238E27FC236}">
                <a16:creationId xmlns:a16="http://schemas.microsoft.com/office/drawing/2014/main" id="{4B3A2A2D-799E-41B9-8BE4-5F0753894E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4216" y="6087546"/>
            <a:ext cx="30659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dirty="0">
                <a:solidFill>
                  <a:srgbClr val="000000"/>
                </a:solidFill>
                <a:cs typeface="Arial" charset="0"/>
              </a:rPr>
              <a:t>Pattern History Table (PHT) </a:t>
            </a:r>
          </a:p>
        </p:txBody>
      </p:sp>
      <p:sp>
        <p:nvSpPr>
          <p:cNvPr id="37" name="TextBox 34">
            <a:extLst>
              <a:ext uri="{FF2B5EF4-FFF2-40B4-BE49-F238E27FC236}">
                <a16:creationId xmlns:a16="http://schemas.microsoft.com/office/drawing/2014/main" id="{57062EF7-FA3C-45BA-BE7D-E8A38B594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4267200"/>
            <a:ext cx="15700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>
                <a:solidFill>
                  <a:srgbClr val="000000"/>
                </a:solidFill>
                <a:cs typeface="Arial" charset="0"/>
              </a:rPr>
              <a:t>previous one 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F50403E-8761-4FE8-9EDD-F92D506D74B9}"/>
              </a:ext>
            </a:extLst>
          </p:cNvPr>
          <p:cNvCxnSpPr/>
          <p:nvPr/>
        </p:nvCxnSpPr>
        <p:spPr>
          <a:xfrm rot="16200000" flipV="1">
            <a:off x="2476500" y="4152900"/>
            <a:ext cx="2286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3003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98232-21E4-423E-8C37-0647514BD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BTB (Target Address Predictor)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C6F3B7-8A7D-4A50-8C54-96677C44E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16</a:t>
            </a:fld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CF6CD1B-753C-45A0-AEE4-63853E1651E3}"/>
              </a:ext>
            </a:extLst>
          </p:cNvPr>
          <p:cNvSpPr>
            <a:spLocks/>
          </p:cNvSpPr>
          <p:nvPr/>
        </p:nvSpPr>
        <p:spPr bwMode="auto">
          <a:xfrm>
            <a:off x="300935" y="1570830"/>
            <a:ext cx="5346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>
            <a:lvl1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3600" b="0" i="0" dirty="0">
                <a:solidFill>
                  <a:srgbClr val="7F007F"/>
                </a:solidFill>
                <a:latin typeface="Courier" charset="0"/>
                <a:ea typeface="Courier" charset="0"/>
                <a:cs typeface="Courier" charset="0"/>
                <a:sym typeface="Courier" charset="0"/>
              </a:rPr>
              <a:t>0b0110[...]01001000</a:t>
            </a:r>
          </a:p>
        </p:txBody>
      </p:sp>
      <p:graphicFrame>
        <p:nvGraphicFramePr>
          <p:cNvPr id="7" name="Group 2">
            <a:extLst>
              <a:ext uri="{FF2B5EF4-FFF2-40B4-BE49-F238E27FC236}">
                <a16:creationId xmlns:a16="http://schemas.microsoft.com/office/drawing/2014/main" id="{5B60A0DB-BDF0-428B-A1CA-C841E725AA26}"/>
              </a:ext>
            </a:extLst>
          </p:cNvPr>
          <p:cNvGraphicFramePr>
            <a:graphicFrameLocks noGrp="1"/>
          </p:cNvGraphicFramePr>
          <p:nvPr/>
        </p:nvGraphicFramePr>
        <p:xfrm>
          <a:off x="6650935" y="3564730"/>
          <a:ext cx="1498600" cy="2855914"/>
        </p:xfrm>
        <a:graphic>
          <a:graphicData uri="http://schemas.openxmlformats.org/drawingml/2006/table">
            <a:tbl>
              <a:tblPr/>
              <a:tblGrid>
                <a:gridCol w="1498600">
                  <a:extLst>
                    <a:ext uri="{9D8B030D-6E8A-4147-A177-3AD203B41FA5}">
                      <a16:colId xmlns:a16="http://schemas.microsoft.com/office/drawing/2014/main" val="4181148959"/>
                    </a:ext>
                  </a:extLst>
                </a:gridCol>
              </a:tblGrid>
              <a:tr h="715963">
                <a:tc>
                  <a:txBody>
                    <a:bodyPr/>
                    <a:lstStyle>
                      <a:lvl1pPr>
                        <a:lnSpc>
                          <a:spcPct val="71000"/>
                        </a:lnSpc>
                        <a:spcBef>
                          <a:spcPts val="6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8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1pPr>
                      <a:lvl2pPr marL="758825" indent="-263525">
                        <a:lnSpc>
                          <a:spcPct val="81000"/>
                        </a:lnSpc>
                        <a:spcBef>
                          <a:spcPts val="8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4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2pPr>
                      <a:lvl3pPr marL="1270000" indent="-355600">
                        <a:lnSpc>
                          <a:spcPct val="81000"/>
                        </a:lnSpc>
                        <a:spcBef>
                          <a:spcPts val="1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0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3pPr>
                      <a:lvl4pPr marL="1727200" indent="-355600">
                        <a:spcBef>
                          <a:spcPts val="500"/>
                        </a:spcBef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4pPr>
                      <a:lvl5pPr marL="2184400" indent="-355600"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5pPr>
                      <a:lvl6pPr marL="26416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6pPr>
                      <a:lvl7pPr marL="30988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7pPr>
                      <a:lvl8pPr marL="35560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8pPr>
                      <a:lvl9pPr marL="40132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6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Helvetica" panose="020B0604020202020204" pitchFamily="34" charset="0"/>
                        <a:buNone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53DE8"/>
                        </a:solidFill>
                        <a:effectLst/>
                        <a:latin typeface="Helvetica" panose="020B0604020202020204" pitchFamily="34" charset="0"/>
                        <a:cs typeface="Heiti SC Medium" charset="0"/>
                        <a:sym typeface="Helvetica" panose="020B0604020202020204" pitchFamily="34" charset="0"/>
                      </a:endParaRPr>
                    </a:p>
                  </a:txBody>
                  <a:tcPr marL="38100" marR="38100" marT="38100" marB="38100" anchor="ctr" horzOverflow="overflow">
                    <a:lnL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302111"/>
                  </a:ext>
                </a:extLst>
              </a:tr>
              <a:tr h="708025">
                <a:tc>
                  <a:txBody>
                    <a:bodyPr/>
                    <a:lstStyle>
                      <a:lvl1pPr>
                        <a:lnSpc>
                          <a:spcPct val="71000"/>
                        </a:lnSpc>
                        <a:spcBef>
                          <a:spcPts val="6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8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1pPr>
                      <a:lvl2pPr marL="758825" indent="-263525">
                        <a:lnSpc>
                          <a:spcPct val="81000"/>
                        </a:lnSpc>
                        <a:spcBef>
                          <a:spcPts val="8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4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2pPr>
                      <a:lvl3pPr marL="1270000" indent="-355600">
                        <a:lnSpc>
                          <a:spcPct val="81000"/>
                        </a:lnSpc>
                        <a:spcBef>
                          <a:spcPts val="1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0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3pPr>
                      <a:lvl4pPr marL="1727200" indent="-355600">
                        <a:spcBef>
                          <a:spcPts val="500"/>
                        </a:spcBef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4pPr>
                      <a:lvl5pPr marL="2184400" indent="-355600"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5pPr>
                      <a:lvl6pPr marL="26416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6pPr>
                      <a:lvl7pPr marL="30988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7pPr>
                      <a:lvl8pPr marL="35560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8pPr>
                      <a:lvl9pPr marL="40132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6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Helvetica" panose="020B0604020202020204" pitchFamily="34" charset="0"/>
                        <a:buNone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53DE8"/>
                        </a:solidFill>
                        <a:effectLst/>
                        <a:latin typeface="Helvetica" panose="020B0604020202020204" pitchFamily="34" charset="0"/>
                        <a:cs typeface="Heiti SC Medium" charset="0"/>
                        <a:sym typeface="Helvetica" panose="020B0604020202020204" pitchFamily="34" charset="0"/>
                      </a:endParaRPr>
                    </a:p>
                  </a:txBody>
                  <a:tcPr marL="38100" marR="38100" marT="38100" marB="38100" anchor="ctr" horzOverflow="overflow">
                    <a:lnL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7432656"/>
                  </a:ext>
                </a:extLst>
              </a:tr>
              <a:tr h="715963">
                <a:tc>
                  <a:txBody>
                    <a:bodyPr/>
                    <a:lstStyle>
                      <a:lvl1pPr>
                        <a:lnSpc>
                          <a:spcPct val="71000"/>
                        </a:lnSpc>
                        <a:spcBef>
                          <a:spcPts val="6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28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1pPr>
                      <a:lvl2pPr marL="758825" indent="-263525">
                        <a:lnSpc>
                          <a:spcPct val="81000"/>
                        </a:lnSpc>
                        <a:spcBef>
                          <a:spcPts val="8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24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2pPr>
                      <a:lvl3pPr marL="1270000" indent="-355600">
                        <a:lnSpc>
                          <a:spcPct val="81000"/>
                        </a:lnSpc>
                        <a:spcBef>
                          <a:spcPts val="1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sz="20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3pPr>
                      <a:lvl4pPr marL="1727200" indent="-355600">
                        <a:spcBef>
                          <a:spcPts val="500"/>
                        </a:spcBef>
                        <a:buSzPct val="100000"/>
                        <a:buFont typeface="Times" panose="02020603050405020304" pitchFamily="18" charset="0"/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4pPr>
                      <a:lvl5pPr marL="2184400" indent="-355600">
                        <a:buSzPct val="100000"/>
                        <a:buFont typeface="Times" panose="02020603050405020304" pitchFamily="18" charset="0"/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5pPr>
                      <a:lvl6pPr marL="26416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6pPr>
                      <a:lvl7pPr marL="30988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7pPr>
                      <a:lvl8pPr marL="35560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8pPr>
                      <a:lvl9pPr marL="40132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Helvetica" panose="020B0604020202020204" pitchFamily="34" charset="0"/>
                        <a:buNone/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</a:pPr>
                      <a:r>
                        <a:rPr kumimoji="0" lang="en-US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53DE8"/>
                          </a:solidFill>
                          <a:effectLst/>
                          <a:latin typeface="Courier" charset="0"/>
                          <a:cs typeface="Heiti SC Medium" charset="0"/>
                          <a:sym typeface="Courier" charset="0"/>
                        </a:rPr>
                        <a:t>2 state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Helvetica" panose="020B0604020202020204" pitchFamily="34" charset="0"/>
                        <a:buNone/>
                        <a:tabLst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  <a:tab pos="355600" algn="l"/>
                          <a:tab pos="711200" algn="l"/>
                          <a:tab pos="1066800" algn="l"/>
                          <a:tab pos="1422400" algn="l"/>
                          <a:tab pos="1778000" algn="l"/>
                          <a:tab pos="2133600" algn="l"/>
                          <a:tab pos="2489200" algn="l"/>
                          <a:tab pos="2844800" algn="l"/>
                          <a:tab pos="3200400" algn="l"/>
                          <a:tab pos="3556000" algn="l"/>
                          <a:tab pos="3911600" algn="l"/>
                          <a:tab pos="4267200" algn="l"/>
                        </a:tabLst>
                      </a:pPr>
                      <a:r>
                        <a:rPr kumimoji="0" lang="en-US" alt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rgbClr val="053DE8"/>
                          </a:solidFill>
                          <a:effectLst/>
                          <a:latin typeface="Courier" charset="0"/>
                          <a:cs typeface="Heiti SC Medium" charset="0"/>
                          <a:sym typeface="Courier" charset="0"/>
                        </a:rPr>
                        <a:t>bits</a:t>
                      </a:r>
                    </a:p>
                  </a:txBody>
                  <a:tcPr marL="38100" marR="38100" marT="38100" marB="38100" anchor="ctr" horzOverflow="overflow">
                    <a:lnL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447407"/>
                  </a:ext>
                </a:extLst>
              </a:tr>
              <a:tr h="715963">
                <a:tc>
                  <a:txBody>
                    <a:bodyPr/>
                    <a:lstStyle>
                      <a:lvl1pPr>
                        <a:lnSpc>
                          <a:spcPct val="71000"/>
                        </a:lnSpc>
                        <a:spcBef>
                          <a:spcPts val="6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8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1pPr>
                      <a:lvl2pPr marL="758825" indent="-263525">
                        <a:lnSpc>
                          <a:spcPct val="81000"/>
                        </a:lnSpc>
                        <a:spcBef>
                          <a:spcPts val="8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4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2pPr>
                      <a:lvl3pPr marL="1270000" indent="-355600">
                        <a:lnSpc>
                          <a:spcPct val="81000"/>
                        </a:lnSpc>
                        <a:spcBef>
                          <a:spcPts val="1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0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3pPr>
                      <a:lvl4pPr marL="1727200" indent="-355600">
                        <a:spcBef>
                          <a:spcPts val="500"/>
                        </a:spcBef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4pPr>
                      <a:lvl5pPr marL="2184400" indent="-355600"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5pPr>
                      <a:lvl6pPr marL="26416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6pPr>
                      <a:lvl7pPr marL="30988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7pPr>
                      <a:lvl8pPr marL="35560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8pPr>
                      <a:lvl9pPr marL="40132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6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Helvetica" panose="020B0604020202020204" pitchFamily="34" charset="0"/>
                        <a:buNone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53DE8"/>
                        </a:solidFill>
                        <a:effectLst/>
                        <a:latin typeface="Helvetica" panose="020B0604020202020204" pitchFamily="34" charset="0"/>
                        <a:cs typeface="Heiti SC Medium" charset="0"/>
                        <a:sym typeface="Helvetica" panose="020B0604020202020204" pitchFamily="34" charset="0"/>
                      </a:endParaRPr>
                    </a:p>
                  </a:txBody>
                  <a:tcPr marL="38100" marR="38100" marT="38100" marB="38100" anchor="ctr" horzOverflow="overflow">
                    <a:lnL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2802141"/>
                  </a:ext>
                </a:extLst>
              </a:tr>
            </a:tbl>
          </a:graphicData>
        </a:graphic>
      </p:graphicFrame>
      <p:sp>
        <p:nvSpPr>
          <p:cNvPr id="8" name="Rectangle 20">
            <a:extLst>
              <a:ext uri="{FF2B5EF4-FFF2-40B4-BE49-F238E27FC236}">
                <a16:creationId xmlns:a16="http://schemas.microsoft.com/office/drawing/2014/main" id="{57F2687E-1646-4AF1-85F3-AA285603B407}"/>
              </a:ext>
            </a:extLst>
          </p:cNvPr>
          <p:cNvSpPr>
            <a:spLocks/>
          </p:cNvSpPr>
          <p:nvPr/>
        </p:nvSpPr>
        <p:spPr bwMode="auto">
          <a:xfrm>
            <a:off x="6333435" y="2256630"/>
            <a:ext cx="2171700" cy="120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>
            <a:lvl1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/>
            <a:r>
              <a:rPr lang="en-US" altLang="en-US" sz="2400" i="0">
                <a:cs typeface="Helvetica" panose="020B0604020202020204" pitchFamily="34" charset="0"/>
              </a:rPr>
              <a:t>Branch </a:t>
            </a:r>
          </a:p>
          <a:p>
            <a:pPr algn="ctr"/>
            <a:r>
              <a:rPr lang="en-US" altLang="en-US" sz="2400" i="0">
                <a:cs typeface="Helvetica" panose="020B0604020202020204" pitchFamily="34" charset="0"/>
              </a:rPr>
              <a:t>History Table </a:t>
            </a:r>
          </a:p>
          <a:p>
            <a:pPr algn="ctr"/>
            <a:r>
              <a:rPr lang="en-US" altLang="en-US" sz="2400" i="0">
                <a:cs typeface="Helvetica" panose="020B0604020202020204" pitchFamily="34" charset="0"/>
              </a:rPr>
              <a:t>(BHT)</a:t>
            </a:r>
          </a:p>
        </p:txBody>
      </p:sp>
      <p:sp>
        <p:nvSpPr>
          <p:cNvPr id="9" name="Rectangle 21">
            <a:extLst>
              <a:ext uri="{FF2B5EF4-FFF2-40B4-BE49-F238E27FC236}">
                <a16:creationId xmlns:a16="http://schemas.microsoft.com/office/drawing/2014/main" id="{485F0F71-D13B-4736-B5B7-5EA665FD7995}"/>
              </a:ext>
            </a:extLst>
          </p:cNvPr>
          <p:cNvSpPr>
            <a:spLocks/>
          </p:cNvSpPr>
          <p:nvPr/>
        </p:nvSpPr>
        <p:spPr bwMode="auto">
          <a:xfrm>
            <a:off x="4072835" y="3082130"/>
            <a:ext cx="16891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>
            <a:lvl1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1800" i="0">
                <a:solidFill>
                  <a:srgbClr val="053DE8"/>
                </a:solidFill>
                <a:cs typeface="Helvetica" panose="020B0604020202020204" pitchFamily="34" charset="0"/>
              </a:rPr>
              <a:t>target address</a:t>
            </a:r>
          </a:p>
        </p:txBody>
      </p:sp>
      <p:graphicFrame>
        <p:nvGraphicFramePr>
          <p:cNvPr id="10" name="Group 22">
            <a:extLst>
              <a:ext uri="{FF2B5EF4-FFF2-40B4-BE49-F238E27FC236}">
                <a16:creationId xmlns:a16="http://schemas.microsoft.com/office/drawing/2014/main" id="{B8EF008B-ABD2-480E-A517-5B5C210395B8}"/>
              </a:ext>
            </a:extLst>
          </p:cNvPr>
          <p:cNvGraphicFramePr>
            <a:graphicFrameLocks noGrp="1"/>
          </p:cNvGraphicFramePr>
          <p:nvPr/>
        </p:nvGraphicFramePr>
        <p:xfrm>
          <a:off x="1367735" y="3552030"/>
          <a:ext cx="4775200" cy="2855914"/>
        </p:xfrm>
        <a:graphic>
          <a:graphicData uri="http://schemas.openxmlformats.org/drawingml/2006/table">
            <a:tbl>
              <a:tblPr/>
              <a:tblGrid>
                <a:gridCol w="2387600">
                  <a:extLst>
                    <a:ext uri="{9D8B030D-6E8A-4147-A177-3AD203B41FA5}">
                      <a16:colId xmlns:a16="http://schemas.microsoft.com/office/drawing/2014/main" val="1463479020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1770502199"/>
                    </a:ext>
                  </a:extLst>
                </a:gridCol>
              </a:tblGrid>
              <a:tr h="715963">
                <a:tc>
                  <a:txBody>
                    <a:bodyPr/>
                    <a:lstStyle>
                      <a:lvl1pPr>
                        <a:lnSpc>
                          <a:spcPct val="71000"/>
                        </a:lnSpc>
                        <a:spcBef>
                          <a:spcPts val="6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8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1pPr>
                      <a:lvl2pPr marL="758825" indent="-263525">
                        <a:lnSpc>
                          <a:spcPct val="81000"/>
                        </a:lnSpc>
                        <a:spcBef>
                          <a:spcPts val="8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4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2pPr>
                      <a:lvl3pPr marL="1270000" indent="-355600">
                        <a:lnSpc>
                          <a:spcPct val="81000"/>
                        </a:lnSpc>
                        <a:spcBef>
                          <a:spcPts val="1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0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3pPr>
                      <a:lvl4pPr marL="1727200" indent="-355600">
                        <a:spcBef>
                          <a:spcPts val="500"/>
                        </a:spcBef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4pPr>
                      <a:lvl5pPr marL="2184400" indent="-355600"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5pPr>
                      <a:lvl6pPr marL="26416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6pPr>
                      <a:lvl7pPr marL="30988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7pPr>
                      <a:lvl8pPr marL="35560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8pPr>
                      <a:lvl9pPr marL="40132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6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Helvetica" panose="020B0604020202020204" pitchFamily="34" charset="0"/>
                        <a:buNone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53DE8"/>
                        </a:solidFill>
                        <a:effectLst/>
                        <a:latin typeface="Helvetica" panose="020B0604020202020204" pitchFamily="34" charset="0"/>
                        <a:cs typeface="Heiti SC Medium" charset="0"/>
                        <a:sym typeface="Helvetica" panose="020B0604020202020204" pitchFamily="34" charset="0"/>
                      </a:endParaRPr>
                    </a:p>
                  </a:txBody>
                  <a:tcPr marL="38100" marR="38100" marT="38100" marB="38100" anchor="ctr" horzOverflow="overflow">
                    <a:lnL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71000"/>
                        </a:lnSpc>
                        <a:spcBef>
                          <a:spcPts val="6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8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1pPr>
                      <a:lvl2pPr marL="758825" indent="-263525">
                        <a:lnSpc>
                          <a:spcPct val="81000"/>
                        </a:lnSpc>
                        <a:spcBef>
                          <a:spcPts val="8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4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2pPr>
                      <a:lvl3pPr marL="1270000" indent="-355600">
                        <a:lnSpc>
                          <a:spcPct val="81000"/>
                        </a:lnSpc>
                        <a:spcBef>
                          <a:spcPts val="1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0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3pPr>
                      <a:lvl4pPr marL="1727200" indent="-355600">
                        <a:spcBef>
                          <a:spcPts val="500"/>
                        </a:spcBef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4pPr>
                      <a:lvl5pPr marL="2184400" indent="-355600"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5pPr>
                      <a:lvl6pPr marL="26416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6pPr>
                      <a:lvl7pPr marL="30988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7pPr>
                      <a:lvl8pPr marL="35560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8pPr>
                      <a:lvl9pPr marL="40132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6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Helvetica" panose="020B0604020202020204" pitchFamily="34" charset="0"/>
                        <a:buNone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53DE8"/>
                        </a:solidFill>
                        <a:effectLst/>
                        <a:latin typeface="Helvetica" panose="020B0604020202020204" pitchFamily="34" charset="0"/>
                        <a:cs typeface="Heiti SC Medium" charset="0"/>
                        <a:sym typeface="Helvetica" panose="020B0604020202020204" pitchFamily="34" charset="0"/>
                      </a:endParaRPr>
                    </a:p>
                  </a:txBody>
                  <a:tcPr marL="38100" marR="38100" marT="38100" marB="38100" anchor="ctr" horzOverflow="overflow">
                    <a:lnL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0089094"/>
                  </a:ext>
                </a:extLst>
              </a:tr>
              <a:tr h="708025">
                <a:tc>
                  <a:txBody>
                    <a:bodyPr/>
                    <a:lstStyle>
                      <a:lvl1pPr>
                        <a:lnSpc>
                          <a:spcPct val="71000"/>
                        </a:lnSpc>
                        <a:spcBef>
                          <a:spcPts val="6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8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1pPr>
                      <a:lvl2pPr marL="758825" indent="-263525">
                        <a:lnSpc>
                          <a:spcPct val="81000"/>
                        </a:lnSpc>
                        <a:spcBef>
                          <a:spcPts val="8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4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2pPr>
                      <a:lvl3pPr marL="1270000" indent="-355600">
                        <a:lnSpc>
                          <a:spcPct val="81000"/>
                        </a:lnSpc>
                        <a:spcBef>
                          <a:spcPts val="1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0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3pPr>
                      <a:lvl4pPr marL="1727200" indent="-355600">
                        <a:spcBef>
                          <a:spcPts val="500"/>
                        </a:spcBef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4pPr>
                      <a:lvl5pPr marL="2184400" indent="-355600"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5pPr>
                      <a:lvl6pPr marL="26416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6pPr>
                      <a:lvl7pPr marL="30988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7pPr>
                      <a:lvl8pPr marL="35560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8pPr>
                      <a:lvl9pPr marL="40132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5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Helvetica" panose="020B0604020202020204" pitchFamily="34" charset="0"/>
                        <a:buNone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</a:pPr>
                      <a:endParaRPr kumimoji="0" lang="en-US" altLang="en-US" sz="1900" b="1" i="0" u="none" strike="noStrike" cap="none" normalizeH="0" baseline="0">
                        <a:ln>
                          <a:noFill/>
                        </a:ln>
                        <a:solidFill>
                          <a:srgbClr val="053DE8"/>
                        </a:solidFill>
                        <a:effectLst/>
                        <a:latin typeface="Courier" charset="0"/>
                        <a:cs typeface="Heiti SC Medium" charset="0"/>
                        <a:sym typeface="Courier" charset="0"/>
                      </a:endParaRPr>
                    </a:p>
                  </a:txBody>
                  <a:tcPr marL="38100" marR="38100" marT="38100" marB="38100" anchor="ctr" horzOverflow="overflow">
                    <a:lnL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71000"/>
                        </a:lnSpc>
                        <a:spcBef>
                          <a:spcPts val="6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8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1pPr>
                      <a:lvl2pPr marL="758825" indent="-263525">
                        <a:lnSpc>
                          <a:spcPct val="81000"/>
                        </a:lnSpc>
                        <a:spcBef>
                          <a:spcPts val="8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4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2pPr>
                      <a:lvl3pPr marL="1270000" indent="-355600">
                        <a:lnSpc>
                          <a:spcPct val="81000"/>
                        </a:lnSpc>
                        <a:spcBef>
                          <a:spcPts val="1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0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3pPr>
                      <a:lvl4pPr marL="1727200" indent="-355600">
                        <a:spcBef>
                          <a:spcPts val="500"/>
                        </a:spcBef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4pPr>
                      <a:lvl5pPr marL="2184400" indent="-355600"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5pPr>
                      <a:lvl6pPr marL="26416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6pPr>
                      <a:lvl7pPr marL="30988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7pPr>
                      <a:lvl8pPr marL="35560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8pPr>
                      <a:lvl9pPr marL="40132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6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Helvetica" panose="020B0604020202020204" pitchFamily="34" charset="0"/>
                        <a:buNone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53DE8"/>
                        </a:solidFill>
                        <a:effectLst/>
                        <a:latin typeface="Helvetica" panose="020B0604020202020204" pitchFamily="34" charset="0"/>
                        <a:cs typeface="Heiti SC Medium" charset="0"/>
                        <a:sym typeface="Helvetica" panose="020B0604020202020204" pitchFamily="34" charset="0"/>
                      </a:endParaRPr>
                    </a:p>
                  </a:txBody>
                  <a:tcPr marL="38100" marR="38100" marT="38100" marB="38100" anchor="ctr" horzOverflow="overflow">
                    <a:lnL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174420"/>
                  </a:ext>
                </a:extLst>
              </a:tr>
              <a:tr h="715963">
                <a:tc>
                  <a:txBody>
                    <a:bodyPr/>
                    <a:lstStyle>
                      <a:lvl1pPr>
                        <a:lnSpc>
                          <a:spcPct val="71000"/>
                        </a:lnSpc>
                        <a:spcBef>
                          <a:spcPts val="6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8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1pPr>
                      <a:lvl2pPr marL="758825" indent="-263525">
                        <a:lnSpc>
                          <a:spcPct val="81000"/>
                        </a:lnSpc>
                        <a:spcBef>
                          <a:spcPts val="8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4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2pPr>
                      <a:lvl3pPr marL="1270000" indent="-355600">
                        <a:lnSpc>
                          <a:spcPct val="81000"/>
                        </a:lnSpc>
                        <a:spcBef>
                          <a:spcPts val="1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0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3pPr>
                      <a:lvl4pPr marL="1727200" indent="-355600">
                        <a:spcBef>
                          <a:spcPts val="500"/>
                        </a:spcBef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4pPr>
                      <a:lvl5pPr marL="2184400" indent="-355600"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5pPr>
                      <a:lvl6pPr marL="26416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6pPr>
                      <a:lvl7pPr marL="30988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7pPr>
                      <a:lvl8pPr marL="35560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8pPr>
                      <a:lvl9pPr marL="40132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5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Helvetica" panose="020B0604020202020204" pitchFamily="34" charset="0"/>
                        <a:buNone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</a:pPr>
                      <a:endParaRPr kumimoji="0" lang="en-US" altLang="en-US" sz="1900" b="1" i="0" u="none" strike="noStrike" cap="none" normalizeH="0" baseline="0">
                        <a:ln>
                          <a:noFill/>
                        </a:ln>
                        <a:solidFill>
                          <a:srgbClr val="053DE8"/>
                        </a:solidFill>
                        <a:effectLst/>
                        <a:latin typeface="Courier" charset="0"/>
                        <a:cs typeface="Heiti SC Medium" charset="0"/>
                        <a:sym typeface="Courier" charset="0"/>
                      </a:endParaRPr>
                    </a:p>
                  </a:txBody>
                  <a:tcPr marL="38100" marR="38100" marT="38100" marB="38100" anchor="ctr" horzOverflow="overflow">
                    <a:lnL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71000"/>
                        </a:lnSpc>
                        <a:spcBef>
                          <a:spcPts val="6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8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1pPr>
                      <a:lvl2pPr marL="758825" indent="-263525">
                        <a:lnSpc>
                          <a:spcPct val="81000"/>
                        </a:lnSpc>
                        <a:spcBef>
                          <a:spcPts val="8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4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2pPr>
                      <a:lvl3pPr marL="1270000" indent="-355600">
                        <a:lnSpc>
                          <a:spcPct val="81000"/>
                        </a:lnSpc>
                        <a:spcBef>
                          <a:spcPts val="1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0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3pPr>
                      <a:lvl4pPr marL="1727200" indent="-355600">
                        <a:spcBef>
                          <a:spcPts val="500"/>
                        </a:spcBef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4pPr>
                      <a:lvl5pPr marL="2184400" indent="-355600"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5pPr>
                      <a:lvl6pPr marL="26416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6pPr>
                      <a:lvl7pPr marL="30988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7pPr>
                      <a:lvl8pPr marL="35560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8pPr>
                      <a:lvl9pPr marL="40132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5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Helvetica" panose="020B0604020202020204" pitchFamily="34" charset="0"/>
                        <a:buNone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</a:pPr>
                      <a:endParaRPr kumimoji="0" lang="en-US" altLang="en-US" sz="1900" b="1" i="0" u="none" strike="noStrike" cap="none" normalizeH="0" baseline="0">
                        <a:ln>
                          <a:noFill/>
                        </a:ln>
                        <a:solidFill>
                          <a:srgbClr val="053DE8"/>
                        </a:solidFill>
                        <a:effectLst/>
                        <a:latin typeface="Courier" charset="0"/>
                        <a:cs typeface="Heiti SC Medium" charset="0"/>
                        <a:sym typeface="Courier" charset="0"/>
                      </a:endParaRPr>
                    </a:p>
                  </a:txBody>
                  <a:tcPr marL="38100" marR="38100" marT="38100" marB="38100" anchor="ctr" horzOverflow="overflow">
                    <a:lnL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4929727"/>
                  </a:ext>
                </a:extLst>
              </a:tr>
              <a:tr h="715963">
                <a:tc>
                  <a:txBody>
                    <a:bodyPr/>
                    <a:lstStyle>
                      <a:lvl1pPr>
                        <a:lnSpc>
                          <a:spcPct val="71000"/>
                        </a:lnSpc>
                        <a:spcBef>
                          <a:spcPts val="6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8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1pPr>
                      <a:lvl2pPr marL="758825" indent="-263525">
                        <a:lnSpc>
                          <a:spcPct val="81000"/>
                        </a:lnSpc>
                        <a:spcBef>
                          <a:spcPts val="8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4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2pPr>
                      <a:lvl3pPr marL="1270000" indent="-355600">
                        <a:lnSpc>
                          <a:spcPct val="81000"/>
                        </a:lnSpc>
                        <a:spcBef>
                          <a:spcPts val="1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0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3pPr>
                      <a:lvl4pPr marL="1727200" indent="-355600">
                        <a:spcBef>
                          <a:spcPts val="500"/>
                        </a:spcBef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4pPr>
                      <a:lvl5pPr marL="2184400" indent="-355600"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5pPr>
                      <a:lvl6pPr marL="26416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6pPr>
                      <a:lvl7pPr marL="30988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7pPr>
                      <a:lvl8pPr marL="35560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8pPr>
                      <a:lvl9pPr marL="40132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6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Helvetica" panose="020B0604020202020204" pitchFamily="34" charset="0"/>
                        <a:buNone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53DE8"/>
                        </a:solidFill>
                        <a:effectLst/>
                        <a:latin typeface="Helvetica" panose="020B0604020202020204" pitchFamily="34" charset="0"/>
                        <a:cs typeface="Heiti SC Medium" charset="0"/>
                        <a:sym typeface="Helvetica" panose="020B0604020202020204" pitchFamily="34" charset="0"/>
                      </a:endParaRPr>
                    </a:p>
                  </a:txBody>
                  <a:tcPr marL="38100" marR="38100" marT="38100" marB="38100" anchor="ctr" horzOverflow="overflow">
                    <a:lnL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71000"/>
                        </a:lnSpc>
                        <a:spcBef>
                          <a:spcPts val="6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8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1pPr>
                      <a:lvl2pPr marL="758825" indent="-263525">
                        <a:lnSpc>
                          <a:spcPct val="81000"/>
                        </a:lnSpc>
                        <a:spcBef>
                          <a:spcPts val="8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4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2pPr>
                      <a:lvl3pPr marL="1270000" indent="-355600">
                        <a:lnSpc>
                          <a:spcPct val="81000"/>
                        </a:lnSpc>
                        <a:spcBef>
                          <a:spcPts val="100"/>
                        </a:spcBef>
                        <a:buSzPct val="100000"/>
                        <a:buFont typeface="Helvetica" panose="020B0604020202020204" pitchFamily="34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sz="2000" b="1">
                          <a:solidFill>
                            <a:schemeClr val="tx1"/>
                          </a:solidFill>
                          <a:latin typeface="Helvetica" panose="020B0604020202020204" pitchFamily="34" charset="0"/>
                          <a:cs typeface="Heiti SC Medium" charset="0"/>
                          <a:sym typeface="Helvetica" panose="020B0604020202020204" pitchFamily="34" charset="0"/>
                        </a:defRPr>
                      </a:lvl3pPr>
                      <a:lvl4pPr marL="1727200" indent="-355600">
                        <a:spcBef>
                          <a:spcPts val="500"/>
                        </a:spcBef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4pPr>
                      <a:lvl5pPr marL="2184400" indent="-355600"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5pPr>
                      <a:lvl6pPr marL="26416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6pPr>
                      <a:lvl7pPr marL="30988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7pPr>
                      <a:lvl8pPr marL="35560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8pPr>
                      <a:lvl9pPr marL="4013200" indent="-35560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" panose="02020603050405020304" pitchFamily="18" charset="0"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  <a:defRPr b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Songti SC Regular" charset="0"/>
                          <a:sym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6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 typeface="Helvetica" panose="020B0604020202020204" pitchFamily="34" charset="0"/>
                        <a:buNone/>
                        <a:tabLst>
                          <a:tab pos="596900" algn="l"/>
                          <a:tab pos="1511300" algn="l"/>
                          <a:tab pos="2425700" algn="l"/>
                          <a:tab pos="3340100" algn="l"/>
                          <a:tab pos="4254500" algn="l"/>
                          <a:tab pos="5168900" algn="l"/>
                          <a:tab pos="6083300" algn="l"/>
                          <a:tab pos="6997700" algn="l"/>
                        </a:tabLst>
                      </a:pPr>
                      <a:endParaRPr kumimoji="0" lang="en-US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53DE8"/>
                        </a:solidFill>
                        <a:effectLst/>
                        <a:latin typeface="Helvetica" panose="020B0604020202020204" pitchFamily="34" charset="0"/>
                        <a:cs typeface="Heiti SC Medium" charset="0"/>
                        <a:sym typeface="Helvetica" panose="020B0604020202020204" pitchFamily="34" charset="0"/>
                      </a:endParaRPr>
                    </a:p>
                  </a:txBody>
                  <a:tcPr marL="38100" marR="38100" marT="38100" marB="38100" anchor="ctr" horzOverflow="overflow">
                    <a:lnL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663214"/>
                  </a:ext>
                </a:extLst>
              </a:tr>
            </a:tbl>
          </a:graphicData>
        </a:graphic>
      </p:graphicFrame>
      <p:sp>
        <p:nvSpPr>
          <p:cNvPr id="11" name="Rectangle 53">
            <a:extLst>
              <a:ext uri="{FF2B5EF4-FFF2-40B4-BE49-F238E27FC236}">
                <a16:creationId xmlns:a16="http://schemas.microsoft.com/office/drawing/2014/main" id="{CB39BBE7-EE9F-4D5C-B1B2-C1DFB8DD0A47}"/>
              </a:ext>
            </a:extLst>
          </p:cNvPr>
          <p:cNvSpPr>
            <a:spLocks/>
          </p:cNvSpPr>
          <p:nvPr/>
        </p:nvSpPr>
        <p:spPr bwMode="auto">
          <a:xfrm>
            <a:off x="1355035" y="2599530"/>
            <a:ext cx="48133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>
            <a:lvl1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387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387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387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387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387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387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387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387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387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2800" i="0">
                <a:cs typeface="Helvetica" panose="020B0604020202020204" pitchFamily="34" charset="0"/>
              </a:rPr>
              <a:t>Branch Target Buffer (BTB)</a:t>
            </a:r>
          </a:p>
        </p:txBody>
      </p:sp>
      <p:sp>
        <p:nvSpPr>
          <p:cNvPr id="12" name="Rectangle 54">
            <a:extLst>
              <a:ext uri="{FF2B5EF4-FFF2-40B4-BE49-F238E27FC236}">
                <a16:creationId xmlns:a16="http://schemas.microsoft.com/office/drawing/2014/main" id="{11C98D99-7138-4163-8144-808F002842D8}"/>
              </a:ext>
            </a:extLst>
          </p:cNvPr>
          <p:cNvSpPr>
            <a:spLocks/>
          </p:cNvSpPr>
          <p:nvPr/>
        </p:nvSpPr>
        <p:spPr bwMode="auto">
          <a:xfrm>
            <a:off x="3996635" y="5126830"/>
            <a:ext cx="1995488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1900" i="0">
                <a:solidFill>
                  <a:srgbClr val="053DE8"/>
                </a:solidFill>
                <a:latin typeface="Courier" charset="0"/>
                <a:ea typeface="Courier" charset="0"/>
                <a:cs typeface="Courier" charset="0"/>
                <a:sym typeface="Courier" charset="0"/>
              </a:rPr>
              <a:t>PC + 4 + Loop</a:t>
            </a:r>
          </a:p>
        </p:txBody>
      </p:sp>
      <p:sp>
        <p:nvSpPr>
          <p:cNvPr id="13" name="Rectangle 55">
            <a:extLst>
              <a:ext uri="{FF2B5EF4-FFF2-40B4-BE49-F238E27FC236}">
                <a16:creationId xmlns:a16="http://schemas.microsoft.com/office/drawing/2014/main" id="{BD4D7D26-7BF5-4B54-9F72-EC0436691C33}"/>
              </a:ext>
            </a:extLst>
          </p:cNvPr>
          <p:cNvSpPr>
            <a:spLocks/>
          </p:cNvSpPr>
          <p:nvPr/>
        </p:nvSpPr>
        <p:spPr bwMode="auto">
          <a:xfrm>
            <a:off x="1482035" y="3082130"/>
            <a:ext cx="20701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1800" i="0">
                <a:solidFill>
                  <a:srgbClr val="053DE8"/>
                </a:solidFill>
                <a:cs typeface="Helvetica" panose="020B0604020202020204" pitchFamily="34" charset="0"/>
              </a:rPr>
              <a:t>30-bit address tag</a:t>
            </a:r>
          </a:p>
        </p:txBody>
      </p:sp>
      <p:sp>
        <p:nvSpPr>
          <p:cNvPr id="14" name="Rectangle 56">
            <a:extLst>
              <a:ext uri="{FF2B5EF4-FFF2-40B4-BE49-F238E27FC236}">
                <a16:creationId xmlns:a16="http://schemas.microsoft.com/office/drawing/2014/main" id="{5E64EADA-4C91-451D-8A7B-B8A166A3B848}"/>
              </a:ext>
            </a:extLst>
          </p:cNvPr>
          <p:cNvSpPr>
            <a:spLocks/>
          </p:cNvSpPr>
          <p:nvPr/>
        </p:nvSpPr>
        <p:spPr bwMode="auto">
          <a:xfrm>
            <a:off x="1418535" y="5139530"/>
            <a:ext cx="22860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1900" i="0">
                <a:solidFill>
                  <a:srgbClr val="053DE8"/>
                </a:solidFill>
                <a:latin typeface="Courier" charset="0"/>
                <a:ea typeface="Courier" charset="0"/>
                <a:cs typeface="Courier" charset="0"/>
                <a:sym typeface="Courier" charset="0"/>
              </a:rPr>
              <a:t>0b0110[...]0010</a:t>
            </a:r>
          </a:p>
        </p:txBody>
      </p:sp>
      <p:sp>
        <p:nvSpPr>
          <p:cNvPr id="15" name="Rectangle 57">
            <a:extLst>
              <a:ext uri="{FF2B5EF4-FFF2-40B4-BE49-F238E27FC236}">
                <a16:creationId xmlns:a16="http://schemas.microsoft.com/office/drawing/2014/main" id="{C156D321-8E55-4F57-A12F-EB2D29AFE34E}"/>
              </a:ext>
            </a:extLst>
          </p:cNvPr>
          <p:cNvSpPr>
            <a:spLocks/>
          </p:cNvSpPr>
          <p:nvPr/>
        </p:nvSpPr>
        <p:spPr bwMode="auto">
          <a:xfrm>
            <a:off x="618435" y="1215230"/>
            <a:ext cx="50546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>
            <a:lvl1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2600" i="0">
                <a:solidFill>
                  <a:srgbClr val="0000FF"/>
                </a:solidFill>
                <a:cs typeface="Helvetica" panose="020B0604020202020204" pitchFamily="34" charset="0"/>
              </a:rPr>
              <a:t>Address of branch instruction</a:t>
            </a:r>
          </a:p>
        </p:txBody>
      </p:sp>
      <p:sp>
        <p:nvSpPr>
          <p:cNvPr id="16" name="Rectangle 58">
            <a:extLst>
              <a:ext uri="{FF2B5EF4-FFF2-40B4-BE49-F238E27FC236}">
                <a16:creationId xmlns:a16="http://schemas.microsoft.com/office/drawing/2014/main" id="{5D292D85-D476-475F-A34D-E669D6C41AA2}"/>
              </a:ext>
            </a:extLst>
          </p:cNvPr>
          <p:cNvSpPr>
            <a:spLocks/>
          </p:cNvSpPr>
          <p:nvPr/>
        </p:nvSpPr>
        <p:spPr bwMode="auto">
          <a:xfrm>
            <a:off x="8258175" y="2008188"/>
            <a:ext cx="3753264" cy="4823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>
            <a:lvl1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r"/>
            <a:r>
              <a:rPr lang="en-US" altLang="en-US" sz="3600" dirty="0">
                <a:solidFill>
                  <a:srgbClr val="C00000"/>
                </a:solidFill>
                <a:latin typeface="Calibri body"/>
                <a:cs typeface="Marker Felt" charset="0"/>
                <a:sym typeface="Marker Felt" charset="0"/>
              </a:rPr>
              <a:t>BTB is probed in the fetch stage along with the direction predictor. </a:t>
            </a:r>
          </a:p>
          <a:p>
            <a:pPr algn="r"/>
            <a:r>
              <a:rPr lang="en-US" altLang="en-US" sz="3600" dirty="0">
                <a:solidFill>
                  <a:srgbClr val="C00000"/>
                </a:solidFill>
                <a:latin typeface="Calibri body"/>
                <a:cs typeface="Marker Felt" charset="0"/>
                <a:sym typeface="Marker Felt" charset="0"/>
              </a:rPr>
              <a:t>A hit in the BTB means the PC is a branch PC. </a:t>
            </a:r>
            <a:endParaRPr lang="en-US" altLang="en-US" sz="3600" b="0" i="0" dirty="0">
              <a:solidFill>
                <a:srgbClr val="C00000"/>
              </a:solidFill>
              <a:latin typeface="Calibri body"/>
              <a:cs typeface="Marker Felt" charset="0"/>
              <a:sym typeface="Marker Felt" charset="0"/>
            </a:endParaRPr>
          </a:p>
        </p:txBody>
      </p:sp>
      <p:sp>
        <p:nvSpPr>
          <p:cNvPr id="17" name="Rectangle 60">
            <a:extLst>
              <a:ext uri="{FF2B5EF4-FFF2-40B4-BE49-F238E27FC236}">
                <a16:creationId xmlns:a16="http://schemas.microsoft.com/office/drawing/2014/main" id="{1D968A01-E51E-42AE-9234-4275B191E80A}"/>
              </a:ext>
            </a:extLst>
          </p:cNvPr>
          <p:cNvSpPr>
            <a:spLocks/>
          </p:cNvSpPr>
          <p:nvPr/>
        </p:nvSpPr>
        <p:spPr bwMode="auto">
          <a:xfrm>
            <a:off x="6117535" y="1215230"/>
            <a:ext cx="31369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>
            <a:lvl1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4843463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2600" i="0">
                <a:solidFill>
                  <a:srgbClr val="0000FF"/>
                </a:solidFill>
                <a:cs typeface="Helvetica" panose="020B0604020202020204" pitchFamily="34" charset="0"/>
              </a:rPr>
              <a:t>Branch instruction</a:t>
            </a:r>
          </a:p>
        </p:txBody>
      </p:sp>
      <p:sp>
        <p:nvSpPr>
          <p:cNvPr id="18" name="Rectangle 61">
            <a:extLst>
              <a:ext uri="{FF2B5EF4-FFF2-40B4-BE49-F238E27FC236}">
                <a16:creationId xmlns:a16="http://schemas.microsoft.com/office/drawing/2014/main" id="{94BE0EE4-C7E1-4081-8CC7-B36E8CB9AD12}"/>
              </a:ext>
            </a:extLst>
          </p:cNvPr>
          <p:cNvSpPr>
            <a:spLocks/>
          </p:cNvSpPr>
          <p:nvPr/>
        </p:nvSpPr>
        <p:spPr bwMode="auto">
          <a:xfrm>
            <a:off x="5990535" y="1532730"/>
            <a:ext cx="34163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>
            <a:lvl1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  <a:tab pos="9296400" algn="l"/>
              </a:tabLst>
              <a:defRPr sz="12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r>
              <a:rPr lang="en-US" altLang="en-US" sz="3600" b="0" i="0">
                <a:solidFill>
                  <a:srgbClr val="7F007F"/>
                </a:solidFill>
                <a:latin typeface="Courier" charset="0"/>
                <a:ea typeface="Courier" charset="0"/>
                <a:cs typeface="Courier" charset="0"/>
                <a:sym typeface="Courier" charset="0"/>
              </a:rPr>
              <a:t>BNEZ R1 Loop</a:t>
            </a:r>
          </a:p>
        </p:txBody>
      </p:sp>
    </p:spTree>
    <p:extLst>
      <p:ext uri="{BB962C8B-B14F-4D97-AF65-F5344CB8AC3E}">
        <p14:creationId xmlns:p14="http://schemas.microsoft.com/office/powerpoint/2010/main" val="2858228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72569088" presetClass="entr" presetSubtype="7725690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8CCB-AC85-43FB-88B8-9757BA0C9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handling and Pipelining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52AECD-81FF-437E-BE82-6DB68FBE5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17</a:t>
            </a:fld>
            <a:endParaRPr lang="en-IN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9A244589-6D32-4A1F-BB49-D84852E8A0DA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1690688"/>
            <a:ext cx="8305800" cy="2347913"/>
            <a:chOff x="240" y="912"/>
            <a:chExt cx="5232" cy="1479"/>
          </a:xfrm>
        </p:grpSpPr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5C83F116-F2A4-42C0-8D20-79CB1D0466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296"/>
              <a:ext cx="0" cy="72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33A5257D-C790-459F-B33B-CE76FF933E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296"/>
              <a:ext cx="0" cy="72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8D9BD413-B063-4D76-86BF-0B7BA683CE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1296"/>
              <a:ext cx="220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91D63C1A-0B7F-43BA-BA60-EE58AE13A8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1296"/>
              <a:ext cx="2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latin typeface="Calibri"/>
                <a:cs typeface="Calibri"/>
              </a:endParaRPr>
            </a:p>
          </p:txBody>
        </p:sp>
        <p:grpSp>
          <p:nvGrpSpPr>
            <p:cNvPr id="11" name="Group 9">
              <a:extLst>
                <a:ext uri="{FF2B5EF4-FFF2-40B4-BE49-F238E27FC236}">
                  <a16:creationId xmlns:a16="http://schemas.microsoft.com/office/drawing/2014/main" id="{060B506A-4312-4CF0-8BE8-2CB67C940A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912"/>
              <a:ext cx="192" cy="768"/>
              <a:chOff x="336" y="1200"/>
              <a:chExt cx="144" cy="720"/>
            </a:xfrm>
          </p:grpSpPr>
          <p:sp>
            <p:nvSpPr>
              <p:cNvPr id="41" name="Rectangle 10">
                <a:extLst>
                  <a:ext uri="{FF2B5EF4-FFF2-40B4-BE49-F238E27FC236}">
                    <a16:creationId xmlns:a16="http://schemas.microsoft.com/office/drawing/2014/main" id="{C8281162-C781-4FE2-B415-3ADB8FDCC0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PC</a:t>
                </a:r>
              </a:p>
            </p:txBody>
          </p:sp>
          <p:sp>
            <p:nvSpPr>
              <p:cNvPr id="42" name="Freeform 11">
                <a:extLst>
                  <a:ext uri="{FF2B5EF4-FFF2-40B4-BE49-F238E27FC236}">
                    <a16:creationId xmlns:a16="http://schemas.microsoft.com/office/drawing/2014/main" id="{8E715557-412E-4115-BCF7-1E0EAC8166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D538E436-04C9-4078-8024-066194AA3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960"/>
              <a:ext cx="576" cy="62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Calibri"/>
                  <a:cs typeface="Calibri"/>
                </a:rPr>
                <a:t>Inst. Mem</a:t>
              </a:r>
            </a:p>
          </p:txBody>
        </p: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C3629C9C-790B-4587-8225-B910FAD209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912"/>
              <a:ext cx="192" cy="768"/>
              <a:chOff x="336" y="1200"/>
              <a:chExt cx="144" cy="720"/>
            </a:xfrm>
          </p:grpSpPr>
          <p:sp>
            <p:nvSpPr>
              <p:cNvPr id="39" name="Rectangle 14">
                <a:extLst>
                  <a:ext uri="{FF2B5EF4-FFF2-40B4-BE49-F238E27FC236}">
                    <a16:creationId xmlns:a16="http://schemas.microsoft.com/office/drawing/2014/main" id="{3FE9FB3A-A2FE-4885-B5C5-3FD8828B5F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D</a:t>
                </a:r>
              </a:p>
            </p:txBody>
          </p:sp>
          <p:sp>
            <p:nvSpPr>
              <p:cNvPr id="40" name="Freeform 15">
                <a:extLst>
                  <a:ext uri="{FF2B5EF4-FFF2-40B4-BE49-F238E27FC236}">
                    <a16:creationId xmlns:a16="http://schemas.microsoft.com/office/drawing/2014/main" id="{E8FC329F-F10E-493D-A137-8760ADBD0D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sp>
          <p:nvSpPr>
            <p:cNvPr id="14" name="Rectangle 16">
              <a:extLst>
                <a:ext uri="{FF2B5EF4-FFF2-40B4-BE49-F238E27FC236}">
                  <a16:creationId xmlns:a16="http://schemas.microsoft.com/office/drawing/2014/main" id="{DDB4AEC1-654C-4100-8376-BBE76B2A9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960"/>
              <a:ext cx="768" cy="62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Calibri"/>
                  <a:cs typeface="Calibri"/>
                </a:rPr>
                <a:t>Decode</a:t>
              </a:r>
            </a:p>
          </p:txBody>
        </p:sp>
        <p:grpSp>
          <p:nvGrpSpPr>
            <p:cNvPr id="15" name="Group 17">
              <a:extLst>
                <a:ext uri="{FF2B5EF4-FFF2-40B4-BE49-F238E27FC236}">
                  <a16:creationId xmlns:a16="http://schemas.microsoft.com/office/drawing/2014/main" id="{EA3BA684-6813-4192-A46B-CC0788ACA5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6" y="912"/>
              <a:ext cx="192" cy="768"/>
              <a:chOff x="336" y="1200"/>
              <a:chExt cx="144" cy="720"/>
            </a:xfrm>
          </p:grpSpPr>
          <p:sp>
            <p:nvSpPr>
              <p:cNvPr id="37" name="Rectangle 18">
                <a:extLst>
                  <a:ext uri="{FF2B5EF4-FFF2-40B4-BE49-F238E27FC236}">
                    <a16:creationId xmlns:a16="http://schemas.microsoft.com/office/drawing/2014/main" id="{7F8D015D-D988-4C2D-B401-3327AAF47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E</a:t>
                </a:r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A216442D-4B0C-4584-BF27-0C1242791F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sp>
          <p:nvSpPr>
            <p:cNvPr id="16" name="Freeform 20">
              <a:extLst>
                <a:ext uri="{FF2B5EF4-FFF2-40B4-BE49-F238E27FC236}">
                  <a16:creationId xmlns:a16="http://schemas.microsoft.com/office/drawing/2014/main" id="{86F4F9AE-99D2-4510-AEA0-AF37C47285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4" y="960"/>
              <a:ext cx="240" cy="67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88"/>
                </a:cxn>
                <a:cxn ang="0">
                  <a:pos x="48" y="336"/>
                </a:cxn>
                <a:cxn ang="0">
                  <a:pos x="0" y="384"/>
                </a:cxn>
                <a:cxn ang="0">
                  <a:pos x="0" y="672"/>
                </a:cxn>
                <a:cxn ang="0">
                  <a:pos x="240" y="480"/>
                </a:cxn>
                <a:cxn ang="0">
                  <a:pos x="240" y="144"/>
                </a:cxn>
                <a:cxn ang="0">
                  <a:pos x="0" y="0"/>
                </a:cxn>
              </a:cxnLst>
              <a:rect l="0" t="0" r="r" b="b"/>
              <a:pathLst>
                <a:path w="240" h="672">
                  <a:moveTo>
                    <a:pt x="0" y="0"/>
                  </a:moveTo>
                  <a:lnTo>
                    <a:pt x="0" y="288"/>
                  </a:lnTo>
                  <a:lnTo>
                    <a:pt x="48" y="336"/>
                  </a:lnTo>
                  <a:lnTo>
                    <a:pt x="0" y="384"/>
                  </a:lnTo>
                  <a:lnTo>
                    <a:pt x="0" y="672"/>
                  </a:lnTo>
                  <a:lnTo>
                    <a:pt x="240" y="480"/>
                  </a:lnTo>
                  <a:lnTo>
                    <a:pt x="240" y="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latin typeface="Calibri"/>
                <a:cs typeface="Calibri"/>
              </a:endParaRPr>
            </a:p>
          </p:txBody>
        </p:sp>
        <p:grpSp>
          <p:nvGrpSpPr>
            <p:cNvPr id="17" name="Group 21">
              <a:extLst>
                <a:ext uri="{FF2B5EF4-FFF2-40B4-BE49-F238E27FC236}">
                  <a16:creationId xmlns:a16="http://schemas.microsoft.com/office/drawing/2014/main" id="{8EFE09E9-D216-4338-86DE-E738D56D64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0" y="912"/>
              <a:ext cx="192" cy="768"/>
              <a:chOff x="336" y="1200"/>
              <a:chExt cx="144" cy="720"/>
            </a:xfrm>
          </p:grpSpPr>
          <p:sp>
            <p:nvSpPr>
              <p:cNvPr id="35" name="Rectangle 22">
                <a:extLst>
                  <a:ext uri="{FF2B5EF4-FFF2-40B4-BE49-F238E27FC236}">
                    <a16:creationId xmlns:a16="http://schemas.microsoft.com/office/drawing/2014/main" id="{E226F003-09F7-4ED8-A0C0-8F95C8C4D2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M</a:t>
                </a:r>
              </a:p>
            </p:txBody>
          </p:sp>
          <p:sp>
            <p:nvSpPr>
              <p:cNvPr id="36" name="Freeform 23">
                <a:extLst>
                  <a:ext uri="{FF2B5EF4-FFF2-40B4-BE49-F238E27FC236}">
                    <a16:creationId xmlns:a16="http://schemas.microsoft.com/office/drawing/2014/main" id="{BD2FA22E-CFCC-44E3-930C-440AD9F429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sp>
          <p:nvSpPr>
            <p:cNvPr id="18" name="Rectangle 24">
              <a:extLst>
                <a:ext uri="{FF2B5EF4-FFF2-40B4-BE49-F238E27FC236}">
                  <a16:creationId xmlns:a16="http://schemas.microsoft.com/office/drawing/2014/main" id="{6D498B58-F541-4418-A44E-FD1A2BC021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960"/>
              <a:ext cx="576" cy="62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Calibri"/>
                  <a:cs typeface="Calibri"/>
                </a:rPr>
                <a:t>Data Mem</a:t>
              </a:r>
            </a:p>
          </p:txBody>
        </p:sp>
        <p:grpSp>
          <p:nvGrpSpPr>
            <p:cNvPr id="19" name="Group 25">
              <a:extLst>
                <a:ext uri="{FF2B5EF4-FFF2-40B4-BE49-F238E27FC236}">
                  <a16:creationId xmlns:a16="http://schemas.microsoft.com/office/drawing/2014/main" id="{01E4895E-96FE-4196-B421-0A03B74133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36" y="912"/>
              <a:ext cx="192" cy="768"/>
              <a:chOff x="336" y="1200"/>
              <a:chExt cx="144" cy="720"/>
            </a:xfrm>
          </p:grpSpPr>
          <p:sp>
            <p:nvSpPr>
              <p:cNvPr id="33" name="Rectangle 26">
                <a:extLst>
                  <a:ext uri="{FF2B5EF4-FFF2-40B4-BE49-F238E27FC236}">
                    <a16:creationId xmlns:a16="http://schemas.microsoft.com/office/drawing/2014/main" id="{153D34B0-C6CB-4090-B62D-B37ECF7B9A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W</a:t>
                </a:r>
              </a:p>
            </p:txBody>
          </p:sp>
          <p:sp>
            <p:nvSpPr>
              <p:cNvPr id="34" name="Freeform 27">
                <a:extLst>
                  <a:ext uri="{FF2B5EF4-FFF2-40B4-BE49-F238E27FC236}">
                    <a16:creationId xmlns:a16="http://schemas.microsoft.com/office/drawing/2014/main" id="{56B794B0-A450-43E5-8534-02A08C21B2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sp>
          <p:nvSpPr>
            <p:cNvPr id="20" name="Line 28">
              <a:extLst>
                <a:ext uri="{FF2B5EF4-FFF2-40B4-BE49-F238E27FC236}">
                  <a16:creationId xmlns:a16="http://schemas.microsoft.com/office/drawing/2014/main" id="{1E9B33D9-6198-4B18-8D40-A12A7C6E3E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104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21" name="Line 29">
              <a:extLst>
                <a:ext uri="{FF2B5EF4-FFF2-40B4-BE49-F238E27FC236}">
                  <a16:creationId xmlns:a16="http://schemas.microsoft.com/office/drawing/2014/main" id="{86BFACB1-333E-4B83-AAE0-940DD9FCDC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4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22" name="Text Box 30">
              <a:extLst>
                <a:ext uri="{FF2B5EF4-FFF2-40B4-BE49-F238E27FC236}">
                  <a16:creationId xmlns:a16="http://schemas.microsoft.com/office/drawing/2014/main" id="{54CDE45B-318E-42A9-A1E1-AA265D82B2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7" y="1199"/>
              <a:ext cx="181" cy="2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b="1">
                  <a:solidFill>
                    <a:schemeClr val="tx1"/>
                  </a:solidFill>
                  <a:latin typeface="Calibri"/>
                  <a:cs typeface="Calibri"/>
                </a:rPr>
                <a:t>+</a:t>
              </a:r>
            </a:p>
          </p:txBody>
        </p:sp>
        <p:sp>
          <p:nvSpPr>
            <p:cNvPr id="23" name="Text Box 31">
              <a:extLst>
                <a:ext uri="{FF2B5EF4-FFF2-40B4-BE49-F238E27FC236}">
                  <a16:creationId xmlns:a16="http://schemas.microsoft.com/office/drawing/2014/main" id="{E64CDA07-F4DF-427F-99E6-CFF88042FF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632"/>
              <a:ext cx="768" cy="40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Calibri"/>
                  <a:cs typeface="Calibri"/>
                </a:rPr>
                <a:t>Illegal Opcode</a:t>
              </a:r>
            </a:p>
          </p:txBody>
        </p:sp>
        <p:sp>
          <p:nvSpPr>
            <p:cNvPr id="24" name="Text Box 32">
              <a:extLst>
                <a:ext uri="{FF2B5EF4-FFF2-40B4-BE49-F238E27FC236}">
                  <a16:creationId xmlns:a16="http://schemas.microsoft.com/office/drawing/2014/main" id="{3D744B20-B8A4-4482-818A-E1A0A95F85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9" y="1718"/>
              <a:ext cx="659" cy="2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Calibri"/>
                  <a:cs typeface="Calibri"/>
                </a:rPr>
                <a:t>Overflow</a:t>
              </a:r>
            </a:p>
          </p:txBody>
        </p:sp>
        <p:sp>
          <p:nvSpPr>
            <p:cNvPr id="25" name="Text Box 33">
              <a:extLst>
                <a:ext uri="{FF2B5EF4-FFF2-40B4-BE49-F238E27FC236}">
                  <a16:creationId xmlns:a16="http://schemas.microsoft.com/office/drawing/2014/main" id="{58A6A23A-E026-4EBD-93E1-3CE500C6DC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632"/>
              <a:ext cx="1152" cy="40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 dirty="0">
                  <a:solidFill>
                    <a:srgbClr val="56127A"/>
                  </a:solidFill>
                  <a:latin typeface="Calibri"/>
                  <a:cs typeface="Calibri"/>
                </a:rPr>
                <a:t>Data address Exceptions</a:t>
              </a:r>
            </a:p>
          </p:txBody>
        </p:sp>
        <p:sp>
          <p:nvSpPr>
            <p:cNvPr id="26" name="Oval 34">
              <a:extLst>
                <a:ext uri="{FF2B5EF4-FFF2-40B4-BE49-F238E27FC236}">
                  <a16:creationId xmlns:a16="http://schemas.microsoft.com/office/drawing/2014/main" id="{29B3E593-D2A6-4D88-A5C1-D4CFA8E43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392"/>
              <a:ext cx="384" cy="24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27" name="Oval 35">
              <a:extLst>
                <a:ext uri="{FF2B5EF4-FFF2-40B4-BE49-F238E27FC236}">
                  <a16:creationId xmlns:a16="http://schemas.microsoft.com/office/drawing/2014/main" id="{F4E0B445-E11C-4DDC-9333-DAC08888A4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392"/>
              <a:ext cx="384" cy="24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28" name="Text Box 36">
              <a:extLst>
                <a:ext uri="{FF2B5EF4-FFF2-40B4-BE49-F238E27FC236}">
                  <a16:creationId xmlns:a16="http://schemas.microsoft.com/office/drawing/2014/main" id="{8FD97102-6BD2-404B-9BAB-64AF0F9836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1632"/>
              <a:ext cx="1015" cy="40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Calibri"/>
                  <a:cs typeface="Calibri"/>
                </a:rPr>
                <a:t>PC address Exception</a:t>
              </a:r>
            </a:p>
          </p:txBody>
        </p:sp>
        <p:sp>
          <p:nvSpPr>
            <p:cNvPr id="29" name="Line 37">
              <a:extLst>
                <a:ext uri="{FF2B5EF4-FFF2-40B4-BE49-F238E27FC236}">
                  <a16:creationId xmlns:a16="http://schemas.microsoft.com/office/drawing/2014/main" id="{9B861F45-51F0-4E33-93E3-BA0B87E6A5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" y="2256"/>
              <a:ext cx="62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30" name="Text Box 38">
              <a:extLst>
                <a:ext uri="{FF2B5EF4-FFF2-40B4-BE49-F238E27FC236}">
                  <a16:creationId xmlns:a16="http://schemas.microsoft.com/office/drawing/2014/main" id="{1B241F5E-BAC6-47B0-8395-FB3F4A67F3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2160"/>
              <a:ext cx="2064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 dirty="0">
                  <a:solidFill>
                    <a:srgbClr val="56127A"/>
                  </a:solidFill>
                  <a:latin typeface="Calibri"/>
                  <a:cs typeface="Calibri"/>
                </a:rPr>
                <a:t>Asynchronous Interrupts</a:t>
              </a:r>
            </a:p>
          </p:txBody>
        </p:sp>
        <p:sp>
          <p:nvSpPr>
            <p:cNvPr id="31" name="Line 39">
              <a:extLst>
                <a:ext uri="{FF2B5EF4-FFF2-40B4-BE49-F238E27FC236}">
                  <a16:creationId xmlns:a16="http://schemas.microsoft.com/office/drawing/2014/main" id="{6F01B6F5-14C2-4669-B060-EF4A8B651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584"/>
              <a:ext cx="0" cy="43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32" name="Line 40">
              <a:extLst>
                <a:ext uri="{FF2B5EF4-FFF2-40B4-BE49-F238E27FC236}">
                  <a16:creationId xmlns:a16="http://schemas.microsoft.com/office/drawing/2014/main" id="{47209880-D6CD-4E93-AB61-9C3C1155D6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536"/>
              <a:ext cx="0" cy="48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latin typeface="Calibri"/>
                <a:cs typeface="Calibri"/>
              </a:endParaRPr>
            </a:p>
          </p:txBody>
        </p:sp>
      </p:grpSp>
      <p:sp>
        <p:nvSpPr>
          <p:cNvPr id="43" name="Rectangle 3">
            <a:extLst>
              <a:ext uri="{FF2B5EF4-FFF2-40B4-BE49-F238E27FC236}">
                <a16:creationId xmlns:a16="http://schemas.microsoft.com/office/drawing/2014/main" id="{F48A3508-E0D8-4BCE-B0CC-407246939A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0999" y="4210049"/>
            <a:ext cx="11734784" cy="1828800"/>
          </a:xfrm>
        </p:spPr>
        <p:txBody>
          <a:bodyPr>
            <a:noAutofit/>
          </a:bodyPr>
          <a:lstStyle/>
          <a:p>
            <a:r>
              <a:rPr lang="en-US" sz="3200" dirty="0">
                <a:latin typeface="Calibri body"/>
              </a:rPr>
              <a:t>When do we stop the pipeline for </a:t>
            </a:r>
            <a:r>
              <a:rPr lang="en-US" sz="3200" i="1" dirty="0">
                <a:solidFill>
                  <a:srgbClr val="C00000"/>
                </a:solidFill>
                <a:latin typeface="Calibri body"/>
              </a:rPr>
              <a:t>precise</a:t>
            </a:r>
            <a:r>
              <a:rPr lang="en-US" sz="3200" dirty="0">
                <a:latin typeface="Calibri body"/>
              </a:rPr>
              <a:t> interrupts or exceptions?</a:t>
            </a:r>
          </a:p>
          <a:p>
            <a:r>
              <a:rPr lang="en-US" sz="3200" dirty="0">
                <a:latin typeface="Calibri body"/>
              </a:rPr>
              <a:t>How to handle multiple simultaneous exceptions in different pipeline stages?</a:t>
            </a:r>
          </a:p>
          <a:p>
            <a:r>
              <a:rPr lang="en-US" sz="3200" dirty="0">
                <a:latin typeface="Calibri body"/>
              </a:rPr>
              <a:t>How and where to handle external asynchronous interrupts?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FD3E90-63B7-44C8-AB37-025E1ABB57F7}"/>
              </a:ext>
            </a:extLst>
          </p:cNvPr>
          <p:cNvSpPr txBox="1"/>
          <p:nvPr/>
        </p:nvSpPr>
        <p:spPr>
          <a:xfrm>
            <a:off x="9615485" y="2034957"/>
            <a:ext cx="2400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Nothing can happen </a:t>
            </a:r>
          </a:p>
          <a:p>
            <a:r>
              <a:rPr lang="en-US" i="1" dirty="0"/>
              <a:t>now?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1780468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E9142-2A38-409A-8BB3-CEC3CC0D7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A955DB-30EF-4B0E-953C-AD5331140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18</a:t>
            </a:fld>
            <a:endParaRPr lang="en-IN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1BC1D7E-7D45-4BC6-B235-A54CF7A1EAA9}"/>
              </a:ext>
            </a:extLst>
          </p:cNvPr>
          <p:cNvGrpSpPr/>
          <p:nvPr/>
        </p:nvGrpSpPr>
        <p:grpSpPr>
          <a:xfrm>
            <a:off x="509588" y="1491235"/>
            <a:ext cx="10896600" cy="5001640"/>
            <a:chOff x="152400" y="1054672"/>
            <a:chExt cx="8763000" cy="5001640"/>
          </a:xfrm>
        </p:grpSpPr>
        <p:sp>
          <p:nvSpPr>
            <p:cNvPr id="7" name="Freeform 2">
              <a:extLst>
                <a:ext uri="{FF2B5EF4-FFF2-40B4-BE49-F238E27FC236}">
                  <a16:creationId xmlns:a16="http://schemas.microsoft.com/office/drawing/2014/main" id="{595D4BB7-B034-4C7B-862C-C27571AA452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0800" y="2362200"/>
              <a:ext cx="685800" cy="1371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768"/>
                </a:cxn>
                <a:cxn ang="0">
                  <a:pos x="432" y="864"/>
                </a:cxn>
              </a:cxnLst>
              <a:rect l="0" t="0" r="r" b="b"/>
              <a:pathLst>
                <a:path w="432" h="864">
                  <a:moveTo>
                    <a:pt x="0" y="0"/>
                  </a:moveTo>
                  <a:lnTo>
                    <a:pt x="0" y="768"/>
                  </a:lnTo>
                  <a:lnTo>
                    <a:pt x="432" y="864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E685175D-D5F0-4CBE-B757-D94ED8E4E6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000" y="2362200"/>
              <a:ext cx="1447800" cy="1524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008"/>
                </a:cxn>
                <a:cxn ang="0">
                  <a:pos x="912" y="1008"/>
                </a:cxn>
              </a:cxnLst>
              <a:rect l="0" t="0" r="r" b="b"/>
              <a:pathLst>
                <a:path w="912" h="1008">
                  <a:moveTo>
                    <a:pt x="0" y="0"/>
                  </a:moveTo>
                  <a:lnTo>
                    <a:pt x="0" y="1008"/>
                  </a:lnTo>
                  <a:lnTo>
                    <a:pt x="912" y="1008"/>
                  </a:ln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9" name="Line 4">
              <a:extLst>
                <a:ext uri="{FF2B5EF4-FFF2-40B4-BE49-F238E27FC236}">
                  <a16:creationId xmlns:a16="http://schemas.microsoft.com/office/drawing/2014/main" id="{DA80BDB8-3436-4A0D-BF56-1AB9D74715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3000" y="2743200"/>
              <a:ext cx="0" cy="85248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Line 6">
              <a:extLst>
                <a:ext uri="{FF2B5EF4-FFF2-40B4-BE49-F238E27FC236}">
                  <a16:creationId xmlns:a16="http://schemas.microsoft.com/office/drawing/2014/main" id="{8DD78C84-7611-4DCD-9374-92C4DAAAE4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1600" y="2376488"/>
              <a:ext cx="3505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A42A98B1-37D6-40B2-B2E7-1AD2CB2611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400" y="2376488"/>
              <a:ext cx="3810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2" name="Group 8">
              <a:extLst>
                <a:ext uri="{FF2B5EF4-FFF2-40B4-BE49-F238E27FC236}">
                  <a16:creationId xmlns:a16="http://schemas.microsoft.com/office/drawing/2014/main" id="{D2AD5E13-3D26-431A-B823-42CBAFC37C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000" y="1766888"/>
              <a:ext cx="304800" cy="1219200"/>
              <a:chOff x="336" y="1200"/>
              <a:chExt cx="144" cy="720"/>
            </a:xfrm>
          </p:grpSpPr>
          <p:sp>
            <p:nvSpPr>
              <p:cNvPr id="90" name="Rectangle 9">
                <a:extLst>
                  <a:ext uri="{FF2B5EF4-FFF2-40B4-BE49-F238E27FC236}">
                    <a16:creationId xmlns:a16="http://schemas.microsoft.com/office/drawing/2014/main" id="{F5134344-97F3-46DE-8C3F-481B8DF0EF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dirty="0">
                    <a:solidFill>
                      <a:schemeClr val="tx1"/>
                    </a:solidFill>
                    <a:latin typeface="Calibri"/>
                    <a:cs typeface="Calibri"/>
                  </a:rPr>
                  <a:t>PC</a:t>
                </a:r>
              </a:p>
            </p:txBody>
          </p:sp>
          <p:sp>
            <p:nvSpPr>
              <p:cNvPr id="91" name="Freeform 10">
                <a:extLst>
                  <a:ext uri="{FF2B5EF4-FFF2-40B4-BE49-F238E27FC236}">
                    <a16:creationId xmlns:a16="http://schemas.microsoft.com/office/drawing/2014/main" id="{9408A9AF-4D68-4576-8321-5409CAD1A0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DFCD025C-A3BF-49FB-847B-5DE40BBC1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000" y="1843088"/>
              <a:ext cx="914400" cy="9906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 dirty="0">
                  <a:solidFill>
                    <a:schemeClr val="tx1"/>
                  </a:solidFill>
                  <a:latin typeface="Calibri"/>
                  <a:cs typeface="Calibri"/>
                </a:rPr>
                <a:t>Inst. </a:t>
              </a:r>
              <a:r>
                <a:rPr lang="en-US" sz="1800" dirty="0" err="1">
                  <a:solidFill>
                    <a:schemeClr val="tx1"/>
                  </a:solidFill>
                  <a:latin typeface="Calibri"/>
                  <a:cs typeface="Calibri"/>
                </a:rPr>
                <a:t>Mem</a:t>
              </a:r>
              <a:endParaRPr lang="en-US" sz="1800" dirty="0">
                <a:solidFill>
                  <a:schemeClr val="tx1"/>
                </a:solidFill>
                <a:latin typeface="Calibri"/>
                <a:cs typeface="Calibri"/>
              </a:endParaRPr>
            </a:p>
          </p:txBody>
        </p:sp>
        <p:grpSp>
          <p:nvGrpSpPr>
            <p:cNvPr id="14" name="Group 12">
              <a:extLst>
                <a:ext uri="{FF2B5EF4-FFF2-40B4-BE49-F238E27FC236}">
                  <a16:creationId xmlns:a16="http://schemas.microsoft.com/office/drawing/2014/main" id="{C1A35045-04F0-4EDB-96C0-2B1E3BEC50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0800" y="1766888"/>
              <a:ext cx="304800" cy="1219200"/>
              <a:chOff x="336" y="1200"/>
              <a:chExt cx="144" cy="720"/>
            </a:xfrm>
          </p:grpSpPr>
          <p:sp>
            <p:nvSpPr>
              <p:cNvPr id="88" name="Rectangle 13">
                <a:extLst>
                  <a:ext uri="{FF2B5EF4-FFF2-40B4-BE49-F238E27FC236}">
                    <a16:creationId xmlns:a16="http://schemas.microsoft.com/office/drawing/2014/main" id="{7404731B-8D0A-43D5-88AE-64426494F4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D</a:t>
                </a:r>
              </a:p>
            </p:txBody>
          </p:sp>
          <p:sp>
            <p:nvSpPr>
              <p:cNvPr id="89" name="Freeform 14">
                <a:extLst>
                  <a:ext uri="{FF2B5EF4-FFF2-40B4-BE49-F238E27FC236}">
                    <a16:creationId xmlns:a16="http://schemas.microsoft.com/office/drawing/2014/main" id="{8869BF59-3DE6-41B9-B28E-74E3B3A11C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B0F0A452-0B26-49F4-95C3-805EBD9D0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1843088"/>
              <a:ext cx="1219200" cy="9906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Calibri"/>
                  <a:cs typeface="Calibri"/>
                </a:rPr>
                <a:t>Decode</a:t>
              </a:r>
            </a:p>
          </p:txBody>
        </p: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065CECBF-A3D7-4BF5-B324-3FFAC4610A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3400" y="1766888"/>
              <a:ext cx="304800" cy="1219200"/>
              <a:chOff x="336" y="1200"/>
              <a:chExt cx="144" cy="720"/>
            </a:xfrm>
          </p:grpSpPr>
          <p:sp>
            <p:nvSpPr>
              <p:cNvPr id="86" name="Rectangle 17">
                <a:extLst>
                  <a:ext uri="{FF2B5EF4-FFF2-40B4-BE49-F238E27FC236}">
                    <a16:creationId xmlns:a16="http://schemas.microsoft.com/office/drawing/2014/main" id="{4B4A8C5F-DCBD-4D90-864E-9D91C04EB5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E</a:t>
                </a:r>
              </a:p>
            </p:txBody>
          </p:sp>
          <p:sp>
            <p:nvSpPr>
              <p:cNvPr id="87" name="Freeform 18">
                <a:extLst>
                  <a:ext uri="{FF2B5EF4-FFF2-40B4-BE49-F238E27FC236}">
                    <a16:creationId xmlns:a16="http://schemas.microsoft.com/office/drawing/2014/main" id="{B71B0A94-A117-451E-9BBC-C2AFDF7395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3C0C1BCE-5FFF-4B55-8A7A-0883A2EBB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0600" y="1843088"/>
              <a:ext cx="381000" cy="1066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88"/>
                </a:cxn>
                <a:cxn ang="0">
                  <a:pos x="48" y="336"/>
                </a:cxn>
                <a:cxn ang="0">
                  <a:pos x="0" y="384"/>
                </a:cxn>
                <a:cxn ang="0">
                  <a:pos x="0" y="672"/>
                </a:cxn>
                <a:cxn ang="0">
                  <a:pos x="240" y="480"/>
                </a:cxn>
                <a:cxn ang="0">
                  <a:pos x="240" y="144"/>
                </a:cxn>
                <a:cxn ang="0">
                  <a:pos x="0" y="0"/>
                </a:cxn>
              </a:cxnLst>
              <a:rect l="0" t="0" r="r" b="b"/>
              <a:pathLst>
                <a:path w="240" h="672">
                  <a:moveTo>
                    <a:pt x="0" y="0"/>
                  </a:moveTo>
                  <a:lnTo>
                    <a:pt x="0" y="288"/>
                  </a:lnTo>
                  <a:lnTo>
                    <a:pt x="48" y="336"/>
                  </a:lnTo>
                  <a:lnTo>
                    <a:pt x="0" y="384"/>
                  </a:lnTo>
                  <a:lnTo>
                    <a:pt x="0" y="672"/>
                  </a:lnTo>
                  <a:lnTo>
                    <a:pt x="240" y="480"/>
                  </a:lnTo>
                  <a:lnTo>
                    <a:pt x="240" y="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254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8" name="Group 20">
              <a:extLst>
                <a:ext uri="{FF2B5EF4-FFF2-40B4-BE49-F238E27FC236}">
                  <a16:creationId xmlns:a16="http://schemas.microsoft.com/office/drawing/2014/main" id="{34ABCC8B-587F-41D5-AB53-9ED6B74688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15000" y="1766888"/>
              <a:ext cx="304800" cy="1219200"/>
              <a:chOff x="336" y="1200"/>
              <a:chExt cx="144" cy="720"/>
            </a:xfrm>
          </p:grpSpPr>
          <p:sp>
            <p:nvSpPr>
              <p:cNvPr id="84" name="Rectangle 21">
                <a:extLst>
                  <a:ext uri="{FF2B5EF4-FFF2-40B4-BE49-F238E27FC236}">
                    <a16:creationId xmlns:a16="http://schemas.microsoft.com/office/drawing/2014/main" id="{4E875229-274C-4B44-9DF3-15905F541E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M</a:t>
                </a:r>
              </a:p>
            </p:txBody>
          </p:sp>
          <p:sp>
            <p:nvSpPr>
              <p:cNvPr id="85" name="Freeform 22">
                <a:extLst>
                  <a:ext uri="{FF2B5EF4-FFF2-40B4-BE49-F238E27FC236}">
                    <a16:creationId xmlns:a16="http://schemas.microsoft.com/office/drawing/2014/main" id="{B0A45C4F-F8E1-4E87-891D-44CAA77E42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sp>
          <p:nvSpPr>
            <p:cNvPr id="19" name="Rectangle 23">
              <a:extLst>
                <a:ext uri="{FF2B5EF4-FFF2-40B4-BE49-F238E27FC236}">
                  <a16:creationId xmlns:a16="http://schemas.microsoft.com/office/drawing/2014/main" id="{42142C82-4022-4267-B45E-93FC40B1FF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6600" y="1843088"/>
              <a:ext cx="914400" cy="9906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Calibri"/>
                  <a:cs typeface="Calibri"/>
                </a:rPr>
                <a:t>Data Mem</a:t>
              </a:r>
            </a:p>
          </p:txBody>
        </p:sp>
        <p:grpSp>
          <p:nvGrpSpPr>
            <p:cNvPr id="20" name="Group 24">
              <a:extLst>
                <a:ext uri="{FF2B5EF4-FFF2-40B4-BE49-F238E27FC236}">
                  <a16:creationId xmlns:a16="http://schemas.microsoft.com/office/drawing/2014/main" id="{19D43429-2EA6-4829-9BF4-E05BBE0B61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53400" y="1766888"/>
              <a:ext cx="304800" cy="1219200"/>
              <a:chOff x="336" y="1200"/>
              <a:chExt cx="144" cy="720"/>
            </a:xfrm>
          </p:grpSpPr>
          <p:sp>
            <p:nvSpPr>
              <p:cNvPr id="82" name="Rectangle 25">
                <a:extLst>
                  <a:ext uri="{FF2B5EF4-FFF2-40B4-BE49-F238E27FC236}">
                    <a16:creationId xmlns:a16="http://schemas.microsoft.com/office/drawing/2014/main" id="{DAE2CD77-6F27-4753-BB6D-5A6381B1AA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W</a:t>
                </a:r>
              </a:p>
            </p:txBody>
          </p:sp>
          <p:sp>
            <p:nvSpPr>
              <p:cNvPr id="83" name="Freeform 26">
                <a:extLst>
                  <a:ext uri="{FF2B5EF4-FFF2-40B4-BE49-F238E27FC236}">
                    <a16:creationId xmlns:a16="http://schemas.microsoft.com/office/drawing/2014/main" id="{FFD8371A-4512-49B6-91F8-4CC99BF754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sp>
          <p:nvSpPr>
            <p:cNvPr id="21" name="Line 27">
              <a:extLst>
                <a:ext uri="{FF2B5EF4-FFF2-40B4-BE49-F238E27FC236}">
                  <a16:creationId xmlns:a16="http://schemas.microsoft.com/office/drawing/2014/main" id="{C5466C80-DE8D-49F8-8165-EB9DD5CFB9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8200" y="2071688"/>
              <a:ext cx="152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Line 28">
              <a:extLst>
                <a:ext uri="{FF2B5EF4-FFF2-40B4-BE49-F238E27FC236}">
                  <a16:creationId xmlns:a16="http://schemas.microsoft.com/office/drawing/2014/main" id="{9E09369A-3645-4BA3-9264-DD9BB75D3E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8200" y="2833688"/>
              <a:ext cx="152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Text Box 29">
              <a:extLst>
                <a:ext uri="{FF2B5EF4-FFF2-40B4-BE49-F238E27FC236}">
                  <a16:creationId xmlns:a16="http://schemas.microsoft.com/office/drawing/2014/main" id="{C069B257-FD33-4E00-8B28-AFB7F08819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4777" y="2223086"/>
              <a:ext cx="287258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Calibri"/>
                  <a:cs typeface="Calibri"/>
                </a:rPr>
                <a:t>+</a:t>
              </a:r>
            </a:p>
          </p:txBody>
        </p:sp>
        <p:sp>
          <p:nvSpPr>
            <p:cNvPr id="24" name="Text Box 30">
              <a:extLst>
                <a:ext uri="{FF2B5EF4-FFF2-40B4-BE49-F238E27FC236}">
                  <a16:creationId xmlns:a16="http://schemas.microsoft.com/office/drawing/2014/main" id="{A062CEC0-9E18-49A9-AAAB-66AE2C664F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4200" y="2895600"/>
              <a:ext cx="1219200" cy="6413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Calibri"/>
                  <a:cs typeface="Calibri"/>
                </a:rPr>
                <a:t>Illegal Opcode</a:t>
              </a:r>
            </a:p>
          </p:txBody>
        </p:sp>
        <p:sp>
          <p:nvSpPr>
            <p:cNvPr id="25" name="Text Box 31">
              <a:extLst>
                <a:ext uri="{FF2B5EF4-FFF2-40B4-BE49-F238E27FC236}">
                  <a16:creationId xmlns:a16="http://schemas.microsoft.com/office/drawing/2014/main" id="{63D485D7-40C6-4E03-AD02-D3B5F92AB7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2129" y="2984778"/>
              <a:ext cx="1046004" cy="3693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Calibri"/>
                  <a:cs typeface="Calibri"/>
                </a:rPr>
                <a:t>Overflow</a:t>
              </a:r>
            </a:p>
          </p:txBody>
        </p:sp>
        <p:sp>
          <p:nvSpPr>
            <p:cNvPr id="26" name="Text Box 32">
              <a:extLst>
                <a:ext uri="{FF2B5EF4-FFF2-40B4-BE49-F238E27FC236}">
                  <a16:creationId xmlns:a16="http://schemas.microsoft.com/office/drawing/2014/main" id="{B43381A0-5F19-4957-A44A-7B14940658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0800" y="2971800"/>
              <a:ext cx="1828800" cy="6413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Calibri"/>
                  <a:cs typeface="Calibri"/>
                </a:rPr>
                <a:t>Data address Exceptions</a:t>
              </a:r>
            </a:p>
          </p:txBody>
        </p:sp>
        <p:sp>
          <p:nvSpPr>
            <p:cNvPr id="27" name="Oval 33">
              <a:extLst>
                <a:ext uri="{FF2B5EF4-FFF2-40B4-BE49-F238E27FC236}">
                  <a16:creationId xmlns:a16="http://schemas.microsoft.com/office/drawing/2014/main" id="{740347B4-93EC-4EE7-A7AE-2681832E8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2681288"/>
              <a:ext cx="609600" cy="381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Oval 34">
              <a:extLst>
                <a:ext uri="{FF2B5EF4-FFF2-40B4-BE49-F238E27FC236}">
                  <a16:creationId xmlns:a16="http://schemas.microsoft.com/office/drawing/2014/main" id="{756329FB-34CB-412E-816A-4A0613E6B9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" y="2681288"/>
              <a:ext cx="609600" cy="381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Text Box 35">
              <a:extLst>
                <a:ext uri="{FF2B5EF4-FFF2-40B4-BE49-F238E27FC236}">
                  <a16:creationId xmlns:a16="http://schemas.microsoft.com/office/drawing/2014/main" id="{163451B6-5977-4FAC-81FE-EF852860F7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3000" y="3048000"/>
              <a:ext cx="1611313" cy="6413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 dirty="0">
                  <a:solidFill>
                    <a:srgbClr val="56127A"/>
                  </a:solidFill>
                  <a:latin typeface="Calibri"/>
                  <a:cs typeface="Calibri"/>
                </a:rPr>
                <a:t>PC address Exception</a:t>
              </a:r>
            </a:p>
          </p:txBody>
        </p:sp>
        <p:sp>
          <p:nvSpPr>
            <p:cNvPr id="30" name="Text Box 36">
              <a:extLst>
                <a:ext uri="{FF2B5EF4-FFF2-40B4-BE49-F238E27FC236}">
                  <a16:creationId xmlns:a16="http://schemas.microsoft.com/office/drawing/2014/main" id="{7F952E85-DD64-4A18-B040-58AAE985B2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600" y="4768850"/>
              <a:ext cx="1828800" cy="6413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Asynchronous</a:t>
              </a:r>
            </a:p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Interrupts</a:t>
              </a:r>
            </a:p>
          </p:txBody>
        </p:sp>
        <p:sp>
          <p:nvSpPr>
            <p:cNvPr id="31" name="Freeform 37">
              <a:extLst>
                <a:ext uri="{FF2B5EF4-FFF2-40B4-BE49-F238E27FC236}">
                  <a16:creationId xmlns:a16="http://schemas.microsoft.com/office/drawing/2014/main" id="{F0E3F3E9-C9A1-4954-A87F-38DD6E4F9B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4200" y="2819400"/>
              <a:ext cx="152400" cy="9144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40"/>
                </a:cxn>
                <a:cxn ang="0">
                  <a:pos x="144" y="336"/>
                </a:cxn>
              </a:cxnLst>
              <a:rect l="0" t="0" r="r" b="b"/>
              <a:pathLst>
                <a:path w="144" h="336">
                  <a:moveTo>
                    <a:pt x="0" y="0"/>
                  </a:moveTo>
                  <a:lnTo>
                    <a:pt x="0" y="240"/>
                  </a:lnTo>
                  <a:lnTo>
                    <a:pt x="144" y="336"/>
                  </a:lnTo>
                </a:path>
              </a:pathLst>
            </a:custGeom>
            <a:noFill/>
            <a:ln w="254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Line 38">
              <a:extLst>
                <a:ext uri="{FF2B5EF4-FFF2-40B4-BE49-F238E27FC236}">
                  <a16:creationId xmlns:a16="http://schemas.microsoft.com/office/drawing/2014/main" id="{3CBA7A91-2B1D-46F2-A9B3-982885690C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34200" y="4191000"/>
              <a:ext cx="228600" cy="6858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33" name="Group 39">
              <a:extLst>
                <a:ext uri="{FF2B5EF4-FFF2-40B4-BE49-F238E27FC236}">
                  <a16:creationId xmlns:a16="http://schemas.microsoft.com/office/drawing/2014/main" id="{86702587-62F5-4234-B310-05EBC0271A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0800" y="3429000"/>
              <a:ext cx="304800" cy="838200"/>
              <a:chOff x="336" y="1200"/>
              <a:chExt cx="144" cy="720"/>
            </a:xfrm>
          </p:grpSpPr>
          <p:sp>
            <p:nvSpPr>
              <p:cNvPr id="80" name="Rectangle 40">
                <a:extLst>
                  <a:ext uri="{FF2B5EF4-FFF2-40B4-BE49-F238E27FC236}">
                    <a16:creationId xmlns:a16="http://schemas.microsoft.com/office/drawing/2014/main" id="{E357631A-D31D-4048-832E-DBE8BB2D9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Exc</a:t>
                </a:r>
              </a:p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D</a:t>
                </a:r>
              </a:p>
            </p:txBody>
          </p:sp>
          <p:sp>
            <p:nvSpPr>
              <p:cNvPr id="81" name="Freeform 41">
                <a:extLst>
                  <a:ext uri="{FF2B5EF4-FFF2-40B4-BE49-F238E27FC236}">
                    <a16:creationId xmlns:a16="http://schemas.microsoft.com/office/drawing/2014/main" id="{8286D24C-129C-4BC5-BECA-E7C60E33A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254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grpSp>
          <p:nvGrpSpPr>
            <p:cNvPr id="34" name="Group 42">
              <a:extLst>
                <a:ext uri="{FF2B5EF4-FFF2-40B4-BE49-F238E27FC236}">
                  <a16:creationId xmlns:a16="http://schemas.microsoft.com/office/drawing/2014/main" id="{40E1C648-C105-4078-851F-7B21D7642F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0800" y="4343400"/>
              <a:ext cx="304800" cy="838200"/>
              <a:chOff x="336" y="1200"/>
              <a:chExt cx="144" cy="720"/>
            </a:xfrm>
          </p:grpSpPr>
          <p:sp>
            <p:nvSpPr>
              <p:cNvPr id="78" name="Rectangle 43">
                <a:extLst>
                  <a:ext uri="{FF2B5EF4-FFF2-40B4-BE49-F238E27FC236}">
                    <a16:creationId xmlns:a16="http://schemas.microsoft.com/office/drawing/2014/main" id="{8F56AB88-698A-45E2-BBA1-BDD906BBF0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PC</a:t>
                </a:r>
              </a:p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D</a:t>
                </a:r>
              </a:p>
            </p:txBody>
          </p:sp>
          <p:sp>
            <p:nvSpPr>
              <p:cNvPr id="79" name="Freeform 44">
                <a:extLst>
                  <a:ext uri="{FF2B5EF4-FFF2-40B4-BE49-F238E27FC236}">
                    <a16:creationId xmlns:a16="http://schemas.microsoft.com/office/drawing/2014/main" id="{739639A7-1267-42EE-B758-CE105F184B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grpSp>
          <p:nvGrpSpPr>
            <p:cNvPr id="35" name="Group 45">
              <a:extLst>
                <a:ext uri="{FF2B5EF4-FFF2-40B4-BE49-F238E27FC236}">
                  <a16:creationId xmlns:a16="http://schemas.microsoft.com/office/drawing/2014/main" id="{9F318CDC-7BC2-4282-8B29-337416E395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3400" y="3429000"/>
              <a:ext cx="304800" cy="838200"/>
              <a:chOff x="336" y="1200"/>
              <a:chExt cx="144" cy="720"/>
            </a:xfrm>
          </p:grpSpPr>
          <p:sp>
            <p:nvSpPr>
              <p:cNvPr id="76" name="Rectangle 46">
                <a:extLst>
                  <a:ext uri="{FF2B5EF4-FFF2-40B4-BE49-F238E27FC236}">
                    <a16:creationId xmlns:a16="http://schemas.microsoft.com/office/drawing/2014/main" id="{0AF40409-64C4-4DDE-8090-A9425A440F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Exc</a:t>
                </a:r>
              </a:p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E</a:t>
                </a:r>
              </a:p>
            </p:txBody>
          </p:sp>
          <p:sp>
            <p:nvSpPr>
              <p:cNvPr id="77" name="Freeform 47">
                <a:extLst>
                  <a:ext uri="{FF2B5EF4-FFF2-40B4-BE49-F238E27FC236}">
                    <a16:creationId xmlns:a16="http://schemas.microsoft.com/office/drawing/2014/main" id="{61905617-274E-41ED-9330-12457B008F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grpSp>
          <p:nvGrpSpPr>
            <p:cNvPr id="36" name="Group 48">
              <a:extLst>
                <a:ext uri="{FF2B5EF4-FFF2-40B4-BE49-F238E27FC236}">
                  <a16:creationId xmlns:a16="http://schemas.microsoft.com/office/drawing/2014/main" id="{5BD6970B-F242-4802-A045-F4FB0DCE0C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3400" y="4343400"/>
              <a:ext cx="304800" cy="838200"/>
              <a:chOff x="336" y="1200"/>
              <a:chExt cx="144" cy="720"/>
            </a:xfrm>
          </p:grpSpPr>
          <p:sp>
            <p:nvSpPr>
              <p:cNvPr id="74" name="Rectangle 49">
                <a:extLst>
                  <a:ext uri="{FF2B5EF4-FFF2-40B4-BE49-F238E27FC236}">
                    <a16:creationId xmlns:a16="http://schemas.microsoft.com/office/drawing/2014/main" id="{A83D2060-1D2E-467E-9B57-EF6842FD7E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PC</a:t>
                </a:r>
              </a:p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E</a:t>
                </a:r>
              </a:p>
            </p:txBody>
          </p:sp>
          <p:sp>
            <p:nvSpPr>
              <p:cNvPr id="75" name="Freeform 50">
                <a:extLst>
                  <a:ext uri="{FF2B5EF4-FFF2-40B4-BE49-F238E27FC236}">
                    <a16:creationId xmlns:a16="http://schemas.microsoft.com/office/drawing/2014/main" id="{6B30254A-2C45-420B-A086-C5BAD4B3D9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grpSp>
          <p:nvGrpSpPr>
            <p:cNvPr id="37" name="Group 51">
              <a:extLst>
                <a:ext uri="{FF2B5EF4-FFF2-40B4-BE49-F238E27FC236}">
                  <a16:creationId xmlns:a16="http://schemas.microsoft.com/office/drawing/2014/main" id="{F6D57D7A-D6BC-4087-815E-FB0CE30F42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15000" y="3429000"/>
              <a:ext cx="304800" cy="838200"/>
              <a:chOff x="336" y="1200"/>
              <a:chExt cx="144" cy="720"/>
            </a:xfrm>
          </p:grpSpPr>
          <p:sp>
            <p:nvSpPr>
              <p:cNvPr id="72" name="Rectangle 52">
                <a:extLst>
                  <a:ext uri="{FF2B5EF4-FFF2-40B4-BE49-F238E27FC236}">
                    <a16:creationId xmlns:a16="http://schemas.microsoft.com/office/drawing/2014/main" id="{B3D4216E-0260-4126-A1C5-4A77D5BD53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Exc</a:t>
                </a:r>
              </a:p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M</a:t>
                </a:r>
              </a:p>
            </p:txBody>
          </p:sp>
          <p:sp>
            <p:nvSpPr>
              <p:cNvPr id="73" name="Freeform 53">
                <a:extLst>
                  <a:ext uri="{FF2B5EF4-FFF2-40B4-BE49-F238E27FC236}">
                    <a16:creationId xmlns:a16="http://schemas.microsoft.com/office/drawing/2014/main" id="{4F972673-D9EC-44CF-B7C0-AF783D244D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grpSp>
          <p:nvGrpSpPr>
            <p:cNvPr id="38" name="Group 54">
              <a:extLst>
                <a:ext uri="{FF2B5EF4-FFF2-40B4-BE49-F238E27FC236}">
                  <a16:creationId xmlns:a16="http://schemas.microsoft.com/office/drawing/2014/main" id="{9041B382-51C9-42EF-9D70-B01846445E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15000" y="4343400"/>
              <a:ext cx="304800" cy="838200"/>
              <a:chOff x="336" y="1200"/>
              <a:chExt cx="144" cy="720"/>
            </a:xfrm>
          </p:grpSpPr>
          <p:sp>
            <p:nvSpPr>
              <p:cNvPr id="70" name="Rectangle 55">
                <a:extLst>
                  <a:ext uri="{FF2B5EF4-FFF2-40B4-BE49-F238E27FC236}">
                    <a16:creationId xmlns:a16="http://schemas.microsoft.com/office/drawing/2014/main" id="{4AACE047-DBA5-4FCD-B965-1301D3660D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PC</a:t>
                </a:r>
              </a:p>
              <a:p>
                <a:pPr algn="ctr">
                  <a:spcBef>
                    <a:spcPct val="0"/>
                  </a:spcBef>
                </a:pPr>
                <a:r>
                  <a:rPr lang="en-US">
                    <a:solidFill>
                      <a:schemeClr val="tx1"/>
                    </a:solidFill>
                    <a:latin typeface="Calibri"/>
                    <a:cs typeface="Calibri"/>
                  </a:rPr>
                  <a:t>M</a:t>
                </a:r>
              </a:p>
            </p:txBody>
          </p:sp>
          <p:sp>
            <p:nvSpPr>
              <p:cNvPr id="71" name="Freeform 56">
                <a:extLst>
                  <a:ext uri="{FF2B5EF4-FFF2-40B4-BE49-F238E27FC236}">
                    <a16:creationId xmlns:a16="http://schemas.microsoft.com/office/drawing/2014/main" id="{94797A3C-48F3-4178-BC8B-EFF0E74143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grpSp>
          <p:nvGrpSpPr>
            <p:cNvPr id="39" name="Group 57">
              <a:extLst>
                <a:ext uri="{FF2B5EF4-FFF2-40B4-BE49-F238E27FC236}">
                  <a16:creationId xmlns:a16="http://schemas.microsoft.com/office/drawing/2014/main" id="{672F2C81-115D-4EE8-97DD-13BC2792A7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77200" y="3429000"/>
              <a:ext cx="304800" cy="838200"/>
              <a:chOff x="336" y="1200"/>
              <a:chExt cx="144" cy="720"/>
            </a:xfrm>
          </p:grpSpPr>
          <p:sp>
            <p:nvSpPr>
              <p:cNvPr id="68" name="Rectangle 58">
                <a:extLst>
                  <a:ext uri="{FF2B5EF4-FFF2-40B4-BE49-F238E27FC236}">
                    <a16:creationId xmlns:a16="http://schemas.microsoft.com/office/drawing/2014/main" id="{F6D4FFD9-836C-482E-AA61-91361BDE2B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endParaRPr lang="en-US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Freeform 59">
                <a:extLst>
                  <a:ext uri="{FF2B5EF4-FFF2-40B4-BE49-F238E27FC236}">
                    <a16:creationId xmlns:a16="http://schemas.microsoft.com/office/drawing/2014/main" id="{C48118CA-AEF5-445E-A999-38D2B7070A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40" name="Group 60">
              <a:extLst>
                <a:ext uri="{FF2B5EF4-FFF2-40B4-BE49-F238E27FC236}">
                  <a16:creationId xmlns:a16="http://schemas.microsoft.com/office/drawing/2014/main" id="{0D64A73D-C398-499A-9CE7-33B1C1338D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77200" y="4343400"/>
              <a:ext cx="304800" cy="838200"/>
              <a:chOff x="336" y="1200"/>
              <a:chExt cx="144" cy="720"/>
            </a:xfrm>
          </p:grpSpPr>
          <p:sp>
            <p:nvSpPr>
              <p:cNvPr id="66" name="Rectangle 61">
                <a:extLst>
                  <a:ext uri="{FF2B5EF4-FFF2-40B4-BE49-F238E27FC236}">
                    <a16:creationId xmlns:a16="http://schemas.microsoft.com/office/drawing/2014/main" id="{999BEC94-218E-45F4-9D55-D7E7232811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144" cy="720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>
                  <a:spcBef>
                    <a:spcPct val="0"/>
                  </a:spcBef>
                </a:pPr>
                <a:endParaRPr lang="en-US">
                  <a:solidFill>
                    <a:schemeClr val="tx1"/>
                  </a:solidFill>
                  <a:latin typeface="Verdana" charset="0"/>
                </a:endParaRPr>
              </a:p>
            </p:txBody>
          </p:sp>
          <p:sp>
            <p:nvSpPr>
              <p:cNvPr id="67" name="Freeform 62">
                <a:extLst>
                  <a:ext uri="{FF2B5EF4-FFF2-40B4-BE49-F238E27FC236}">
                    <a16:creationId xmlns:a16="http://schemas.microsoft.com/office/drawing/2014/main" id="{24249068-AEDF-4515-AAB2-77CCA16814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785"/>
                <a:ext cx="144" cy="135"/>
              </a:xfrm>
              <a:custGeom>
                <a:avLst/>
                <a:gdLst/>
                <a:ahLst/>
                <a:cxnLst>
                  <a:cxn ang="0">
                    <a:pos x="0" y="144"/>
                  </a:cxn>
                  <a:cxn ang="0">
                    <a:pos x="96" y="0"/>
                  </a:cxn>
                  <a:cxn ang="0">
                    <a:pos x="192" y="144"/>
                  </a:cxn>
                </a:cxnLst>
                <a:rect l="0" t="0" r="r" b="b"/>
                <a:pathLst>
                  <a:path w="192" h="144">
                    <a:moveTo>
                      <a:pt x="0" y="144"/>
                    </a:moveTo>
                    <a:lnTo>
                      <a:pt x="96" y="0"/>
                    </a:lnTo>
                    <a:lnTo>
                      <a:pt x="192" y="144"/>
                    </a:lnTo>
                  </a:path>
                </a:pathLst>
              </a:custGeom>
              <a:solidFill>
                <a:schemeClr val="accent1"/>
              </a:solidFill>
              <a:ln w="127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41" name="Line 63">
              <a:extLst>
                <a:ext uri="{FF2B5EF4-FFF2-40B4-BE49-F238E27FC236}">
                  <a16:creationId xmlns:a16="http://schemas.microsoft.com/office/drawing/2014/main" id="{D175824D-5E19-48C7-840E-500B6423D8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5600" y="3886200"/>
              <a:ext cx="14478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64">
              <a:extLst>
                <a:ext uri="{FF2B5EF4-FFF2-40B4-BE49-F238E27FC236}">
                  <a16:creationId xmlns:a16="http://schemas.microsoft.com/office/drawing/2014/main" id="{E38A0F47-DC4C-4FEF-A7DC-341A4D59CC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8200" y="3886200"/>
              <a:ext cx="10668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65">
              <a:extLst>
                <a:ext uri="{FF2B5EF4-FFF2-40B4-BE49-F238E27FC236}">
                  <a16:creationId xmlns:a16="http://schemas.microsoft.com/office/drawing/2014/main" id="{2EF5B6BC-9A99-411E-9A6A-05025942E4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9800" y="3886200"/>
              <a:ext cx="205740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Oval 66">
              <a:extLst>
                <a:ext uri="{FF2B5EF4-FFF2-40B4-BE49-F238E27FC236}">
                  <a16:creationId xmlns:a16="http://schemas.microsoft.com/office/drawing/2014/main" id="{B8FB12F1-70BA-4E0A-80AD-706DB7884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3581400"/>
              <a:ext cx="609600" cy="533400"/>
            </a:xfrm>
            <a:prstGeom prst="ellipse">
              <a:avLst/>
            </a:prstGeom>
            <a:solidFill>
              <a:srgbClr val="92D050"/>
            </a:solidFill>
            <a:ln w="25400">
              <a:noFill/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Oval 67">
              <a:extLst>
                <a:ext uri="{FF2B5EF4-FFF2-40B4-BE49-F238E27FC236}">
                  <a16:creationId xmlns:a16="http://schemas.microsoft.com/office/drawing/2014/main" id="{07AE51C3-0BD5-4819-BFBE-A370C43EDA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3581400"/>
              <a:ext cx="609600" cy="533400"/>
            </a:xfrm>
            <a:prstGeom prst="ellipse">
              <a:avLst/>
            </a:prstGeom>
            <a:solidFill>
              <a:srgbClr val="92D050"/>
            </a:solidFill>
            <a:ln w="25400">
              <a:noFill/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Text Box 68">
              <a:extLst>
                <a:ext uri="{FF2B5EF4-FFF2-40B4-BE49-F238E27FC236}">
                  <a16:creationId xmlns:a16="http://schemas.microsoft.com/office/drawing/2014/main" id="{24EA507C-06D5-4A2F-A856-D779778235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8039894" y="3663126"/>
              <a:ext cx="1020763" cy="4001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2000" dirty="0">
                  <a:solidFill>
                    <a:srgbClr val="56127A"/>
                  </a:solidFill>
                  <a:latin typeface="Calibri"/>
                  <a:cs typeface="Calibri"/>
                </a:rPr>
                <a:t>Cause</a:t>
              </a:r>
            </a:p>
          </p:txBody>
        </p:sp>
        <p:sp>
          <p:nvSpPr>
            <p:cNvPr id="47" name="Text Box 69">
              <a:extLst>
                <a:ext uri="{FF2B5EF4-FFF2-40B4-BE49-F238E27FC236}">
                  <a16:creationId xmlns:a16="http://schemas.microsoft.com/office/drawing/2014/main" id="{CBB5F01F-9BE4-43A4-8189-6B0CBF6FF5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8261700" y="4472178"/>
              <a:ext cx="579155" cy="4001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2000" dirty="0">
                  <a:solidFill>
                    <a:srgbClr val="56127A"/>
                  </a:solidFill>
                  <a:latin typeface="Calibri"/>
                  <a:cs typeface="Calibri"/>
                </a:rPr>
                <a:t>EPC</a:t>
              </a:r>
            </a:p>
          </p:txBody>
        </p:sp>
        <p:sp>
          <p:nvSpPr>
            <p:cNvPr id="48" name="Line 70">
              <a:extLst>
                <a:ext uri="{FF2B5EF4-FFF2-40B4-BE49-F238E27FC236}">
                  <a16:creationId xmlns:a16="http://schemas.microsoft.com/office/drawing/2014/main" id="{AA0F6DB2-A103-42C2-9989-E88C891F11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48600" y="1447800"/>
              <a:ext cx="0" cy="4114800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49" name="Oval 71">
              <a:extLst>
                <a:ext uri="{FF2B5EF4-FFF2-40B4-BE49-F238E27FC236}">
                  <a16:creationId xmlns:a16="http://schemas.microsoft.com/office/drawing/2014/main" id="{A4A2F93B-5E7B-4F3E-BC46-9D798607D7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200" y="3657600"/>
              <a:ext cx="609600" cy="533400"/>
            </a:xfrm>
            <a:prstGeom prst="ellipse">
              <a:avLst/>
            </a:prstGeom>
            <a:solidFill>
              <a:srgbClr val="92D050"/>
            </a:solidFill>
            <a:ln w="25400">
              <a:noFill/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72">
              <a:extLst>
                <a:ext uri="{FF2B5EF4-FFF2-40B4-BE49-F238E27FC236}">
                  <a16:creationId xmlns:a16="http://schemas.microsoft.com/office/drawing/2014/main" id="{DD1DF987-88F3-4627-A173-1CC2DBA8A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838200" y="2362200"/>
              <a:ext cx="1752600" cy="23622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008"/>
                </a:cxn>
                <a:cxn ang="0">
                  <a:pos x="912" y="1008"/>
                </a:cxn>
              </a:cxnLst>
              <a:rect l="0" t="0" r="r" b="b"/>
              <a:pathLst>
                <a:path w="912" h="1008">
                  <a:moveTo>
                    <a:pt x="0" y="0"/>
                  </a:moveTo>
                  <a:lnTo>
                    <a:pt x="0" y="1008"/>
                  </a:lnTo>
                  <a:lnTo>
                    <a:pt x="912" y="100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51" name="Line 73">
              <a:extLst>
                <a:ext uri="{FF2B5EF4-FFF2-40B4-BE49-F238E27FC236}">
                  <a16:creationId xmlns:a16="http://schemas.microsoft.com/office/drawing/2014/main" id="{FDED93E9-095D-4A88-B53A-29D3C263FB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5600" y="4724400"/>
              <a:ext cx="1447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Line 74">
              <a:extLst>
                <a:ext uri="{FF2B5EF4-FFF2-40B4-BE49-F238E27FC236}">
                  <a16:creationId xmlns:a16="http://schemas.microsoft.com/office/drawing/2014/main" id="{C85CB7E0-22E8-453F-94B7-48635BDEDD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8200" y="4724400"/>
              <a:ext cx="1066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Line 75">
              <a:extLst>
                <a:ext uri="{FF2B5EF4-FFF2-40B4-BE49-F238E27FC236}">
                  <a16:creationId xmlns:a16="http://schemas.microsoft.com/office/drawing/2014/main" id="{663A055A-EF37-4D79-A11C-96AAAD49D0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9800" y="4724400"/>
              <a:ext cx="2057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54" name="Group 76">
              <a:extLst>
                <a:ext uri="{FF2B5EF4-FFF2-40B4-BE49-F238E27FC236}">
                  <a16:creationId xmlns:a16="http://schemas.microsoft.com/office/drawing/2014/main" id="{AB71644B-741C-4964-9372-250768AF64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400" y="2601913"/>
              <a:ext cx="8763000" cy="3454399"/>
              <a:chOff x="96" y="1639"/>
              <a:chExt cx="5520" cy="2176"/>
            </a:xfrm>
          </p:grpSpPr>
          <p:sp>
            <p:nvSpPr>
              <p:cNvPr id="56" name="Freeform 77">
                <a:extLst>
                  <a:ext uri="{FF2B5EF4-FFF2-40B4-BE49-F238E27FC236}">
                    <a16:creationId xmlns:a16="http://schemas.microsoft.com/office/drawing/2014/main" id="{64B1DDA9-65FE-4BD5-8B0F-86F9E910C6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" y="1639"/>
                <a:ext cx="4752" cy="1776"/>
              </a:xfrm>
              <a:custGeom>
                <a:avLst/>
                <a:gdLst/>
                <a:ahLst/>
                <a:cxnLst>
                  <a:cxn ang="0">
                    <a:pos x="4608" y="960"/>
                  </a:cxn>
                  <a:cxn ang="0">
                    <a:pos x="4752" y="1104"/>
                  </a:cxn>
                  <a:cxn ang="0">
                    <a:pos x="4752" y="1968"/>
                  </a:cxn>
                  <a:cxn ang="0">
                    <a:pos x="0" y="1968"/>
                  </a:cxn>
                  <a:cxn ang="0">
                    <a:pos x="0" y="0"/>
                  </a:cxn>
                </a:cxnLst>
                <a:rect l="0" t="0" r="r" b="b"/>
                <a:pathLst>
                  <a:path w="4752" h="1968">
                    <a:moveTo>
                      <a:pt x="4608" y="960"/>
                    </a:moveTo>
                    <a:lnTo>
                      <a:pt x="4752" y="1104"/>
                    </a:lnTo>
                    <a:lnTo>
                      <a:pt x="4752" y="1968"/>
                    </a:lnTo>
                    <a:lnTo>
                      <a:pt x="0" y="1968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7" name="Line 78">
                <a:extLst>
                  <a:ext uri="{FF2B5EF4-FFF2-40B4-BE49-F238E27FC236}">
                    <a16:creationId xmlns:a16="http://schemas.microsoft.com/office/drawing/2014/main" id="{D6567829-C21D-4035-B244-138A521478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40" y="3072"/>
                <a:ext cx="0" cy="336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8" name="Text Box 79">
                <a:extLst>
                  <a:ext uri="{FF2B5EF4-FFF2-40B4-BE49-F238E27FC236}">
                    <a16:creationId xmlns:a16="http://schemas.microsoft.com/office/drawing/2014/main" id="{412F5ACB-020B-4F31-9EBF-D39DB30C01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6" y="3024"/>
                <a:ext cx="604" cy="40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r">
                  <a:spcBef>
                    <a:spcPct val="0"/>
                  </a:spcBef>
                </a:pPr>
                <a:r>
                  <a:rPr lang="en-US" sz="1800" i="1" dirty="0">
                    <a:solidFill>
                      <a:schemeClr val="tx1"/>
                    </a:solidFill>
                    <a:latin typeface="Calibri"/>
                    <a:cs typeface="Calibri"/>
                  </a:rPr>
                  <a:t>Kill D Stage</a:t>
                </a:r>
              </a:p>
            </p:txBody>
          </p:sp>
          <p:sp>
            <p:nvSpPr>
              <p:cNvPr id="59" name="Line 80">
                <a:extLst>
                  <a:ext uri="{FF2B5EF4-FFF2-40B4-BE49-F238E27FC236}">
                    <a16:creationId xmlns:a16="http://schemas.microsoft.com/office/drawing/2014/main" id="{44183AF9-F40F-4258-AD19-F82871F747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536" y="3072"/>
                <a:ext cx="0" cy="336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0" name="Text Box 81">
                <a:extLst>
                  <a:ext uri="{FF2B5EF4-FFF2-40B4-BE49-F238E27FC236}">
                    <a16:creationId xmlns:a16="http://schemas.microsoft.com/office/drawing/2014/main" id="{D6FE39DB-C1B2-49BF-A655-CADBDF68DC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0" y="3024"/>
                <a:ext cx="604" cy="40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r">
                  <a:spcBef>
                    <a:spcPct val="0"/>
                  </a:spcBef>
                </a:pPr>
                <a:r>
                  <a:rPr lang="en-US" sz="1800" i="1" dirty="0">
                    <a:solidFill>
                      <a:schemeClr val="tx1"/>
                    </a:solidFill>
                    <a:latin typeface="Calibri"/>
                    <a:cs typeface="Calibri"/>
                  </a:rPr>
                  <a:t>Kill F Stage</a:t>
                </a:r>
              </a:p>
            </p:txBody>
          </p:sp>
          <p:sp>
            <p:nvSpPr>
              <p:cNvPr id="61" name="Line 82">
                <a:extLst>
                  <a:ext uri="{FF2B5EF4-FFF2-40B4-BE49-F238E27FC236}">
                    <a16:creationId xmlns:a16="http://schemas.microsoft.com/office/drawing/2014/main" id="{358DC6B6-546D-4587-8AF5-A472D38518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56" y="3072"/>
                <a:ext cx="0" cy="336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2" name="Text Box 83">
                <a:extLst>
                  <a:ext uri="{FF2B5EF4-FFF2-40B4-BE49-F238E27FC236}">
                    <a16:creationId xmlns:a16="http://schemas.microsoft.com/office/drawing/2014/main" id="{D130CD94-D04F-41FB-87D8-613E2615C1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50" y="3024"/>
                <a:ext cx="604" cy="40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 algn="r">
                  <a:spcBef>
                    <a:spcPct val="0"/>
                  </a:spcBef>
                </a:pPr>
                <a:r>
                  <a:rPr lang="en-US" sz="1800" i="1" dirty="0">
                    <a:solidFill>
                      <a:schemeClr val="tx1"/>
                    </a:solidFill>
                    <a:latin typeface="Calibri"/>
                    <a:cs typeface="Calibri"/>
                  </a:rPr>
                  <a:t>Kill E Stage</a:t>
                </a:r>
              </a:p>
            </p:txBody>
          </p:sp>
          <p:sp>
            <p:nvSpPr>
              <p:cNvPr id="63" name="Text Box 84">
                <a:extLst>
                  <a:ext uri="{FF2B5EF4-FFF2-40B4-BE49-F238E27FC236}">
                    <a16:creationId xmlns:a16="http://schemas.microsoft.com/office/drawing/2014/main" id="{51D477AF-249A-494E-A714-E0DCEF95FA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6" y="2880"/>
                <a:ext cx="700" cy="58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800" i="1" dirty="0">
                    <a:solidFill>
                      <a:schemeClr val="tx1"/>
                    </a:solidFill>
                    <a:latin typeface="Calibri"/>
                    <a:cs typeface="Calibri"/>
                  </a:rPr>
                  <a:t>Select Handler PC</a:t>
                </a:r>
              </a:p>
            </p:txBody>
          </p:sp>
          <p:sp>
            <p:nvSpPr>
              <p:cNvPr id="64" name="Text Box 85">
                <a:extLst>
                  <a:ext uri="{FF2B5EF4-FFF2-40B4-BE49-F238E27FC236}">
                    <a16:creationId xmlns:a16="http://schemas.microsoft.com/office/drawing/2014/main" id="{AC9405D9-9B6A-40A9-B676-285D19C30F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8" y="3408"/>
                <a:ext cx="720" cy="40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prstTxWarp prst="textNoShape">
                  <a:avLst/>
                </a:prstTxWarp>
                <a:spAutoFit/>
              </a:bodyPr>
              <a:lstStyle/>
              <a:p>
                <a:pPr algn="r">
                  <a:spcBef>
                    <a:spcPct val="0"/>
                  </a:spcBef>
                </a:pPr>
                <a:r>
                  <a:rPr lang="en-US" sz="1800" i="1" dirty="0">
                    <a:solidFill>
                      <a:schemeClr val="tx1"/>
                    </a:solidFill>
                    <a:latin typeface="Calibri"/>
                    <a:cs typeface="Calibri"/>
                  </a:rPr>
                  <a:t>Kill </a:t>
                </a:r>
                <a:r>
                  <a:rPr lang="en-US" sz="1800" i="1" dirty="0" err="1">
                    <a:solidFill>
                      <a:schemeClr val="tx1"/>
                    </a:solidFill>
                    <a:latin typeface="Calibri"/>
                    <a:cs typeface="Calibri"/>
                  </a:rPr>
                  <a:t>Writeback</a:t>
                </a:r>
                <a:endParaRPr lang="en-US" sz="1800" i="1" dirty="0">
                  <a:solidFill>
                    <a:schemeClr val="tx1"/>
                  </a:solidFill>
                  <a:latin typeface="Calibri"/>
                  <a:cs typeface="Calibri"/>
                </a:endParaRPr>
              </a:p>
            </p:txBody>
          </p:sp>
          <p:sp>
            <p:nvSpPr>
              <p:cNvPr id="65" name="Freeform 86">
                <a:extLst>
                  <a:ext uri="{FF2B5EF4-FFF2-40B4-BE49-F238E27FC236}">
                    <a16:creationId xmlns:a16="http://schemas.microsoft.com/office/drawing/2014/main" id="{D4961F66-BD29-4140-893A-3461AE8CF4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8" y="3072"/>
                <a:ext cx="768" cy="336"/>
              </a:xfrm>
              <a:custGeom>
                <a:avLst/>
                <a:gdLst/>
                <a:ahLst/>
                <a:cxnLst>
                  <a:cxn ang="0">
                    <a:pos x="0" y="336"/>
                  </a:cxn>
                  <a:cxn ang="0">
                    <a:pos x="768" y="336"/>
                  </a:cxn>
                  <a:cxn ang="0">
                    <a:pos x="768" y="0"/>
                  </a:cxn>
                </a:cxnLst>
                <a:rect l="0" t="0" r="r" b="b"/>
                <a:pathLst>
                  <a:path w="768" h="336">
                    <a:moveTo>
                      <a:pt x="0" y="336"/>
                    </a:moveTo>
                    <a:lnTo>
                      <a:pt x="768" y="336"/>
                    </a:lnTo>
                    <a:lnTo>
                      <a:pt x="768" y="0"/>
                    </a:ln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55" name="Text Box 87">
              <a:extLst>
                <a:ext uri="{FF2B5EF4-FFF2-40B4-BE49-F238E27FC236}">
                  <a16:creationId xmlns:a16="http://schemas.microsoft.com/office/drawing/2014/main" id="{558C288B-24A2-43E6-9E40-2389CED1BF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70669" y="1054672"/>
              <a:ext cx="1816131" cy="4001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2000" i="1" dirty="0">
                  <a:solidFill>
                    <a:schemeClr val="tx1"/>
                  </a:solidFill>
                  <a:latin typeface="Calibri"/>
                  <a:cs typeface="Calibri"/>
                </a:rPr>
                <a:t>Commit Point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4362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FD311-82D7-44F1-A7DB-5C1FB157B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EE4202-D7CC-4FCB-B2B4-D3499A3BD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19</a:t>
            </a:fld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51F790F-EAE9-4BBA-9BBE-0F96DD3BE7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1220450" cy="4351338"/>
          </a:xfrm>
        </p:spPr>
        <p:txBody>
          <a:bodyPr>
            <a:noAutofit/>
          </a:bodyPr>
          <a:lstStyle/>
          <a:p>
            <a:r>
              <a:rPr lang="en-US" dirty="0">
                <a:latin typeface="Calibri body"/>
              </a:rPr>
              <a:t>Hold exception flags in pipeline until commit point for instructions that will be killed </a:t>
            </a:r>
          </a:p>
          <a:p>
            <a:pPr lvl="1"/>
            <a:endParaRPr lang="en-US" sz="3600" dirty="0">
              <a:latin typeface="Calibri body"/>
            </a:endParaRPr>
          </a:p>
          <a:p>
            <a:r>
              <a:rPr lang="en-US" dirty="0">
                <a:latin typeface="Calibri body"/>
              </a:rPr>
              <a:t>Exceptions in earlier pipe stages override later exceptions </a:t>
            </a:r>
            <a:r>
              <a:rPr lang="en-US" i="1" dirty="0">
                <a:latin typeface="Calibri body"/>
              </a:rPr>
              <a:t>for a given instruction</a:t>
            </a:r>
          </a:p>
          <a:p>
            <a:pPr marL="457200" lvl="1" indent="0">
              <a:buNone/>
            </a:pPr>
            <a:endParaRPr lang="en-US" sz="3600" dirty="0">
              <a:latin typeface="Calibri body"/>
            </a:endParaRPr>
          </a:p>
          <a:p>
            <a:r>
              <a:rPr lang="en-US" dirty="0">
                <a:latin typeface="Calibri body"/>
              </a:rPr>
              <a:t>If exception at commit: update cause and EPC registers, kill all stages, inject handler PC into fetch stage</a:t>
            </a:r>
          </a:p>
        </p:txBody>
      </p:sp>
    </p:spTree>
    <p:extLst>
      <p:ext uri="{BB962C8B-B14F-4D97-AF65-F5344CB8AC3E}">
        <p14:creationId xmlns:p14="http://schemas.microsoft.com/office/powerpoint/2010/main" val="26707848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0D384-016B-4CA7-870C-AE5BFECB5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Beyond Scalar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DD9E8E-20B1-4453-8FF2-44B07B2F7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20</a:t>
            </a:fld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52C62AD-D8E7-4343-BBC9-25B1C3852C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Scalar pipeline limited to CPI ≥ 1.0</a:t>
            </a:r>
          </a:p>
          <a:p>
            <a:pPr lvl="1"/>
            <a:r>
              <a:rPr lang="en-US" sz="3600" dirty="0"/>
              <a:t>Can never run more than 1 </a:t>
            </a:r>
            <a:r>
              <a:rPr lang="en-US" sz="3600" dirty="0" err="1"/>
              <a:t>insn</a:t>
            </a:r>
            <a:r>
              <a:rPr lang="en-US" sz="3600" dirty="0"/>
              <a:t> per cycle</a:t>
            </a:r>
          </a:p>
          <a:p>
            <a:pPr marL="457200" lvl="1" indent="0">
              <a:buNone/>
            </a:pPr>
            <a:endParaRPr lang="en-US" sz="3600" dirty="0"/>
          </a:p>
          <a:p>
            <a:r>
              <a:rPr lang="en-US" dirty="0"/>
              <a:t>“Superscalar” can achieve CPI ≤ 1.0 (i.e., IPC ≥ 1.0)</a:t>
            </a:r>
          </a:p>
          <a:p>
            <a:pPr lvl="1"/>
            <a:r>
              <a:rPr lang="en-US" sz="3600" i="1" u="sng" dirty="0"/>
              <a:t>Superscalar</a:t>
            </a:r>
            <a:r>
              <a:rPr lang="en-US" sz="3600" dirty="0"/>
              <a:t> means executing multiple </a:t>
            </a:r>
            <a:r>
              <a:rPr lang="en-US" sz="3600" dirty="0" err="1"/>
              <a:t>insns</a:t>
            </a:r>
            <a:r>
              <a:rPr lang="en-US" sz="3600" dirty="0"/>
              <a:t> in parallel</a:t>
            </a:r>
          </a:p>
        </p:txBody>
      </p:sp>
    </p:spTree>
    <p:extLst>
      <p:ext uri="{BB962C8B-B14F-4D97-AF65-F5344CB8AC3E}">
        <p14:creationId xmlns:p14="http://schemas.microsoft.com/office/powerpoint/2010/main" val="39728615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34445-A5A8-4B64-9511-CA69421E5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Level Parallelism (ILP)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82754D-17CC-46EA-A705-BF5DAC262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21</a:t>
            </a:fld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EFF526A-BF0E-45DE-AA2C-A1380E260D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543792"/>
            <a:ext cx="10515600" cy="4633171"/>
          </a:xfrm>
        </p:spPr>
        <p:txBody>
          <a:bodyPr/>
          <a:lstStyle/>
          <a:p>
            <a:r>
              <a:rPr lang="en-US" dirty="0"/>
              <a:t>Scalar pipeline (baseline)</a:t>
            </a:r>
          </a:p>
          <a:p>
            <a:pPr lvl="1"/>
            <a:r>
              <a:rPr lang="en-US" dirty="0"/>
              <a:t>Instruction overlap parallelism = D</a:t>
            </a:r>
          </a:p>
          <a:p>
            <a:pPr lvl="1"/>
            <a:r>
              <a:rPr lang="en-US" dirty="0"/>
              <a:t>Peak IPC = 1.0</a:t>
            </a: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CEEF4A2D-19DE-45B5-8805-18B0E3457C8C}"/>
              </a:ext>
            </a:extLst>
          </p:cNvPr>
          <p:cNvSpPr/>
          <p:nvPr/>
        </p:nvSpPr>
        <p:spPr bwMode="auto">
          <a:xfrm rot="5400000">
            <a:off x="8801100" y="1805870"/>
            <a:ext cx="304800" cy="2209800"/>
          </a:xfrm>
          <a:prstGeom prst="leftBrace">
            <a:avLst>
              <a:gd name="adj1" fmla="val 60417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7B1418A2-63A6-40BE-9785-E1405A19C7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4751" y="2150358"/>
            <a:ext cx="453971" cy="52322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itchFamily="34" charset="0"/>
              </a:rPr>
              <a:t>D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A380F96-7DAF-4823-81CB-4FAFADBE5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825170"/>
            <a:ext cx="609600" cy="228600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5840D735-213A-4A75-9AFD-3B721C46B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825170"/>
            <a:ext cx="609600" cy="2286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9D1DBB93-135F-479B-BE87-2092DA9D8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825170"/>
            <a:ext cx="609600" cy="228600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29E75D61-3C37-468F-9452-DF28D15DB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3825170"/>
            <a:ext cx="609600" cy="228600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6677F557-73A7-40EF-93AD-79FE0471D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825170"/>
            <a:ext cx="609600" cy="228600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07B9202C-9CDC-4326-97DA-534A830EE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825170"/>
            <a:ext cx="609600" cy="228600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CDE6F33B-26E1-4355-A5DC-987FD75F3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4053770"/>
            <a:ext cx="609600" cy="228600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F361A386-D373-4F87-B09E-A5C17DA3F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053770"/>
            <a:ext cx="609600" cy="2286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5F45D714-35A6-4AAE-AF2E-85F908D6C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053770"/>
            <a:ext cx="609600" cy="228600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3E3844EA-9B37-4221-9E5F-DED17E3E5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053770"/>
            <a:ext cx="609600" cy="228600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E351A282-6BB7-4E2C-882F-CD53CEAFE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053770"/>
            <a:ext cx="609600" cy="228600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D28A9467-E0D8-4171-95F9-26410A593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053770"/>
            <a:ext cx="609600" cy="228600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21" name="Rectangle 19">
            <a:extLst>
              <a:ext uri="{FF2B5EF4-FFF2-40B4-BE49-F238E27FC236}">
                <a16:creationId xmlns:a16="http://schemas.microsoft.com/office/drawing/2014/main" id="{2910231B-8F79-44CB-AF65-86188022C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282370"/>
            <a:ext cx="609600" cy="228600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22" name="Rectangle 20">
            <a:extLst>
              <a:ext uri="{FF2B5EF4-FFF2-40B4-BE49-F238E27FC236}">
                <a16:creationId xmlns:a16="http://schemas.microsoft.com/office/drawing/2014/main" id="{F15A4932-E36C-4245-B5BC-9FD7E0905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282370"/>
            <a:ext cx="609600" cy="2286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23" name="Rectangle 21">
            <a:extLst>
              <a:ext uri="{FF2B5EF4-FFF2-40B4-BE49-F238E27FC236}">
                <a16:creationId xmlns:a16="http://schemas.microsoft.com/office/drawing/2014/main" id="{05E44E02-6B03-45EA-8439-5BFCC2612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282370"/>
            <a:ext cx="609600" cy="228600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24" name="Rectangle 22">
            <a:extLst>
              <a:ext uri="{FF2B5EF4-FFF2-40B4-BE49-F238E27FC236}">
                <a16:creationId xmlns:a16="http://schemas.microsoft.com/office/drawing/2014/main" id="{B6B51A15-4DAD-4A67-8618-C88C9DD33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282370"/>
            <a:ext cx="609600" cy="228600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135966C6-8A3E-4001-A98D-B052B7228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282370"/>
            <a:ext cx="609600" cy="228600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26" name="Rectangle 24">
            <a:extLst>
              <a:ext uri="{FF2B5EF4-FFF2-40B4-BE49-F238E27FC236}">
                <a16:creationId xmlns:a16="http://schemas.microsoft.com/office/drawing/2014/main" id="{F3556D45-EB0E-48F9-A892-C86B84A4A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282370"/>
            <a:ext cx="609600" cy="228600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27" name="Rectangle 25">
            <a:extLst>
              <a:ext uri="{FF2B5EF4-FFF2-40B4-BE49-F238E27FC236}">
                <a16:creationId xmlns:a16="http://schemas.microsoft.com/office/drawing/2014/main" id="{D773EC46-6DCC-4533-98A4-83DB5D29C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510970"/>
            <a:ext cx="609600" cy="228600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28" name="Rectangle 26">
            <a:extLst>
              <a:ext uri="{FF2B5EF4-FFF2-40B4-BE49-F238E27FC236}">
                <a16:creationId xmlns:a16="http://schemas.microsoft.com/office/drawing/2014/main" id="{75D9E1C6-DA8B-43A5-835C-7F1252202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510970"/>
            <a:ext cx="609600" cy="2286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29" name="Rectangle 27">
            <a:extLst>
              <a:ext uri="{FF2B5EF4-FFF2-40B4-BE49-F238E27FC236}">
                <a16:creationId xmlns:a16="http://schemas.microsoft.com/office/drawing/2014/main" id="{40D6A26E-B0CB-4590-86B4-B5CDACCBF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510970"/>
            <a:ext cx="609600" cy="228600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30" name="Rectangle 28">
            <a:extLst>
              <a:ext uri="{FF2B5EF4-FFF2-40B4-BE49-F238E27FC236}">
                <a16:creationId xmlns:a16="http://schemas.microsoft.com/office/drawing/2014/main" id="{5B653B94-377C-4097-8EE5-C8CAACDC2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510970"/>
            <a:ext cx="609600" cy="228600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31" name="Rectangle 29">
            <a:extLst>
              <a:ext uri="{FF2B5EF4-FFF2-40B4-BE49-F238E27FC236}">
                <a16:creationId xmlns:a16="http://schemas.microsoft.com/office/drawing/2014/main" id="{8FF6BD98-284A-4737-9153-D344D14F9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510970"/>
            <a:ext cx="609600" cy="228600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32" name="Rectangle 30">
            <a:extLst>
              <a:ext uri="{FF2B5EF4-FFF2-40B4-BE49-F238E27FC236}">
                <a16:creationId xmlns:a16="http://schemas.microsoft.com/office/drawing/2014/main" id="{47630F5D-DC02-4E1A-9354-D517CD644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4510970"/>
            <a:ext cx="609600" cy="228600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33" name="Rectangle 31">
            <a:extLst>
              <a:ext uri="{FF2B5EF4-FFF2-40B4-BE49-F238E27FC236}">
                <a16:creationId xmlns:a16="http://schemas.microsoft.com/office/drawing/2014/main" id="{229E1F5C-6758-46AF-BCEF-C05530FFD3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739570"/>
            <a:ext cx="609600" cy="228600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34" name="Rectangle 32">
            <a:extLst>
              <a:ext uri="{FF2B5EF4-FFF2-40B4-BE49-F238E27FC236}">
                <a16:creationId xmlns:a16="http://schemas.microsoft.com/office/drawing/2014/main" id="{0792B1BE-CD49-453A-991D-A7B79866E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739570"/>
            <a:ext cx="609600" cy="2286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35" name="Rectangle 33">
            <a:extLst>
              <a:ext uri="{FF2B5EF4-FFF2-40B4-BE49-F238E27FC236}">
                <a16:creationId xmlns:a16="http://schemas.microsoft.com/office/drawing/2014/main" id="{921A0495-4DAF-4E18-8848-3E2D483C2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739570"/>
            <a:ext cx="609600" cy="228600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36" name="Rectangle 34">
            <a:extLst>
              <a:ext uri="{FF2B5EF4-FFF2-40B4-BE49-F238E27FC236}">
                <a16:creationId xmlns:a16="http://schemas.microsoft.com/office/drawing/2014/main" id="{BC2C5C96-4C01-4445-A7A8-BD0191501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739570"/>
            <a:ext cx="609600" cy="228600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37" name="Rectangle 35">
            <a:extLst>
              <a:ext uri="{FF2B5EF4-FFF2-40B4-BE49-F238E27FC236}">
                <a16:creationId xmlns:a16="http://schemas.microsoft.com/office/drawing/2014/main" id="{A4653A21-2AE9-4BF1-86D9-68DE93469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4739570"/>
            <a:ext cx="609600" cy="228600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38" name="Rectangle 36">
            <a:extLst>
              <a:ext uri="{FF2B5EF4-FFF2-40B4-BE49-F238E27FC236}">
                <a16:creationId xmlns:a16="http://schemas.microsoft.com/office/drawing/2014/main" id="{8D329E17-0747-4EF2-AA99-2B42037CC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4739570"/>
            <a:ext cx="609600" cy="228600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39" name="Rectangle 37">
            <a:extLst>
              <a:ext uri="{FF2B5EF4-FFF2-40B4-BE49-F238E27FC236}">
                <a16:creationId xmlns:a16="http://schemas.microsoft.com/office/drawing/2014/main" id="{54F1D9C7-3985-4871-AC05-ED537B744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968170"/>
            <a:ext cx="609600" cy="228600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40" name="Rectangle 38">
            <a:extLst>
              <a:ext uri="{FF2B5EF4-FFF2-40B4-BE49-F238E27FC236}">
                <a16:creationId xmlns:a16="http://schemas.microsoft.com/office/drawing/2014/main" id="{A66FCDE9-C7B7-418A-89A1-2EF214B0B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968170"/>
            <a:ext cx="609600" cy="2286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41" name="Rectangle 39">
            <a:extLst>
              <a:ext uri="{FF2B5EF4-FFF2-40B4-BE49-F238E27FC236}">
                <a16:creationId xmlns:a16="http://schemas.microsoft.com/office/drawing/2014/main" id="{82010244-4170-42F0-8F5D-164F5BD2E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968170"/>
            <a:ext cx="609600" cy="228600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42" name="Rectangle 40">
            <a:extLst>
              <a:ext uri="{FF2B5EF4-FFF2-40B4-BE49-F238E27FC236}">
                <a16:creationId xmlns:a16="http://schemas.microsoft.com/office/drawing/2014/main" id="{ECD0CF49-FCCF-4871-BD23-BDA989217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4968170"/>
            <a:ext cx="609600" cy="228600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43" name="Rectangle 41">
            <a:extLst>
              <a:ext uri="{FF2B5EF4-FFF2-40B4-BE49-F238E27FC236}">
                <a16:creationId xmlns:a16="http://schemas.microsoft.com/office/drawing/2014/main" id="{6E74314E-4B0D-40B2-BD8A-83B719B01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4968170"/>
            <a:ext cx="609600" cy="228600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44" name="Rectangle 42">
            <a:extLst>
              <a:ext uri="{FF2B5EF4-FFF2-40B4-BE49-F238E27FC236}">
                <a16:creationId xmlns:a16="http://schemas.microsoft.com/office/drawing/2014/main" id="{ECC6CD89-8A6E-4F2B-93C6-7894E0A9F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00" y="4968170"/>
            <a:ext cx="609600" cy="228600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grpSp>
        <p:nvGrpSpPr>
          <p:cNvPr id="45" name="Group 49">
            <a:extLst>
              <a:ext uri="{FF2B5EF4-FFF2-40B4-BE49-F238E27FC236}">
                <a16:creationId xmlns:a16="http://schemas.microsoft.com/office/drawing/2014/main" id="{51095B22-3852-483D-AB17-85ED3DF53B7D}"/>
              </a:ext>
            </a:extLst>
          </p:cNvPr>
          <p:cNvGrpSpPr/>
          <p:nvPr/>
        </p:nvGrpSpPr>
        <p:grpSpPr>
          <a:xfrm>
            <a:off x="7848600" y="3139370"/>
            <a:ext cx="2209800" cy="152400"/>
            <a:chOff x="3168" y="1584"/>
            <a:chExt cx="2304" cy="144"/>
          </a:xfrm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46" name="Rectangle 43">
              <a:extLst>
                <a:ext uri="{FF2B5EF4-FFF2-40B4-BE49-F238E27FC236}">
                  <a16:creationId xmlns:a16="http://schemas.microsoft.com/office/drawing/2014/main" id="{CBA262BA-386A-4370-8D28-F251BD751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1584"/>
              <a:ext cx="384" cy="144"/>
            </a:xfrm>
            <a:prstGeom prst="rect">
              <a:avLst/>
            </a:prstGeom>
            <a:solidFill>
              <a:srgbClr val="800080"/>
            </a:solidFill>
            <a:ln w="9525">
              <a:solidFill>
                <a:schemeClr val="tx1"/>
              </a:solidFill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Gill Sans MT" pitchFamily="34" charset="0"/>
              </a:endParaRPr>
            </a:p>
          </p:txBody>
        </p:sp>
        <p:sp>
          <p:nvSpPr>
            <p:cNvPr id="47" name="Rectangle 44">
              <a:extLst>
                <a:ext uri="{FF2B5EF4-FFF2-40B4-BE49-F238E27FC236}">
                  <a16:creationId xmlns:a16="http://schemas.microsoft.com/office/drawing/2014/main" id="{FF0FDEBE-F9E4-471D-91EB-ACA42B8868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1584"/>
              <a:ext cx="384" cy="144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Gill Sans MT" pitchFamily="34" charset="0"/>
              </a:endParaRPr>
            </a:p>
          </p:txBody>
        </p:sp>
        <p:sp>
          <p:nvSpPr>
            <p:cNvPr id="48" name="Rectangle 45">
              <a:extLst>
                <a:ext uri="{FF2B5EF4-FFF2-40B4-BE49-F238E27FC236}">
                  <a16:creationId xmlns:a16="http://schemas.microsoft.com/office/drawing/2014/main" id="{0E13166B-7BCC-4F3D-B5B0-E3F8CDD6DB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584"/>
              <a:ext cx="384" cy="144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Gill Sans MT" pitchFamily="34" charset="0"/>
              </a:endParaRPr>
            </a:p>
          </p:txBody>
        </p:sp>
        <p:sp>
          <p:nvSpPr>
            <p:cNvPr id="49" name="Rectangle 46">
              <a:extLst>
                <a:ext uri="{FF2B5EF4-FFF2-40B4-BE49-F238E27FC236}">
                  <a16:creationId xmlns:a16="http://schemas.microsoft.com/office/drawing/2014/main" id="{5A98F83B-6EE8-4D0C-9F97-A3262F799F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1584"/>
              <a:ext cx="384" cy="144"/>
            </a:xfrm>
            <a:prstGeom prst="rect">
              <a:avLst/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Gill Sans MT" pitchFamily="34" charset="0"/>
              </a:endParaRPr>
            </a:p>
          </p:txBody>
        </p:sp>
        <p:sp>
          <p:nvSpPr>
            <p:cNvPr id="50" name="Rectangle 47">
              <a:extLst>
                <a:ext uri="{FF2B5EF4-FFF2-40B4-BE49-F238E27FC236}">
                  <a16:creationId xmlns:a16="http://schemas.microsoft.com/office/drawing/2014/main" id="{25469070-7C8C-4C11-B3C3-E18E4A974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584"/>
              <a:ext cx="384" cy="144"/>
            </a:xfrm>
            <a:prstGeom prst="rect">
              <a:avLst/>
            </a:prstGeom>
            <a:solidFill>
              <a:srgbClr val="808000"/>
            </a:solidFill>
            <a:ln w="9525">
              <a:solidFill>
                <a:schemeClr val="tx1"/>
              </a:solidFill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Gill Sans MT" pitchFamily="34" charset="0"/>
              </a:endParaRPr>
            </a:p>
          </p:txBody>
        </p:sp>
        <p:sp>
          <p:nvSpPr>
            <p:cNvPr id="51" name="Rectangle 48">
              <a:extLst>
                <a:ext uri="{FF2B5EF4-FFF2-40B4-BE49-F238E27FC236}">
                  <a16:creationId xmlns:a16="http://schemas.microsoft.com/office/drawing/2014/main" id="{44671E4B-64DB-4E9E-BCA3-AEF4CEBC80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1584"/>
              <a:ext cx="384" cy="144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  <a:latin typeface="Gill Sans MT" pitchFamily="34" charset="0"/>
              </a:endParaRPr>
            </a:p>
          </p:txBody>
        </p:sp>
      </p:grpSp>
      <p:sp>
        <p:nvSpPr>
          <p:cNvPr id="52" name="Line 50">
            <a:extLst>
              <a:ext uri="{FF2B5EF4-FFF2-40B4-BE49-F238E27FC236}">
                <a16:creationId xmlns:a16="http://schemas.microsoft.com/office/drawing/2014/main" id="{A0A959AA-2E3C-4687-B867-9E46E8BC88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95600" y="3672770"/>
            <a:ext cx="0" cy="1905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53" name="Line 51">
            <a:extLst>
              <a:ext uri="{FF2B5EF4-FFF2-40B4-BE49-F238E27FC236}">
                <a16:creationId xmlns:a16="http://schemas.microsoft.com/office/drawing/2014/main" id="{B48A65FE-2A0D-4473-885A-080D7B5D27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95600" y="5577770"/>
            <a:ext cx="7315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54" name="Line 52">
            <a:extLst>
              <a:ext uri="{FF2B5EF4-FFF2-40B4-BE49-F238E27FC236}">
                <a16:creationId xmlns:a16="http://schemas.microsoft.com/office/drawing/2014/main" id="{85102C45-AC34-4950-8CCF-666E2132D1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3200" y="382517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55" name="Text Box 53">
            <a:extLst>
              <a:ext uri="{FF2B5EF4-FFF2-40B4-BE49-F238E27FC236}">
                <a16:creationId xmlns:a16="http://schemas.microsoft.com/office/drawing/2014/main" id="{8CC3550A-1187-4914-97F9-1EF36A04F7B7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1901767" y="3895305"/>
            <a:ext cx="800219" cy="132023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eaVert"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Successive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Instructions</a:t>
            </a:r>
          </a:p>
        </p:txBody>
      </p:sp>
      <p:sp>
        <p:nvSpPr>
          <p:cNvPr id="56" name="Line 54">
            <a:extLst>
              <a:ext uri="{FF2B5EF4-FFF2-40B4-BE49-F238E27FC236}">
                <a16:creationId xmlns:a16="http://schemas.microsoft.com/office/drawing/2014/main" id="{45C9952D-7AAF-4C73-88C3-272221E5E3B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5938579"/>
            <a:ext cx="731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57" name="Rectangle 55">
            <a:extLst>
              <a:ext uri="{FF2B5EF4-FFF2-40B4-BE49-F238E27FC236}">
                <a16:creationId xmlns:a16="http://schemas.microsoft.com/office/drawing/2014/main" id="{85242E54-465C-49F9-A63F-715A17577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5196770"/>
            <a:ext cx="609600" cy="228600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58" name="Rectangle 56">
            <a:extLst>
              <a:ext uri="{FF2B5EF4-FFF2-40B4-BE49-F238E27FC236}">
                <a16:creationId xmlns:a16="http://schemas.microsoft.com/office/drawing/2014/main" id="{3D6C0A4C-C07E-41A2-A65A-73F0916B2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5196770"/>
            <a:ext cx="609600" cy="228600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59" name="Rectangle 57">
            <a:extLst>
              <a:ext uri="{FF2B5EF4-FFF2-40B4-BE49-F238E27FC236}">
                <a16:creationId xmlns:a16="http://schemas.microsoft.com/office/drawing/2014/main" id="{C9D56AD3-EDB4-40DD-899E-11A3E684B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5196770"/>
            <a:ext cx="609600" cy="228600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0" name="Rectangle 58">
            <a:extLst>
              <a:ext uri="{FF2B5EF4-FFF2-40B4-BE49-F238E27FC236}">
                <a16:creationId xmlns:a16="http://schemas.microsoft.com/office/drawing/2014/main" id="{7D2D7839-9689-4B7E-964E-2B41A5ABA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5196770"/>
            <a:ext cx="609600" cy="228600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1" name="Rectangle 59">
            <a:extLst>
              <a:ext uri="{FF2B5EF4-FFF2-40B4-BE49-F238E27FC236}">
                <a16:creationId xmlns:a16="http://schemas.microsoft.com/office/drawing/2014/main" id="{8D0531B2-30D7-47D4-BBD0-45EEF5E76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00" y="5196770"/>
            <a:ext cx="609600" cy="228600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2" name="Rectangle 60">
            <a:extLst>
              <a:ext uri="{FF2B5EF4-FFF2-40B4-BE49-F238E27FC236}">
                <a16:creationId xmlns:a16="http://schemas.microsoft.com/office/drawing/2014/main" id="{DE105E30-8F52-424F-ACA0-91282E3DB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1200" y="5196770"/>
            <a:ext cx="609600" cy="228600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3" name="Text Box 61">
            <a:extLst>
              <a:ext uri="{FF2B5EF4-FFF2-40B4-BE49-F238E27FC236}">
                <a16:creationId xmlns:a16="http://schemas.microsoft.com/office/drawing/2014/main" id="{6B33E317-703C-413B-ACA9-7D06E73CA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725" y="5909210"/>
            <a:ext cx="165782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Time in cycles</a:t>
            </a:r>
          </a:p>
        </p:txBody>
      </p:sp>
      <p:sp>
        <p:nvSpPr>
          <p:cNvPr id="64" name="Line 62">
            <a:extLst>
              <a:ext uri="{FF2B5EF4-FFF2-40B4-BE49-F238E27FC236}">
                <a16:creationId xmlns:a16="http://schemas.microsoft.com/office/drawing/2014/main" id="{885A6A84-0ECA-4BA5-BE06-DAD1AA468F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5" name="Line 63">
            <a:extLst>
              <a:ext uri="{FF2B5EF4-FFF2-40B4-BE49-F238E27FC236}">
                <a16:creationId xmlns:a16="http://schemas.microsoft.com/office/drawing/2014/main" id="{5B96EB2E-E17B-48A3-AB29-CF60D7075E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6" name="Line 64">
            <a:extLst>
              <a:ext uri="{FF2B5EF4-FFF2-40B4-BE49-F238E27FC236}">
                <a16:creationId xmlns:a16="http://schemas.microsoft.com/office/drawing/2014/main" id="{7CF77FE2-5367-4ED6-B550-D41F1131F4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44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7" name="Line 65">
            <a:extLst>
              <a:ext uri="{FF2B5EF4-FFF2-40B4-BE49-F238E27FC236}">
                <a16:creationId xmlns:a16="http://schemas.microsoft.com/office/drawing/2014/main" id="{1296D174-D74E-4D99-8124-B5FD5EB5A2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40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8" name="Line 66">
            <a:extLst>
              <a:ext uri="{FF2B5EF4-FFF2-40B4-BE49-F238E27FC236}">
                <a16:creationId xmlns:a16="http://schemas.microsoft.com/office/drawing/2014/main" id="{E052F070-87C5-4FAD-84A3-9CE0349900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436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9" name="Line 67">
            <a:extLst>
              <a:ext uri="{FF2B5EF4-FFF2-40B4-BE49-F238E27FC236}">
                <a16:creationId xmlns:a16="http://schemas.microsoft.com/office/drawing/2014/main" id="{64E93663-731F-4DAA-97E8-A1FC4CCC28C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32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70" name="Line 68">
            <a:extLst>
              <a:ext uri="{FF2B5EF4-FFF2-40B4-BE49-F238E27FC236}">
                <a16:creationId xmlns:a16="http://schemas.microsoft.com/office/drawing/2014/main" id="{6D432F54-D042-44CF-B19D-7FCB58E56C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628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71" name="Line 69">
            <a:extLst>
              <a:ext uri="{FF2B5EF4-FFF2-40B4-BE49-F238E27FC236}">
                <a16:creationId xmlns:a16="http://schemas.microsoft.com/office/drawing/2014/main" id="{EEFE4B6A-95F1-4822-8747-FA97A8F51F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724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72" name="Line 70">
            <a:extLst>
              <a:ext uri="{FF2B5EF4-FFF2-40B4-BE49-F238E27FC236}">
                <a16:creationId xmlns:a16="http://schemas.microsoft.com/office/drawing/2014/main" id="{72B21B7F-12C2-4BAD-81C7-FCB81307817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820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73" name="Line 71">
            <a:extLst>
              <a:ext uri="{FF2B5EF4-FFF2-40B4-BE49-F238E27FC236}">
                <a16:creationId xmlns:a16="http://schemas.microsoft.com/office/drawing/2014/main" id="{73E46B4F-BA6C-4555-99FF-E4A8EF5197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9916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74" name="Line 72">
            <a:extLst>
              <a:ext uri="{FF2B5EF4-FFF2-40B4-BE49-F238E27FC236}">
                <a16:creationId xmlns:a16="http://schemas.microsoft.com/office/drawing/2014/main" id="{3A1949CF-75CC-4DED-A586-74D40CC3AA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6012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75" name="Text Box 73">
            <a:extLst>
              <a:ext uri="{FF2B5EF4-FFF2-40B4-BE49-F238E27FC236}">
                <a16:creationId xmlns:a16="http://schemas.microsoft.com/office/drawing/2014/main" id="{EBE83FA5-CE5C-41FB-BABF-107C84539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1</a:t>
            </a:r>
          </a:p>
        </p:txBody>
      </p:sp>
      <p:sp>
        <p:nvSpPr>
          <p:cNvPr id="76" name="Text Box 74">
            <a:extLst>
              <a:ext uri="{FF2B5EF4-FFF2-40B4-BE49-F238E27FC236}">
                <a16:creationId xmlns:a16="http://schemas.microsoft.com/office/drawing/2014/main" id="{5AD721AF-1961-4445-A595-168C9B090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2</a:t>
            </a:r>
          </a:p>
        </p:txBody>
      </p:sp>
      <p:sp>
        <p:nvSpPr>
          <p:cNvPr id="77" name="Text Box 75">
            <a:extLst>
              <a:ext uri="{FF2B5EF4-FFF2-40B4-BE49-F238E27FC236}">
                <a16:creationId xmlns:a16="http://schemas.microsoft.com/office/drawing/2014/main" id="{47AE3E65-1FE4-4651-B69F-C4113ED1D4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3</a:t>
            </a:r>
          </a:p>
        </p:txBody>
      </p:sp>
      <p:sp>
        <p:nvSpPr>
          <p:cNvPr id="78" name="Text Box 76">
            <a:extLst>
              <a:ext uri="{FF2B5EF4-FFF2-40B4-BE49-F238E27FC236}">
                <a16:creationId xmlns:a16="http://schemas.microsoft.com/office/drawing/2014/main" id="{B7EC029D-3CFF-4E87-982A-5E1CA1E5B8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855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4</a:t>
            </a:r>
          </a:p>
        </p:txBody>
      </p:sp>
      <p:sp>
        <p:nvSpPr>
          <p:cNvPr id="79" name="Text Box 77">
            <a:extLst>
              <a:ext uri="{FF2B5EF4-FFF2-40B4-BE49-F238E27FC236}">
                <a16:creationId xmlns:a16="http://schemas.microsoft.com/office/drawing/2014/main" id="{5336D074-E38D-421B-A6B7-B9DE84284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5</a:t>
            </a:r>
          </a:p>
        </p:txBody>
      </p:sp>
      <p:sp>
        <p:nvSpPr>
          <p:cNvPr id="80" name="Text Box 78">
            <a:extLst>
              <a:ext uri="{FF2B5EF4-FFF2-40B4-BE49-F238E27FC236}">
                <a16:creationId xmlns:a16="http://schemas.microsoft.com/office/drawing/2014/main" id="{BA42F401-6753-43B2-88F5-5DFC49E58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6</a:t>
            </a:r>
          </a:p>
        </p:txBody>
      </p:sp>
      <p:sp>
        <p:nvSpPr>
          <p:cNvPr id="81" name="Text Box 79">
            <a:extLst>
              <a:ext uri="{FF2B5EF4-FFF2-40B4-BE49-F238E27FC236}">
                <a16:creationId xmlns:a16="http://schemas.microsoft.com/office/drawing/2014/main" id="{A6097660-9357-45C1-AA36-D9747359E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7</a:t>
            </a:r>
          </a:p>
        </p:txBody>
      </p:sp>
      <p:sp>
        <p:nvSpPr>
          <p:cNvPr id="82" name="Text Box 80">
            <a:extLst>
              <a:ext uri="{FF2B5EF4-FFF2-40B4-BE49-F238E27FC236}">
                <a16:creationId xmlns:a16="http://schemas.microsoft.com/office/drawing/2014/main" id="{B68C9F18-51E9-4BD5-A410-67D9A3C9F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8</a:t>
            </a:r>
          </a:p>
        </p:txBody>
      </p:sp>
      <p:sp>
        <p:nvSpPr>
          <p:cNvPr id="83" name="Text Box 81">
            <a:extLst>
              <a:ext uri="{FF2B5EF4-FFF2-40B4-BE49-F238E27FC236}">
                <a16:creationId xmlns:a16="http://schemas.microsoft.com/office/drawing/2014/main" id="{54D40579-9A92-4BCD-86B9-2A79C5383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9</a:t>
            </a:r>
          </a:p>
        </p:txBody>
      </p:sp>
      <p:sp>
        <p:nvSpPr>
          <p:cNvPr id="84" name="Text Box 82">
            <a:extLst>
              <a:ext uri="{FF2B5EF4-FFF2-40B4-BE49-F238E27FC236}">
                <a16:creationId xmlns:a16="http://schemas.microsoft.com/office/drawing/2014/main" id="{9AC2B387-0CF5-4DC0-B3ED-2DB574050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5577770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10</a:t>
            </a:r>
          </a:p>
        </p:txBody>
      </p:sp>
      <p:sp>
        <p:nvSpPr>
          <p:cNvPr id="85" name="Text Box 83">
            <a:extLst>
              <a:ext uri="{FF2B5EF4-FFF2-40B4-BE49-F238E27FC236}">
                <a16:creationId xmlns:a16="http://schemas.microsoft.com/office/drawing/2014/main" id="{F552F84D-1A20-4DBD-9636-BE2828E5DB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5577770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11</a:t>
            </a:r>
          </a:p>
        </p:txBody>
      </p:sp>
      <p:sp>
        <p:nvSpPr>
          <p:cNvPr id="86" name="Text Box 84">
            <a:extLst>
              <a:ext uri="{FF2B5EF4-FFF2-40B4-BE49-F238E27FC236}">
                <a16:creationId xmlns:a16="http://schemas.microsoft.com/office/drawing/2014/main" id="{A266CF64-3CF5-420D-8339-D80B2DEF5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3600" y="5577770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12</a:t>
            </a:r>
          </a:p>
        </p:txBody>
      </p:sp>
      <p:sp>
        <p:nvSpPr>
          <p:cNvPr id="87" name="AutoShape 85">
            <a:extLst>
              <a:ext uri="{FF2B5EF4-FFF2-40B4-BE49-F238E27FC236}">
                <a16:creationId xmlns:a16="http://schemas.microsoft.com/office/drawing/2014/main" id="{E4330864-AC7E-414F-8A8F-9DA617646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748970"/>
            <a:ext cx="762000" cy="15240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88" name="Text Box 86">
            <a:extLst>
              <a:ext uri="{FF2B5EF4-FFF2-40B4-BE49-F238E27FC236}">
                <a16:creationId xmlns:a16="http://schemas.microsoft.com/office/drawing/2014/main" id="{0CE7D05E-73FF-4FAC-8A81-25FF19681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3367970"/>
            <a:ext cx="3821752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FF"/>
                </a:solidFill>
                <a:latin typeface="Gill Sans MT" pitchFamily="34" charset="0"/>
              </a:rPr>
              <a:t>D</a:t>
            </a: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 different instructions overlapped</a:t>
            </a:r>
          </a:p>
        </p:txBody>
      </p:sp>
    </p:spTree>
    <p:extLst>
      <p:ext uri="{BB962C8B-B14F-4D97-AF65-F5344CB8AC3E}">
        <p14:creationId xmlns:p14="http://schemas.microsoft.com/office/powerpoint/2010/main" val="861480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B613C-78D9-475C-BEA0-792A9C38C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Superscalar Processor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8E9032-EAB4-4FB6-920E-3AFC17696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22</a:t>
            </a:fld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9037468-B638-423F-B9DB-2B995160DA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543792"/>
            <a:ext cx="10515600" cy="4633171"/>
          </a:xfrm>
        </p:spPr>
        <p:txBody>
          <a:bodyPr/>
          <a:lstStyle/>
          <a:p>
            <a:r>
              <a:rPr lang="en-US" dirty="0"/>
              <a:t>Superscalar (pipelined) Execution</a:t>
            </a:r>
          </a:p>
          <a:p>
            <a:pPr lvl="1"/>
            <a:r>
              <a:rPr lang="en-US" dirty="0"/>
              <a:t>Instruction parallelism = D x N</a:t>
            </a:r>
          </a:p>
          <a:p>
            <a:pPr lvl="1"/>
            <a:r>
              <a:rPr lang="en-US" dirty="0"/>
              <a:t>Peak IPC = N per cycle</a:t>
            </a:r>
          </a:p>
        </p:txBody>
      </p:sp>
      <p:sp>
        <p:nvSpPr>
          <p:cNvPr id="7" name="Line 43">
            <a:extLst>
              <a:ext uri="{FF2B5EF4-FFF2-40B4-BE49-F238E27FC236}">
                <a16:creationId xmlns:a16="http://schemas.microsoft.com/office/drawing/2014/main" id="{50EC039B-B004-4901-B065-D99E8BD104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95600" y="5577770"/>
            <a:ext cx="7315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8" name="Text Box 45">
            <a:extLst>
              <a:ext uri="{FF2B5EF4-FFF2-40B4-BE49-F238E27FC236}">
                <a16:creationId xmlns:a16="http://schemas.microsoft.com/office/drawing/2014/main" id="{9C9B63CE-CF33-477E-95E6-6A20D7372CEA}"/>
              </a:ext>
            </a:extLst>
          </p:cNvPr>
          <p:cNvSpPr txBox="1">
            <a:spLocks noChangeArrowheads="1"/>
          </p:cNvSpPr>
          <p:nvPr/>
        </p:nvSpPr>
        <p:spPr bwMode="auto">
          <a:xfrm rot="10800000">
            <a:off x="1901767" y="3895305"/>
            <a:ext cx="800219" cy="132023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eaVert"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Successive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Instructions</a:t>
            </a:r>
          </a:p>
        </p:txBody>
      </p:sp>
      <p:sp>
        <p:nvSpPr>
          <p:cNvPr id="9" name="Line 46">
            <a:extLst>
              <a:ext uri="{FF2B5EF4-FFF2-40B4-BE49-F238E27FC236}">
                <a16:creationId xmlns:a16="http://schemas.microsoft.com/office/drawing/2014/main" id="{10DC999D-7E3E-4B6B-B214-356571ACBCF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5938579"/>
            <a:ext cx="731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0" name="Text Box 53">
            <a:extLst>
              <a:ext uri="{FF2B5EF4-FFF2-40B4-BE49-F238E27FC236}">
                <a16:creationId xmlns:a16="http://schemas.microsoft.com/office/drawing/2014/main" id="{5F271A55-1690-4842-A168-F1285A3AB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725" y="5909210"/>
            <a:ext cx="165782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Time in cycles</a:t>
            </a:r>
          </a:p>
        </p:txBody>
      </p:sp>
      <p:sp>
        <p:nvSpPr>
          <p:cNvPr id="11" name="Line 54">
            <a:extLst>
              <a:ext uri="{FF2B5EF4-FFF2-40B4-BE49-F238E27FC236}">
                <a16:creationId xmlns:a16="http://schemas.microsoft.com/office/drawing/2014/main" id="{790AA23B-ED0C-4051-A27C-E033AA2732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2" name="Line 55">
            <a:extLst>
              <a:ext uri="{FF2B5EF4-FFF2-40B4-BE49-F238E27FC236}">
                <a16:creationId xmlns:a16="http://schemas.microsoft.com/office/drawing/2014/main" id="{891F9D44-7689-47F3-8F94-CF10B33FB3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3" name="Line 56">
            <a:extLst>
              <a:ext uri="{FF2B5EF4-FFF2-40B4-BE49-F238E27FC236}">
                <a16:creationId xmlns:a16="http://schemas.microsoft.com/office/drawing/2014/main" id="{387F7FF8-9AF3-4FD9-8E79-9C43AA6383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44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4" name="Line 57">
            <a:extLst>
              <a:ext uri="{FF2B5EF4-FFF2-40B4-BE49-F238E27FC236}">
                <a16:creationId xmlns:a16="http://schemas.microsoft.com/office/drawing/2014/main" id="{D6936BA7-E0C3-4267-AE67-5DE98298BA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40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5" name="Line 58">
            <a:extLst>
              <a:ext uri="{FF2B5EF4-FFF2-40B4-BE49-F238E27FC236}">
                <a16:creationId xmlns:a16="http://schemas.microsoft.com/office/drawing/2014/main" id="{6DFD9BE0-78CA-45F0-86CB-79B1931B06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436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6" name="Line 59">
            <a:extLst>
              <a:ext uri="{FF2B5EF4-FFF2-40B4-BE49-F238E27FC236}">
                <a16:creationId xmlns:a16="http://schemas.microsoft.com/office/drawing/2014/main" id="{F47DD043-FB82-471D-B111-FF7BC35EB1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32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7" name="Line 60">
            <a:extLst>
              <a:ext uri="{FF2B5EF4-FFF2-40B4-BE49-F238E27FC236}">
                <a16:creationId xmlns:a16="http://schemas.microsoft.com/office/drawing/2014/main" id="{0E5F617E-A859-4ACB-BC43-25FB891B61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628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8" name="Line 61">
            <a:extLst>
              <a:ext uri="{FF2B5EF4-FFF2-40B4-BE49-F238E27FC236}">
                <a16:creationId xmlns:a16="http://schemas.microsoft.com/office/drawing/2014/main" id="{A409E9C3-A502-42EB-AF50-8621673CF1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724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9" name="Line 62">
            <a:extLst>
              <a:ext uri="{FF2B5EF4-FFF2-40B4-BE49-F238E27FC236}">
                <a16:creationId xmlns:a16="http://schemas.microsoft.com/office/drawing/2014/main" id="{4D2799B0-80E5-4EA6-B3D6-F809F462F0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820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20" name="Line 63">
            <a:extLst>
              <a:ext uri="{FF2B5EF4-FFF2-40B4-BE49-F238E27FC236}">
                <a16:creationId xmlns:a16="http://schemas.microsoft.com/office/drawing/2014/main" id="{CC6FA29D-0D4B-4ABF-AE0B-DA2044CB90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9916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21" name="Line 64">
            <a:extLst>
              <a:ext uri="{FF2B5EF4-FFF2-40B4-BE49-F238E27FC236}">
                <a16:creationId xmlns:a16="http://schemas.microsoft.com/office/drawing/2014/main" id="{BBB409F7-DB85-4EFC-95C3-6E72D2CB00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601200" y="550157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22" name="Text Box 65">
            <a:extLst>
              <a:ext uri="{FF2B5EF4-FFF2-40B4-BE49-F238E27FC236}">
                <a16:creationId xmlns:a16="http://schemas.microsoft.com/office/drawing/2014/main" id="{39E8B6B6-4F05-41C6-9291-15433DB84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1</a:t>
            </a:r>
          </a:p>
        </p:txBody>
      </p:sp>
      <p:sp>
        <p:nvSpPr>
          <p:cNvPr id="23" name="Text Box 66">
            <a:extLst>
              <a:ext uri="{FF2B5EF4-FFF2-40B4-BE49-F238E27FC236}">
                <a16:creationId xmlns:a16="http://schemas.microsoft.com/office/drawing/2014/main" id="{A2F807C0-01F3-48EB-9103-1FA8E03CD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2</a:t>
            </a:r>
          </a:p>
        </p:txBody>
      </p:sp>
      <p:sp>
        <p:nvSpPr>
          <p:cNvPr id="24" name="Text Box 67">
            <a:extLst>
              <a:ext uri="{FF2B5EF4-FFF2-40B4-BE49-F238E27FC236}">
                <a16:creationId xmlns:a16="http://schemas.microsoft.com/office/drawing/2014/main" id="{588E011F-B4E0-4028-BDDD-5C7928F1F3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3</a:t>
            </a:r>
          </a:p>
        </p:txBody>
      </p:sp>
      <p:sp>
        <p:nvSpPr>
          <p:cNvPr id="25" name="Text Box 68">
            <a:extLst>
              <a:ext uri="{FF2B5EF4-FFF2-40B4-BE49-F238E27FC236}">
                <a16:creationId xmlns:a16="http://schemas.microsoft.com/office/drawing/2014/main" id="{DDB9FC9C-18F1-43ED-8048-6176BE45E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855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4</a:t>
            </a:r>
          </a:p>
        </p:txBody>
      </p:sp>
      <p:sp>
        <p:nvSpPr>
          <p:cNvPr id="26" name="Text Box 69">
            <a:extLst>
              <a:ext uri="{FF2B5EF4-FFF2-40B4-BE49-F238E27FC236}">
                <a16:creationId xmlns:a16="http://schemas.microsoft.com/office/drawing/2014/main" id="{9C9C5905-3964-48EA-B4C0-CE15F9539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5</a:t>
            </a:r>
          </a:p>
        </p:txBody>
      </p:sp>
      <p:sp>
        <p:nvSpPr>
          <p:cNvPr id="27" name="Text Box 70">
            <a:extLst>
              <a:ext uri="{FF2B5EF4-FFF2-40B4-BE49-F238E27FC236}">
                <a16:creationId xmlns:a16="http://schemas.microsoft.com/office/drawing/2014/main" id="{F0E53278-BC5A-4CB2-8EB5-3E0663131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6</a:t>
            </a:r>
          </a:p>
        </p:txBody>
      </p:sp>
      <p:sp>
        <p:nvSpPr>
          <p:cNvPr id="28" name="Text Box 71">
            <a:extLst>
              <a:ext uri="{FF2B5EF4-FFF2-40B4-BE49-F238E27FC236}">
                <a16:creationId xmlns:a16="http://schemas.microsoft.com/office/drawing/2014/main" id="{16B31349-B244-4DF6-A3CC-6430EA0038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7</a:t>
            </a:r>
          </a:p>
        </p:txBody>
      </p:sp>
      <p:sp>
        <p:nvSpPr>
          <p:cNvPr id="29" name="Text Box 72">
            <a:extLst>
              <a:ext uri="{FF2B5EF4-FFF2-40B4-BE49-F238E27FC236}">
                <a16:creationId xmlns:a16="http://schemas.microsoft.com/office/drawing/2014/main" id="{65A58992-B18C-40D7-8050-7FDC6768A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8</a:t>
            </a:r>
          </a:p>
        </p:txBody>
      </p:sp>
      <p:sp>
        <p:nvSpPr>
          <p:cNvPr id="30" name="Text Box 73">
            <a:extLst>
              <a:ext uri="{FF2B5EF4-FFF2-40B4-BE49-F238E27FC236}">
                <a16:creationId xmlns:a16="http://schemas.microsoft.com/office/drawing/2014/main" id="{14D084DB-678B-4284-ABB5-BBCA6F02B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5577770"/>
            <a:ext cx="31290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9</a:t>
            </a:r>
          </a:p>
        </p:txBody>
      </p:sp>
      <p:sp>
        <p:nvSpPr>
          <p:cNvPr id="31" name="Text Box 74">
            <a:extLst>
              <a:ext uri="{FF2B5EF4-FFF2-40B4-BE49-F238E27FC236}">
                <a16:creationId xmlns:a16="http://schemas.microsoft.com/office/drawing/2014/main" id="{AF57A39A-5784-4694-9E8F-9ECC9ADFB8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5577770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10</a:t>
            </a:r>
          </a:p>
        </p:txBody>
      </p:sp>
      <p:sp>
        <p:nvSpPr>
          <p:cNvPr id="32" name="Text Box 75">
            <a:extLst>
              <a:ext uri="{FF2B5EF4-FFF2-40B4-BE49-F238E27FC236}">
                <a16:creationId xmlns:a16="http://schemas.microsoft.com/office/drawing/2014/main" id="{19FC5E28-BE75-4A9C-BF32-210BFDD73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5577770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11</a:t>
            </a:r>
          </a:p>
        </p:txBody>
      </p:sp>
      <p:sp>
        <p:nvSpPr>
          <p:cNvPr id="33" name="Text Box 76">
            <a:extLst>
              <a:ext uri="{FF2B5EF4-FFF2-40B4-BE49-F238E27FC236}">
                <a16:creationId xmlns:a16="http://schemas.microsoft.com/office/drawing/2014/main" id="{DB819C36-8F32-413E-9E01-76D28E3FF2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53600" y="5577770"/>
            <a:ext cx="441146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12</a:t>
            </a:r>
          </a:p>
        </p:txBody>
      </p:sp>
      <p:sp>
        <p:nvSpPr>
          <p:cNvPr id="34" name="Text Box 5">
            <a:extLst>
              <a:ext uri="{FF2B5EF4-FFF2-40B4-BE49-F238E27FC236}">
                <a16:creationId xmlns:a16="http://schemas.microsoft.com/office/drawing/2014/main" id="{56EC3E57-F143-4D24-84C1-619E416D8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5301" y="3734316"/>
            <a:ext cx="385041" cy="40011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FF"/>
                </a:solidFill>
                <a:latin typeface="Gill Sans MT" pitchFamily="34" charset="0"/>
              </a:rPr>
              <a:t>N</a:t>
            </a:r>
          </a:p>
        </p:txBody>
      </p:sp>
      <p:sp>
        <p:nvSpPr>
          <p:cNvPr id="35" name="AutoShape 6">
            <a:extLst>
              <a:ext uri="{FF2B5EF4-FFF2-40B4-BE49-F238E27FC236}">
                <a16:creationId xmlns:a16="http://schemas.microsoft.com/office/drawing/2014/main" id="{08CCC477-D232-473F-9F5F-BEA83451DBF1}"/>
              </a:ext>
            </a:extLst>
          </p:cNvPr>
          <p:cNvSpPr/>
          <p:nvPr/>
        </p:nvSpPr>
        <p:spPr bwMode="auto">
          <a:xfrm>
            <a:off x="6705600" y="3793495"/>
            <a:ext cx="139700" cy="236716"/>
          </a:xfrm>
          <a:prstGeom prst="rightBrace">
            <a:avLst>
              <a:gd name="adj1" fmla="val 18182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36" name="Rectangle 7">
            <a:extLst>
              <a:ext uri="{FF2B5EF4-FFF2-40B4-BE49-F238E27FC236}">
                <a16:creationId xmlns:a16="http://schemas.microsoft.com/office/drawing/2014/main" id="{4C2AC39B-E72B-484F-ADB8-582EE4B7E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793495"/>
            <a:ext cx="609600" cy="118358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37" name="Rectangle 8">
            <a:extLst>
              <a:ext uri="{FF2B5EF4-FFF2-40B4-BE49-F238E27FC236}">
                <a16:creationId xmlns:a16="http://schemas.microsoft.com/office/drawing/2014/main" id="{37271E07-1B32-4A89-AB6F-1C651A8C1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793495"/>
            <a:ext cx="609600" cy="118358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38" name="Rectangle 9">
            <a:extLst>
              <a:ext uri="{FF2B5EF4-FFF2-40B4-BE49-F238E27FC236}">
                <a16:creationId xmlns:a16="http://schemas.microsoft.com/office/drawing/2014/main" id="{239D6D33-680D-4686-AE73-1DFF06AF6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793495"/>
            <a:ext cx="609600" cy="118358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39" name="Rectangle 10">
            <a:extLst>
              <a:ext uri="{FF2B5EF4-FFF2-40B4-BE49-F238E27FC236}">
                <a16:creationId xmlns:a16="http://schemas.microsoft.com/office/drawing/2014/main" id="{3320BBDC-9389-4D85-80F3-64ACC51B4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3793495"/>
            <a:ext cx="609600" cy="118358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40" name="Rectangle 11">
            <a:extLst>
              <a:ext uri="{FF2B5EF4-FFF2-40B4-BE49-F238E27FC236}">
                <a16:creationId xmlns:a16="http://schemas.microsoft.com/office/drawing/2014/main" id="{03D6B049-4F92-48BF-9C25-445FFEDB1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793495"/>
            <a:ext cx="609600" cy="118358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41" name="Rectangle 12">
            <a:extLst>
              <a:ext uri="{FF2B5EF4-FFF2-40B4-BE49-F238E27FC236}">
                <a16:creationId xmlns:a16="http://schemas.microsoft.com/office/drawing/2014/main" id="{B999B40C-A6AE-49F3-8141-E1EC5120E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793495"/>
            <a:ext cx="609600" cy="118358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42" name="Rectangle 90">
            <a:extLst>
              <a:ext uri="{FF2B5EF4-FFF2-40B4-BE49-F238E27FC236}">
                <a16:creationId xmlns:a16="http://schemas.microsoft.com/office/drawing/2014/main" id="{0A9B377E-8BB7-4C7B-963A-63B23A63D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911853"/>
            <a:ext cx="609600" cy="118358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43" name="Rectangle 91">
            <a:extLst>
              <a:ext uri="{FF2B5EF4-FFF2-40B4-BE49-F238E27FC236}">
                <a16:creationId xmlns:a16="http://schemas.microsoft.com/office/drawing/2014/main" id="{2CB576F7-468E-4B4C-BCC2-98D0449A5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911853"/>
            <a:ext cx="609600" cy="118358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44" name="Rectangle 92">
            <a:extLst>
              <a:ext uri="{FF2B5EF4-FFF2-40B4-BE49-F238E27FC236}">
                <a16:creationId xmlns:a16="http://schemas.microsoft.com/office/drawing/2014/main" id="{91807A92-53E1-4DAB-87DB-6F275A0C2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911853"/>
            <a:ext cx="609600" cy="118358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45" name="Rectangle 93">
            <a:extLst>
              <a:ext uri="{FF2B5EF4-FFF2-40B4-BE49-F238E27FC236}">
                <a16:creationId xmlns:a16="http://schemas.microsoft.com/office/drawing/2014/main" id="{5486E16B-F524-44DC-B404-17DE74D60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3911853"/>
            <a:ext cx="609600" cy="118358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46" name="Rectangle 94">
            <a:extLst>
              <a:ext uri="{FF2B5EF4-FFF2-40B4-BE49-F238E27FC236}">
                <a16:creationId xmlns:a16="http://schemas.microsoft.com/office/drawing/2014/main" id="{11A647AD-4568-45E4-81DC-9A6E94FAB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911853"/>
            <a:ext cx="609600" cy="118358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47" name="Rectangle 95">
            <a:extLst>
              <a:ext uri="{FF2B5EF4-FFF2-40B4-BE49-F238E27FC236}">
                <a16:creationId xmlns:a16="http://schemas.microsoft.com/office/drawing/2014/main" id="{F2AFDEA4-83AD-4D21-A43F-9C218EE98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911853"/>
            <a:ext cx="609600" cy="118358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48" name="Rectangle 96">
            <a:extLst>
              <a:ext uri="{FF2B5EF4-FFF2-40B4-BE49-F238E27FC236}">
                <a16:creationId xmlns:a16="http://schemas.microsoft.com/office/drawing/2014/main" id="{67DB753A-FE4B-4443-916C-1827F2D48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4030211"/>
            <a:ext cx="609600" cy="118358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49" name="Rectangle 97">
            <a:extLst>
              <a:ext uri="{FF2B5EF4-FFF2-40B4-BE49-F238E27FC236}">
                <a16:creationId xmlns:a16="http://schemas.microsoft.com/office/drawing/2014/main" id="{FB2649FA-EE31-44DC-918F-3B1119E03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030211"/>
            <a:ext cx="609600" cy="118358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50" name="Rectangle 98">
            <a:extLst>
              <a:ext uri="{FF2B5EF4-FFF2-40B4-BE49-F238E27FC236}">
                <a16:creationId xmlns:a16="http://schemas.microsoft.com/office/drawing/2014/main" id="{40B2F4AD-E748-455D-B6D4-76D8BC7A4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030211"/>
            <a:ext cx="609600" cy="118358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51" name="Rectangle 99">
            <a:extLst>
              <a:ext uri="{FF2B5EF4-FFF2-40B4-BE49-F238E27FC236}">
                <a16:creationId xmlns:a16="http://schemas.microsoft.com/office/drawing/2014/main" id="{ADA76689-6BA3-4935-9663-85663A298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030211"/>
            <a:ext cx="609600" cy="118358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52" name="Rectangle 100">
            <a:extLst>
              <a:ext uri="{FF2B5EF4-FFF2-40B4-BE49-F238E27FC236}">
                <a16:creationId xmlns:a16="http://schemas.microsoft.com/office/drawing/2014/main" id="{C2BB717C-30AA-40DE-A7AA-5991E072F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030211"/>
            <a:ext cx="609600" cy="118358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53" name="Rectangle 101">
            <a:extLst>
              <a:ext uri="{FF2B5EF4-FFF2-40B4-BE49-F238E27FC236}">
                <a16:creationId xmlns:a16="http://schemas.microsoft.com/office/drawing/2014/main" id="{0BD6CB9B-510A-4099-9AB7-AF4846DBA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030211"/>
            <a:ext cx="609600" cy="118358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54" name="Rectangle 102">
            <a:extLst>
              <a:ext uri="{FF2B5EF4-FFF2-40B4-BE49-F238E27FC236}">
                <a16:creationId xmlns:a16="http://schemas.microsoft.com/office/drawing/2014/main" id="{61D107E8-D05B-4E2D-8AE4-DE87308AB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4148569"/>
            <a:ext cx="609600" cy="118358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55" name="Rectangle 103">
            <a:extLst>
              <a:ext uri="{FF2B5EF4-FFF2-40B4-BE49-F238E27FC236}">
                <a16:creationId xmlns:a16="http://schemas.microsoft.com/office/drawing/2014/main" id="{0D95D952-E36F-427F-9472-809229D5B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148569"/>
            <a:ext cx="609600" cy="118358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56" name="Rectangle 104">
            <a:extLst>
              <a:ext uri="{FF2B5EF4-FFF2-40B4-BE49-F238E27FC236}">
                <a16:creationId xmlns:a16="http://schemas.microsoft.com/office/drawing/2014/main" id="{441D0C2A-CB4F-4CC6-9682-95B361F05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148569"/>
            <a:ext cx="609600" cy="118358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57" name="Rectangle 105">
            <a:extLst>
              <a:ext uri="{FF2B5EF4-FFF2-40B4-BE49-F238E27FC236}">
                <a16:creationId xmlns:a16="http://schemas.microsoft.com/office/drawing/2014/main" id="{F8089DFF-ADAC-475B-A53A-2C7019473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148569"/>
            <a:ext cx="609600" cy="118358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58" name="Rectangle 106">
            <a:extLst>
              <a:ext uri="{FF2B5EF4-FFF2-40B4-BE49-F238E27FC236}">
                <a16:creationId xmlns:a16="http://schemas.microsoft.com/office/drawing/2014/main" id="{2CA0026C-7C9E-4231-8C6F-F534625CD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148569"/>
            <a:ext cx="609600" cy="118358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59" name="Rectangle 107">
            <a:extLst>
              <a:ext uri="{FF2B5EF4-FFF2-40B4-BE49-F238E27FC236}">
                <a16:creationId xmlns:a16="http://schemas.microsoft.com/office/drawing/2014/main" id="{C7F020DD-AE2F-4986-904A-4CBB01B0E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148569"/>
            <a:ext cx="609600" cy="118358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0" name="Rectangle 108">
            <a:extLst>
              <a:ext uri="{FF2B5EF4-FFF2-40B4-BE49-F238E27FC236}">
                <a16:creationId xmlns:a16="http://schemas.microsoft.com/office/drawing/2014/main" id="{1DA8A47A-29AA-47F9-8D9F-147A8F66D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266927"/>
            <a:ext cx="609600" cy="118358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1" name="Rectangle 109">
            <a:extLst>
              <a:ext uri="{FF2B5EF4-FFF2-40B4-BE49-F238E27FC236}">
                <a16:creationId xmlns:a16="http://schemas.microsoft.com/office/drawing/2014/main" id="{97E58034-8027-4B16-89B0-8F460FA03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266927"/>
            <a:ext cx="609600" cy="118358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2" name="Rectangle 110">
            <a:extLst>
              <a:ext uri="{FF2B5EF4-FFF2-40B4-BE49-F238E27FC236}">
                <a16:creationId xmlns:a16="http://schemas.microsoft.com/office/drawing/2014/main" id="{7CF591F6-F421-47A9-8321-E49AAB27F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266927"/>
            <a:ext cx="609600" cy="118358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3" name="Rectangle 111">
            <a:extLst>
              <a:ext uri="{FF2B5EF4-FFF2-40B4-BE49-F238E27FC236}">
                <a16:creationId xmlns:a16="http://schemas.microsoft.com/office/drawing/2014/main" id="{EE702C6A-B474-490A-B3F0-76D619425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266927"/>
            <a:ext cx="609600" cy="118358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4" name="Rectangle 112">
            <a:extLst>
              <a:ext uri="{FF2B5EF4-FFF2-40B4-BE49-F238E27FC236}">
                <a16:creationId xmlns:a16="http://schemas.microsoft.com/office/drawing/2014/main" id="{09DB84CA-CC20-45BF-92DE-7F20A86E8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266927"/>
            <a:ext cx="609600" cy="118358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5" name="Rectangle 113">
            <a:extLst>
              <a:ext uri="{FF2B5EF4-FFF2-40B4-BE49-F238E27FC236}">
                <a16:creationId xmlns:a16="http://schemas.microsoft.com/office/drawing/2014/main" id="{45BC8CD5-52FC-4D11-A167-96AD653B4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266927"/>
            <a:ext cx="609600" cy="118358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6" name="Rectangle 114">
            <a:extLst>
              <a:ext uri="{FF2B5EF4-FFF2-40B4-BE49-F238E27FC236}">
                <a16:creationId xmlns:a16="http://schemas.microsoft.com/office/drawing/2014/main" id="{70723EDE-F9B4-47FA-AA73-940466985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385285"/>
            <a:ext cx="609600" cy="118358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7" name="Rectangle 115">
            <a:extLst>
              <a:ext uri="{FF2B5EF4-FFF2-40B4-BE49-F238E27FC236}">
                <a16:creationId xmlns:a16="http://schemas.microsoft.com/office/drawing/2014/main" id="{F5392CB1-0554-443C-9658-8FCF3EE07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385285"/>
            <a:ext cx="609600" cy="118358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8" name="Rectangle 116">
            <a:extLst>
              <a:ext uri="{FF2B5EF4-FFF2-40B4-BE49-F238E27FC236}">
                <a16:creationId xmlns:a16="http://schemas.microsoft.com/office/drawing/2014/main" id="{B75B4B22-AD44-4E3A-990A-57A556DA1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385285"/>
            <a:ext cx="609600" cy="118358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69" name="Rectangle 117">
            <a:extLst>
              <a:ext uri="{FF2B5EF4-FFF2-40B4-BE49-F238E27FC236}">
                <a16:creationId xmlns:a16="http://schemas.microsoft.com/office/drawing/2014/main" id="{64DD0D8D-8A25-4D19-9533-BDD27BD0D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385285"/>
            <a:ext cx="609600" cy="118358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70" name="Rectangle 118">
            <a:extLst>
              <a:ext uri="{FF2B5EF4-FFF2-40B4-BE49-F238E27FC236}">
                <a16:creationId xmlns:a16="http://schemas.microsoft.com/office/drawing/2014/main" id="{488266B9-8798-42F4-95A6-A3C5267DF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385285"/>
            <a:ext cx="609600" cy="118358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71" name="Rectangle 119">
            <a:extLst>
              <a:ext uri="{FF2B5EF4-FFF2-40B4-BE49-F238E27FC236}">
                <a16:creationId xmlns:a16="http://schemas.microsoft.com/office/drawing/2014/main" id="{1220CCAA-2B5D-4224-B368-341657677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385285"/>
            <a:ext cx="609600" cy="118358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72" name="Rectangle 120">
            <a:extLst>
              <a:ext uri="{FF2B5EF4-FFF2-40B4-BE49-F238E27FC236}">
                <a16:creationId xmlns:a16="http://schemas.microsoft.com/office/drawing/2014/main" id="{808BF695-69E8-4082-806A-DCF77F738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503643"/>
            <a:ext cx="609600" cy="118358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73" name="Rectangle 121">
            <a:extLst>
              <a:ext uri="{FF2B5EF4-FFF2-40B4-BE49-F238E27FC236}">
                <a16:creationId xmlns:a16="http://schemas.microsoft.com/office/drawing/2014/main" id="{78734B0E-0D9B-48DE-9E70-6BC8B78B2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503643"/>
            <a:ext cx="609600" cy="118358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74" name="Rectangle 122">
            <a:extLst>
              <a:ext uri="{FF2B5EF4-FFF2-40B4-BE49-F238E27FC236}">
                <a16:creationId xmlns:a16="http://schemas.microsoft.com/office/drawing/2014/main" id="{AC83DD48-9DB3-4560-A16A-A32998B62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503643"/>
            <a:ext cx="609600" cy="118358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75" name="Rectangle 123">
            <a:extLst>
              <a:ext uri="{FF2B5EF4-FFF2-40B4-BE49-F238E27FC236}">
                <a16:creationId xmlns:a16="http://schemas.microsoft.com/office/drawing/2014/main" id="{FC26D82E-BB35-45AD-9377-C7AFA4FA0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503643"/>
            <a:ext cx="609600" cy="118358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76" name="Rectangle 124">
            <a:extLst>
              <a:ext uri="{FF2B5EF4-FFF2-40B4-BE49-F238E27FC236}">
                <a16:creationId xmlns:a16="http://schemas.microsoft.com/office/drawing/2014/main" id="{C4D63563-7EED-4E5D-A271-41D15009B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503643"/>
            <a:ext cx="609600" cy="118358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77" name="Rectangle 125">
            <a:extLst>
              <a:ext uri="{FF2B5EF4-FFF2-40B4-BE49-F238E27FC236}">
                <a16:creationId xmlns:a16="http://schemas.microsoft.com/office/drawing/2014/main" id="{EB137029-6F18-4AF1-8334-61E7BC4F3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4503643"/>
            <a:ext cx="609600" cy="118358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78" name="Rectangle 126">
            <a:extLst>
              <a:ext uri="{FF2B5EF4-FFF2-40B4-BE49-F238E27FC236}">
                <a16:creationId xmlns:a16="http://schemas.microsoft.com/office/drawing/2014/main" id="{2D6104B8-ED02-41CC-A585-0D2240CAC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622000"/>
            <a:ext cx="609600" cy="118358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79" name="Rectangle 127">
            <a:extLst>
              <a:ext uri="{FF2B5EF4-FFF2-40B4-BE49-F238E27FC236}">
                <a16:creationId xmlns:a16="http://schemas.microsoft.com/office/drawing/2014/main" id="{D93C2FA3-BD0F-410E-A5E5-2FF805DE7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622000"/>
            <a:ext cx="609600" cy="118358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80" name="Rectangle 128">
            <a:extLst>
              <a:ext uri="{FF2B5EF4-FFF2-40B4-BE49-F238E27FC236}">
                <a16:creationId xmlns:a16="http://schemas.microsoft.com/office/drawing/2014/main" id="{D21C4168-EBA9-4D04-8988-8CA4F89ED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622000"/>
            <a:ext cx="609600" cy="118358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81" name="Rectangle 129">
            <a:extLst>
              <a:ext uri="{FF2B5EF4-FFF2-40B4-BE49-F238E27FC236}">
                <a16:creationId xmlns:a16="http://schemas.microsoft.com/office/drawing/2014/main" id="{16D89B9D-5618-4FED-8406-5F0C04A94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622000"/>
            <a:ext cx="609600" cy="118358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82" name="Rectangle 130">
            <a:extLst>
              <a:ext uri="{FF2B5EF4-FFF2-40B4-BE49-F238E27FC236}">
                <a16:creationId xmlns:a16="http://schemas.microsoft.com/office/drawing/2014/main" id="{7C0989D7-E6D4-4468-8603-89D5CE6FB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622000"/>
            <a:ext cx="609600" cy="118358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83" name="Rectangle 131">
            <a:extLst>
              <a:ext uri="{FF2B5EF4-FFF2-40B4-BE49-F238E27FC236}">
                <a16:creationId xmlns:a16="http://schemas.microsoft.com/office/drawing/2014/main" id="{E208F7A2-40C8-43FF-B69B-7FC439B99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4622000"/>
            <a:ext cx="609600" cy="118358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84" name="Rectangle 132">
            <a:extLst>
              <a:ext uri="{FF2B5EF4-FFF2-40B4-BE49-F238E27FC236}">
                <a16:creationId xmlns:a16="http://schemas.microsoft.com/office/drawing/2014/main" id="{230422BE-7DE9-43CF-B8C1-DE059F1A7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740358"/>
            <a:ext cx="609600" cy="118358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85" name="Rectangle 133">
            <a:extLst>
              <a:ext uri="{FF2B5EF4-FFF2-40B4-BE49-F238E27FC236}">
                <a16:creationId xmlns:a16="http://schemas.microsoft.com/office/drawing/2014/main" id="{3B299B6A-8788-4208-BE7A-CBE6F6CF7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740358"/>
            <a:ext cx="609600" cy="118358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86" name="Rectangle 134">
            <a:extLst>
              <a:ext uri="{FF2B5EF4-FFF2-40B4-BE49-F238E27FC236}">
                <a16:creationId xmlns:a16="http://schemas.microsoft.com/office/drawing/2014/main" id="{4A71EE78-8A5F-4234-8366-C4835F990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740358"/>
            <a:ext cx="609600" cy="118358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87" name="Rectangle 135">
            <a:extLst>
              <a:ext uri="{FF2B5EF4-FFF2-40B4-BE49-F238E27FC236}">
                <a16:creationId xmlns:a16="http://schemas.microsoft.com/office/drawing/2014/main" id="{48FE10D1-710B-4A08-9AA2-FCDB6A8FA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740358"/>
            <a:ext cx="609600" cy="118358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88" name="Rectangle 136">
            <a:extLst>
              <a:ext uri="{FF2B5EF4-FFF2-40B4-BE49-F238E27FC236}">
                <a16:creationId xmlns:a16="http://schemas.microsoft.com/office/drawing/2014/main" id="{F940B065-A6ED-4937-890E-E463AE41A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4740358"/>
            <a:ext cx="609600" cy="118358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89" name="Rectangle 137">
            <a:extLst>
              <a:ext uri="{FF2B5EF4-FFF2-40B4-BE49-F238E27FC236}">
                <a16:creationId xmlns:a16="http://schemas.microsoft.com/office/drawing/2014/main" id="{31C18B21-0602-4893-A023-FFC000BFC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4740358"/>
            <a:ext cx="609600" cy="118358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90" name="Rectangle 138">
            <a:extLst>
              <a:ext uri="{FF2B5EF4-FFF2-40B4-BE49-F238E27FC236}">
                <a16:creationId xmlns:a16="http://schemas.microsoft.com/office/drawing/2014/main" id="{F4663D0B-2794-4674-9441-D147B32F7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858716"/>
            <a:ext cx="609600" cy="118358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91" name="Rectangle 139">
            <a:extLst>
              <a:ext uri="{FF2B5EF4-FFF2-40B4-BE49-F238E27FC236}">
                <a16:creationId xmlns:a16="http://schemas.microsoft.com/office/drawing/2014/main" id="{99A2AD82-2CFA-4428-8220-1FBA31945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858716"/>
            <a:ext cx="609600" cy="118358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92" name="Rectangle 140">
            <a:extLst>
              <a:ext uri="{FF2B5EF4-FFF2-40B4-BE49-F238E27FC236}">
                <a16:creationId xmlns:a16="http://schemas.microsoft.com/office/drawing/2014/main" id="{5DCAFC42-BD99-45AE-8DFC-B80F2E419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858716"/>
            <a:ext cx="609600" cy="118358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93" name="Rectangle 141">
            <a:extLst>
              <a:ext uri="{FF2B5EF4-FFF2-40B4-BE49-F238E27FC236}">
                <a16:creationId xmlns:a16="http://schemas.microsoft.com/office/drawing/2014/main" id="{E180EB4B-1329-4332-8770-1135BE4E7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858716"/>
            <a:ext cx="609600" cy="118358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94" name="Rectangle 142">
            <a:extLst>
              <a:ext uri="{FF2B5EF4-FFF2-40B4-BE49-F238E27FC236}">
                <a16:creationId xmlns:a16="http://schemas.microsoft.com/office/drawing/2014/main" id="{DD9A0644-1135-4472-9248-298E80581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4858716"/>
            <a:ext cx="609600" cy="118358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95" name="Rectangle 143">
            <a:extLst>
              <a:ext uri="{FF2B5EF4-FFF2-40B4-BE49-F238E27FC236}">
                <a16:creationId xmlns:a16="http://schemas.microsoft.com/office/drawing/2014/main" id="{CA56B01B-BC87-44CF-9FAF-64B901D6D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4858716"/>
            <a:ext cx="609600" cy="118358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96" name="Rectangle 144">
            <a:extLst>
              <a:ext uri="{FF2B5EF4-FFF2-40B4-BE49-F238E27FC236}">
                <a16:creationId xmlns:a16="http://schemas.microsoft.com/office/drawing/2014/main" id="{D3E27C40-B604-459C-9C38-F42DB7FA4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977074"/>
            <a:ext cx="609600" cy="118358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97" name="Rectangle 145">
            <a:extLst>
              <a:ext uri="{FF2B5EF4-FFF2-40B4-BE49-F238E27FC236}">
                <a16:creationId xmlns:a16="http://schemas.microsoft.com/office/drawing/2014/main" id="{C7CEE7BB-18CD-4B58-A869-81C1CFC6A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977074"/>
            <a:ext cx="609600" cy="118358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98" name="Rectangle 146">
            <a:extLst>
              <a:ext uri="{FF2B5EF4-FFF2-40B4-BE49-F238E27FC236}">
                <a16:creationId xmlns:a16="http://schemas.microsoft.com/office/drawing/2014/main" id="{6F309A67-C283-4CC4-865B-453EBF582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977074"/>
            <a:ext cx="609600" cy="118358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99" name="Rectangle 147">
            <a:extLst>
              <a:ext uri="{FF2B5EF4-FFF2-40B4-BE49-F238E27FC236}">
                <a16:creationId xmlns:a16="http://schemas.microsoft.com/office/drawing/2014/main" id="{B520E2A4-952E-43F8-936F-C70E38BAF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4977074"/>
            <a:ext cx="609600" cy="118358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00" name="Rectangle 148">
            <a:extLst>
              <a:ext uri="{FF2B5EF4-FFF2-40B4-BE49-F238E27FC236}">
                <a16:creationId xmlns:a16="http://schemas.microsoft.com/office/drawing/2014/main" id="{FB75E240-E2D6-4EDE-B965-B14C5B50A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4977074"/>
            <a:ext cx="609600" cy="118358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01" name="Rectangle 149">
            <a:extLst>
              <a:ext uri="{FF2B5EF4-FFF2-40B4-BE49-F238E27FC236}">
                <a16:creationId xmlns:a16="http://schemas.microsoft.com/office/drawing/2014/main" id="{3F7AE39D-0B6B-4804-A11A-B3643B6B7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00" y="4977074"/>
            <a:ext cx="609600" cy="118358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02" name="Rectangle 150">
            <a:extLst>
              <a:ext uri="{FF2B5EF4-FFF2-40B4-BE49-F238E27FC236}">
                <a16:creationId xmlns:a16="http://schemas.microsoft.com/office/drawing/2014/main" id="{B33199FB-CC41-4BF3-BF75-0B77B89FD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5095432"/>
            <a:ext cx="609600" cy="118358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03" name="Rectangle 151">
            <a:extLst>
              <a:ext uri="{FF2B5EF4-FFF2-40B4-BE49-F238E27FC236}">
                <a16:creationId xmlns:a16="http://schemas.microsoft.com/office/drawing/2014/main" id="{A715CD5E-84C9-42E0-B36D-FB2D8377F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5095432"/>
            <a:ext cx="609600" cy="118358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04" name="Rectangle 152">
            <a:extLst>
              <a:ext uri="{FF2B5EF4-FFF2-40B4-BE49-F238E27FC236}">
                <a16:creationId xmlns:a16="http://schemas.microsoft.com/office/drawing/2014/main" id="{2B9C4BD3-DD6E-4631-9D11-21E0CC3EC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5095432"/>
            <a:ext cx="609600" cy="118358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05" name="Rectangle 153">
            <a:extLst>
              <a:ext uri="{FF2B5EF4-FFF2-40B4-BE49-F238E27FC236}">
                <a16:creationId xmlns:a16="http://schemas.microsoft.com/office/drawing/2014/main" id="{3208466B-16F8-47B7-8285-EF0A18947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5095432"/>
            <a:ext cx="609600" cy="118358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06" name="Rectangle 154">
            <a:extLst>
              <a:ext uri="{FF2B5EF4-FFF2-40B4-BE49-F238E27FC236}">
                <a16:creationId xmlns:a16="http://schemas.microsoft.com/office/drawing/2014/main" id="{69295FF9-8846-483A-A341-3C11966B5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5095432"/>
            <a:ext cx="609600" cy="118358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07" name="Rectangle 155">
            <a:extLst>
              <a:ext uri="{FF2B5EF4-FFF2-40B4-BE49-F238E27FC236}">
                <a16:creationId xmlns:a16="http://schemas.microsoft.com/office/drawing/2014/main" id="{7DB7739E-3E5C-4783-9635-3CF5F06F6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00" y="5095432"/>
            <a:ext cx="609600" cy="118358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08" name="Text Box 156">
            <a:extLst>
              <a:ext uri="{FF2B5EF4-FFF2-40B4-BE49-F238E27FC236}">
                <a16:creationId xmlns:a16="http://schemas.microsoft.com/office/drawing/2014/main" id="{D93FBD74-D746-4BD3-8D25-E317412644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1" y="3284984"/>
            <a:ext cx="4291431" cy="400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0000FF"/>
                </a:solidFill>
                <a:latin typeface="Gill Sans MT" pitchFamily="34" charset="0"/>
              </a:rPr>
              <a:t>D x N</a:t>
            </a:r>
            <a:r>
              <a:rPr lang="en-US" sz="2000">
                <a:solidFill>
                  <a:srgbClr val="000000"/>
                </a:solidFill>
                <a:latin typeface="Gill Sans MT" pitchFamily="34" charset="0"/>
              </a:rPr>
              <a:t> different instructions overlapped</a:t>
            </a:r>
          </a:p>
        </p:txBody>
      </p:sp>
      <p:sp>
        <p:nvSpPr>
          <p:cNvPr id="109" name="Line 50">
            <a:extLst>
              <a:ext uri="{FF2B5EF4-FFF2-40B4-BE49-F238E27FC236}">
                <a16:creationId xmlns:a16="http://schemas.microsoft.com/office/drawing/2014/main" id="{FE0A8BF5-0881-4B58-AB68-04D225938D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95600" y="3672770"/>
            <a:ext cx="0" cy="1905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10" name="Line 52">
            <a:extLst>
              <a:ext uri="{FF2B5EF4-FFF2-40B4-BE49-F238E27FC236}">
                <a16:creationId xmlns:a16="http://schemas.microsoft.com/office/drawing/2014/main" id="{87886127-DCC7-4480-B32B-93A09C3DE4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3200" y="382517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11" name="Rectangle 144">
            <a:extLst>
              <a:ext uri="{FF2B5EF4-FFF2-40B4-BE49-F238E27FC236}">
                <a16:creationId xmlns:a16="http://schemas.microsoft.com/office/drawing/2014/main" id="{8F663D8C-2FB7-4578-896A-FBB303B1E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5215537"/>
            <a:ext cx="609600" cy="118358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12" name="Rectangle 145">
            <a:extLst>
              <a:ext uri="{FF2B5EF4-FFF2-40B4-BE49-F238E27FC236}">
                <a16:creationId xmlns:a16="http://schemas.microsoft.com/office/drawing/2014/main" id="{D62D570E-FB66-469E-88A9-D4AE47AC3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5215537"/>
            <a:ext cx="609600" cy="118358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13" name="Rectangle 146">
            <a:extLst>
              <a:ext uri="{FF2B5EF4-FFF2-40B4-BE49-F238E27FC236}">
                <a16:creationId xmlns:a16="http://schemas.microsoft.com/office/drawing/2014/main" id="{82C7011C-4D2D-450E-9F3D-8AC72FD6A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5215537"/>
            <a:ext cx="609600" cy="118358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14" name="Rectangle 147">
            <a:extLst>
              <a:ext uri="{FF2B5EF4-FFF2-40B4-BE49-F238E27FC236}">
                <a16:creationId xmlns:a16="http://schemas.microsoft.com/office/drawing/2014/main" id="{F17C61DF-E2D9-44ED-A1DE-3AD4C160D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5215537"/>
            <a:ext cx="609600" cy="118358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15" name="Rectangle 148">
            <a:extLst>
              <a:ext uri="{FF2B5EF4-FFF2-40B4-BE49-F238E27FC236}">
                <a16:creationId xmlns:a16="http://schemas.microsoft.com/office/drawing/2014/main" id="{81AB5CB7-F39C-405D-BAC4-77D92B323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00" y="5215537"/>
            <a:ext cx="609600" cy="118358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16" name="Rectangle 149">
            <a:extLst>
              <a:ext uri="{FF2B5EF4-FFF2-40B4-BE49-F238E27FC236}">
                <a16:creationId xmlns:a16="http://schemas.microsoft.com/office/drawing/2014/main" id="{296DC97E-C4DA-4B41-84E8-D5E1639E3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1200" y="5215537"/>
            <a:ext cx="609600" cy="118358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17" name="Rectangle 150">
            <a:extLst>
              <a:ext uri="{FF2B5EF4-FFF2-40B4-BE49-F238E27FC236}">
                <a16:creationId xmlns:a16="http://schemas.microsoft.com/office/drawing/2014/main" id="{666F4344-B90B-4AC7-8B8F-81D5D5C61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5333895"/>
            <a:ext cx="609600" cy="118358"/>
          </a:xfrm>
          <a:prstGeom prst="rect">
            <a:avLst/>
          </a:prstGeom>
          <a:solidFill>
            <a:srgbClr val="80008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18" name="Rectangle 151">
            <a:extLst>
              <a:ext uri="{FF2B5EF4-FFF2-40B4-BE49-F238E27FC236}">
                <a16:creationId xmlns:a16="http://schemas.microsoft.com/office/drawing/2014/main" id="{A874B2C1-CA20-4BBA-888A-CA814EE93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5333895"/>
            <a:ext cx="609600" cy="118358"/>
          </a:xfrm>
          <a:prstGeom prst="rect">
            <a:avLst/>
          </a:prstGeom>
          <a:solidFill>
            <a:srgbClr val="0000FF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19" name="Rectangle 152">
            <a:extLst>
              <a:ext uri="{FF2B5EF4-FFF2-40B4-BE49-F238E27FC236}">
                <a16:creationId xmlns:a16="http://schemas.microsoft.com/office/drawing/2014/main" id="{C8DC7590-5B78-451D-9FDD-7F0E49175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5333895"/>
            <a:ext cx="609600" cy="118358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20" name="Rectangle 153">
            <a:extLst>
              <a:ext uri="{FF2B5EF4-FFF2-40B4-BE49-F238E27FC236}">
                <a16:creationId xmlns:a16="http://schemas.microsoft.com/office/drawing/2014/main" id="{C84A3F9B-A055-4B5C-A67A-DE8BA16FF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5333895"/>
            <a:ext cx="609600" cy="118358"/>
          </a:xfrm>
          <a:prstGeom prst="rect">
            <a:avLst/>
          </a:prstGeom>
          <a:solidFill>
            <a:srgbClr val="9933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21" name="Rectangle 154">
            <a:extLst>
              <a:ext uri="{FF2B5EF4-FFF2-40B4-BE49-F238E27FC236}">
                <a16:creationId xmlns:a16="http://schemas.microsoft.com/office/drawing/2014/main" id="{D8813E35-49F0-4902-8075-C6BDE1271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00" y="5333895"/>
            <a:ext cx="609600" cy="118358"/>
          </a:xfrm>
          <a:prstGeom prst="rect">
            <a:avLst/>
          </a:prstGeom>
          <a:solidFill>
            <a:srgbClr val="808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22" name="Rectangle 155">
            <a:extLst>
              <a:ext uri="{FF2B5EF4-FFF2-40B4-BE49-F238E27FC236}">
                <a16:creationId xmlns:a16="http://schemas.microsoft.com/office/drawing/2014/main" id="{BD56DD21-1326-48D9-A3BF-8496D669A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1200" y="5333895"/>
            <a:ext cx="609600" cy="118358"/>
          </a:xfrm>
          <a:prstGeom prst="rect">
            <a:avLst/>
          </a:prstGeom>
          <a:solidFill>
            <a:srgbClr val="800000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  <p:sp>
        <p:nvSpPr>
          <p:cNvPr id="123" name="AutoShape 77">
            <a:extLst>
              <a:ext uri="{FF2B5EF4-FFF2-40B4-BE49-F238E27FC236}">
                <a16:creationId xmlns:a16="http://schemas.microsoft.com/office/drawing/2014/main" id="{7DA6B501-1A57-407D-809A-E05FC04B5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734317"/>
            <a:ext cx="762000" cy="1538653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000000"/>
              </a:solidFill>
              <a:latin typeface="Gill Sans M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1147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  <p:bldP spid="1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619FD-9F4D-47D4-8796-C2C6B52B8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Processors: In-order fetch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63A53-A426-4C8A-A5F1-36465CA727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23</a:t>
            </a:fld>
            <a:endParaRPr lang="en"/>
          </a:p>
        </p:txBody>
      </p:sp>
      <p:sp>
        <p:nvSpPr>
          <p:cNvPr id="5" name="Rounded Rectangle 12">
            <a:extLst>
              <a:ext uri="{FF2B5EF4-FFF2-40B4-BE49-F238E27FC236}">
                <a16:creationId xmlns:a16="http://schemas.microsoft.com/office/drawing/2014/main" id="{9F32654F-244A-4715-A59C-06214B56FC27}"/>
              </a:ext>
            </a:extLst>
          </p:cNvPr>
          <p:cNvSpPr/>
          <p:nvPr/>
        </p:nvSpPr>
        <p:spPr>
          <a:xfrm>
            <a:off x="415600" y="2849627"/>
            <a:ext cx="2226629" cy="2000243"/>
          </a:xfrm>
          <a:prstGeom prst="roundRect">
            <a:avLst/>
          </a:prstGeom>
          <a:solidFill>
            <a:schemeClr val="bg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EC2913-F80A-4F0B-93B5-F9A48B413DAC}"/>
              </a:ext>
            </a:extLst>
          </p:cNvPr>
          <p:cNvCxnSpPr>
            <a:cxnSpLocks/>
          </p:cNvCxnSpPr>
          <p:nvPr/>
        </p:nvCxnSpPr>
        <p:spPr>
          <a:xfrm>
            <a:off x="415600" y="3683059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F47D02-0209-4FB1-AB11-8962003BC1B9}"/>
              </a:ext>
            </a:extLst>
          </p:cNvPr>
          <p:cNvCxnSpPr>
            <a:cxnSpLocks/>
          </p:cNvCxnSpPr>
          <p:nvPr/>
        </p:nvCxnSpPr>
        <p:spPr>
          <a:xfrm>
            <a:off x="415600" y="4097398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E6DFF65-2DCC-4669-94AB-443C377C93C0}"/>
              </a:ext>
            </a:extLst>
          </p:cNvPr>
          <p:cNvCxnSpPr>
            <a:cxnSpLocks/>
          </p:cNvCxnSpPr>
          <p:nvPr/>
        </p:nvCxnSpPr>
        <p:spPr>
          <a:xfrm>
            <a:off x="415600" y="3254440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498BB9D-F38F-40EF-8D13-694115F18E21}"/>
              </a:ext>
            </a:extLst>
          </p:cNvPr>
          <p:cNvCxnSpPr>
            <a:cxnSpLocks/>
          </p:cNvCxnSpPr>
          <p:nvPr/>
        </p:nvCxnSpPr>
        <p:spPr>
          <a:xfrm>
            <a:off x="415600" y="4473636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598B07E-CA00-45D7-B825-F44EF35EED1C}"/>
              </a:ext>
            </a:extLst>
          </p:cNvPr>
          <p:cNvSpPr txBox="1"/>
          <p:nvPr/>
        </p:nvSpPr>
        <p:spPr>
          <a:xfrm>
            <a:off x="-14452" y="4990744"/>
            <a:ext cx="43888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In-order Instruction Fetch</a:t>
            </a:r>
          </a:p>
          <a:p>
            <a:r>
              <a:rPr lang="en-IN" sz="2800" dirty="0"/>
              <a:t>(Multiple fetch in one cycle)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7682CE-1072-4BEE-A0AD-5400696EC997}"/>
              </a:ext>
            </a:extLst>
          </p:cNvPr>
          <p:cNvSpPr txBox="1"/>
          <p:nvPr/>
        </p:nvSpPr>
        <p:spPr>
          <a:xfrm>
            <a:off x="429866" y="2776814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1. LOAD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EB91CF-D7A6-4D98-A129-2387246CE490}"/>
              </a:ext>
            </a:extLst>
          </p:cNvPr>
          <p:cNvSpPr txBox="1"/>
          <p:nvPr/>
        </p:nvSpPr>
        <p:spPr>
          <a:xfrm>
            <a:off x="429866" y="3624127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3. LOAD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6767EE-041E-4820-A227-06745E7F177D}"/>
              </a:ext>
            </a:extLst>
          </p:cNvPr>
          <p:cNvSpPr txBox="1"/>
          <p:nvPr/>
        </p:nvSpPr>
        <p:spPr>
          <a:xfrm>
            <a:off x="442559" y="4028383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4. LOAD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D9FA03-69FF-4EA2-ADF6-D20A26825352}"/>
              </a:ext>
            </a:extLst>
          </p:cNvPr>
          <p:cNvSpPr txBox="1"/>
          <p:nvPr/>
        </p:nvSpPr>
        <p:spPr>
          <a:xfrm>
            <a:off x="429866" y="4375443"/>
            <a:ext cx="1229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5. MUL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6A2E74-B131-4AE6-9803-8FB0DF5E948A}"/>
              </a:ext>
            </a:extLst>
          </p:cNvPr>
          <p:cNvSpPr txBox="1"/>
          <p:nvPr/>
        </p:nvSpPr>
        <p:spPr>
          <a:xfrm>
            <a:off x="415600" y="3195748"/>
            <a:ext cx="1132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2. SUB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51FFFA6-119D-481B-9E0D-CC921056B6E5}"/>
              </a:ext>
            </a:extLst>
          </p:cNvPr>
          <p:cNvCxnSpPr>
            <a:cxnSpLocks/>
          </p:cNvCxnSpPr>
          <p:nvPr/>
        </p:nvCxnSpPr>
        <p:spPr>
          <a:xfrm>
            <a:off x="228600" y="2894040"/>
            <a:ext cx="0" cy="19558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507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250"/>
    </mc:Choice>
    <mc:Fallback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6363E-4497-4CFC-847D-E7FCE1086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Processors: Out-of-order Execute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3674A-4F96-421E-ABF5-CE05544C5C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24</a:t>
            </a:fld>
            <a:endParaRPr lang="en"/>
          </a:p>
        </p:txBody>
      </p:sp>
      <p:sp>
        <p:nvSpPr>
          <p:cNvPr id="5" name="Rounded Rectangle 12">
            <a:extLst>
              <a:ext uri="{FF2B5EF4-FFF2-40B4-BE49-F238E27FC236}">
                <a16:creationId xmlns:a16="http://schemas.microsoft.com/office/drawing/2014/main" id="{A0F87EBC-5027-4E64-9E4B-9A4C65D6EB41}"/>
              </a:ext>
            </a:extLst>
          </p:cNvPr>
          <p:cNvSpPr/>
          <p:nvPr/>
        </p:nvSpPr>
        <p:spPr>
          <a:xfrm>
            <a:off x="415600" y="2849627"/>
            <a:ext cx="2226629" cy="2000243"/>
          </a:xfrm>
          <a:prstGeom prst="roundRect">
            <a:avLst/>
          </a:prstGeom>
          <a:solidFill>
            <a:schemeClr val="bg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321E4D-956C-4E4F-B699-158E099F9DCD}"/>
              </a:ext>
            </a:extLst>
          </p:cNvPr>
          <p:cNvCxnSpPr>
            <a:cxnSpLocks/>
          </p:cNvCxnSpPr>
          <p:nvPr/>
        </p:nvCxnSpPr>
        <p:spPr>
          <a:xfrm>
            <a:off x="415600" y="3683059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2F6FF8-1835-4015-B994-3C7459C5FBBE}"/>
              </a:ext>
            </a:extLst>
          </p:cNvPr>
          <p:cNvCxnSpPr>
            <a:cxnSpLocks/>
          </p:cNvCxnSpPr>
          <p:nvPr/>
        </p:nvCxnSpPr>
        <p:spPr>
          <a:xfrm>
            <a:off x="415600" y="4097398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58D1DE-B09A-49B9-8A07-7A8164ADDE49}"/>
              </a:ext>
            </a:extLst>
          </p:cNvPr>
          <p:cNvCxnSpPr>
            <a:cxnSpLocks/>
          </p:cNvCxnSpPr>
          <p:nvPr/>
        </p:nvCxnSpPr>
        <p:spPr>
          <a:xfrm>
            <a:off x="415600" y="3254440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1AD8CE-8C2F-48F3-9645-121E4A153755}"/>
              </a:ext>
            </a:extLst>
          </p:cNvPr>
          <p:cNvCxnSpPr>
            <a:cxnSpLocks/>
          </p:cNvCxnSpPr>
          <p:nvPr/>
        </p:nvCxnSpPr>
        <p:spPr>
          <a:xfrm>
            <a:off x="415600" y="4473636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5CE14E5-89ED-45E0-9801-1E12E747EFD0}"/>
              </a:ext>
            </a:extLst>
          </p:cNvPr>
          <p:cNvSpPr txBox="1"/>
          <p:nvPr/>
        </p:nvSpPr>
        <p:spPr>
          <a:xfrm>
            <a:off x="-14452" y="4990744"/>
            <a:ext cx="43888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In-order Instruction Fetch</a:t>
            </a:r>
          </a:p>
          <a:p>
            <a:r>
              <a:rPr lang="en-IN" sz="2800" dirty="0"/>
              <a:t>(Multiple fetch in one cycle)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92441E-CC2B-4D02-943C-CC7AC803F3A8}"/>
              </a:ext>
            </a:extLst>
          </p:cNvPr>
          <p:cNvSpPr txBox="1"/>
          <p:nvPr/>
        </p:nvSpPr>
        <p:spPr>
          <a:xfrm>
            <a:off x="429866" y="2776814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1. LOAD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2AFE2B-BBB3-431D-A2C8-A885079E98E6}"/>
              </a:ext>
            </a:extLst>
          </p:cNvPr>
          <p:cNvSpPr txBox="1"/>
          <p:nvPr/>
        </p:nvSpPr>
        <p:spPr>
          <a:xfrm>
            <a:off x="429866" y="3624127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3. LOAD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FB7F2A-C2AB-4A04-9773-007F9A692525}"/>
              </a:ext>
            </a:extLst>
          </p:cNvPr>
          <p:cNvSpPr txBox="1"/>
          <p:nvPr/>
        </p:nvSpPr>
        <p:spPr>
          <a:xfrm>
            <a:off x="442559" y="4028383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4. LOAD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8D4C20-9945-4A5C-9C76-6A6D4D820A1D}"/>
              </a:ext>
            </a:extLst>
          </p:cNvPr>
          <p:cNvSpPr txBox="1"/>
          <p:nvPr/>
        </p:nvSpPr>
        <p:spPr>
          <a:xfrm>
            <a:off x="429866" y="4375443"/>
            <a:ext cx="1229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5. MUL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667A81-FAB2-43A1-AE9A-A273E457C470}"/>
              </a:ext>
            </a:extLst>
          </p:cNvPr>
          <p:cNvSpPr txBox="1"/>
          <p:nvPr/>
        </p:nvSpPr>
        <p:spPr>
          <a:xfrm>
            <a:off x="415600" y="3195748"/>
            <a:ext cx="1132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2. SUB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9EA7B44-7C7A-41C0-9C18-7022AF7CA237}"/>
              </a:ext>
            </a:extLst>
          </p:cNvPr>
          <p:cNvCxnSpPr>
            <a:cxnSpLocks/>
          </p:cNvCxnSpPr>
          <p:nvPr/>
        </p:nvCxnSpPr>
        <p:spPr>
          <a:xfrm>
            <a:off x="228600" y="2894040"/>
            <a:ext cx="0" cy="19558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12">
            <a:extLst>
              <a:ext uri="{FF2B5EF4-FFF2-40B4-BE49-F238E27FC236}">
                <a16:creationId xmlns:a16="http://schemas.microsoft.com/office/drawing/2014/main" id="{1EA6AA75-406A-4896-A8FD-EDB29DAAA1DB}"/>
              </a:ext>
            </a:extLst>
          </p:cNvPr>
          <p:cNvSpPr/>
          <p:nvPr/>
        </p:nvSpPr>
        <p:spPr>
          <a:xfrm>
            <a:off x="4982685" y="2776814"/>
            <a:ext cx="2226629" cy="2000243"/>
          </a:xfrm>
          <a:prstGeom prst="roundRect">
            <a:avLst/>
          </a:prstGeom>
          <a:solidFill>
            <a:schemeClr val="bg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C00000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A71F00F-6719-4484-941A-AE7E0749777C}"/>
              </a:ext>
            </a:extLst>
          </p:cNvPr>
          <p:cNvCxnSpPr>
            <a:cxnSpLocks/>
          </p:cNvCxnSpPr>
          <p:nvPr/>
        </p:nvCxnSpPr>
        <p:spPr>
          <a:xfrm>
            <a:off x="4982685" y="3610246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2827797-9100-4B24-A706-6727A41B7586}"/>
              </a:ext>
            </a:extLst>
          </p:cNvPr>
          <p:cNvCxnSpPr>
            <a:cxnSpLocks/>
          </p:cNvCxnSpPr>
          <p:nvPr/>
        </p:nvCxnSpPr>
        <p:spPr>
          <a:xfrm>
            <a:off x="4982685" y="4024585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F94A98C-8B00-4EBF-80F5-F2B8F4133B82}"/>
              </a:ext>
            </a:extLst>
          </p:cNvPr>
          <p:cNvCxnSpPr>
            <a:cxnSpLocks/>
          </p:cNvCxnSpPr>
          <p:nvPr/>
        </p:nvCxnSpPr>
        <p:spPr>
          <a:xfrm>
            <a:off x="4982685" y="3181627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83FAFC4-CE31-466F-977A-8D77368F6E84}"/>
              </a:ext>
            </a:extLst>
          </p:cNvPr>
          <p:cNvCxnSpPr>
            <a:cxnSpLocks/>
          </p:cNvCxnSpPr>
          <p:nvPr/>
        </p:nvCxnSpPr>
        <p:spPr>
          <a:xfrm>
            <a:off x="4982685" y="4400823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CCE4A48-872C-474B-8E54-500DFDA37CB5}"/>
              </a:ext>
            </a:extLst>
          </p:cNvPr>
          <p:cNvSpPr txBox="1"/>
          <p:nvPr/>
        </p:nvSpPr>
        <p:spPr>
          <a:xfrm>
            <a:off x="4996951" y="2704001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2. LOAD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D29212-1D61-4A03-8DF8-B877F025DD36}"/>
              </a:ext>
            </a:extLst>
          </p:cNvPr>
          <p:cNvSpPr txBox="1"/>
          <p:nvPr/>
        </p:nvSpPr>
        <p:spPr>
          <a:xfrm>
            <a:off x="4996951" y="3551314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3. LOAD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77ECB9-7173-4E84-8918-F2F5CC1DCA2B}"/>
              </a:ext>
            </a:extLst>
          </p:cNvPr>
          <p:cNvSpPr txBox="1"/>
          <p:nvPr/>
        </p:nvSpPr>
        <p:spPr>
          <a:xfrm>
            <a:off x="5009644" y="3955570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5. LOAD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7377AC-EB22-4B9E-9A08-A9068CEDE6DA}"/>
              </a:ext>
            </a:extLst>
          </p:cNvPr>
          <p:cNvSpPr txBox="1"/>
          <p:nvPr/>
        </p:nvSpPr>
        <p:spPr>
          <a:xfrm>
            <a:off x="4996951" y="4302630"/>
            <a:ext cx="1229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4. MUL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A7D4FE-E0B4-45E0-B66C-C0FAFB2EBBAA}"/>
              </a:ext>
            </a:extLst>
          </p:cNvPr>
          <p:cNvSpPr txBox="1"/>
          <p:nvPr/>
        </p:nvSpPr>
        <p:spPr>
          <a:xfrm>
            <a:off x="4982685" y="3122935"/>
            <a:ext cx="1132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1. SUB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838401-D907-4064-9D52-14A8FF142903}"/>
              </a:ext>
            </a:extLst>
          </p:cNvPr>
          <p:cNvSpPr txBox="1"/>
          <p:nvPr/>
        </p:nvSpPr>
        <p:spPr>
          <a:xfrm>
            <a:off x="4502713" y="5152139"/>
            <a:ext cx="4388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</a:t>
            </a:r>
            <a:r>
              <a:rPr lang="en-IN" sz="2800" dirty="0" err="1"/>
              <a:t>ut</a:t>
            </a:r>
            <a:r>
              <a:rPr lang="en-IN" sz="2800" dirty="0"/>
              <a:t> of order execute</a:t>
            </a:r>
          </a:p>
        </p:txBody>
      </p:sp>
    </p:spTree>
    <p:extLst>
      <p:ext uri="{BB962C8B-B14F-4D97-AF65-F5344CB8AC3E}">
        <p14:creationId xmlns:p14="http://schemas.microsoft.com/office/powerpoint/2010/main" val="1925471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250"/>
    </mc:Choice>
    <mc:Fallback xmlns="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34DE7-5E71-48A5-871E-D0931DDBC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Processors: In-order Commit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FCF95-F1CB-47F6-87CD-6C450052F7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25</a:t>
            </a:fld>
            <a:endParaRPr lang="en" dirty="0"/>
          </a:p>
        </p:txBody>
      </p:sp>
      <p:sp>
        <p:nvSpPr>
          <p:cNvPr id="6" name="Rounded Rectangle 12">
            <a:extLst>
              <a:ext uri="{FF2B5EF4-FFF2-40B4-BE49-F238E27FC236}">
                <a16:creationId xmlns:a16="http://schemas.microsoft.com/office/drawing/2014/main" id="{F8D2B4B4-DEB2-4194-A635-649A35B6C73C}"/>
              </a:ext>
            </a:extLst>
          </p:cNvPr>
          <p:cNvSpPr/>
          <p:nvPr/>
        </p:nvSpPr>
        <p:spPr>
          <a:xfrm>
            <a:off x="430052" y="2601977"/>
            <a:ext cx="2226629" cy="2000243"/>
          </a:xfrm>
          <a:prstGeom prst="roundRect">
            <a:avLst/>
          </a:prstGeom>
          <a:solidFill>
            <a:schemeClr val="bg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F47FB7-EE5A-482E-B2D5-6E3E4B4BD3BD}"/>
              </a:ext>
            </a:extLst>
          </p:cNvPr>
          <p:cNvCxnSpPr>
            <a:cxnSpLocks/>
          </p:cNvCxnSpPr>
          <p:nvPr/>
        </p:nvCxnSpPr>
        <p:spPr>
          <a:xfrm>
            <a:off x="430052" y="3435409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057303-7E23-49D6-AA62-A340FBA6A281}"/>
              </a:ext>
            </a:extLst>
          </p:cNvPr>
          <p:cNvCxnSpPr>
            <a:cxnSpLocks/>
          </p:cNvCxnSpPr>
          <p:nvPr/>
        </p:nvCxnSpPr>
        <p:spPr>
          <a:xfrm>
            <a:off x="430052" y="3849748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EB1964-8A89-49AA-86AD-A312EAF53595}"/>
              </a:ext>
            </a:extLst>
          </p:cNvPr>
          <p:cNvCxnSpPr>
            <a:cxnSpLocks/>
          </p:cNvCxnSpPr>
          <p:nvPr/>
        </p:nvCxnSpPr>
        <p:spPr>
          <a:xfrm>
            <a:off x="430052" y="3006790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21C78BE-2769-4120-BD10-3E7E98128C16}"/>
              </a:ext>
            </a:extLst>
          </p:cNvPr>
          <p:cNvCxnSpPr>
            <a:cxnSpLocks/>
          </p:cNvCxnSpPr>
          <p:nvPr/>
        </p:nvCxnSpPr>
        <p:spPr>
          <a:xfrm>
            <a:off x="430052" y="4225986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E18AB38-6923-4E36-B004-3506622E5841}"/>
              </a:ext>
            </a:extLst>
          </p:cNvPr>
          <p:cNvSpPr txBox="1"/>
          <p:nvPr/>
        </p:nvSpPr>
        <p:spPr>
          <a:xfrm>
            <a:off x="0" y="4743094"/>
            <a:ext cx="43888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In-order Instruction Fetch</a:t>
            </a:r>
          </a:p>
          <a:p>
            <a:r>
              <a:rPr lang="en-IN" sz="2800" dirty="0"/>
              <a:t>(Multiple fetch in one cycle)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7F5156-A74E-4D2D-BA86-F74CA8A112D0}"/>
              </a:ext>
            </a:extLst>
          </p:cNvPr>
          <p:cNvSpPr txBox="1"/>
          <p:nvPr/>
        </p:nvSpPr>
        <p:spPr>
          <a:xfrm>
            <a:off x="9020065" y="4817902"/>
            <a:ext cx="31967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In-order Completion (commit)</a:t>
            </a:r>
          </a:p>
          <a:p>
            <a:endParaRPr lang="en-IN" sz="2800" dirty="0"/>
          </a:p>
          <a:p>
            <a:endParaRPr lang="en-IN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2FADB3-14B1-401A-B490-9B0B03F76A21}"/>
              </a:ext>
            </a:extLst>
          </p:cNvPr>
          <p:cNvSpPr txBox="1"/>
          <p:nvPr/>
        </p:nvSpPr>
        <p:spPr>
          <a:xfrm>
            <a:off x="444318" y="2529164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1. LOAD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4678A8-1140-47D7-B916-ADF55C24ABB1}"/>
              </a:ext>
            </a:extLst>
          </p:cNvPr>
          <p:cNvSpPr txBox="1"/>
          <p:nvPr/>
        </p:nvSpPr>
        <p:spPr>
          <a:xfrm>
            <a:off x="444318" y="3376477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3. LOAD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CDCDB1-77CD-4A80-961F-A3DA035EAB44}"/>
              </a:ext>
            </a:extLst>
          </p:cNvPr>
          <p:cNvSpPr txBox="1"/>
          <p:nvPr/>
        </p:nvSpPr>
        <p:spPr>
          <a:xfrm>
            <a:off x="457011" y="3780733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4. LOAD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9C9FC7-EF8A-49D9-A924-47C6CBAA094A}"/>
              </a:ext>
            </a:extLst>
          </p:cNvPr>
          <p:cNvSpPr txBox="1"/>
          <p:nvPr/>
        </p:nvSpPr>
        <p:spPr>
          <a:xfrm>
            <a:off x="444318" y="4127793"/>
            <a:ext cx="1229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5. MUL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44FABF-0BE4-4A70-99E5-80CCB506E90C}"/>
              </a:ext>
            </a:extLst>
          </p:cNvPr>
          <p:cNvSpPr txBox="1"/>
          <p:nvPr/>
        </p:nvSpPr>
        <p:spPr>
          <a:xfrm>
            <a:off x="430052" y="2948098"/>
            <a:ext cx="1132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2. SUB</a:t>
            </a:r>
          </a:p>
        </p:txBody>
      </p:sp>
      <p:sp>
        <p:nvSpPr>
          <p:cNvPr id="18" name="Rounded Rectangle 12">
            <a:extLst>
              <a:ext uri="{FF2B5EF4-FFF2-40B4-BE49-F238E27FC236}">
                <a16:creationId xmlns:a16="http://schemas.microsoft.com/office/drawing/2014/main" id="{19F5F795-58F8-4142-9BC3-282539869A97}"/>
              </a:ext>
            </a:extLst>
          </p:cNvPr>
          <p:cNvSpPr/>
          <p:nvPr/>
        </p:nvSpPr>
        <p:spPr>
          <a:xfrm>
            <a:off x="9697877" y="2601977"/>
            <a:ext cx="2226629" cy="2000243"/>
          </a:xfrm>
          <a:prstGeom prst="roundRect">
            <a:avLst/>
          </a:prstGeom>
          <a:solidFill>
            <a:schemeClr val="bg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C00000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3F9943-6BD7-45AB-BDC8-4BB43A2059AD}"/>
              </a:ext>
            </a:extLst>
          </p:cNvPr>
          <p:cNvCxnSpPr>
            <a:cxnSpLocks/>
          </p:cNvCxnSpPr>
          <p:nvPr/>
        </p:nvCxnSpPr>
        <p:spPr>
          <a:xfrm>
            <a:off x="9697877" y="3435409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EC86449-0913-4B3B-998E-7DA08EC9992E}"/>
              </a:ext>
            </a:extLst>
          </p:cNvPr>
          <p:cNvCxnSpPr>
            <a:cxnSpLocks/>
          </p:cNvCxnSpPr>
          <p:nvPr/>
        </p:nvCxnSpPr>
        <p:spPr>
          <a:xfrm>
            <a:off x="9697877" y="3849748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FB91E05-7F59-4CC0-A1DC-F93969C1F189}"/>
              </a:ext>
            </a:extLst>
          </p:cNvPr>
          <p:cNvCxnSpPr>
            <a:cxnSpLocks/>
          </p:cNvCxnSpPr>
          <p:nvPr/>
        </p:nvCxnSpPr>
        <p:spPr>
          <a:xfrm>
            <a:off x="9697877" y="3006790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8918F9D-E888-414D-B2B8-C5E6D7D500BF}"/>
              </a:ext>
            </a:extLst>
          </p:cNvPr>
          <p:cNvCxnSpPr>
            <a:cxnSpLocks/>
          </p:cNvCxnSpPr>
          <p:nvPr/>
        </p:nvCxnSpPr>
        <p:spPr>
          <a:xfrm>
            <a:off x="9697877" y="4225986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527B010-D92A-450F-B307-E31188BE5774}"/>
              </a:ext>
            </a:extLst>
          </p:cNvPr>
          <p:cNvSpPr txBox="1"/>
          <p:nvPr/>
        </p:nvSpPr>
        <p:spPr>
          <a:xfrm>
            <a:off x="9712143" y="2529164"/>
            <a:ext cx="18126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1. LOAD </a:t>
            </a:r>
            <a:r>
              <a:rPr lang="en-IN" sz="2800" dirty="0">
                <a:solidFill>
                  <a:srgbClr val="C00000"/>
                </a:solidFill>
                <a:sym typeface="Wingdings" panose="05000000000000000000" pitchFamily="2" charset="2"/>
              </a:rPr>
              <a:t></a:t>
            </a:r>
            <a:r>
              <a:rPr lang="en-IN" sz="2800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946FF0-BDE0-4A26-8EA9-52C3098B23BC}"/>
              </a:ext>
            </a:extLst>
          </p:cNvPr>
          <p:cNvSpPr txBox="1"/>
          <p:nvPr/>
        </p:nvSpPr>
        <p:spPr>
          <a:xfrm>
            <a:off x="9712143" y="3376477"/>
            <a:ext cx="18126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3. LOAD </a:t>
            </a:r>
            <a:r>
              <a:rPr lang="en-IN" sz="2800" dirty="0">
                <a:solidFill>
                  <a:srgbClr val="C00000"/>
                </a:solidFill>
                <a:sym typeface="Wingdings" panose="05000000000000000000" pitchFamily="2" charset="2"/>
              </a:rPr>
              <a:t></a:t>
            </a:r>
            <a:r>
              <a:rPr lang="en-IN" sz="2800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AA4511-05F6-4719-91FD-08A28B25D57A}"/>
              </a:ext>
            </a:extLst>
          </p:cNvPr>
          <p:cNvSpPr txBox="1"/>
          <p:nvPr/>
        </p:nvSpPr>
        <p:spPr>
          <a:xfrm>
            <a:off x="9724836" y="3780733"/>
            <a:ext cx="17308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4. LOAD </a:t>
            </a:r>
            <a:r>
              <a:rPr lang="en-IN" sz="2800" dirty="0">
                <a:solidFill>
                  <a:srgbClr val="C00000"/>
                </a:solidFill>
                <a:sym typeface="Wingdings" panose="05000000000000000000" pitchFamily="2" charset="2"/>
              </a:rPr>
              <a:t></a:t>
            </a:r>
            <a:endParaRPr lang="en-IN" sz="2800" dirty="0">
              <a:solidFill>
                <a:srgbClr val="C0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BEAEC8-FAB8-4C98-A1CF-3E5DA0AE69C7}"/>
              </a:ext>
            </a:extLst>
          </p:cNvPr>
          <p:cNvSpPr txBox="1"/>
          <p:nvPr/>
        </p:nvSpPr>
        <p:spPr>
          <a:xfrm>
            <a:off x="9712143" y="4127793"/>
            <a:ext cx="15327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5. MUL</a:t>
            </a:r>
            <a:r>
              <a:rPr lang="en-IN" sz="2800" dirty="0">
                <a:solidFill>
                  <a:srgbClr val="C00000"/>
                </a:solidFill>
                <a:sym typeface="Wingdings" panose="05000000000000000000" pitchFamily="2" charset="2"/>
              </a:rPr>
              <a:t></a:t>
            </a:r>
            <a:endParaRPr lang="en-IN" sz="2800" dirty="0">
              <a:solidFill>
                <a:srgbClr val="C0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80E6BF-D3D0-4A44-85BC-BD438AE525F6}"/>
              </a:ext>
            </a:extLst>
          </p:cNvPr>
          <p:cNvSpPr txBox="1"/>
          <p:nvPr/>
        </p:nvSpPr>
        <p:spPr>
          <a:xfrm>
            <a:off x="9697877" y="2948098"/>
            <a:ext cx="15167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2. SUB </a:t>
            </a:r>
            <a:r>
              <a:rPr lang="en-IN" sz="2800" dirty="0">
                <a:solidFill>
                  <a:srgbClr val="C00000"/>
                </a:solidFill>
                <a:sym typeface="Wingdings" panose="05000000000000000000" pitchFamily="2" charset="2"/>
              </a:rPr>
              <a:t></a:t>
            </a:r>
            <a:endParaRPr lang="en-IN" sz="2800" dirty="0">
              <a:solidFill>
                <a:srgbClr val="C00000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0E40E05-5F27-4CAE-A07F-36090D920486}"/>
              </a:ext>
            </a:extLst>
          </p:cNvPr>
          <p:cNvCxnSpPr>
            <a:cxnSpLocks/>
          </p:cNvCxnSpPr>
          <p:nvPr/>
        </p:nvCxnSpPr>
        <p:spPr>
          <a:xfrm>
            <a:off x="243052" y="2646390"/>
            <a:ext cx="0" cy="19558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12">
            <a:extLst>
              <a:ext uri="{FF2B5EF4-FFF2-40B4-BE49-F238E27FC236}">
                <a16:creationId xmlns:a16="http://schemas.microsoft.com/office/drawing/2014/main" id="{4DF75488-3453-492C-B4C3-C166E8D3EFCE}"/>
              </a:ext>
            </a:extLst>
          </p:cNvPr>
          <p:cNvSpPr/>
          <p:nvPr/>
        </p:nvSpPr>
        <p:spPr>
          <a:xfrm>
            <a:off x="4982685" y="2776814"/>
            <a:ext cx="2226629" cy="2000243"/>
          </a:xfrm>
          <a:prstGeom prst="roundRect">
            <a:avLst/>
          </a:prstGeom>
          <a:solidFill>
            <a:schemeClr val="bg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C00000"/>
              </a:solidFill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12A1146-A415-4CEA-9B34-B2C73601AB16}"/>
              </a:ext>
            </a:extLst>
          </p:cNvPr>
          <p:cNvCxnSpPr>
            <a:cxnSpLocks/>
          </p:cNvCxnSpPr>
          <p:nvPr/>
        </p:nvCxnSpPr>
        <p:spPr>
          <a:xfrm>
            <a:off x="4982685" y="3610246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E5BAD6C-E687-4B7D-9C6A-70858A2C867D}"/>
              </a:ext>
            </a:extLst>
          </p:cNvPr>
          <p:cNvCxnSpPr>
            <a:cxnSpLocks/>
          </p:cNvCxnSpPr>
          <p:nvPr/>
        </p:nvCxnSpPr>
        <p:spPr>
          <a:xfrm>
            <a:off x="4982685" y="4024585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CF024DD-ED5A-4486-887F-3207E0F67F4C}"/>
              </a:ext>
            </a:extLst>
          </p:cNvPr>
          <p:cNvCxnSpPr>
            <a:cxnSpLocks/>
          </p:cNvCxnSpPr>
          <p:nvPr/>
        </p:nvCxnSpPr>
        <p:spPr>
          <a:xfrm>
            <a:off x="4982685" y="3181627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28EBF80-9CF7-4811-8800-F15CAD24D666}"/>
              </a:ext>
            </a:extLst>
          </p:cNvPr>
          <p:cNvCxnSpPr>
            <a:cxnSpLocks/>
          </p:cNvCxnSpPr>
          <p:nvPr/>
        </p:nvCxnSpPr>
        <p:spPr>
          <a:xfrm>
            <a:off x="4982685" y="4400823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349D24B-4F5C-4CC9-BBF2-8ED571CA6FAE}"/>
              </a:ext>
            </a:extLst>
          </p:cNvPr>
          <p:cNvSpPr txBox="1"/>
          <p:nvPr/>
        </p:nvSpPr>
        <p:spPr>
          <a:xfrm>
            <a:off x="4996951" y="2704001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2. LOAD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E9092C0-C09A-48A7-A346-C2B82412624B}"/>
              </a:ext>
            </a:extLst>
          </p:cNvPr>
          <p:cNvSpPr txBox="1"/>
          <p:nvPr/>
        </p:nvSpPr>
        <p:spPr>
          <a:xfrm>
            <a:off x="4996951" y="3551314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3. LOAD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06E6D93-DE52-423A-8221-DE6C234D096A}"/>
              </a:ext>
            </a:extLst>
          </p:cNvPr>
          <p:cNvSpPr txBox="1"/>
          <p:nvPr/>
        </p:nvSpPr>
        <p:spPr>
          <a:xfrm>
            <a:off x="5009644" y="3955570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5. LOAD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16F81CC-103D-428D-B3D7-E95F4CFB58F7}"/>
              </a:ext>
            </a:extLst>
          </p:cNvPr>
          <p:cNvSpPr txBox="1"/>
          <p:nvPr/>
        </p:nvSpPr>
        <p:spPr>
          <a:xfrm>
            <a:off x="4996951" y="4302630"/>
            <a:ext cx="1229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4. MUL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535BEA6-0636-4B75-B612-0589179CDFCD}"/>
              </a:ext>
            </a:extLst>
          </p:cNvPr>
          <p:cNvSpPr txBox="1"/>
          <p:nvPr/>
        </p:nvSpPr>
        <p:spPr>
          <a:xfrm>
            <a:off x="4982685" y="3122935"/>
            <a:ext cx="1132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1. SUB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2A2350-FA6E-44D3-9C70-8FC04F35BA37}"/>
              </a:ext>
            </a:extLst>
          </p:cNvPr>
          <p:cNvSpPr txBox="1"/>
          <p:nvPr/>
        </p:nvSpPr>
        <p:spPr>
          <a:xfrm>
            <a:off x="4502713" y="5152139"/>
            <a:ext cx="4388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</a:t>
            </a:r>
            <a:r>
              <a:rPr lang="en-IN" sz="2800" dirty="0" err="1"/>
              <a:t>ut</a:t>
            </a:r>
            <a:r>
              <a:rPr lang="en-IN" sz="2800" dirty="0"/>
              <a:t> of order execute</a:t>
            </a:r>
          </a:p>
        </p:txBody>
      </p:sp>
    </p:spTree>
    <p:extLst>
      <p:ext uri="{BB962C8B-B14F-4D97-AF65-F5344CB8AC3E}">
        <p14:creationId xmlns:p14="http://schemas.microsoft.com/office/powerpoint/2010/main" val="231720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250"/>
    </mc:Choice>
    <mc:Fallback xmlns="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34DE7-5E71-48A5-871E-D0931DDBC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Processors: In-order Commit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FCF95-F1CB-47F6-87CD-6C450052F7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26</a:t>
            </a:fld>
            <a:endParaRPr lang="en" dirty="0"/>
          </a:p>
        </p:txBody>
      </p:sp>
      <p:sp>
        <p:nvSpPr>
          <p:cNvPr id="6" name="Rounded Rectangle 12">
            <a:extLst>
              <a:ext uri="{FF2B5EF4-FFF2-40B4-BE49-F238E27FC236}">
                <a16:creationId xmlns:a16="http://schemas.microsoft.com/office/drawing/2014/main" id="{F8D2B4B4-DEB2-4194-A635-649A35B6C73C}"/>
              </a:ext>
            </a:extLst>
          </p:cNvPr>
          <p:cNvSpPr/>
          <p:nvPr/>
        </p:nvSpPr>
        <p:spPr>
          <a:xfrm>
            <a:off x="430052" y="2601977"/>
            <a:ext cx="2226629" cy="2000243"/>
          </a:xfrm>
          <a:prstGeom prst="roundRect">
            <a:avLst/>
          </a:prstGeom>
          <a:solidFill>
            <a:schemeClr val="bg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F47FB7-EE5A-482E-B2D5-6E3E4B4BD3BD}"/>
              </a:ext>
            </a:extLst>
          </p:cNvPr>
          <p:cNvCxnSpPr>
            <a:cxnSpLocks/>
          </p:cNvCxnSpPr>
          <p:nvPr/>
        </p:nvCxnSpPr>
        <p:spPr>
          <a:xfrm>
            <a:off x="430052" y="3435409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057303-7E23-49D6-AA62-A340FBA6A281}"/>
              </a:ext>
            </a:extLst>
          </p:cNvPr>
          <p:cNvCxnSpPr>
            <a:cxnSpLocks/>
          </p:cNvCxnSpPr>
          <p:nvPr/>
        </p:nvCxnSpPr>
        <p:spPr>
          <a:xfrm>
            <a:off x="430052" y="3849748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EB1964-8A89-49AA-86AD-A312EAF53595}"/>
              </a:ext>
            </a:extLst>
          </p:cNvPr>
          <p:cNvCxnSpPr>
            <a:cxnSpLocks/>
          </p:cNvCxnSpPr>
          <p:nvPr/>
        </p:nvCxnSpPr>
        <p:spPr>
          <a:xfrm>
            <a:off x="430052" y="3006790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21C78BE-2769-4120-BD10-3E7E98128C16}"/>
              </a:ext>
            </a:extLst>
          </p:cNvPr>
          <p:cNvCxnSpPr>
            <a:cxnSpLocks/>
          </p:cNvCxnSpPr>
          <p:nvPr/>
        </p:nvCxnSpPr>
        <p:spPr>
          <a:xfrm>
            <a:off x="430052" y="4225986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E18AB38-6923-4E36-B004-3506622E5841}"/>
              </a:ext>
            </a:extLst>
          </p:cNvPr>
          <p:cNvSpPr txBox="1"/>
          <p:nvPr/>
        </p:nvSpPr>
        <p:spPr>
          <a:xfrm>
            <a:off x="0" y="4743094"/>
            <a:ext cx="43888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In-order Instruction Fetch</a:t>
            </a:r>
          </a:p>
          <a:p>
            <a:r>
              <a:rPr lang="en-IN" sz="2800" dirty="0"/>
              <a:t>(Multiple fetch in one cycle)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7F5156-A74E-4D2D-BA86-F74CA8A112D0}"/>
              </a:ext>
            </a:extLst>
          </p:cNvPr>
          <p:cNvSpPr txBox="1"/>
          <p:nvPr/>
        </p:nvSpPr>
        <p:spPr>
          <a:xfrm>
            <a:off x="9020065" y="4817902"/>
            <a:ext cx="31967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In-order Completion (commit)</a:t>
            </a:r>
          </a:p>
          <a:p>
            <a:endParaRPr lang="en-IN" sz="2800" dirty="0"/>
          </a:p>
          <a:p>
            <a:endParaRPr lang="en-IN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2FADB3-14B1-401A-B490-9B0B03F76A21}"/>
              </a:ext>
            </a:extLst>
          </p:cNvPr>
          <p:cNvSpPr txBox="1"/>
          <p:nvPr/>
        </p:nvSpPr>
        <p:spPr>
          <a:xfrm>
            <a:off x="444318" y="2529164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1. LOAD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4678A8-1140-47D7-B916-ADF55C24ABB1}"/>
              </a:ext>
            </a:extLst>
          </p:cNvPr>
          <p:cNvSpPr txBox="1"/>
          <p:nvPr/>
        </p:nvSpPr>
        <p:spPr>
          <a:xfrm>
            <a:off x="444318" y="3376477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3. LOAD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CDCDB1-77CD-4A80-961F-A3DA035EAB44}"/>
              </a:ext>
            </a:extLst>
          </p:cNvPr>
          <p:cNvSpPr txBox="1"/>
          <p:nvPr/>
        </p:nvSpPr>
        <p:spPr>
          <a:xfrm>
            <a:off x="457011" y="3780733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4. LOAD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9C9FC7-EF8A-49D9-A924-47C6CBAA094A}"/>
              </a:ext>
            </a:extLst>
          </p:cNvPr>
          <p:cNvSpPr txBox="1"/>
          <p:nvPr/>
        </p:nvSpPr>
        <p:spPr>
          <a:xfrm>
            <a:off x="444318" y="4127793"/>
            <a:ext cx="1229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5. MUL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44FABF-0BE4-4A70-99E5-80CCB506E90C}"/>
              </a:ext>
            </a:extLst>
          </p:cNvPr>
          <p:cNvSpPr txBox="1"/>
          <p:nvPr/>
        </p:nvSpPr>
        <p:spPr>
          <a:xfrm>
            <a:off x="430052" y="2948098"/>
            <a:ext cx="1132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2. SUB</a:t>
            </a:r>
          </a:p>
        </p:txBody>
      </p:sp>
      <p:sp>
        <p:nvSpPr>
          <p:cNvPr id="18" name="Rounded Rectangle 12">
            <a:extLst>
              <a:ext uri="{FF2B5EF4-FFF2-40B4-BE49-F238E27FC236}">
                <a16:creationId xmlns:a16="http://schemas.microsoft.com/office/drawing/2014/main" id="{19F5F795-58F8-4142-9BC3-282539869A97}"/>
              </a:ext>
            </a:extLst>
          </p:cNvPr>
          <p:cNvSpPr/>
          <p:nvPr/>
        </p:nvSpPr>
        <p:spPr>
          <a:xfrm>
            <a:off x="9697877" y="2601977"/>
            <a:ext cx="2226629" cy="2000243"/>
          </a:xfrm>
          <a:prstGeom prst="roundRect">
            <a:avLst/>
          </a:prstGeom>
          <a:solidFill>
            <a:schemeClr val="bg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C00000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3F9943-6BD7-45AB-BDC8-4BB43A2059AD}"/>
              </a:ext>
            </a:extLst>
          </p:cNvPr>
          <p:cNvCxnSpPr>
            <a:cxnSpLocks/>
          </p:cNvCxnSpPr>
          <p:nvPr/>
        </p:nvCxnSpPr>
        <p:spPr>
          <a:xfrm>
            <a:off x="9697877" y="3435409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EC86449-0913-4B3B-998E-7DA08EC9992E}"/>
              </a:ext>
            </a:extLst>
          </p:cNvPr>
          <p:cNvCxnSpPr>
            <a:cxnSpLocks/>
          </p:cNvCxnSpPr>
          <p:nvPr/>
        </p:nvCxnSpPr>
        <p:spPr>
          <a:xfrm>
            <a:off x="9697877" y="3849748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FB91E05-7F59-4CC0-A1DC-F93969C1F189}"/>
              </a:ext>
            </a:extLst>
          </p:cNvPr>
          <p:cNvCxnSpPr>
            <a:cxnSpLocks/>
          </p:cNvCxnSpPr>
          <p:nvPr/>
        </p:nvCxnSpPr>
        <p:spPr>
          <a:xfrm>
            <a:off x="9697877" y="3006790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8918F9D-E888-414D-B2B8-C5E6D7D500BF}"/>
              </a:ext>
            </a:extLst>
          </p:cNvPr>
          <p:cNvCxnSpPr>
            <a:cxnSpLocks/>
          </p:cNvCxnSpPr>
          <p:nvPr/>
        </p:nvCxnSpPr>
        <p:spPr>
          <a:xfrm>
            <a:off x="9697877" y="4225986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527B010-D92A-450F-B307-E31188BE5774}"/>
              </a:ext>
            </a:extLst>
          </p:cNvPr>
          <p:cNvSpPr txBox="1"/>
          <p:nvPr/>
        </p:nvSpPr>
        <p:spPr>
          <a:xfrm>
            <a:off x="9712143" y="2529164"/>
            <a:ext cx="18126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1. LOAD </a:t>
            </a:r>
            <a:r>
              <a:rPr lang="en-IN" sz="2800" dirty="0">
                <a:solidFill>
                  <a:srgbClr val="C00000"/>
                </a:solidFill>
                <a:sym typeface="Wingdings" panose="05000000000000000000" pitchFamily="2" charset="2"/>
              </a:rPr>
              <a:t></a:t>
            </a:r>
            <a:r>
              <a:rPr lang="en-IN" sz="2800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946FF0-BDE0-4A26-8EA9-52C3098B23BC}"/>
              </a:ext>
            </a:extLst>
          </p:cNvPr>
          <p:cNvSpPr txBox="1"/>
          <p:nvPr/>
        </p:nvSpPr>
        <p:spPr>
          <a:xfrm>
            <a:off x="9712143" y="3376477"/>
            <a:ext cx="18126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3. LOAD </a:t>
            </a:r>
            <a:r>
              <a:rPr lang="en-IN" sz="2800" dirty="0">
                <a:solidFill>
                  <a:srgbClr val="C00000"/>
                </a:solidFill>
                <a:sym typeface="Wingdings" panose="05000000000000000000" pitchFamily="2" charset="2"/>
              </a:rPr>
              <a:t></a:t>
            </a:r>
            <a:r>
              <a:rPr lang="en-IN" sz="2800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AA4511-05F6-4719-91FD-08A28B25D57A}"/>
              </a:ext>
            </a:extLst>
          </p:cNvPr>
          <p:cNvSpPr txBox="1"/>
          <p:nvPr/>
        </p:nvSpPr>
        <p:spPr>
          <a:xfrm>
            <a:off x="9724836" y="3780733"/>
            <a:ext cx="17308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4. LOAD </a:t>
            </a:r>
            <a:r>
              <a:rPr lang="en-IN" sz="2800" dirty="0">
                <a:solidFill>
                  <a:srgbClr val="C00000"/>
                </a:solidFill>
                <a:sym typeface="Wingdings" panose="05000000000000000000" pitchFamily="2" charset="2"/>
              </a:rPr>
              <a:t></a:t>
            </a:r>
            <a:endParaRPr lang="en-IN" sz="2800" dirty="0">
              <a:solidFill>
                <a:srgbClr val="C0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BEAEC8-FAB8-4C98-A1CF-3E5DA0AE69C7}"/>
              </a:ext>
            </a:extLst>
          </p:cNvPr>
          <p:cNvSpPr txBox="1"/>
          <p:nvPr/>
        </p:nvSpPr>
        <p:spPr>
          <a:xfrm>
            <a:off x="9712143" y="4127793"/>
            <a:ext cx="15327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5. MUL</a:t>
            </a:r>
            <a:r>
              <a:rPr lang="en-IN" sz="2800" dirty="0">
                <a:solidFill>
                  <a:srgbClr val="C00000"/>
                </a:solidFill>
                <a:sym typeface="Wingdings" panose="05000000000000000000" pitchFamily="2" charset="2"/>
              </a:rPr>
              <a:t></a:t>
            </a:r>
            <a:endParaRPr lang="en-IN" sz="2800" dirty="0">
              <a:solidFill>
                <a:srgbClr val="C0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80E6BF-D3D0-4A44-85BC-BD438AE525F6}"/>
              </a:ext>
            </a:extLst>
          </p:cNvPr>
          <p:cNvSpPr txBox="1"/>
          <p:nvPr/>
        </p:nvSpPr>
        <p:spPr>
          <a:xfrm>
            <a:off x="9697877" y="2948098"/>
            <a:ext cx="15167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2. SUB </a:t>
            </a:r>
            <a:r>
              <a:rPr lang="en-IN" sz="2800" dirty="0">
                <a:solidFill>
                  <a:srgbClr val="C00000"/>
                </a:solidFill>
                <a:sym typeface="Wingdings" panose="05000000000000000000" pitchFamily="2" charset="2"/>
              </a:rPr>
              <a:t></a:t>
            </a:r>
            <a:endParaRPr lang="en-IN" sz="2800" dirty="0">
              <a:solidFill>
                <a:srgbClr val="C00000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0E40E05-5F27-4CAE-A07F-36090D920486}"/>
              </a:ext>
            </a:extLst>
          </p:cNvPr>
          <p:cNvCxnSpPr>
            <a:cxnSpLocks/>
          </p:cNvCxnSpPr>
          <p:nvPr/>
        </p:nvCxnSpPr>
        <p:spPr>
          <a:xfrm>
            <a:off x="243052" y="2646390"/>
            <a:ext cx="0" cy="19558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12">
            <a:extLst>
              <a:ext uri="{FF2B5EF4-FFF2-40B4-BE49-F238E27FC236}">
                <a16:creationId xmlns:a16="http://schemas.microsoft.com/office/drawing/2014/main" id="{4DF75488-3453-492C-B4C3-C166E8D3EFCE}"/>
              </a:ext>
            </a:extLst>
          </p:cNvPr>
          <p:cNvSpPr/>
          <p:nvPr/>
        </p:nvSpPr>
        <p:spPr>
          <a:xfrm>
            <a:off x="4982685" y="2776814"/>
            <a:ext cx="2226629" cy="2000243"/>
          </a:xfrm>
          <a:prstGeom prst="roundRect">
            <a:avLst/>
          </a:prstGeom>
          <a:solidFill>
            <a:schemeClr val="bg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C00000"/>
              </a:solidFill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12A1146-A415-4CEA-9B34-B2C73601AB16}"/>
              </a:ext>
            </a:extLst>
          </p:cNvPr>
          <p:cNvCxnSpPr>
            <a:cxnSpLocks/>
          </p:cNvCxnSpPr>
          <p:nvPr/>
        </p:nvCxnSpPr>
        <p:spPr>
          <a:xfrm>
            <a:off x="4982685" y="3610246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E5BAD6C-E687-4B7D-9C6A-70858A2C867D}"/>
              </a:ext>
            </a:extLst>
          </p:cNvPr>
          <p:cNvCxnSpPr>
            <a:cxnSpLocks/>
          </p:cNvCxnSpPr>
          <p:nvPr/>
        </p:nvCxnSpPr>
        <p:spPr>
          <a:xfrm>
            <a:off x="4982685" y="4024585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CF024DD-ED5A-4486-887F-3207E0F67F4C}"/>
              </a:ext>
            </a:extLst>
          </p:cNvPr>
          <p:cNvCxnSpPr>
            <a:cxnSpLocks/>
          </p:cNvCxnSpPr>
          <p:nvPr/>
        </p:nvCxnSpPr>
        <p:spPr>
          <a:xfrm>
            <a:off x="4982685" y="3181627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28EBF80-9CF7-4811-8800-F15CAD24D666}"/>
              </a:ext>
            </a:extLst>
          </p:cNvPr>
          <p:cNvCxnSpPr>
            <a:cxnSpLocks/>
          </p:cNvCxnSpPr>
          <p:nvPr/>
        </p:nvCxnSpPr>
        <p:spPr>
          <a:xfrm>
            <a:off x="4982685" y="4400823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349D24B-4F5C-4CC9-BBF2-8ED571CA6FAE}"/>
              </a:ext>
            </a:extLst>
          </p:cNvPr>
          <p:cNvSpPr txBox="1"/>
          <p:nvPr/>
        </p:nvSpPr>
        <p:spPr>
          <a:xfrm>
            <a:off x="4996951" y="2704001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2. LOAD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E9092C0-C09A-48A7-A346-C2B82412624B}"/>
              </a:ext>
            </a:extLst>
          </p:cNvPr>
          <p:cNvSpPr txBox="1"/>
          <p:nvPr/>
        </p:nvSpPr>
        <p:spPr>
          <a:xfrm>
            <a:off x="4996951" y="3551314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3. LOAD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06E6D93-DE52-423A-8221-DE6C234D096A}"/>
              </a:ext>
            </a:extLst>
          </p:cNvPr>
          <p:cNvSpPr txBox="1"/>
          <p:nvPr/>
        </p:nvSpPr>
        <p:spPr>
          <a:xfrm>
            <a:off x="5009644" y="3955570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5. LOAD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16F81CC-103D-428D-B3D7-E95F4CFB58F7}"/>
              </a:ext>
            </a:extLst>
          </p:cNvPr>
          <p:cNvSpPr txBox="1"/>
          <p:nvPr/>
        </p:nvSpPr>
        <p:spPr>
          <a:xfrm>
            <a:off x="4996951" y="4302630"/>
            <a:ext cx="1229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4. MUL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535BEA6-0636-4B75-B612-0589179CDFCD}"/>
              </a:ext>
            </a:extLst>
          </p:cNvPr>
          <p:cNvSpPr txBox="1"/>
          <p:nvPr/>
        </p:nvSpPr>
        <p:spPr>
          <a:xfrm>
            <a:off x="4982685" y="3122935"/>
            <a:ext cx="1132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1. SUB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2A2350-FA6E-44D3-9C70-8FC04F35BA37}"/>
              </a:ext>
            </a:extLst>
          </p:cNvPr>
          <p:cNvSpPr txBox="1"/>
          <p:nvPr/>
        </p:nvSpPr>
        <p:spPr>
          <a:xfrm>
            <a:off x="4502713" y="5152139"/>
            <a:ext cx="4388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</a:t>
            </a:r>
            <a:r>
              <a:rPr lang="en-IN" sz="2800" dirty="0" err="1"/>
              <a:t>ut</a:t>
            </a:r>
            <a:r>
              <a:rPr lang="en-IN" sz="2800" dirty="0"/>
              <a:t> of order execute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F717BF-82BF-443D-8B17-024483F22F66}"/>
              </a:ext>
            </a:extLst>
          </p:cNvPr>
          <p:cNvSpPr/>
          <p:nvPr/>
        </p:nvSpPr>
        <p:spPr>
          <a:xfrm>
            <a:off x="3881438" y="1590675"/>
            <a:ext cx="791131" cy="163654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5F8ACF9-EF4F-4CE6-AC15-9C581453904C}"/>
              </a:ext>
            </a:extLst>
          </p:cNvPr>
          <p:cNvCxnSpPr>
            <a:stCxn id="3" idx="1"/>
            <a:endCxn id="3" idx="3"/>
          </p:cNvCxnSpPr>
          <p:nvPr/>
        </p:nvCxnSpPr>
        <p:spPr>
          <a:xfrm>
            <a:off x="3881438" y="2408947"/>
            <a:ext cx="79113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8AF07E1-46E8-4B6C-938C-D740E62A6848}"/>
              </a:ext>
            </a:extLst>
          </p:cNvPr>
          <p:cNvCxnSpPr/>
          <p:nvPr/>
        </p:nvCxnSpPr>
        <p:spPr>
          <a:xfrm>
            <a:off x="3881438" y="1980322"/>
            <a:ext cx="79113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B896A35-A7DB-42A2-B0CB-5C4067FB292D}"/>
              </a:ext>
            </a:extLst>
          </p:cNvPr>
          <p:cNvCxnSpPr/>
          <p:nvPr/>
        </p:nvCxnSpPr>
        <p:spPr>
          <a:xfrm>
            <a:off x="3881438" y="2842335"/>
            <a:ext cx="79113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CCCE27C-C5B9-49F2-A8C2-72F97DD4CB49}"/>
              </a:ext>
            </a:extLst>
          </p:cNvPr>
          <p:cNvSpPr txBox="1"/>
          <p:nvPr/>
        </p:nvSpPr>
        <p:spPr>
          <a:xfrm>
            <a:off x="1153223" y="1928645"/>
            <a:ext cx="2809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Reorder buffer (ROB)</a:t>
            </a:r>
            <a:endParaRPr lang="en-IN" sz="2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80E723-49E5-4E8E-831A-E9880FB087EC}"/>
              </a:ext>
            </a:extLst>
          </p:cNvPr>
          <p:cNvSpPr txBox="1"/>
          <p:nvPr/>
        </p:nvSpPr>
        <p:spPr>
          <a:xfrm>
            <a:off x="4050656" y="278217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  <a:endParaRPr lang="en-IN" sz="2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89D9143-7D4E-4684-9386-8B5DC617B02F}"/>
              </a:ext>
            </a:extLst>
          </p:cNvPr>
          <p:cNvSpPr txBox="1"/>
          <p:nvPr/>
        </p:nvSpPr>
        <p:spPr>
          <a:xfrm>
            <a:off x="4052082" y="238966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  <a:endParaRPr lang="en-IN" sz="2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3D15214-5178-4A0E-A788-701F6D04A491}"/>
              </a:ext>
            </a:extLst>
          </p:cNvPr>
          <p:cNvSpPr txBox="1"/>
          <p:nvPr/>
        </p:nvSpPr>
        <p:spPr>
          <a:xfrm>
            <a:off x="4043983" y="2003849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  <a:endParaRPr lang="en-IN" sz="24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1D1785A-DFD7-44E2-954C-C0128FA1873C}"/>
              </a:ext>
            </a:extLst>
          </p:cNvPr>
          <p:cNvCxnSpPr>
            <a:endCxn id="30" idx="2"/>
          </p:cNvCxnSpPr>
          <p:nvPr/>
        </p:nvCxnSpPr>
        <p:spPr>
          <a:xfrm flipV="1">
            <a:off x="3652838" y="3243836"/>
            <a:ext cx="567897" cy="3804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25751BCC-C23E-437A-987F-7E11FA10F44C}"/>
              </a:ext>
            </a:extLst>
          </p:cNvPr>
          <p:cNvSpPr txBox="1"/>
          <p:nvPr/>
        </p:nvSpPr>
        <p:spPr>
          <a:xfrm>
            <a:off x="3115380" y="3581668"/>
            <a:ext cx="14127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ROB head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84942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250"/>
    </mc:Choice>
    <mc:Fallback xmlns=""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34DE7-5E71-48A5-871E-D0931DDBC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Processors: Speculative Execution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FCF95-F1CB-47F6-87CD-6C450052F7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27</a:t>
            </a:fld>
            <a:endParaRPr lang="en" dirty="0"/>
          </a:p>
        </p:txBody>
      </p:sp>
      <p:sp>
        <p:nvSpPr>
          <p:cNvPr id="6" name="Rounded Rectangle 12">
            <a:extLst>
              <a:ext uri="{FF2B5EF4-FFF2-40B4-BE49-F238E27FC236}">
                <a16:creationId xmlns:a16="http://schemas.microsoft.com/office/drawing/2014/main" id="{F8D2B4B4-DEB2-4194-A635-649A35B6C73C}"/>
              </a:ext>
            </a:extLst>
          </p:cNvPr>
          <p:cNvSpPr/>
          <p:nvPr/>
        </p:nvSpPr>
        <p:spPr>
          <a:xfrm>
            <a:off x="430052" y="2601977"/>
            <a:ext cx="2226629" cy="2000243"/>
          </a:xfrm>
          <a:prstGeom prst="roundRect">
            <a:avLst/>
          </a:prstGeom>
          <a:solidFill>
            <a:schemeClr val="bg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F47FB7-EE5A-482E-B2D5-6E3E4B4BD3BD}"/>
              </a:ext>
            </a:extLst>
          </p:cNvPr>
          <p:cNvCxnSpPr>
            <a:cxnSpLocks/>
          </p:cNvCxnSpPr>
          <p:nvPr/>
        </p:nvCxnSpPr>
        <p:spPr>
          <a:xfrm>
            <a:off x="430052" y="3435409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057303-7E23-49D6-AA62-A340FBA6A281}"/>
              </a:ext>
            </a:extLst>
          </p:cNvPr>
          <p:cNvCxnSpPr>
            <a:cxnSpLocks/>
          </p:cNvCxnSpPr>
          <p:nvPr/>
        </p:nvCxnSpPr>
        <p:spPr>
          <a:xfrm>
            <a:off x="430052" y="3849748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EB1964-8A89-49AA-86AD-A312EAF53595}"/>
              </a:ext>
            </a:extLst>
          </p:cNvPr>
          <p:cNvCxnSpPr>
            <a:cxnSpLocks/>
          </p:cNvCxnSpPr>
          <p:nvPr/>
        </p:nvCxnSpPr>
        <p:spPr>
          <a:xfrm>
            <a:off x="430052" y="3006790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21C78BE-2769-4120-BD10-3E7E98128C16}"/>
              </a:ext>
            </a:extLst>
          </p:cNvPr>
          <p:cNvCxnSpPr>
            <a:cxnSpLocks/>
          </p:cNvCxnSpPr>
          <p:nvPr/>
        </p:nvCxnSpPr>
        <p:spPr>
          <a:xfrm>
            <a:off x="430052" y="4225986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E18AB38-6923-4E36-B004-3506622E5841}"/>
              </a:ext>
            </a:extLst>
          </p:cNvPr>
          <p:cNvSpPr txBox="1"/>
          <p:nvPr/>
        </p:nvSpPr>
        <p:spPr>
          <a:xfrm>
            <a:off x="0" y="4743094"/>
            <a:ext cx="43888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In-order Instruction Fetch</a:t>
            </a:r>
          </a:p>
          <a:p>
            <a:r>
              <a:rPr lang="en-IN" sz="2800" dirty="0"/>
              <a:t>(Multiple fetch in one cycle)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2FADB3-14B1-401A-B490-9B0B03F76A21}"/>
              </a:ext>
            </a:extLst>
          </p:cNvPr>
          <p:cNvSpPr txBox="1"/>
          <p:nvPr/>
        </p:nvSpPr>
        <p:spPr>
          <a:xfrm>
            <a:off x="444318" y="2529164"/>
            <a:ext cx="992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1. BE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4678A8-1140-47D7-B916-ADF55C24ABB1}"/>
              </a:ext>
            </a:extLst>
          </p:cNvPr>
          <p:cNvSpPr txBox="1"/>
          <p:nvPr/>
        </p:nvSpPr>
        <p:spPr>
          <a:xfrm>
            <a:off x="444318" y="3376477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 LOAD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CDCDB1-77CD-4A80-961F-A3DA035EAB44}"/>
              </a:ext>
            </a:extLst>
          </p:cNvPr>
          <p:cNvSpPr txBox="1"/>
          <p:nvPr/>
        </p:nvSpPr>
        <p:spPr>
          <a:xfrm>
            <a:off x="457011" y="3780733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4. LOAD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9C9FC7-EF8A-49D9-A924-47C6CBAA094A}"/>
              </a:ext>
            </a:extLst>
          </p:cNvPr>
          <p:cNvSpPr txBox="1"/>
          <p:nvPr/>
        </p:nvSpPr>
        <p:spPr>
          <a:xfrm>
            <a:off x="444318" y="4127793"/>
            <a:ext cx="1191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00B050"/>
                </a:solidFill>
              </a:rPr>
              <a:t>5. ADD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44FABF-0BE4-4A70-99E5-80CCB506E90C}"/>
              </a:ext>
            </a:extLst>
          </p:cNvPr>
          <p:cNvSpPr txBox="1"/>
          <p:nvPr/>
        </p:nvSpPr>
        <p:spPr>
          <a:xfrm>
            <a:off x="430052" y="2948098"/>
            <a:ext cx="1132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 SUB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0E40E05-5F27-4CAE-A07F-36090D920486}"/>
              </a:ext>
            </a:extLst>
          </p:cNvPr>
          <p:cNvCxnSpPr>
            <a:cxnSpLocks/>
          </p:cNvCxnSpPr>
          <p:nvPr/>
        </p:nvCxnSpPr>
        <p:spPr>
          <a:xfrm>
            <a:off x="243052" y="2646390"/>
            <a:ext cx="0" cy="19558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5F717BF-82BF-443D-8B17-024483F22F66}"/>
              </a:ext>
            </a:extLst>
          </p:cNvPr>
          <p:cNvSpPr/>
          <p:nvPr/>
        </p:nvSpPr>
        <p:spPr>
          <a:xfrm>
            <a:off x="8258267" y="1633538"/>
            <a:ext cx="791131" cy="163654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5F8ACF9-EF4F-4CE6-AC15-9C581453904C}"/>
              </a:ext>
            </a:extLst>
          </p:cNvPr>
          <p:cNvCxnSpPr>
            <a:stCxn id="3" idx="1"/>
            <a:endCxn id="3" idx="3"/>
          </p:cNvCxnSpPr>
          <p:nvPr/>
        </p:nvCxnSpPr>
        <p:spPr>
          <a:xfrm>
            <a:off x="8258267" y="2451810"/>
            <a:ext cx="79113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8AF07E1-46E8-4B6C-938C-D740E62A6848}"/>
              </a:ext>
            </a:extLst>
          </p:cNvPr>
          <p:cNvCxnSpPr/>
          <p:nvPr/>
        </p:nvCxnSpPr>
        <p:spPr>
          <a:xfrm>
            <a:off x="8258267" y="2023185"/>
            <a:ext cx="79113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B896A35-A7DB-42A2-B0CB-5C4067FB292D}"/>
              </a:ext>
            </a:extLst>
          </p:cNvPr>
          <p:cNvCxnSpPr/>
          <p:nvPr/>
        </p:nvCxnSpPr>
        <p:spPr>
          <a:xfrm>
            <a:off x="8258267" y="2885198"/>
            <a:ext cx="79113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C80E723-49E5-4E8E-831A-E9880FB087EC}"/>
              </a:ext>
            </a:extLst>
          </p:cNvPr>
          <p:cNvSpPr txBox="1"/>
          <p:nvPr/>
        </p:nvSpPr>
        <p:spPr>
          <a:xfrm>
            <a:off x="8427485" y="282503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  <a:endParaRPr lang="en-IN" sz="2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89D9143-7D4E-4684-9386-8B5DC617B02F}"/>
              </a:ext>
            </a:extLst>
          </p:cNvPr>
          <p:cNvSpPr txBox="1"/>
          <p:nvPr/>
        </p:nvSpPr>
        <p:spPr>
          <a:xfrm>
            <a:off x="8428911" y="243253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</a:t>
            </a:r>
            <a:endParaRPr lang="en-IN" sz="2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3D15214-5178-4A0E-A788-701F6D04A491}"/>
              </a:ext>
            </a:extLst>
          </p:cNvPr>
          <p:cNvSpPr txBox="1"/>
          <p:nvPr/>
        </p:nvSpPr>
        <p:spPr>
          <a:xfrm>
            <a:off x="8420812" y="204671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</a:t>
            </a:r>
            <a:endParaRPr lang="en-IN" sz="24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1D1785A-DFD7-44E2-954C-C0128FA1873C}"/>
              </a:ext>
            </a:extLst>
          </p:cNvPr>
          <p:cNvCxnSpPr>
            <a:endCxn id="30" idx="2"/>
          </p:cNvCxnSpPr>
          <p:nvPr/>
        </p:nvCxnSpPr>
        <p:spPr>
          <a:xfrm flipV="1">
            <a:off x="8029667" y="3286699"/>
            <a:ext cx="567897" cy="3804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25751BCC-C23E-437A-987F-7E11FA10F44C}"/>
              </a:ext>
            </a:extLst>
          </p:cNvPr>
          <p:cNvSpPr txBox="1"/>
          <p:nvPr/>
        </p:nvSpPr>
        <p:spPr>
          <a:xfrm>
            <a:off x="7492209" y="3624531"/>
            <a:ext cx="48483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BE</a:t>
            </a:r>
            <a:r>
              <a:rPr lang="en-US" sz="2400" dirty="0"/>
              <a:t> reaches ROB head and </a:t>
            </a:r>
          </a:p>
          <a:p>
            <a:r>
              <a:rPr lang="en-US" sz="2400" dirty="0"/>
              <a:t>then processor realized it is a mistake</a:t>
            </a:r>
            <a:endParaRPr lang="en-IN" sz="24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C140924-E502-4E43-86AD-23BD401C7FAD}"/>
              </a:ext>
            </a:extLst>
          </p:cNvPr>
          <p:cNvSpPr/>
          <p:nvPr/>
        </p:nvSpPr>
        <p:spPr>
          <a:xfrm>
            <a:off x="2430334" y="1540313"/>
            <a:ext cx="474792" cy="7636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840BBA7-461E-46D6-868B-3E95D2CC1C62}"/>
              </a:ext>
            </a:extLst>
          </p:cNvPr>
          <p:cNvCxnSpPr>
            <a:cxnSpLocks/>
            <a:stCxn id="48" idx="1"/>
            <a:endCxn id="48" idx="3"/>
          </p:cNvCxnSpPr>
          <p:nvPr/>
        </p:nvCxnSpPr>
        <p:spPr>
          <a:xfrm>
            <a:off x="2430334" y="1922113"/>
            <a:ext cx="47479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4A21890-B646-480E-A2EE-EAC0FF7A695A}"/>
              </a:ext>
            </a:extLst>
          </p:cNvPr>
          <p:cNvCxnSpPr>
            <a:cxnSpLocks/>
          </p:cNvCxnSpPr>
          <p:nvPr/>
        </p:nvCxnSpPr>
        <p:spPr>
          <a:xfrm>
            <a:off x="2430334" y="1688751"/>
            <a:ext cx="47479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80C1457-0E04-481F-9B22-B13123536647}"/>
              </a:ext>
            </a:extLst>
          </p:cNvPr>
          <p:cNvCxnSpPr>
            <a:cxnSpLocks/>
          </p:cNvCxnSpPr>
          <p:nvPr/>
        </p:nvCxnSpPr>
        <p:spPr>
          <a:xfrm>
            <a:off x="2419285" y="2117375"/>
            <a:ext cx="47479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74796C05-A200-4661-B9C3-99BE330B6865}"/>
              </a:ext>
            </a:extLst>
          </p:cNvPr>
          <p:cNvSpPr txBox="1"/>
          <p:nvPr/>
        </p:nvSpPr>
        <p:spPr>
          <a:xfrm>
            <a:off x="2855070" y="1924642"/>
            <a:ext cx="3085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Branch Predictor: TRUE</a:t>
            </a:r>
            <a:endParaRPr lang="en-IN" sz="24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88E8C55-C7F6-47D8-A355-B5E6BD2C483F}"/>
              </a:ext>
            </a:extLst>
          </p:cNvPr>
          <p:cNvSpPr txBox="1"/>
          <p:nvPr/>
        </p:nvSpPr>
        <p:spPr>
          <a:xfrm>
            <a:off x="2683640" y="3096572"/>
            <a:ext cx="33657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Speculative (wrong path) </a:t>
            </a:r>
          </a:p>
          <a:p>
            <a:r>
              <a:rPr lang="en-US" sz="2400" dirty="0"/>
              <a:t>instructions</a:t>
            </a:r>
            <a:endParaRPr lang="en-IN" sz="24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FDD1810-7BFF-408D-95F1-91EDD5E17296}"/>
              </a:ext>
            </a:extLst>
          </p:cNvPr>
          <p:cNvSpPr txBox="1"/>
          <p:nvPr/>
        </p:nvSpPr>
        <p:spPr>
          <a:xfrm>
            <a:off x="8420812" y="159918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</a:t>
            </a:r>
            <a:endParaRPr lang="en-IN" sz="24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00C8236-11EF-4B1B-9630-BCC94B69EC1E}"/>
              </a:ext>
            </a:extLst>
          </p:cNvPr>
          <p:cNvSpPr txBox="1"/>
          <p:nvPr/>
        </p:nvSpPr>
        <p:spPr>
          <a:xfrm>
            <a:off x="3743051" y="6142820"/>
            <a:ext cx="5710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C00000"/>
                </a:solidFill>
              </a:rPr>
              <a:t>Recent Intel processors have 512-entry ROBs</a:t>
            </a:r>
            <a:endParaRPr 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680681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250"/>
    </mc:Choice>
    <mc:Fallback xmlns=""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34DE7-5E71-48A5-871E-D0931DDBC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Processors: Speculative Execution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FCF95-F1CB-47F6-87CD-6C450052F7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28</a:t>
            </a:fld>
            <a:endParaRPr lang="en" dirty="0"/>
          </a:p>
        </p:txBody>
      </p:sp>
      <p:sp>
        <p:nvSpPr>
          <p:cNvPr id="6" name="Rounded Rectangle 12">
            <a:extLst>
              <a:ext uri="{FF2B5EF4-FFF2-40B4-BE49-F238E27FC236}">
                <a16:creationId xmlns:a16="http://schemas.microsoft.com/office/drawing/2014/main" id="{F8D2B4B4-DEB2-4194-A635-649A35B6C73C}"/>
              </a:ext>
            </a:extLst>
          </p:cNvPr>
          <p:cNvSpPr/>
          <p:nvPr/>
        </p:nvSpPr>
        <p:spPr>
          <a:xfrm>
            <a:off x="430052" y="2601977"/>
            <a:ext cx="2226629" cy="2000243"/>
          </a:xfrm>
          <a:prstGeom prst="roundRect">
            <a:avLst/>
          </a:prstGeom>
          <a:solidFill>
            <a:schemeClr val="bg2"/>
          </a:solidFill>
          <a:ln w="1905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F47FB7-EE5A-482E-B2D5-6E3E4B4BD3BD}"/>
              </a:ext>
            </a:extLst>
          </p:cNvPr>
          <p:cNvCxnSpPr>
            <a:cxnSpLocks/>
          </p:cNvCxnSpPr>
          <p:nvPr/>
        </p:nvCxnSpPr>
        <p:spPr>
          <a:xfrm>
            <a:off x="430052" y="3435409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057303-7E23-49D6-AA62-A340FBA6A281}"/>
              </a:ext>
            </a:extLst>
          </p:cNvPr>
          <p:cNvCxnSpPr>
            <a:cxnSpLocks/>
          </p:cNvCxnSpPr>
          <p:nvPr/>
        </p:nvCxnSpPr>
        <p:spPr>
          <a:xfrm>
            <a:off x="430052" y="3849748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EB1964-8A89-49AA-86AD-A312EAF53595}"/>
              </a:ext>
            </a:extLst>
          </p:cNvPr>
          <p:cNvCxnSpPr>
            <a:cxnSpLocks/>
          </p:cNvCxnSpPr>
          <p:nvPr/>
        </p:nvCxnSpPr>
        <p:spPr>
          <a:xfrm>
            <a:off x="430052" y="3006790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21C78BE-2769-4120-BD10-3E7E98128C16}"/>
              </a:ext>
            </a:extLst>
          </p:cNvPr>
          <p:cNvCxnSpPr>
            <a:cxnSpLocks/>
          </p:cNvCxnSpPr>
          <p:nvPr/>
        </p:nvCxnSpPr>
        <p:spPr>
          <a:xfrm>
            <a:off x="430052" y="4225986"/>
            <a:ext cx="222662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E18AB38-6923-4E36-B004-3506622E5841}"/>
              </a:ext>
            </a:extLst>
          </p:cNvPr>
          <p:cNvSpPr txBox="1"/>
          <p:nvPr/>
        </p:nvSpPr>
        <p:spPr>
          <a:xfrm>
            <a:off x="0" y="4743094"/>
            <a:ext cx="43888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In-order Instruction Fetch</a:t>
            </a:r>
          </a:p>
          <a:p>
            <a:r>
              <a:rPr lang="en-IN" sz="2800" dirty="0"/>
              <a:t>(Multiple fetch in one cycle)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2FADB3-14B1-401A-B490-9B0B03F76A21}"/>
              </a:ext>
            </a:extLst>
          </p:cNvPr>
          <p:cNvSpPr txBox="1"/>
          <p:nvPr/>
        </p:nvSpPr>
        <p:spPr>
          <a:xfrm>
            <a:off x="444318" y="2529164"/>
            <a:ext cx="992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C00000"/>
                </a:solidFill>
              </a:rPr>
              <a:t>1. BE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4678A8-1140-47D7-B916-ADF55C24ABB1}"/>
              </a:ext>
            </a:extLst>
          </p:cNvPr>
          <p:cNvSpPr txBox="1"/>
          <p:nvPr/>
        </p:nvSpPr>
        <p:spPr>
          <a:xfrm>
            <a:off x="444318" y="3376477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 LOAD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CDCDB1-77CD-4A80-961F-A3DA035EAB44}"/>
              </a:ext>
            </a:extLst>
          </p:cNvPr>
          <p:cNvSpPr txBox="1"/>
          <p:nvPr/>
        </p:nvSpPr>
        <p:spPr>
          <a:xfrm>
            <a:off x="457011" y="3780733"/>
            <a:ext cx="13461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4. LOAD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9C9FC7-EF8A-49D9-A924-47C6CBAA094A}"/>
              </a:ext>
            </a:extLst>
          </p:cNvPr>
          <p:cNvSpPr txBox="1"/>
          <p:nvPr/>
        </p:nvSpPr>
        <p:spPr>
          <a:xfrm>
            <a:off x="444318" y="4127793"/>
            <a:ext cx="1191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rgbClr val="00B050"/>
                </a:solidFill>
              </a:rPr>
              <a:t>5. ADD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44FABF-0BE4-4A70-99E5-80CCB506E90C}"/>
              </a:ext>
            </a:extLst>
          </p:cNvPr>
          <p:cNvSpPr txBox="1"/>
          <p:nvPr/>
        </p:nvSpPr>
        <p:spPr>
          <a:xfrm>
            <a:off x="430052" y="2948098"/>
            <a:ext cx="1132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 SUB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0E40E05-5F27-4CAE-A07F-36090D920486}"/>
              </a:ext>
            </a:extLst>
          </p:cNvPr>
          <p:cNvCxnSpPr>
            <a:cxnSpLocks/>
          </p:cNvCxnSpPr>
          <p:nvPr/>
        </p:nvCxnSpPr>
        <p:spPr>
          <a:xfrm>
            <a:off x="243052" y="2646390"/>
            <a:ext cx="0" cy="19558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5F717BF-82BF-443D-8B17-024483F22F66}"/>
              </a:ext>
            </a:extLst>
          </p:cNvPr>
          <p:cNvSpPr/>
          <p:nvPr/>
        </p:nvSpPr>
        <p:spPr>
          <a:xfrm>
            <a:off x="8258267" y="1633538"/>
            <a:ext cx="791131" cy="163654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5F8ACF9-EF4F-4CE6-AC15-9C581453904C}"/>
              </a:ext>
            </a:extLst>
          </p:cNvPr>
          <p:cNvCxnSpPr>
            <a:stCxn id="3" idx="1"/>
            <a:endCxn id="3" idx="3"/>
          </p:cNvCxnSpPr>
          <p:nvPr/>
        </p:nvCxnSpPr>
        <p:spPr>
          <a:xfrm>
            <a:off x="8258267" y="2451810"/>
            <a:ext cx="79113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8AF07E1-46E8-4B6C-938C-D740E62A6848}"/>
              </a:ext>
            </a:extLst>
          </p:cNvPr>
          <p:cNvCxnSpPr/>
          <p:nvPr/>
        </p:nvCxnSpPr>
        <p:spPr>
          <a:xfrm>
            <a:off x="8258267" y="2023185"/>
            <a:ext cx="79113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B896A35-A7DB-42A2-B0CB-5C4067FB292D}"/>
              </a:ext>
            </a:extLst>
          </p:cNvPr>
          <p:cNvCxnSpPr/>
          <p:nvPr/>
        </p:nvCxnSpPr>
        <p:spPr>
          <a:xfrm>
            <a:off x="8258267" y="2885198"/>
            <a:ext cx="79113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C80E723-49E5-4E8E-831A-E9880FB087EC}"/>
              </a:ext>
            </a:extLst>
          </p:cNvPr>
          <p:cNvSpPr txBox="1"/>
          <p:nvPr/>
        </p:nvSpPr>
        <p:spPr>
          <a:xfrm>
            <a:off x="8427485" y="282503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  <a:endParaRPr lang="en-IN" sz="2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89D9143-7D4E-4684-9386-8B5DC617B02F}"/>
              </a:ext>
            </a:extLst>
          </p:cNvPr>
          <p:cNvSpPr txBox="1"/>
          <p:nvPr/>
        </p:nvSpPr>
        <p:spPr>
          <a:xfrm>
            <a:off x="8428911" y="243253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2</a:t>
            </a:r>
            <a:endParaRPr lang="en-IN" sz="2400" dirty="0">
              <a:solidFill>
                <a:srgbClr val="C0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3D15214-5178-4A0E-A788-701F6D04A491}"/>
              </a:ext>
            </a:extLst>
          </p:cNvPr>
          <p:cNvSpPr txBox="1"/>
          <p:nvPr/>
        </p:nvSpPr>
        <p:spPr>
          <a:xfrm>
            <a:off x="8420812" y="2046712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3</a:t>
            </a:r>
            <a:endParaRPr lang="en-IN" sz="2400" dirty="0">
              <a:solidFill>
                <a:srgbClr val="C00000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1D1785A-DFD7-44E2-954C-C0128FA1873C}"/>
              </a:ext>
            </a:extLst>
          </p:cNvPr>
          <p:cNvCxnSpPr>
            <a:endCxn id="30" idx="2"/>
          </p:cNvCxnSpPr>
          <p:nvPr/>
        </p:nvCxnSpPr>
        <p:spPr>
          <a:xfrm flipV="1">
            <a:off x="8029667" y="3286699"/>
            <a:ext cx="567897" cy="3804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25751BCC-C23E-437A-987F-7E11FA10F44C}"/>
              </a:ext>
            </a:extLst>
          </p:cNvPr>
          <p:cNvSpPr txBox="1"/>
          <p:nvPr/>
        </p:nvSpPr>
        <p:spPr>
          <a:xfrm>
            <a:off x="7492209" y="3624531"/>
            <a:ext cx="48483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BE reaches ROB head and </a:t>
            </a:r>
          </a:p>
          <a:p>
            <a:r>
              <a:rPr lang="en-US" sz="2400" dirty="0"/>
              <a:t>then processor realized it is a mistake</a:t>
            </a:r>
            <a:endParaRPr lang="en-IN" sz="24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C140924-E502-4E43-86AD-23BD401C7FAD}"/>
              </a:ext>
            </a:extLst>
          </p:cNvPr>
          <p:cNvSpPr/>
          <p:nvPr/>
        </p:nvSpPr>
        <p:spPr>
          <a:xfrm>
            <a:off x="2430334" y="1540313"/>
            <a:ext cx="474792" cy="7636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840BBA7-461E-46D6-868B-3E95D2CC1C62}"/>
              </a:ext>
            </a:extLst>
          </p:cNvPr>
          <p:cNvCxnSpPr>
            <a:cxnSpLocks/>
            <a:stCxn id="48" idx="1"/>
            <a:endCxn id="48" idx="3"/>
          </p:cNvCxnSpPr>
          <p:nvPr/>
        </p:nvCxnSpPr>
        <p:spPr>
          <a:xfrm>
            <a:off x="2430334" y="1922113"/>
            <a:ext cx="47479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4A21890-B646-480E-A2EE-EAC0FF7A695A}"/>
              </a:ext>
            </a:extLst>
          </p:cNvPr>
          <p:cNvCxnSpPr>
            <a:cxnSpLocks/>
          </p:cNvCxnSpPr>
          <p:nvPr/>
        </p:nvCxnSpPr>
        <p:spPr>
          <a:xfrm>
            <a:off x="2430334" y="1688751"/>
            <a:ext cx="47479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80C1457-0E04-481F-9B22-B13123536647}"/>
              </a:ext>
            </a:extLst>
          </p:cNvPr>
          <p:cNvCxnSpPr>
            <a:cxnSpLocks/>
          </p:cNvCxnSpPr>
          <p:nvPr/>
        </p:nvCxnSpPr>
        <p:spPr>
          <a:xfrm>
            <a:off x="2419285" y="2117375"/>
            <a:ext cx="47479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74796C05-A200-4661-B9C3-99BE330B6865}"/>
              </a:ext>
            </a:extLst>
          </p:cNvPr>
          <p:cNvSpPr txBox="1"/>
          <p:nvPr/>
        </p:nvSpPr>
        <p:spPr>
          <a:xfrm>
            <a:off x="2855070" y="1924642"/>
            <a:ext cx="3085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Branch Predictor: TRUE</a:t>
            </a:r>
            <a:endParaRPr lang="en-IN" sz="24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88E8C55-C7F6-47D8-A355-B5E6BD2C483F}"/>
              </a:ext>
            </a:extLst>
          </p:cNvPr>
          <p:cNvSpPr txBox="1"/>
          <p:nvPr/>
        </p:nvSpPr>
        <p:spPr>
          <a:xfrm>
            <a:off x="2683640" y="3096572"/>
            <a:ext cx="33657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Speculative (wrong path) </a:t>
            </a:r>
          </a:p>
          <a:p>
            <a:r>
              <a:rPr lang="en-US" sz="2400" dirty="0"/>
              <a:t>instructions</a:t>
            </a:r>
            <a:endParaRPr lang="en-IN" sz="24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FDD1810-7BFF-408D-95F1-91EDD5E17296}"/>
              </a:ext>
            </a:extLst>
          </p:cNvPr>
          <p:cNvSpPr txBox="1"/>
          <p:nvPr/>
        </p:nvSpPr>
        <p:spPr>
          <a:xfrm>
            <a:off x="8420812" y="159918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4</a:t>
            </a:r>
            <a:endParaRPr lang="en-IN" sz="2400" dirty="0">
              <a:solidFill>
                <a:srgbClr val="C0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FC6D73-E158-4861-B48B-1422C6445E72}"/>
              </a:ext>
            </a:extLst>
          </p:cNvPr>
          <p:cNvSpPr txBox="1"/>
          <p:nvPr/>
        </p:nvSpPr>
        <p:spPr>
          <a:xfrm>
            <a:off x="9008353" y="2017032"/>
            <a:ext cx="30265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Instructions 2, 3, and 4</a:t>
            </a:r>
          </a:p>
          <a:p>
            <a:r>
              <a:rPr lang="en-US" sz="2400" dirty="0"/>
              <a:t>Got squashed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69683A-4400-439C-8B1B-46739A2189E2}"/>
              </a:ext>
            </a:extLst>
          </p:cNvPr>
          <p:cNvSpPr txBox="1"/>
          <p:nvPr/>
        </p:nvSpPr>
        <p:spPr>
          <a:xfrm>
            <a:off x="2964740" y="5960998"/>
            <a:ext cx="7315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Same happens in the case of a page fault, exception </a:t>
            </a:r>
            <a:r>
              <a:rPr lang="en-US" sz="2400" i="1" dirty="0" err="1"/>
              <a:t>etc</a:t>
            </a:r>
            <a:r>
              <a:rPr lang="en-US" sz="2400" i="1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479330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250"/>
    </mc:Choice>
    <mc:Fallback xmlns=""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ED9AB-FC91-5346-C4C8-6C693E637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Transient instruction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C2125-402C-418D-E2F7-112C20335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speculative instruction that does not commit is a </a:t>
            </a:r>
            <a:r>
              <a:rPr lang="en-US" dirty="0">
                <a:solidFill>
                  <a:srgbClr val="C00000"/>
                </a:solidFill>
              </a:rPr>
              <a:t>transient</a:t>
            </a:r>
            <a:r>
              <a:rPr lang="en-US" dirty="0"/>
              <a:t> instruction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E51492-8B9E-4203-6638-00652793D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6686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F1785-5E75-1BFE-8F93-43DAB89BB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Speculative Execution-II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8A6346-3669-2CFE-F4B0-74F65348D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30</a:t>
            </a:fld>
            <a:endParaRPr lang="en-IN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46BBB96C-1491-E8D2-B00B-0CAA8226C008}"/>
              </a:ext>
            </a:extLst>
          </p:cNvPr>
          <p:cNvSpPr txBox="1"/>
          <p:nvPr/>
        </p:nvSpPr>
        <p:spPr>
          <a:xfrm>
            <a:off x="5992369" y="3911868"/>
            <a:ext cx="3351529" cy="1975541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433705" marR="291465" indent="-342900">
              <a:lnSpc>
                <a:spcPct val="90300"/>
              </a:lnSpc>
              <a:spcBef>
                <a:spcPts val="285"/>
              </a:spcBef>
            </a:pP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3.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In event of mis- 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speculation, dispose </a:t>
            </a:r>
            <a:r>
              <a:rPr sz="2000" spc="-69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of all new values, 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restore old values, 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and</a:t>
            </a:r>
            <a:r>
              <a:rPr sz="2000" spc="-35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re-execute</a:t>
            </a:r>
            <a:r>
              <a:rPr sz="2000" spc="-4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from </a:t>
            </a:r>
            <a:r>
              <a:rPr sz="2000" spc="-69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point before mis- 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speculation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F508CD51-9E23-D80A-01B2-C76F3ADEA29F}"/>
              </a:ext>
            </a:extLst>
          </p:cNvPr>
          <p:cNvSpPr txBox="1"/>
          <p:nvPr/>
        </p:nvSpPr>
        <p:spPr>
          <a:xfrm>
            <a:off x="1631505" y="3877394"/>
            <a:ext cx="3657600" cy="1976182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548640" marR="113664" indent="-457200">
              <a:lnSpc>
                <a:spcPct val="90300"/>
              </a:lnSpc>
              <a:spcBef>
                <a:spcPts val="290"/>
              </a:spcBef>
              <a:tabLst>
                <a:tab pos="548005" algn="l"/>
              </a:tabLst>
            </a:pP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3.	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After sure that there 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56127A"/>
                </a:solidFill>
                <a:latin typeface="Verdana"/>
                <a:cs typeface="Verdana"/>
              </a:rPr>
              <a:t>was</a:t>
            </a:r>
            <a:r>
              <a:rPr sz="2000" spc="-4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no</a:t>
            </a:r>
            <a:r>
              <a:rPr sz="2000" spc="-35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mis-speculation </a:t>
            </a:r>
            <a:r>
              <a:rPr sz="2000" spc="-69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and there 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will be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no 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more uses of the old 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56127A"/>
                </a:solidFill>
                <a:latin typeface="Verdana"/>
                <a:cs typeface="Verdana"/>
              </a:rPr>
              <a:t>values,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discard old 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56127A"/>
                </a:solidFill>
                <a:latin typeface="Verdana"/>
                <a:cs typeface="Verdana"/>
              </a:rPr>
              <a:t>values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and</a:t>
            </a:r>
            <a:r>
              <a:rPr sz="2000" spc="15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just</a:t>
            </a:r>
            <a:r>
              <a:rPr sz="2000" spc="1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use 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new</a:t>
            </a:r>
            <a:r>
              <a:rPr sz="2000" spc="-10" dirty="0">
                <a:solidFill>
                  <a:srgbClr val="56127A"/>
                </a:solidFill>
                <a:latin typeface="Verdana"/>
                <a:cs typeface="Verdana"/>
              </a:rPr>
              <a:t> values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8FFB6AB7-7D1E-7DA0-47A1-2BAA0A928F4B}"/>
              </a:ext>
            </a:extLst>
          </p:cNvPr>
          <p:cNvSpPr txBox="1"/>
          <p:nvPr/>
        </p:nvSpPr>
        <p:spPr>
          <a:xfrm>
            <a:off x="5461508" y="4960570"/>
            <a:ext cx="4025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OR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F6BF013F-81CB-EFCC-2442-7DAA701E62A8}"/>
              </a:ext>
            </a:extLst>
          </p:cNvPr>
          <p:cNvSpPr txBox="1"/>
          <p:nvPr/>
        </p:nvSpPr>
        <p:spPr>
          <a:xfrm>
            <a:off x="1500670" y="1554334"/>
            <a:ext cx="8068309" cy="605294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548005" marR="103505" indent="-457200">
              <a:lnSpc>
                <a:spcPts val="2180"/>
              </a:lnSpc>
              <a:spcBef>
                <a:spcPts val="320"/>
              </a:spcBef>
              <a:tabLst>
                <a:tab pos="548005" algn="l"/>
              </a:tabLst>
            </a:pP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1.	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Proceed ahead despite unresolved dependencies using 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a </a:t>
            </a:r>
            <a:r>
              <a:rPr sz="2000" spc="5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prediction for an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56127A"/>
                </a:solidFill>
                <a:latin typeface="Verdana"/>
                <a:cs typeface="Verdana"/>
              </a:rPr>
              <a:t>architectural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or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56127A"/>
                </a:solidFill>
                <a:latin typeface="Verdana"/>
                <a:cs typeface="Verdana"/>
              </a:rPr>
              <a:t>micro-architectural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56127A"/>
                </a:solidFill>
                <a:latin typeface="Verdana"/>
                <a:cs typeface="Verdana"/>
              </a:rPr>
              <a:t>value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325B2125-05C9-67C8-B2DB-2AF3B1153C6C}"/>
              </a:ext>
            </a:extLst>
          </p:cNvPr>
          <p:cNvSpPr/>
          <p:nvPr/>
        </p:nvSpPr>
        <p:spPr>
          <a:xfrm>
            <a:off x="5421012" y="2285372"/>
            <a:ext cx="76200" cy="317500"/>
          </a:xfrm>
          <a:custGeom>
            <a:avLst/>
            <a:gdLst/>
            <a:ahLst/>
            <a:cxnLst/>
            <a:rect l="l" t="t" r="r" b="b"/>
            <a:pathLst>
              <a:path w="76200" h="317500">
                <a:moveTo>
                  <a:pt x="33337" y="240875"/>
                </a:moveTo>
                <a:lnTo>
                  <a:pt x="0" y="240875"/>
                </a:lnTo>
                <a:lnTo>
                  <a:pt x="38098" y="317075"/>
                </a:lnTo>
                <a:lnTo>
                  <a:pt x="69849" y="253575"/>
                </a:lnTo>
                <a:lnTo>
                  <a:pt x="33337" y="253575"/>
                </a:lnTo>
                <a:lnTo>
                  <a:pt x="33337" y="240875"/>
                </a:lnTo>
                <a:close/>
              </a:path>
              <a:path w="76200" h="317500">
                <a:moveTo>
                  <a:pt x="42862" y="0"/>
                </a:moveTo>
                <a:lnTo>
                  <a:pt x="33337" y="0"/>
                </a:lnTo>
                <a:lnTo>
                  <a:pt x="33337" y="253575"/>
                </a:lnTo>
                <a:lnTo>
                  <a:pt x="42862" y="253575"/>
                </a:lnTo>
                <a:lnTo>
                  <a:pt x="42862" y="0"/>
                </a:lnTo>
                <a:close/>
              </a:path>
              <a:path w="76200" h="317500">
                <a:moveTo>
                  <a:pt x="76200" y="240875"/>
                </a:moveTo>
                <a:lnTo>
                  <a:pt x="42862" y="240875"/>
                </a:lnTo>
                <a:lnTo>
                  <a:pt x="42862" y="253575"/>
                </a:lnTo>
                <a:lnTo>
                  <a:pt x="69849" y="253575"/>
                </a:lnTo>
                <a:lnTo>
                  <a:pt x="76200" y="2408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E22FCCEC-7E21-5413-DC01-BBDD5F56814D}"/>
              </a:ext>
            </a:extLst>
          </p:cNvPr>
          <p:cNvSpPr txBox="1"/>
          <p:nvPr/>
        </p:nvSpPr>
        <p:spPr>
          <a:xfrm>
            <a:off x="1631506" y="2602632"/>
            <a:ext cx="7748905" cy="6096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548640" marR="836294" indent="-457200">
              <a:lnSpc>
                <a:spcPts val="2180"/>
              </a:lnSpc>
              <a:spcBef>
                <a:spcPts val="320"/>
              </a:spcBef>
              <a:tabLst>
                <a:tab pos="548005" algn="l"/>
              </a:tabLst>
            </a:pP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2.	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Maintain both old and new </a:t>
            </a:r>
            <a:r>
              <a:rPr sz="2000" spc="-10" dirty="0">
                <a:solidFill>
                  <a:srgbClr val="56127A"/>
                </a:solidFill>
                <a:latin typeface="Verdana"/>
                <a:cs typeface="Verdana"/>
              </a:rPr>
              <a:t>values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on updates to 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56127A"/>
                </a:solidFill>
                <a:latin typeface="Verdana"/>
                <a:cs typeface="Verdana"/>
              </a:rPr>
              <a:t>architectural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(and</a:t>
            </a:r>
            <a:r>
              <a:rPr sz="2000" spc="1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often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56127A"/>
                </a:solidFill>
                <a:latin typeface="Verdana"/>
                <a:cs typeface="Verdana"/>
              </a:rPr>
              <a:t>micro-architectural)</a:t>
            </a:r>
            <a:r>
              <a:rPr sz="2000" spc="1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state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AE6D5ED2-DDBB-8A58-B9CB-1F0C561A851D}"/>
              </a:ext>
            </a:extLst>
          </p:cNvPr>
          <p:cNvGrpSpPr/>
          <p:nvPr/>
        </p:nvGrpSpPr>
        <p:grpSpPr>
          <a:xfrm>
            <a:off x="3268172" y="3207436"/>
            <a:ext cx="4764405" cy="688340"/>
            <a:chOff x="2305003" y="3024606"/>
            <a:chExt cx="4764405" cy="688340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4C64DEC7-6E93-B442-3134-31342068B808}"/>
                </a:ext>
              </a:extLst>
            </p:cNvPr>
            <p:cNvSpPr/>
            <p:nvPr/>
          </p:nvSpPr>
          <p:spPr>
            <a:xfrm>
              <a:off x="2304999" y="3024606"/>
              <a:ext cx="4764405" cy="688340"/>
            </a:xfrm>
            <a:custGeom>
              <a:avLst/>
              <a:gdLst/>
              <a:ahLst/>
              <a:cxnLst/>
              <a:rect l="l" t="t" r="r" b="b"/>
              <a:pathLst>
                <a:path w="4764405" h="688339">
                  <a:moveTo>
                    <a:pt x="4764138" y="669963"/>
                  </a:moveTo>
                  <a:lnTo>
                    <a:pt x="4751184" y="658685"/>
                  </a:lnTo>
                  <a:lnTo>
                    <a:pt x="4699901" y="614006"/>
                  </a:lnTo>
                  <a:lnTo>
                    <a:pt x="4691558" y="646277"/>
                  </a:lnTo>
                  <a:lnTo>
                    <a:pt x="2191931" y="0"/>
                  </a:lnTo>
                  <a:lnTo>
                    <a:pt x="2190712" y="4737"/>
                  </a:lnTo>
                  <a:lnTo>
                    <a:pt x="2189353" y="241"/>
                  </a:lnTo>
                  <a:lnTo>
                    <a:pt x="71526" y="643267"/>
                  </a:lnTo>
                  <a:lnTo>
                    <a:pt x="61836" y="611365"/>
                  </a:lnTo>
                  <a:lnTo>
                    <a:pt x="0" y="669963"/>
                  </a:lnTo>
                  <a:lnTo>
                    <a:pt x="83985" y="684288"/>
                  </a:lnTo>
                  <a:lnTo>
                    <a:pt x="75412" y="656069"/>
                  </a:lnTo>
                  <a:lnTo>
                    <a:pt x="74295" y="652386"/>
                  </a:lnTo>
                  <a:lnTo>
                    <a:pt x="2191156" y="9652"/>
                  </a:lnTo>
                  <a:lnTo>
                    <a:pt x="4689170" y="655497"/>
                  </a:lnTo>
                  <a:lnTo>
                    <a:pt x="4680826" y="687781"/>
                  </a:lnTo>
                  <a:lnTo>
                    <a:pt x="4764138" y="6699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75BA65D4-D8BA-2727-5807-4BD79783E53E}"/>
                </a:ext>
              </a:extLst>
            </p:cNvPr>
            <p:cNvSpPr/>
            <p:nvPr/>
          </p:nvSpPr>
          <p:spPr>
            <a:xfrm>
              <a:off x="3188721" y="3160080"/>
              <a:ext cx="2886075" cy="369570"/>
            </a:xfrm>
            <a:custGeom>
              <a:avLst/>
              <a:gdLst/>
              <a:ahLst/>
              <a:cxnLst/>
              <a:rect l="l" t="t" r="r" b="b"/>
              <a:pathLst>
                <a:path w="2886075" h="369570">
                  <a:moveTo>
                    <a:pt x="2885725" y="0"/>
                  </a:moveTo>
                  <a:lnTo>
                    <a:pt x="0" y="0"/>
                  </a:lnTo>
                  <a:lnTo>
                    <a:pt x="0" y="369331"/>
                  </a:lnTo>
                  <a:lnTo>
                    <a:pt x="2885725" y="369331"/>
                  </a:lnTo>
                  <a:lnTo>
                    <a:pt x="28857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4">
            <a:extLst>
              <a:ext uri="{FF2B5EF4-FFF2-40B4-BE49-F238E27FC236}">
                <a16:creationId xmlns:a16="http://schemas.microsoft.com/office/drawing/2014/main" id="{2E4A5E21-DD6B-ECD3-6E84-373691E7088D}"/>
              </a:ext>
            </a:extLst>
          </p:cNvPr>
          <p:cNvSpPr txBox="1"/>
          <p:nvPr/>
        </p:nvSpPr>
        <p:spPr>
          <a:xfrm>
            <a:off x="4230629" y="3376626"/>
            <a:ext cx="2701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Verdana"/>
                <a:cs typeface="Verdana"/>
              </a:rPr>
              <a:t>After</a:t>
            </a:r>
            <a:r>
              <a:rPr spc="-2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speculation</a:t>
            </a:r>
            <a:r>
              <a:rPr spc="-1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check</a:t>
            </a:r>
            <a:endParaRPr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3912272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84F35-BF15-2BC9-160C-FE7FC2F52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Great tastes that tastes great together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AF4A5-CE58-9A87-45CC-1ABC96C2D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600" dirty="0"/>
              <a:t>CPI &lt; 1 : Go for Superscalar </a:t>
            </a:r>
          </a:p>
          <a:p>
            <a:endParaRPr lang="en-US" sz="3600" dirty="0"/>
          </a:p>
          <a:p>
            <a:r>
              <a:rPr lang="en-US" sz="3600" dirty="0"/>
              <a:t>Superscalar increases data hazards: Go for out-of-order </a:t>
            </a:r>
          </a:p>
          <a:p>
            <a:endParaRPr lang="en-US" sz="3600" dirty="0"/>
          </a:p>
          <a:p>
            <a:endParaRPr lang="en-US" sz="3600" dirty="0"/>
          </a:p>
          <a:p>
            <a:r>
              <a:rPr lang="en-US" sz="3600" dirty="0"/>
              <a:t>Branch instructions are the problem: Speculative execution</a:t>
            </a:r>
            <a:endParaRPr lang="en-I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2CCF6-F5F9-70E0-F456-E0D00FF994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97237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250"/>
    </mc:Choice>
    <mc:Fallback xmlns=""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DAE3A-9087-BBD0-C945-A4E44BCF1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Single-thread to SMT (Yes IBM, no Apple)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D92AA-1966-8774-2585-3EF930977D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a thread in hardware? It is a PC, Thread level parallelism 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6F9A0-E6BD-5E39-8592-D71B33CC62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32</a:t>
            </a:fld>
            <a:endParaRPr lang="en"/>
          </a:p>
        </p:txBody>
      </p:sp>
      <p:grpSp>
        <p:nvGrpSpPr>
          <p:cNvPr id="531" name="Group 530">
            <a:extLst>
              <a:ext uri="{FF2B5EF4-FFF2-40B4-BE49-F238E27FC236}">
                <a16:creationId xmlns:a16="http://schemas.microsoft.com/office/drawing/2014/main" id="{6CC13B7D-2A6C-6F73-A5B6-CD6EE86F2218}"/>
              </a:ext>
            </a:extLst>
          </p:cNvPr>
          <p:cNvGrpSpPr/>
          <p:nvPr/>
        </p:nvGrpSpPr>
        <p:grpSpPr>
          <a:xfrm>
            <a:off x="1097280" y="1867157"/>
            <a:ext cx="9009888" cy="4860480"/>
            <a:chOff x="821842" y="946226"/>
            <a:chExt cx="7562825" cy="5274386"/>
          </a:xfrm>
        </p:grpSpPr>
        <p:grpSp>
          <p:nvGrpSpPr>
            <p:cNvPr id="532" name="object 3">
              <a:extLst>
                <a:ext uri="{FF2B5EF4-FFF2-40B4-BE49-F238E27FC236}">
                  <a16:creationId xmlns:a16="http://schemas.microsoft.com/office/drawing/2014/main" id="{1E3326B8-03D0-28FB-392E-FC615D02B2C1}"/>
                </a:ext>
              </a:extLst>
            </p:cNvPr>
            <p:cNvGrpSpPr/>
            <p:nvPr/>
          </p:nvGrpSpPr>
          <p:grpSpPr>
            <a:xfrm>
              <a:off x="891539" y="1513332"/>
              <a:ext cx="238125" cy="238125"/>
              <a:chOff x="891539" y="1513332"/>
              <a:chExt cx="238125" cy="238125"/>
            </a:xfrm>
          </p:grpSpPr>
          <p:sp>
            <p:nvSpPr>
              <p:cNvPr id="1054" name="object 4">
                <a:extLst>
                  <a:ext uri="{FF2B5EF4-FFF2-40B4-BE49-F238E27FC236}">
                    <a16:creationId xmlns:a16="http://schemas.microsoft.com/office/drawing/2014/main" id="{65F1A386-3062-9581-5F63-3A2E713BA449}"/>
                  </a:ext>
                </a:extLst>
              </p:cNvPr>
              <p:cNvSpPr/>
              <p:nvPr/>
            </p:nvSpPr>
            <p:spPr>
              <a:xfrm>
                <a:off x="896111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55" name="object 5">
                <a:extLst>
                  <a:ext uri="{FF2B5EF4-FFF2-40B4-BE49-F238E27FC236}">
                    <a16:creationId xmlns:a16="http://schemas.microsoft.com/office/drawing/2014/main" id="{F80D7222-C613-4208-E584-0A993615F9EA}"/>
                  </a:ext>
                </a:extLst>
              </p:cNvPr>
              <p:cNvSpPr/>
              <p:nvPr/>
            </p:nvSpPr>
            <p:spPr>
              <a:xfrm>
                <a:off x="896111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533" name="object 6">
              <a:extLst>
                <a:ext uri="{FF2B5EF4-FFF2-40B4-BE49-F238E27FC236}">
                  <a16:creationId xmlns:a16="http://schemas.microsoft.com/office/drawing/2014/main" id="{8776CF3F-3027-0C9D-E09E-2C05DCE93F74}"/>
                </a:ext>
              </a:extLst>
            </p:cNvPr>
            <p:cNvGrpSpPr/>
            <p:nvPr/>
          </p:nvGrpSpPr>
          <p:grpSpPr>
            <a:xfrm>
              <a:off x="1196339" y="1513332"/>
              <a:ext cx="238125" cy="238125"/>
              <a:chOff x="1196339" y="1513332"/>
              <a:chExt cx="238125" cy="238125"/>
            </a:xfrm>
          </p:grpSpPr>
          <p:sp>
            <p:nvSpPr>
              <p:cNvPr id="1052" name="object 7">
                <a:extLst>
                  <a:ext uri="{FF2B5EF4-FFF2-40B4-BE49-F238E27FC236}">
                    <a16:creationId xmlns:a16="http://schemas.microsoft.com/office/drawing/2014/main" id="{E879C190-4029-F1F6-2834-7B4812B29170}"/>
                  </a:ext>
                </a:extLst>
              </p:cNvPr>
              <p:cNvSpPr/>
              <p:nvPr/>
            </p:nvSpPr>
            <p:spPr>
              <a:xfrm>
                <a:off x="1200911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53" name="object 8">
                <a:extLst>
                  <a:ext uri="{FF2B5EF4-FFF2-40B4-BE49-F238E27FC236}">
                    <a16:creationId xmlns:a16="http://schemas.microsoft.com/office/drawing/2014/main" id="{6156E058-2CEC-83E0-7ACE-187E30A3C1DF}"/>
                  </a:ext>
                </a:extLst>
              </p:cNvPr>
              <p:cNvSpPr/>
              <p:nvPr/>
            </p:nvSpPr>
            <p:spPr>
              <a:xfrm>
                <a:off x="1200911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34" name="object 9">
              <a:extLst>
                <a:ext uri="{FF2B5EF4-FFF2-40B4-BE49-F238E27FC236}">
                  <a16:creationId xmlns:a16="http://schemas.microsoft.com/office/drawing/2014/main" id="{A86F00D0-C6C5-C964-FA4F-19655525A18F}"/>
                </a:ext>
              </a:extLst>
            </p:cNvPr>
            <p:cNvSpPr/>
            <p:nvPr/>
          </p:nvSpPr>
          <p:spPr>
            <a:xfrm>
              <a:off x="1505711" y="15179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5" name="object 10">
              <a:extLst>
                <a:ext uri="{FF2B5EF4-FFF2-40B4-BE49-F238E27FC236}">
                  <a16:creationId xmlns:a16="http://schemas.microsoft.com/office/drawing/2014/main" id="{7D5DDFEF-4EEF-EF74-8D5B-0501E9FB8D0B}"/>
                </a:ext>
              </a:extLst>
            </p:cNvPr>
            <p:cNvSpPr/>
            <p:nvPr/>
          </p:nvSpPr>
          <p:spPr>
            <a:xfrm>
              <a:off x="1810511" y="15179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536" name="object 11">
              <a:extLst>
                <a:ext uri="{FF2B5EF4-FFF2-40B4-BE49-F238E27FC236}">
                  <a16:creationId xmlns:a16="http://schemas.microsoft.com/office/drawing/2014/main" id="{B921CA9B-7F00-1FF3-1B28-6A968F54CD79}"/>
                </a:ext>
              </a:extLst>
            </p:cNvPr>
            <p:cNvGrpSpPr/>
            <p:nvPr/>
          </p:nvGrpSpPr>
          <p:grpSpPr>
            <a:xfrm>
              <a:off x="891539" y="1818132"/>
              <a:ext cx="238125" cy="238125"/>
              <a:chOff x="891539" y="1818132"/>
              <a:chExt cx="238125" cy="238125"/>
            </a:xfrm>
          </p:grpSpPr>
          <p:sp>
            <p:nvSpPr>
              <p:cNvPr id="1050" name="object 12">
                <a:extLst>
                  <a:ext uri="{FF2B5EF4-FFF2-40B4-BE49-F238E27FC236}">
                    <a16:creationId xmlns:a16="http://schemas.microsoft.com/office/drawing/2014/main" id="{66483537-38BC-4BD1-5BA2-23962C179CEE}"/>
                  </a:ext>
                </a:extLst>
              </p:cNvPr>
              <p:cNvSpPr/>
              <p:nvPr/>
            </p:nvSpPr>
            <p:spPr>
              <a:xfrm>
                <a:off x="896111" y="1822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51" name="object 13">
                <a:extLst>
                  <a:ext uri="{FF2B5EF4-FFF2-40B4-BE49-F238E27FC236}">
                    <a16:creationId xmlns:a16="http://schemas.microsoft.com/office/drawing/2014/main" id="{928B6EA5-2B40-46A1-1806-4FC26BC839D5}"/>
                  </a:ext>
                </a:extLst>
              </p:cNvPr>
              <p:cNvSpPr/>
              <p:nvPr/>
            </p:nvSpPr>
            <p:spPr>
              <a:xfrm>
                <a:off x="896111" y="1822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37" name="object 14">
              <a:extLst>
                <a:ext uri="{FF2B5EF4-FFF2-40B4-BE49-F238E27FC236}">
                  <a16:creationId xmlns:a16="http://schemas.microsoft.com/office/drawing/2014/main" id="{2F2BD312-2C89-0DA6-FBE7-4A7C188EE5D6}"/>
                </a:ext>
              </a:extLst>
            </p:cNvPr>
            <p:cNvSpPr/>
            <p:nvPr/>
          </p:nvSpPr>
          <p:spPr>
            <a:xfrm>
              <a:off x="1200911" y="18227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8" name="object 15">
              <a:extLst>
                <a:ext uri="{FF2B5EF4-FFF2-40B4-BE49-F238E27FC236}">
                  <a16:creationId xmlns:a16="http://schemas.microsoft.com/office/drawing/2014/main" id="{8185B5C0-3BAD-F38C-97E0-D8A8464E107B}"/>
                </a:ext>
              </a:extLst>
            </p:cNvPr>
            <p:cNvSpPr/>
            <p:nvPr/>
          </p:nvSpPr>
          <p:spPr>
            <a:xfrm>
              <a:off x="1505711" y="18227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9" name="object 16">
              <a:extLst>
                <a:ext uri="{FF2B5EF4-FFF2-40B4-BE49-F238E27FC236}">
                  <a16:creationId xmlns:a16="http://schemas.microsoft.com/office/drawing/2014/main" id="{C7B05B60-EB23-B6A2-B7D1-8E82C77EF200}"/>
                </a:ext>
              </a:extLst>
            </p:cNvPr>
            <p:cNvSpPr/>
            <p:nvPr/>
          </p:nvSpPr>
          <p:spPr>
            <a:xfrm>
              <a:off x="1810511" y="18227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540" name="object 17">
              <a:extLst>
                <a:ext uri="{FF2B5EF4-FFF2-40B4-BE49-F238E27FC236}">
                  <a16:creationId xmlns:a16="http://schemas.microsoft.com/office/drawing/2014/main" id="{36116DE5-780D-6C24-B1AA-219D86E69C4C}"/>
                </a:ext>
              </a:extLst>
            </p:cNvPr>
            <p:cNvGrpSpPr/>
            <p:nvPr/>
          </p:nvGrpSpPr>
          <p:grpSpPr>
            <a:xfrm>
              <a:off x="891539" y="2122932"/>
              <a:ext cx="238125" cy="238125"/>
              <a:chOff x="891539" y="2122932"/>
              <a:chExt cx="238125" cy="238125"/>
            </a:xfrm>
          </p:grpSpPr>
          <p:sp>
            <p:nvSpPr>
              <p:cNvPr id="1048" name="object 18">
                <a:extLst>
                  <a:ext uri="{FF2B5EF4-FFF2-40B4-BE49-F238E27FC236}">
                    <a16:creationId xmlns:a16="http://schemas.microsoft.com/office/drawing/2014/main" id="{016EFE6C-109D-8F8B-7105-031250B51FFB}"/>
                  </a:ext>
                </a:extLst>
              </p:cNvPr>
              <p:cNvSpPr/>
              <p:nvPr/>
            </p:nvSpPr>
            <p:spPr>
              <a:xfrm>
                <a:off x="896111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49" name="object 19">
                <a:extLst>
                  <a:ext uri="{FF2B5EF4-FFF2-40B4-BE49-F238E27FC236}">
                    <a16:creationId xmlns:a16="http://schemas.microsoft.com/office/drawing/2014/main" id="{FCBA988B-D720-B981-09F8-AA6A8CEBBA1C}"/>
                  </a:ext>
                </a:extLst>
              </p:cNvPr>
              <p:cNvSpPr/>
              <p:nvPr/>
            </p:nvSpPr>
            <p:spPr>
              <a:xfrm>
                <a:off x="896111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541" name="object 20">
              <a:extLst>
                <a:ext uri="{FF2B5EF4-FFF2-40B4-BE49-F238E27FC236}">
                  <a16:creationId xmlns:a16="http://schemas.microsoft.com/office/drawing/2014/main" id="{7BA69E84-ABDA-BC21-8E57-FDA237C7AD35}"/>
                </a:ext>
              </a:extLst>
            </p:cNvPr>
            <p:cNvGrpSpPr/>
            <p:nvPr/>
          </p:nvGrpSpPr>
          <p:grpSpPr>
            <a:xfrm>
              <a:off x="1196339" y="2122932"/>
              <a:ext cx="238125" cy="238125"/>
              <a:chOff x="1196339" y="2122932"/>
              <a:chExt cx="238125" cy="238125"/>
            </a:xfrm>
          </p:grpSpPr>
          <p:sp>
            <p:nvSpPr>
              <p:cNvPr id="1046" name="object 21">
                <a:extLst>
                  <a:ext uri="{FF2B5EF4-FFF2-40B4-BE49-F238E27FC236}">
                    <a16:creationId xmlns:a16="http://schemas.microsoft.com/office/drawing/2014/main" id="{901E6B21-3A60-5EBE-B741-688A92FBE895}"/>
                  </a:ext>
                </a:extLst>
              </p:cNvPr>
              <p:cNvSpPr/>
              <p:nvPr/>
            </p:nvSpPr>
            <p:spPr>
              <a:xfrm>
                <a:off x="1200911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47" name="object 22">
                <a:extLst>
                  <a:ext uri="{FF2B5EF4-FFF2-40B4-BE49-F238E27FC236}">
                    <a16:creationId xmlns:a16="http://schemas.microsoft.com/office/drawing/2014/main" id="{232E00FB-1C73-A661-0AF8-EC26558FBB59}"/>
                  </a:ext>
                </a:extLst>
              </p:cNvPr>
              <p:cNvSpPr/>
              <p:nvPr/>
            </p:nvSpPr>
            <p:spPr>
              <a:xfrm>
                <a:off x="1200911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42" name="object 23">
              <a:extLst>
                <a:ext uri="{FF2B5EF4-FFF2-40B4-BE49-F238E27FC236}">
                  <a16:creationId xmlns:a16="http://schemas.microsoft.com/office/drawing/2014/main" id="{539A78CF-C42C-A379-E15D-693C7422F877}"/>
                </a:ext>
              </a:extLst>
            </p:cNvPr>
            <p:cNvSpPr/>
            <p:nvPr/>
          </p:nvSpPr>
          <p:spPr>
            <a:xfrm>
              <a:off x="1505711" y="21275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3" name="object 24">
              <a:extLst>
                <a:ext uri="{FF2B5EF4-FFF2-40B4-BE49-F238E27FC236}">
                  <a16:creationId xmlns:a16="http://schemas.microsoft.com/office/drawing/2014/main" id="{CDF907C8-6944-5F3E-33F9-4DEB0CF81929}"/>
                </a:ext>
              </a:extLst>
            </p:cNvPr>
            <p:cNvSpPr/>
            <p:nvPr/>
          </p:nvSpPr>
          <p:spPr>
            <a:xfrm>
              <a:off x="1810511" y="21275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544" name="object 25">
              <a:extLst>
                <a:ext uri="{FF2B5EF4-FFF2-40B4-BE49-F238E27FC236}">
                  <a16:creationId xmlns:a16="http://schemas.microsoft.com/office/drawing/2014/main" id="{D159D85B-7BCD-40C1-46B0-28EAF7179B57}"/>
                </a:ext>
              </a:extLst>
            </p:cNvPr>
            <p:cNvGrpSpPr/>
            <p:nvPr/>
          </p:nvGrpSpPr>
          <p:grpSpPr>
            <a:xfrm>
              <a:off x="891539" y="2427732"/>
              <a:ext cx="238125" cy="238125"/>
              <a:chOff x="891539" y="2427732"/>
              <a:chExt cx="238125" cy="238125"/>
            </a:xfrm>
          </p:grpSpPr>
          <p:sp>
            <p:nvSpPr>
              <p:cNvPr id="1044" name="object 26">
                <a:extLst>
                  <a:ext uri="{FF2B5EF4-FFF2-40B4-BE49-F238E27FC236}">
                    <a16:creationId xmlns:a16="http://schemas.microsoft.com/office/drawing/2014/main" id="{DB3EC392-E4F7-78BE-C731-1D0E7DEE4A02}"/>
                  </a:ext>
                </a:extLst>
              </p:cNvPr>
              <p:cNvSpPr/>
              <p:nvPr/>
            </p:nvSpPr>
            <p:spPr>
              <a:xfrm>
                <a:off x="896111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45" name="object 27">
                <a:extLst>
                  <a:ext uri="{FF2B5EF4-FFF2-40B4-BE49-F238E27FC236}">
                    <a16:creationId xmlns:a16="http://schemas.microsoft.com/office/drawing/2014/main" id="{BD79EAA1-61E5-FB63-EC5B-0A58031A84F3}"/>
                  </a:ext>
                </a:extLst>
              </p:cNvPr>
              <p:cNvSpPr/>
              <p:nvPr/>
            </p:nvSpPr>
            <p:spPr>
              <a:xfrm>
                <a:off x="896111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545" name="object 28">
              <a:extLst>
                <a:ext uri="{FF2B5EF4-FFF2-40B4-BE49-F238E27FC236}">
                  <a16:creationId xmlns:a16="http://schemas.microsoft.com/office/drawing/2014/main" id="{F80371BE-78CA-142D-202E-F2B4918D1760}"/>
                </a:ext>
              </a:extLst>
            </p:cNvPr>
            <p:cNvGrpSpPr/>
            <p:nvPr/>
          </p:nvGrpSpPr>
          <p:grpSpPr>
            <a:xfrm>
              <a:off x="1196339" y="2427732"/>
              <a:ext cx="238125" cy="238125"/>
              <a:chOff x="1196339" y="2427732"/>
              <a:chExt cx="238125" cy="238125"/>
            </a:xfrm>
          </p:grpSpPr>
          <p:sp>
            <p:nvSpPr>
              <p:cNvPr id="1042" name="object 29">
                <a:extLst>
                  <a:ext uri="{FF2B5EF4-FFF2-40B4-BE49-F238E27FC236}">
                    <a16:creationId xmlns:a16="http://schemas.microsoft.com/office/drawing/2014/main" id="{D1650A6F-7999-DE81-3182-22FBE21A5756}"/>
                  </a:ext>
                </a:extLst>
              </p:cNvPr>
              <p:cNvSpPr/>
              <p:nvPr/>
            </p:nvSpPr>
            <p:spPr>
              <a:xfrm>
                <a:off x="1200911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43" name="object 30">
                <a:extLst>
                  <a:ext uri="{FF2B5EF4-FFF2-40B4-BE49-F238E27FC236}">
                    <a16:creationId xmlns:a16="http://schemas.microsoft.com/office/drawing/2014/main" id="{FDB938A1-B35A-7E4C-9F2E-CD4C731D9CBD}"/>
                  </a:ext>
                </a:extLst>
              </p:cNvPr>
              <p:cNvSpPr/>
              <p:nvPr/>
            </p:nvSpPr>
            <p:spPr>
              <a:xfrm>
                <a:off x="1200911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546" name="object 31">
              <a:extLst>
                <a:ext uri="{FF2B5EF4-FFF2-40B4-BE49-F238E27FC236}">
                  <a16:creationId xmlns:a16="http://schemas.microsoft.com/office/drawing/2014/main" id="{C2A15934-1E3D-A2F7-3B9F-B1348580CF31}"/>
                </a:ext>
              </a:extLst>
            </p:cNvPr>
            <p:cNvGrpSpPr/>
            <p:nvPr/>
          </p:nvGrpSpPr>
          <p:grpSpPr>
            <a:xfrm>
              <a:off x="1501139" y="2427732"/>
              <a:ext cx="238125" cy="238125"/>
              <a:chOff x="1501139" y="2427732"/>
              <a:chExt cx="238125" cy="238125"/>
            </a:xfrm>
          </p:grpSpPr>
          <p:sp>
            <p:nvSpPr>
              <p:cNvPr id="1040" name="object 32">
                <a:extLst>
                  <a:ext uri="{FF2B5EF4-FFF2-40B4-BE49-F238E27FC236}">
                    <a16:creationId xmlns:a16="http://schemas.microsoft.com/office/drawing/2014/main" id="{4D2EB4FA-F1EB-7F38-90FD-F709D0278207}"/>
                  </a:ext>
                </a:extLst>
              </p:cNvPr>
              <p:cNvSpPr/>
              <p:nvPr/>
            </p:nvSpPr>
            <p:spPr>
              <a:xfrm>
                <a:off x="1505711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41" name="object 33">
                <a:extLst>
                  <a:ext uri="{FF2B5EF4-FFF2-40B4-BE49-F238E27FC236}">
                    <a16:creationId xmlns:a16="http://schemas.microsoft.com/office/drawing/2014/main" id="{8AF3A374-F54B-1AD7-AD1A-586577F6FFEE}"/>
                  </a:ext>
                </a:extLst>
              </p:cNvPr>
              <p:cNvSpPr/>
              <p:nvPr/>
            </p:nvSpPr>
            <p:spPr>
              <a:xfrm>
                <a:off x="1505711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47" name="object 34">
              <a:extLst>
                <a:ext uri="{FF2B5EF4-FFF2-40B4-BE49-F238E27FC236}">
                  <a16:creationId xmlns:a16="http://schemas.microsoft.com/office/drawing/2014/main" id="{3AB70D54-E3C1-397D-19AF-C4C69B019763}"/>
                </a:ext>
              </a:extLst>
            </p:cNvPr>
            <p:cNvSpPr/>
            <p:nvPr/>
          </p:nvSpPr>
          <p:spPr>
            <a:xfrm>
              <a:off x="1810511" y="24323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8" name="object 35">
              <a:extLst>
                <a:ext uri="{FF2B5EF4-FFF2-40B4-BE49-F238E27FC236}">
                  <a16:creationId xmlns:a16="http://schemas.microsoft.com/office/drawing/2014/main" id="{46A01ABB-DCBC-209D-27FD-8318E14ACB48}"/>
                </a:ext>
              </a:extLst>
            </p:cNvPr>
            <p:cNvSpPr/>
            <p:nvPr/>
          </p:nvSpPr>
          <p:spPr>
            <a:xfrm>
              <a:off x="896111" y="27371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9" name="object 36">
              <a:extLst>
                <a:ext uri="{FF2B5EF4-FFF2-40B4-BE49-F238E27FC236}">
                  <a16:creationId xmlns:a16="http://schemas.microsoft.com/office/drawing/2014/main" id="{A17A94E7-76A4-F836-8DEC-662D4CB94AC9}"/>
                </a:ext>
              </a:extLst>
            </p:cNvPr>
            <p:cNvSpPr/>
            <p:nvPr/>
          </p:nvSpPr>
          <p:spPr>
            <a:xfrm>
              <a:off x="1200911" y="27371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0" name="object 37">
              <a:extLst>
                <a:ext uri="{FF2B5EF4-FFF2-40B4-BE49-F238E27FC236}">
                  <a16:creationId xmlns:a16="http://schemas.microsoft.com/office/drawing/2014/main" id="{D5C880CB-20EA-97EA-E66F-CC3A174623DB}"/>
                </a:ext>
              </a:extLst>
            </p:cNvPr>
            <p:cNvSpPr/>
            <p:nvPr/>
          </p:nvSpPr>
          <p:spPr>
            <a:xfrm>
              <a:off x="1505711" y="27371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1" name="object 38">
              <a:extLst>
                <a:ext uri="{FF2B5EF4-FFF2-40B4-BE49-F238E27FC236}">
                  <a16:creationId xmlns:a16="http://schemas.microsoft.com/office/drawing/2014/main" id="{C2EC1429-28C9-CD20-A952-9E19E703AB10}"/>
                </a:ext>
              </a:extLst>
            </p:cNvPr>
            <p:cNvSpPr/>
            <p:nvPr/>
          </p:nvSpPr>
          <p:spPr>
            <a:xfrm>
              <a:off x="1810511" y="27371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2" name="object 39">
              <a:extLst>
                <a:ext uri="{FF2B5EF4-FFF2-40B4-BE49-F238E27FC236}">
                  <a16:creationId xmlns:a16="http://schemas.microsoft.com/office/drawing/2014/main" id="{B6C86FEB-96F8-03F2-C15B-C1AB5815FCBE}"/>
                </a:ext>
              </a:extLst>
            </p:cNvPr>
            <p:cNvSpPr/>
            <p:nvPr/>
          </p:nvSpPr>
          <p:spPr>
            <a:xfrm>
              <a:off x="896111" y="30419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3" name="object 40">
              <a:extLst>
                <a:ext uri="{FF2B5EF4-FFF2-40B4-BE49-F238E27FC236}">
                  <a16:creationId xmlns:a16="http://schemas.microsoft.com/office/drawing/2014/main" id="{900FB95A-4829-EA50-02C1-19E3C456D599}"/>
                </a:ext>
              </a:extLst>
            </p:cNvPr>
            <p:cNvSpPr/>
            <p:nvPr/>
          </p:nvSpPr>
          <p:spPr>
            <a:xfrm>
              <a:off x="1200911" y="30419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4" name="object 41">
              <a:extLst>
                <a:ext uri="{FF2B5EF4-FFF2-40B4-BE49-F238E27FC236}">
                  <a16:creationId xmlns:a16="http://schemas.microsoft.com/office/drawing/2014/main" id="{B3B555A4-A888-7776-890D-991B71392BAD}"/>
                </a:ext>
              </a:extLst>
            </p:cNvPr>
            <p:cNvSpPr/>
            <p:nvPr/>
          </p:nvSpPr>
          <p:spPr>
            <a:xfrm>
              <a:off x="1505711" y="30419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5" name="object 42">
              <a:extLst>
                <a:ext uri="{FF2B5EF4-FFF2-40B4-BE49-F238E27FC236}">
                  <a16:creationId xmlns:a16="http://schemas.microsoft.com/office/drawing/2014/main" id="{3D2A072A-3AFF-C78F-8A2E-2E3DF332D57D}"/>
                </a:ext>
              </a:extLst>
            </p:cNvPr>
            <p:cNvSpPr/>
            <p:nvPr/>
          </p:nvSpPr>
          <p:spPr>
            <a:xfrm>
              <a:off x="1810511" y="30419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556" name="object 43">
              <a:extLst>
                <a:ext uri="{FF2B5EF4-FFF2-40B4-BE49-F238E27FC236}">
                  <a16:creationId xmlns:a16="http://schemas.microsoft.com/office/drawing/2014/main" id="{7F8A20A7-48E3-3097-F24E-D8A8B474BB91}"/>
                </a:ext>
              </a:extLst>
            </p:cNvPr>
            <p:cNvGrpSpPr/>
            <p:nvPr/>
          </p:nvGrpSpPr>
          <p:grpSpPr>
            <a:xfrm>
              <a:off x="891539" y="3342132"/>
              <a:ext cx="238125" cy="238125"/>
              <a:chOff x="891539" y="3342132"/>
              <a:chExt cx="238125" cy="238125"/>
            </a:xfrm>
          </p:grpSpPr>
          <p:sp>
            <p:nvSpPr>
              <p:cNvPr id="1038" name="object 44">
                <a:extLst>
                  <a:ext uri="{FF2B5EF4-FFF2-40B4-BE49-F238E27FC236}">
                    <a16:creationId xmlns:a16="http://schemas.microsoft.com/office/drawing/2014/main" id="{89687FF9-553C-AFBE-F9DA-32D72868802B}"/>
                  </a:ext>
                </a:extLst>
              </p:cNvPr>
              <p:cNvSpPr/>
              <p:nvPr/>
            </p:nvSpPr>
            <p:spPr>
              <a:xfrm>
                <a:off x="896111" y="3346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39" name="object 45">
                <a:extLst>
                  <a:ext uri="{FF2B5EF4-FFF2-40B4-BE49-F238E27FC236}">
                    <a16:creationId xmlns:a16="http://schemas.microsoft.com/office/drawing/2014/main" id="{C207CEAA-3B37-958D-43B6-42A21F0F8DA3}"/>
                  </a:ext>
                </a:extLst>
              </p:cNvPr>
              <p:cNvSpPr/>
              <p:nvPr/>
            </p:nvSpPr>
            <p:spPr>
              <a:xfrm>
                <a:off x="896111" y="3346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557" name="object 46">
              <a:extLst>
                <a:ext uri="{FF2B5EF4-FFF2-40B4-BE49-F238E27FC236}">
                  <a16:creationId xmlns:a16="http://schemas.microsoft.com/office/drawing/2014/main" id="{C5177816-3143-590B-33F2-F09E57C9BE0C}"/>
                </a:ext>
              </a:extLst>
            </p:cNvPr>
            <p:cNvGrpSpPr/>
            <p:nvPr/>
          </p:nvGrpSpPr>
          <p:grpSpPr>
            <a:xfrm>
              <a:off x="1196339" y="3342132"/>
              <a:ext cx="238125" cy="238125"/>
              <a:chOff x="1196339" y="3342132"/>
              <a:chExt cx="238125" cy="238125"/>
            </a:xfrm>
          </p:grpSpPr>
          <p:sp>
            <p:nvSpPr>
              <p:cNvPr id="1036" name="object 47">
                <a:extLst>
                  <a:ext uri="{FF2B5EF4-FFF2-40B4-BE49-F238E27FC236}">
                    <a16:creationId xmlns:a16="http://schemas.microsoft.com/office/drawing/2014/main" id="{282E163F-E01E-DD5B-9DFC-A057876FBEDA}"/>
                  </a:ext>
                </a:extLst>
              </p:cNvPr>
              <p:cNvSpPr/>
              <p:nvPr/>
            </p:nvSpPr>
            <p:spPr>
              <a:xfrm>
                <a:off x="1200911" y="3346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37" name="object 48">
                <a:extLst>
                  <a:ext uri="{FF2B5EF4-FFF2-40B4-BE49-F238E27FC236}">
                    <a16:creationId xmlns:a16="http://schemas.microsoft.com/office/drawing/2014/main" id="{E4E0501E-E8C7-A113-FD1A-8879EA0F7BD2}"/>
                  </a:ext>
                </a:extLst>
              </p:cNvPr>
              <p:cNvSpPr/>
              <p:nvPr/>
            </p:nvSpPr>
            <p:spPr>
              <a:xfrm>
                <a:off x="1200911" y="3346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58" name="object 49">
              <a:extLst>
                <a:ext uri="{FF2B5EF4-FFF2-40B4-BE49-F238E27FC236}">
                  <a16:creationId xmlns:a16="http://schemas.microsoft.com/office/drawing/2014/main" id="{C47AA5E8-8C43-C116-FFF0-85D073BEA8D6}"/>
                </a:ext>
              </a:extLst>
            </p:cNvPr>
            <p:cNvSpPr/>
            <p:nvPr/>
          </p:nvSpPr>
          <p:spPr>
            <a:xfrm>
              <a:off x="1505711" y="33467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9" name="object 50">
              <a:extLst>
                <a:ext uri="{FF2B5EF4-FFF2-40B4-BE49-F238E27FC236}">
                  <a16:creationId xmlns:a16="http://schemas.microsoft.com/office/drawing/2014/main" id="{4D9A719B-93D3-7D57-62E0-ECA80FCEB509}"/>
                </a:ext>
              </a:extLst>
            </p:cNvPr>
            <p:cNvSpPr/>
            <p:nvPr/>
          </p:nvSpPr>
          <p:spPr>
            <a:xfrm>
              <a:off x="1810511" y="33467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560" name="object 51">
              <a:extLst>
                <a:ext uri="{FF2B5EF4-FFF2-40B4-BE49-F238E27FC236}">
                  <a16:creationId xmlns:a16="http://schemas.microsoft.com/office/drawing/2014/main" id="{3E58878D-3CC2-E18F-8BD7-3D37228BCD18}"/>
                </a:ext>
              </a:extLst>
            </p:cNvPr>
            <p:cNvGrpSpPr/>
            <p:nvPr/>
          </p:nvGrpSpPr>
          <p:grpSpPr>
            <a:xfrm>
              <a:off x="891539" y="3646932"/>
              <a:ext cx="238125" cy="238125"/>
              <a:chOff x="891539" y="3646932"/>
              <a:chExt cx="238125" cy="238125"/>
            </a:xfrm>
          </p:grpSpPr>
          <p:sp>
            <p:nvSpPr>
              <p:cNvPr id="1034" name="object 52">
                <a:extLst>
                  <a:ext uri="{FF2B5EF4-FFF2-40B4-BE49-F238E27FC236}">
                    <a16:creationId xmlns:a16="http://schemas.microsoft.com/office/drawing/2014/main" id="{FDB05FE7-CBE6-DEE3-896E-8E48D13A7F0C}"/>
                  </a:ext>
                </a:extLst>
              </p:cNvPr>
              <p:cNvSpPr/>
              <p:nvPr/>
            </p:nvSpPr>
            <p:spPr>
              <a:xfrm>
                <a:off x="896111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35" name="object 53">
                <a:extLst>
                  <a:ext uri="{FF2B5EF4-FFF2-40B4-BE49-F238E27FC236}">
                    <a16:creationId xmlns:a16="http://schemas.microsoft.com/office/drawing/2014/main" id="{D4F8504F-D343-8D1E-7B17-B8C4914EFC8D}"/>
                  </a:ext>
                </a:extLst>
              </p:cNvPr>
              <p:cNvSpPr/>
              <p:nvPr/>
            </p:nvSpPr>
            <p:spPr>
              <a:xfrm>
                <a:off x="896111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61" name="object 54">
              <a:extLst>
                <a:ext uri="{FF2B5EF4-FFF2-40B4-BE49-F238E27FC236}">
                  <a16:creationId xmlns:a16="http://schemas.microsoft.com/office/drawing/2014/main" id="{3A834E54-4898-C735-E580-A0B3A324CE08}"/>
                </a:ext>
              </a:extLst>
            </p:cNvPr>
            <p:cNvSpPr/>
            <p:nvPr/>
          </p:nvSpPr>
          <p:spPr>
            <a:xfrm>
              <a:off x="1200911" y="36515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2" name="object 55">
              <a:extLst>
                <a:ext uri="{FF2B5EF4-FFF2-40B4-BE49-F238E27FC236}">
                  <a16:creationId xmlns:a16="http://schemas.microsoft.com/office/drawing/2014/main" id="{104C6419-05F2-73ED-3063-9E05E59999A0}"/>
                </a:ext>
              </a:extLst>
            </p:cNvPr>
            <p:cNvSpPr/>
            <p:nvPr/>
          </p:nvSpPr>
          <p:spPr>
            <a:xfrm>
              <a:off x="1505711" y="36515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3" name="object 56">
              <a:extLst>
                <a:ext uri="{FF2B5EF4-FFF2-40B4-BE49-F238E27FC236}">
                  <a16:creationId xmlns:a16="http://schemas.microsoft.com/office/drawing/2014/main" id="{B50872C3-E5A1-5536-E529-7E2F65908B8E}"/>
                </a:ext>
              </a:extLst>
            </p:cNvPr>
            <p:cNvSpPr/>
            <p:nvPr/>
          </p:nvSpPr>
          <p:spPr>
            <a:xfrm>
              <a:off x="1810511" y="36515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564" name="object 57">
              <a:extLst>
                <a:ext uri="{FF2B5EF4-FFF2-40B4-BE49-F238E27FC236}">
                  <a16:creationId xmlns:a16="http://schemas.microsoft.com/office/drawing/2014/main" id="{F48D634E-7CD4-21A4-6102-74F0B997E5D0}"/>
                </a:ext>
              </a:extLst>
            </p:cNvPr>
            <p:cNvGrpSpPr/>
            <p:nvPr/>
          </p:nvGrpSpPr>
          <p:grpSpPr>
            <a:xfrm>
              <a:off x="891539" y="3951732"/>
              <a:ext cx="238125" cy="238125"/>
              <a:chOff x="891539" y="3951732"/>
              <a:chExt cx="238125" cy="238125"/>
            </a:xfrm>
          </p:grpSpPr>
          <p:sp>
            <p:nvSpPr>
              <p:cNvPr id="1032" name="object 58">
                <a:extLst>
                  <a:ext uri="{FF2B5EF4-FFF2-40B4-BE49-F238E27FC236}">
                    <a16:creationId xmlns:a16="http://schemas.microsoft.com/office/drawing/2014/main" id="{62119FB4-AE31-95C0-8801-E3E7C77F37C6}"/>
                  </a:ext>
                </a:extLst>
              </p:cNvPr>
              <p:cNvSpPr/>
              <p:nvPr/>
            </p:nvSpPr>
            <p:spPr>
              <a:xfrm>
                <a:off x="896111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33" name="object 59">
                <a:extLst>
                  <a:ext uri="{FF2B5EF4-FFF2-40B4-BE49-F238E27FC236}">
                    <a16:creationId xmlns:a16="http://schemas.microsoft.com/office/drawing/2014/main" id="{0EFF54F4-27E6-5591-CA9F-98DBBCD79539}"/>
                  </a:ext>
                </a:extLst>
              </p:cNvPr>
              <p:cNvSpPr/>
              <p:nvPr/>
            </p:nvSpPr>
            <p:spPr>
              <a:xfrm>
                <a:off x="896111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565" name="object 60">
              <a:extLst>
                <a:ext uri="{FF2B5EF4-FFF2-40B4-BE49-F238E27FC236}">
                  <a16:creationId xmlns:a16="http://schemas.microsoft.com/office/drawing/2014/main" id="{FA41A1F0-2461-8B2F-B7A0-0C9889D676CF}"/>
                </a:ext>
              </a:extLst>
            </p:cNvPr>
            <p:cNvGrpSpPr/>
            <p:nvPr/>
          </p:nvGrpSpPr>
          <p:grpSpPr>
            <a:xfrm>
              <a:off x="1196339" y="3951732"/>
              <a:ext cx="238125" cy="238125"/>
              <a:chOff x="1196339" y="3951732"/>
              <a:chExt cx="238125" cy="238125"/>
            </a:xfrm>
          </p:grpSpPr>
          <p:sp>
            <p:nvSpPr>
              <p:cNvPr id="1030" name="object 61">
                <a:extLst>
                  <a:ext uri="{FF2B5EF4-FFF2-40B4-BE49-F238E27FC236}">
                    <a16:creationId xmlns:a16="http://schemas.microsoft.com/office/drawing/2014/main" id="{60EB0170-6050-3679-1915-5420CE5D9447}"/>
                  </a:ext>
                </a:extLst>
              </p:cNvPr>
              <p:cNvSpPr/>
              <p:nvPr/>
            </p:nvSpPr>
            <p:spPr>
              <a:xfrm>
                <a:off x="1200911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31" name="object 62">
                <a:extLst>
                  <a:ext uri="{FF2B5EF4-FFF2-40B4-BE49-F238E27FC236}">
                    <a16:creationId xmlns:a16="http://schemas.microsoft.com/office/drawing/2014/main" id="{3ECD980C-76FA-9F94-DEF9-A98A82681211}"/>
                  </a:ext>
                </a:extLst>
              </p:cNvPr>
              <p:cNvSpPr/>
              <p:nvPr/>
            </p:nvSpPr>
            <p:spPr>
              <a:xfrm>
                <a:off x="1200911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566" name="object 63">
              <a:extLst>
                <a:ext uri="{FF2B5EF4-FFF2-40B4-BE49-F238E27FC236}">
                  <a16:creationId xmlns:a16="http://schemas.microsoft.com/office/drawing/2014/main" id="{1F728DC9-0B8A-9EA1-EF7A-BFB60C2AAEAB}"/>
                </a:ext>
              </a:extLst>
            </p:cNvPr>
            <p:cNvGrpSpPr/>
            <p:nvPr/>
          </p:nvGrpSpPr>
          <p:grpSpPr>
            <a:xfrm>
              <a:off x="1501139" y="3951732"/>
              <a:ext cx="238125" cy="238125"/>
              <a:chOff x="1501139" y="3951732"/>
              <a:chExt cx="238125" cy="238125"/>
            </a:xfrm>
          </p:grpSpPr>
          <p:sp>
            <p:nvSpPr>
              <p:cNvPr id="1028" name="object 64">
                <a:extLst>
                  <a:ext uri="{FF2B5EF4-FFF2-40B4-BE49-F238E27FC236}">
                    <a16:creationId xmlns:a16="http://schemas.microsoft.com/office/drawing/2014/main" id="{31F051A8-A946-A215-1E99-0178FB7E3D10}"/>
                  </a:ext>
                </a:extLst>
              </p:cNvPr>
              <p:cNvSpPr/>
              <p:nvPr/>
            </p:nvSpPr>
            <p:spPr>
              <a:xfrm>
                <a:off x="1505711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29" name="object 65">
                <a:extLst>
                  <a:ext uri="{FF2B5EF4-FFF2-40B4-BE49-F238E27FC236}">
                    <a16:creationId xmlns:a16="http://schemas.microsoft.com/office/drawing/2014/main" id="{C2E14A7F-1CAC-5A7B-12A7-612B56F5D41D}"/>
                  </a:ext>
                </a:extLst>
              </p:cNvPr>
              <p:cNvSpPr/>
              <p:nvPr/>
            </p:nvSpPr>
            <p:spPr>
              <a:xfrm>
                <a:off x="1505711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67" name="object 66">
              <a:extLst>
                <a:ext uri="{FF2B5EF4-FFF2-40B4-BE49-F238E27FC236}">
                  <a16:creationId xmlns:a16="http://schemas.microsoft.com/office/drawing/2014/main" id="{9699ED4A-F0FE-0E83-BD04-37955C755FDF}"/>
                </a:ext>
              </a:extLst>
            </p:cNvPr>
            <p:cNvSpPr/>
            <p:nvPr/>
          </p:nvSpPr>
          <p:spPr>
            <a:xfrm>
              <a:off x="1810511" y="39563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8" name="object 67">
              <a:extLst>
                <a:ext uri="{FF2B5EF4-FFF2-40B4-BE49-F238E27FC236}">
                  <a16:creationId xmlns:a16="http://schemas.microsoft.com/office/drawing/2014/main" id="{FD4302BC-3C55-353F-BAB2-9266EBB25582}"/>
                </a:ext>
              </a:extLst>
            </p:cNvPr>
            <p:cNvSpPr/>
            <p:nvPr/>
          </p:nvSpPr>
          <p:spPr>
            <a:xfrm>
              <a:off x="896111" y="42611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9" name="object 68">
              <a:extLst>
                <a:ext uri="{FF2B5EF4-FFF2-40B4-BE49-F238E27FC236}">
                  <a16:creationId xmlns:a16="http://schemas.microsoft.com/office/drawing/2014/main" id="{4F753890-9EA2-DF61-EEBF-ED1C12877F2B}"/>
                </a:ext>
              </a:extLst>
            </p:cNvPr>
            <p:cNvSpPr/>
            <p:nvPr/>
          </p:nvSpPr>
          <p:spPr>
            <a:xfrm>
              <a:off x="1200911" y="42611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0" name="object 69">
              <a:extLst>
                <a:ext uri="{FF2B5EF4-FFF2-40B4-BE49-F238E27FC236}">
                  <a16:creationId xmlns:a16="http://schemas.microsoft.com/office/drawing/2014/main" id="{2BC0DF37-83FB-B544-25FE-BDB2D581C074}"/>
                </a:ext>
              </a:extLst>
            </p:cNvPr>
            <p:cNvSpPr/>
            <p:nvPr/>
          </p:nvSpPr>
          <p:spPr>
            <a:xfrm>
              <a:off x="1505711" y="42611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1" name="object 70">
              <a:extLst>
                <a:ext uri="{FF2B5EF4-FFF2-40B4-BE49-F238E27FC236}">
                  <a16:creationId xmlns:a16="http://schemas.microsoft.com/office/drawing/2014/main" id="{9E0DDF03-BEAE-A8DB-0768-7B4D6F35E7C9}"/>
                </a:ext>
              </a:extLst>
            </p:cNvPr>
            <p:cNvSpPr/>
            <p:nvPr/>
          </p:nvSpPr>
          <p:spPr>
            <a:xfrm>
              <a:off x="1810511" y="42611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2" name="object 71">
              <a:extLst>
                <a:ext uri="{FF2B5EF4-FFF2-40B4-BE49-F238E27FC236}">
                  <a16:creationId xmlns:a16="http://schemas.microsoft.com/office/drawing/2014/main" id="{F40B201C-751E-36E0-6AD6-05E1CA6CBF63}"/>
                </a:ext>
              </a:extLst>
            </p:cNvPr>
            <p:cNvSpPr/>
            <p:nvPr/>
          </p:nvSpPr>
          <p:spPr>
            <a:xfrm>
              <a:off x="896111" y="45659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3" name="object 72">
              <a:extLst>
                <a:ext uri="{FF2B5EF4-FFF2-40B4-BE49-F238E27FC236}">
                  <a16:creationId xmlns:a16="http://schemas.microsoft.com/office/drawing/2014/main" id="{217F2109-057F-3E84-B992-33F831E37693}"/>
                </a:ext>
              </a:extLst>
            </p:cNvPr>
            <p:cNvSpPr/>
            <p:nvPr/>
          </p:nvSpPr>
          <p:spPr>
            <a:xfrm>
              <a:off x="1200911" y="45659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4" name="object 73">
              <a:extLst>
                <a:ext uri="{FF2B5EF4-FFF2-40B4-BE49-F238E27FC236}">
                  <a16:creationId xmlns:a16="http://schemas.microsoft.com/office/drawing/2014/main" id="{95D441E5-BDB3-5D6A-FA32-1179EF787C0A}"/>
                </a:ext>
              </a:extLst>
            </p:cNvPr>
            <p:cNvSpPr/>
            <p:nvPr/>
          </p:nvSpPr>
          <p:spPr>
            <a:xfrm>
              <a:off x="1505711" y="45659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5" name="object 74">
              <a:extLst>
                <a:ext uri="{FF2B5EF4-FFF2-40B4-BE49-F238E27FC236}">
                  <a16:creationId xmlns:a16="http://schemas.microsoft.com/office/drawing/2014/main" id="{057016BE-0F3F-9FB9-C06B-9BD78782F394}"/>
                </a:ext>
              </a:extLst>
            </p:cNvPr>
            <p:cNvSpPr/>
            <p:nvPr/>
          </p:nvSpPr>
          <p:spPr>
            <a:xfrm>
              <a:off x="1810511" y="45659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576" name="object 75">
              <a:extLst>
                <a:ext uri="{FF2B5EF4-FFF2-40B4-BE49-F238E27FC236}">
                  <a16:creationId xmlns:a16="http://schemas.microsoft.com/office/drawing/2014/main" id="{924AFDA7-A55C-9742-0BD8-1655B771B022}"/>
                </a:ext>
              </a:extLst>
            </p:cNvPr>
            <p:cNvGrpSpPr/>
            <p:nvPr/>
          </p:nvGrpSpPr>
          <p:grpSpPr>
            <a:xfrm>
              <a:off x="891539" y="4866132"/>
              <a:ext cx="238125" cy="238125"/>
              <a:chOff x="891539" y="4866132"/>
              <a:chExt cx="238125" cy="238125"/>
            </a:xfrm>
          </p:grpSpPr>
          <p:sp>
            <p:nvSpPr>
              <p:cNvPr id="1026" name="object 76">
                <a:extLst>
                  <a:ext uri="{FF2B5EF4-FFF2-40B4-BE49-F238E27FC236}">
                    <a16:creationId xmlns:a16="http://schemas.microsoft.com/office/drawing/2014/main" id="{1A636A7D-D1C6-C8FB-38C2-1A6E0BAF0864}"/>
                  </a:ext>
                </a:extLst>
              </p:cNvPr>
              <p:cNvSpPr/>
              <p:nvPr/>
            </p:nvSpPr>
            <p:spPr>
              <a:xfrm>
                <a:off x="896111" y="4870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27" name="object 77">
                <a:extLst>
                  <a:ext uri="{FF2B5EF4-FFF2-40B4-BE49-F238E27FC236}">
                    <a16:creationId xmlns:a16="http://schemas.microsoft.com/office/drawing/2014/main" id="{FFFB5C0B-B1B5-B598-138B-ADD655A03953}"/>
                  </a:ext>
                </a:extLst>
              </p:cNvPr>
              <p:cNvSpPr/>
              <p:nvPr/>
            </p:nvSpPr>
            <p:spPr>
              <a:xfrm>
                <a:off x="896111" y="4870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577" name="object 78">
              <a:extLst>
                <a:ext uri="{FF2B5EF4-FFF2-40B4-BE49-F238E27FC236}">
                  <a16:creationId xmlns:a16="http://schemas.microsoft.com/office/drawing/2014/main" id="{05AED7EE-36D9-3F14-7F20-E176881719D2}"/>
                </a:ext>
              </a:extLst>
            </p:cNvPr>
            <p:cNvGrpSpPr/>
            <p:nvPr/>
          </p:nvGrpSpPr>
          <p:grpSpPr>
            <a:xfrm>
              <a:off x="1196339" y="4866132"/>
              <a:ext cx="238125" cy="238125"/>
              <a:chOff x="1196339" y="4866132"/>
              <a:chExt cx="238125" cy="238125"/>
            </a:xfrm>
          </p:grpSpPr>
          <p:sp>
            <p:nvSpPr>
              <p:cNvPr id="1024" name="object 79">
                <a:extLst>
                  <a:ext uri="{FF2B5EF4-FFF2-40B4-BE49-F238E27FC236}">
                    <a16:creationId xmlns:a16="http://schemas.microsoft.com/office/drawing/2014/main" id="{77681A60-2898-3FE0-4F34-A68602477E01}"/>
                  </a:ext>
                </a:extLst>
              </p:cNvPr>
              <p:cNvSpPr/>
              <p:nvPr/>
            </p:nvSpPr>
            <p:spPr>
              <a:xfrm>
                <a:off x="1200911" y="4870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25" name="object 80">
                <a:extLst>
                  <a:ext uri="{FF2B5EF4-FFF2-40B4-BE49-F238E27FC236}">
                    <a16:creationId xmlns:a16="http://schemas.microsoft.com/office/drawing/2014/main" id="{53B660BC-53AA-2ADA-333A-776457E6A6C7}"/>
                  </a:ext>
                </a:extLst>
              </p:cNvPr>
              <p:cNvSpPr/>
              <p:nvPr/>
            </p:nvSpPr>
            <p:spPr>
              <a:xfrm>
                <a:off x="1200911" y="4870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78" name="object 81">
              <a:extLst>
                <a:ext uri="{FF2B5EF4-FFF2-40B4-BE49-F238E27FC236}">
                  <a16:creationId xmlns:a16="http://schemas.microsoft.com/office/drawing/2014/main" id="{603E55E2-8A40-8A17-984A-8496CA6CE0AA}"/>
                </a:ext>
              </a:extLst>
            </p:cNvPr>
            <p:cNvSpPr/>
            <p:nvPr/>
          </p:nvSpPr>
          <p:spPr>
            <a:xfrm>
              <a:off x="1505711" y="48707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9" name="object 82">
              <a:extLst>
                <a:ext uri="{FF2B5EF4-FFF2-40B4-BE49-F238E27FC236}">
                  <a16:creationId xmlns:a16="http://schemas.microsoft.com/office/drawing/2014/main" id="{82D32D10-4DB5-1CFE-51B6-23EC9DC06E6E}"/>
                </a:ext>
              </a:extLst>
            </p:cNvPr>
            <p:cNvSpPr/>
            <p:nvPr/>
          </p:nvSpPr>
          <p:spPr>
            <a:xfrm>
              <a:off x="1810511" y="48707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580" name="object 83">
              <a:extLst>
                <a:ext uri="{FF2B5EF4-FFF2-40B4-BE49-F238E27FC236}">
                  <a16:creationId xmlns:a16="http://schemas.microsoft.com/office/drawing/2014/main" id="{55BEAC4E-2B05-541F-65C9-822588D9F98B}"/>
                </a:ext>
              </a:extLst>
            </p:cNvPr>
            <p:cNvGrpSpPr/>
            <p:nvPr/>
          </p:nvGrpSpPr>
          <p:grpSpPr>
            <a:xfrm>
              <a:off x="2415539" y="1513332"/>
              <a:ext cx="238125" cy="238125"/>
              <a:chOff x="2415539" y="1513332"/>
              <a:chExt cx="238125" cy="238125"/>
            </a:xfrm>
          </p:grpSpPr>
          <p:sp>
            <p:nvSpPr>
              <p:cNvPr id="1022" name="object 84">
                <a:extLst>
                  <a:ext uri="{FF2B5EF4-FFF2-40B4-BE49-F238E27FC236}">
                    <a16:creationId xmlns:a16="http://schemas.microsoft.com/office/drawing/2014/main" id="{013D456C-83C3-11AD-1B94-DE078BCD4411}"/>
                  </a:ext>
                </a:extLst>
              </p:cNvPr>
              <p:cNvSpPr/>
              <p:nvPr/>
            </p:nvSpPr>
            <p:spPr>
              <a:xfrm>
                <a:off x="2420111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23" name="object 85">
                <a:extLst>
                  <a:ext uri="{FF2B5EF4-FFF2-40B4-BE49-F238E27FC236}">
                    <a16:creationId xmlns:a16="http://schemas.microsoft.com/office/drawing/2014/main" id="{BC0EC07C-DE67-1A15-8325-2C1A2817CA1E}"/>
                  </a:ext>
                </a:extLst>
              </p:cNvPr>
              <p:cNvSpPr/>
              <p:nvPr/>
            </p:nvSpPr>
            <p:spPr>
              <a:xfrm>
                <a:off x="2420111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581" name="object 86">
              <a:extLst>
                <a:ext uri="{FF2B5EF4-FFF2-40B4-BE49-F238E27FC236}">
                  <a16:creationId xmlns:a16="http://schemas.microsoft.com/office/drawing/2014/main" id="{B1B49C12-C1B8-95DF-0BF0-44DC23463E39}"/>
                </a:ext>
              </a:extLst>
            </p:cNvPr>
            <p:cNvGrpSpPr/>
            <p:nvPr/>
          </p:nvGrpSpPr>
          <p:grpSpPr>
            <a:xfrm>
              <a:off x="2720339" y="1513332"/>
              <a:ext cx="238125" cy="238125"/>
              <a:chOff x="2720339" y="1513332"/>
              <a:chExt cx="238125" cy="238125"/>
            </a:xfrm>
          </p:grpSpPr>
          <p:sp>
            <p:nvSpPr>
              <p:cNvPr id="1020" name="object 87">
                <a:extLst>
                  <a:ext uri="{FF2B5EF4-FFF2-40B4-BE49-F238E27FC236}">
                    <a16:creationId xmlns:a16="http://schemas.microsoft.com/office/drawing/2014/main" id="{5D6B5BF5-B2C5-740D-87EB-76D4A64CB7A2}"/>
                  </a:ext>
                </a:extLst>
              </p:cNvPr>
              <p:cNvSpPr/>
              <p:nvPr/>
            </p:nvSpPr>
            <p:spPr>
              <a:xfrm>
                <a:off x="2724911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21" name="object 88">
                <a:extLst>
                  <a:ext uri="{FF2B5EF4-FFF2-40B4-BE49-F238E27FC236}">
                    <a16:creationId xmlns:a16="http://schemas.microsoft.com/office/drawing/2014/main" id="{1496C551-C0BE-ECCB-9732-4005D659A8EA}"/>
                  </a:ext>
                </a:extLst>
              </p:cNvPr>
              <p:cNvSpPr/>
              <p:nvPr/>
            </p:nvSpPr>
            <p:spPr>
              <a:xfrm>
                <a:off x="2724911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82" name="object 89">
              <a:extLst>
                <a:ext uri="{FF2B5EF4-FFF2-40B4-BE49-F238E27FC236}">
                  <a16:creationId xmlns:a16="http://schemas.microsoft.com/office/drawing/2014/main" id="{6246396F-1839-FAC4-CEC2-B278E4FD911A}"/>
                </a:ext>
              </a:extLst>
            </p:cNvPr>
            <p:cNvSpPr/>
            <p:nvPr/>
          </p:nvSpPr>
          <p:spPr>
            <a:xfrm>
              <a:off x="3029711" y="15179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3" name="object 90">
              <a:extLst>
                <a:ext uri="{FF2B5EF4-FFF2-40B4-BE49-F238E27FC236}">
                  <a16:creationId xmlns:a16="http://schemas.microsoft.com/office/drawing/2014/main" id="{7BBB5ABC-A302-F2E1-62CF-D214F542DB75}"/>
                </a:ext>
              </a:extLst>
            </p:cNvPr>
            <p:cNvSpPr/>
            <p:nvPr/>
          </p:nvSpPr>
          <p:spPr>
            <a:xfrm>
              <a:off x="3334511" y="15179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584" name="object 91">
              <a:extLst>
                <a:ext uri="{FF2B5EF4-FFF2-40B4-BE49-F238E27FC236}">
                  <a16:creationId xmlns:a16="http://schemas.microsoft.com/office/drawing/2014/main" id="{F8BC2AE1-9E07-5D78-DCB8-EFD289F197F6}"/>
                </a:ext>
              </a:extLst>
            </p:cNvPr>
            <p:cNvGrpSpPr/>
            <p:nvPr/>
          </p:nvGrpSpPr>
          <p:grpSpPr>
            <a:xfrm>
              <a:off x="2415539" y="1818132"/>
              <a:ext cx="238125" cy="238125"/>
              <a:chOff x="2415539" y="1818132"/>
              <a:chExt cx="238125" cy="238125"/>
            </a:xfrm>
          </p:grpSpPr>
          <p:pic>
            <p:nvPicPr>
              <p:cNvPr id="1018" name="object 92">
                <a:extLst>
                  <a:ext uri="{FF2B5EF4-FFF2-40B4-BE49-F238E27FC236}">
                    <a16:creationId xmlns:a16="http://schemas.microsoft.com/office/drawing/2014/main" id="{7EBB8437-E077-47EB-7030-28D9FEBCFD96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420111" y="1822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1019" name="object 93">
                <a:extLst>
                  <a:ext uri="{FF2B5EF4-FFF2-40B4-BE49-F238E27FC236}">
                    <a16:creationId xmlns:a16="http://schemas.microsoft.com/office/drawing/2014/main" id="{29488B6F-BAE7-BA33-76FC-34DB72511622}"/>
                  </a:ext>
                </a:extLst>
              </p:cNvPr>
              <p:cNvSpPr/>
              <p:nvPr/>
            </p:nvSpPr>
            <p:spPr>
              <a:xfrm>
                <a:off x="2420111" y="1822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585" name="object 94">
              <a:extLst>
                <a:ext uri="{FF2B5EF4-FFF2-40B4-BE49-F238E27FC236}">
                  <a16:creationId xmlns:a16="http://schemas.microsoft.com/office/drawing/2014/main" id="{8A3870D8-66F2-4189-FCD0-19445F08F8E5}"/>
                </a:ext>
              </a:extLst>
            </p:cNvPr>
            <p:cNvGrpSpPr/>
            <p:nvPr/>
          </p:nvGrpSpPr>
          <p:grpSpPr>
            <a:xfrm>
              <a:off x="2720339" y="1818132"/>
              <a:ext cx="238125" cy="238125"/>
              <a:chOff x="2720339" y="1818132"/>
              <a:chExt cx="238125" cy="238125"/>
            </a:xfrm>
          </p:grpSpPr>
          <p:pic>
            <p:nvPicPr>
              <p:cNvPr id="1016" name="object 95">
                <a:extLst>
                  <a:ext uri="{FF2B5EF4-FFF2-40B4-BE49-F238E27FC236}">
                    <a16:creationId xmlns:a16="http://schemas.microsoft.com/office/drawing/2014/main" id="{921B2465-18C7-4F06-7F5E-C36EC4476815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724911" y="1822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1017" name="object 96">
                <a:extLst>
                  <a:ext uri="{FF2B5EF4-FFF2-40B4-BE49-F238E27FC236}">
                    <a16:creationId xmlns:a16="http://schemas.microsoft.com/office/drawing/2014/main" id="{D18D8AA8-0FD3-39D9-B319-D72A43B1D3B0}"/>
                  </a:ext>
                </a:extLst>
              </p:cNvPr>
              <p:cNvSpPr/>
              <p:nvPr/>
            </p:nvSpPr>
            <p:spPr>
              <a:xfrm>
                <a:off x="2724911" y="1822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86" name="object 97">
              <a:extLst>
                <a:ext uri="{FF2B5EF4-FFF2-40B4-BE49-F238E27FC236}">
                  <a16:creationId xmlns:a16="http://schemas.microsoft.com/office/drawing/2014/main" id="{2A0AE72C-E9B1-877E-6031-B3609523E46D}"/>
                </a:ext>
              </a:extLst>
            </p:cNvPr>
            <p:cNvSpPr/>
            <p:nvPr/>
          </p:nvSpPr>
          <p:spPr>
            <a:xfrm>
              <a:off x="3029711" y="18227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7" name="object 98">
              <a:extLst>
                <a:ext uri="{FF2B5EF4-FFF2-40B4-BE49-F238E27FC236}">
                  <a16:creationId xmlns:a16="http://schemas.microsoft.com/office/drawing/2014/main" id="{AE611256-96C0-44E4-C164-6AC43E6E433F}"/>
                </a:ext>
              </a:extLst>
            </p:cNvPr>
            <p:cNvSpPr/>
            <p:nvPr/>
          </p:nvSpPr>
          <p:spPr>
            <a:xfrm>
              <a:off x="3334511" y="18227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588" name="object 99">
              <a:extLst>
                <a:ext uri="{FF2B5EF4-FFF2-40B4-BE49-F238E27FC236}">
                  <a16:creationId xmlns:a16="http://schemas.microsoft.com/office/drawing/2014/main" id="{CFA5AA55-0A7B-6E71-6CDA-28A6FD43A3EE}"/>
                </a:ext>
              </a:extLst>
            </p:cNvPr>
            <p:cNvGrpSpPr/>
            <p:nvPr/>
          </p:nvGrpSpPr>
          <p:grpSpPr>
            <a:xfrm>
              <a:off x="2415539" y="2122932"/>
              <a:ext cx="238125" cy="238125"/>
              <a:chOff x="2415539" y="2122932"/>
              <a:chExt cx="238125" cy="238125"/>
            </a:xfrm>
          </p:grpSpPr>
          <p:sp>
            <p:nvSpPr>
              <p:cNvPr id="1014" name="object 100">
                <a:extLst>
                  <a:ext uri="{FF2B5EF4-FFF2-40B4-BE49-F238E27FC236}">
                    <a16:creationId xmlns:a16="http://schemas.microsoft.com/office/drawing/2014/main" id="{9212D84B-0E1C-72A4-AEF5-4448DD633498}"/>
                  </a:ext>
                </a:extLst>
              </p:cNvPr>
              <p:cNvSpPr/>
              <p:nvPr/>
            </p:nvSpPr>
            <p:spPr>
              <a:xfrm>
                <a:off x="2420111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15" name="object 101">
                <a:extLst>
                  <a:ext uri="{FF2B5EF4-FFF2-40B4-BE49-F238E27FC236}">
                    <a16:creationId xmlns:a16="http://schemas.microsoft.com/office/drawing/2014/main" id="{38D3763A-271B-F278-1D1F-6FB9E22B191E}"/>
                  </a:ext>
                </a:extLst>
              </p:cNvPr>
              <p:cNvSpPr/>
              <p:nvPr/>
            </p:nvSpPr>
            <p:spPr>
              <a:xfrm>
                <a:off x="2420111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589" name="object 102">
              <a:extLst>
                <a:ext uri="{FF2B5EF4-FFF2-40B4-BE49-F238E27FC236}">
                  <a16:creationId xmlns:a16="http://schemas.microsoft.com/office/drawing/2014/main" id="{C864E9B3-25CF-2D3A-F7D3-BE5EEB5E1E29}"/>
                </a:ext>
              </a:extLst>
            </p:cNvPr>
            <p:cNvGrpSpPr/>
            <p:nvPr/>
          </p:nvGrpSpPr>
          <p:grpSpPr>
            <a:xfrm>
              <a:off x="2720339" y="2122932"/>
              <a:ext cx="238125" cy="238125"/>
              <a:chOff x="2720339" y="2122932"/>
              <a:chExt cx="238125" cy="238125"/>
            </a:xfrm>
          </p:grpSpPr>
          <p:sp>
            <p:nvSpPr>
              <p:cNvPr id="1012" name="object 103">
                <a:extLst>
                  <a:ext uri="{FF2B5EF4-FFF2-40B4-BE49-F238E27FC236}">
                    <a16:creationId xmlns:a16="http://schemas.microsoft.com/office/drawing/2014/main" id="{D7E2F10C-489C-25F8-24A6-2B978EB536FE}"/>
                  </a:ext>
                </a:extLst>
              </p:cNvPr>
              <p:cNvSpPr/>
              <p:nvPr/>
            </p:nvSpPr>
            <p:spPr>
              <a:xfrm>
                <a:off x="2724911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13" name="object 104">
                <a:extLst>
                  <a:ext uri="{FF2B5EF4-FFF2-40B4-BE49-F238E27FC236}">
                    <a16:creationId xmlns:a16="http://schemas.microsoft.com/office/drawing/2014/main" id="{423D9B2F-648D-9B9B-F8CF-7EECEF737628}"/>
                  </a:ext>
                </a:extLst>
              </p:cNvPr>
              <p:cNvSpPr/>
              <p:nvPr/>
            </p:nvSpPr>
            <p:spPr>
              <a:xfrm>
                <a:off x="2724911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90" name="object 105">
              <a:extLst>
                <a:ext uri="{FF2B5EF4-FFF2-40B4-BE49-F238E27FC236}">
                  <a16:creationId xmlns:a16="http://schemas.microsoft.com/office/drawing/2014/main" id="{49AFEABA-7F3B-D756-138B-DC88F79097FA}"/>
                </a:ext>
              </a:extLst>
            </p:cNvPr>
            <p:cNvSpPr/>
            <p:nvPr/>
          </p:nvSpPr>
          <p:spPr>
            <a:xfrm>
              <a:off x="3029711" y="21275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1" name="object 106">
              <a:extLst>
                <a:ext uri="{FF2B5EF4-FFF2-40B4-BE49-F238E27FC236}">
                  <a16:creationId xmlns:a16="http://schemas.microsoft.com/office/drawing/2014/main" id="{E89F5940-5CC1-85D1-D599-D5DBA1C927D1}"/>
                </a:ext>
              </a:extLst>
            </p:cNvPr>
            <p:cNvSpPr/>
            <p:nvPr/>
          </p:nvSpPr>
          <p:spPr>
            <a:xfrm>
              <a:off x="3334511" y="21275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592" name="object 107">
              <a:extLst>
                <a:ext uri="{FF2B5EF4-FFF2-40B4-BE49-F238E27FC236}">
                  <a16:creationId xmlns:a16="http://schemas.microsoft.com/office/drawing/2014/main" id="{D7D857B4-2788-0286-EBD6-AA673A946864}"/>
                </a:ext>
              </a:extLst>
            </p:cNvPr>
            <p:cNvGrpSpPr/>
            <p:nvPr/>
          </p:nvGrpSpPr>
          <p:grpSpPr>
            <a:xfrm>
              <a:off x="2415539" y="2427732"/>
              <a:ext cx="238125" cy="238125"/>
              <a:chOff x="2415539" y="2427732"/>
              <a:chExt cx="238125" cy="238125"/>
            </a:xfrm>
          </p:grpSpPr>
          <p:pic>
            <p:nvPicPr>
              <p:cNvPr id="1010" name="object 108">
                <a:extLst>
                  <a:ext uri="{FF2B5EF4-FFF2-40B4-BE49-F238E27FC236}">
                    <a16:creationId xmlns:a16="http://schemas.microsoft.com/office/drawing/2014/main" id="{5095857A-0D68-E616-1D7D-9D929CB818C2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420111" y="24323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1011" name="object 109">
                <a:extLst>
                  <a:ext uri="{FF2B5EF4-FFF2-40B4-BE49-F238E27FC236}">
                    <a16:creationId xmlns:a16="http://schemas.microsoft.com/office/drawing/2014/main" id="{C2FAC425-5678-30A0-5413-F265B6B56A70}"/>
                  </a:ext>
                </a:extLst>
              </p:cNvPr>
              <p:cNvSpPr/>
              <p:nvPr/>
            </p:nvSpPr>
            <p:spPr>
              <a:xfrm>
                <a:off x="2420111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593" name="object 110">
              <a:extLst>
                <a:ext uri="{FF2B5EF4-FFF2-40B4-BE49-F238E27FC236}">
                  <a16:creationId xmlns:a16="http://schemas.microsoft.com/office/drawing/2014/main" id="{3F01ABB7-8222-B104-4D49-06BBC2DF1285}"/>
                </a:ext>
              </a:extLst>
            </p:cNvPr>
            <p:cNvGrpSpPr/>
            <p:nvPr/>
          </p:nvGrpSpPr>
          <p:grpSpPr>
            <a:xfrm>
              <a:off x="2720339" y="2427732"/>
              <a:ext cx="238125" cy="238125"/>
              <a:chOff x="2720339" y="2427732"/>
              <a:chExt cx="238125" cy="238125"/>
            </a:xfrm>
          </p:grpSpPr>
          <p:pic>
            <p:nvPicPr>
              <p:cNvPr id="1008" name="object 111">
                <a:extLst>
                  <a:ext uri="{FF2B5EF4-FFF2-40B4-BE49-F238E27FC236}">
                    <a16:creationId xmlns:a16="http://schemas.microsoft.com/office/drawing/2014/main" id="{0197D487-08B3-798F-B73F-635E05F774DD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724911" y="24323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1009" name="object 112">
                <a:extLst>
                  <a:ext uri="{FF2B5EF4-FFF2-40B4-BE49-F238E27FC236}">
                    <a16:creationId xmlns:a16="http://schemas.microsoft.com/office/drawing/2014/main" id="{708089D3-D504-6B2C-8F08-C0B4863F64E9}"/>
                  </a:ext>
                </a:extLst>
              </p:cNvPr>
              <p:cNvSpPr/>
              <p:nvPr/>
            </p:nvSpPr>
            <p:spPr>
              <a:xfrm>
                <a:off x="2724911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94" name="object 113">
              <a:extLst>
                <a:ext uri="{FF2B5EF4-FFF2-40B4-BE49-F238E27FC236}">
                  <a16:creationId xmlns:a16="http://schemas.microsoft.com/office/drawing/2014/main" id="{654A6514-C2CD-C5B7-F1B0-B522BBC2CD0A}"/>
                </a:ext>
              </a:extLst>
            </p:cNvPr>
            <p:cNvSpPr/>
            <p:nvPr/>
          </p:nvSpPr>
          <p:spPr>
            <a:xfrm>
              <a:off x="3029711" y="24323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5" name="object 114">
              <a:extLst>
                <a:ext uri="{FF2B5EF4-FFF2-40B4-BE49-F238E27FC236}">
                  <a16:creationId xmlns:a16="http://schemas.microsoft.com/office/drawing/2014/main" id="{FDC9F356-ABB2-E972-5618-4E38575BABA6}"/>
                </a:ext>
              </a:extLst>
            </p:cNvPr>
            <p:cNvSpPr/>
            <p:nvPr/>
          </p:nvSpPr>
          <p:spPr>
            <a:xfrm>
              <a:off x="3334511" y="24323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596" name="object 115">
              <a:extLst>
                <a:ext uri="{FF2B5EF4-FFF2-40B4-BE49-F238E27FC236}">
                  <a16:creationId xmlns:a16="http://schemas.microsoft.com/office/drawing/2014/main" id="{C1574423-A62A-346D-5AAC-3F4EEDD5A759}"/>
                </a:ext>
              </a:extLst>
            </p:cNvPr>
            <p:cNvGrpSpPr/>
            <p:nvPr/>
          </p:nvGrpSpPr>
          <p:grpSpPr>
            <a:xfrm>
              <a:off x="2415539" y="2732532"/>
              <a:ext cx="238125" cy="238125"/>
              <a:chOff x="2415539" y="2732532"/>
              <a:chExt cx="238125" cy="238125"/>
            </a:xfrm>
          </p:grpSpPr>
          <p:pic>
            <p:nvPicPr>
              <p:cNvPr id="1006" name="object 116">
                <a:extLst>
                  <a:ext uri="{FF2B5EF4-FFF2-40B4-BE49-F238E27FC236}">
                    <a16:creationId xmlns:a16="http://schemas.microsoft.com/office/drawing/2014/main" id="{300F7C26-9352-1743-E9AF-A199EEA6DC08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420111" y="27371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1007" name="object 117">
                <a:extLst>
                  <a:ext uri="{FF2B5EF4-FFF2-40B4-BE49-F238E27FC236}">
                    <a16:creationId xmlns:a16="http://schemas.microsoft.com/office/drawing/2014/main" id="{8150CCB7-3CF5-60C8-E85C-F0538251FE26}"/>
                  </a:ext>
                </a:extLst>
              </p:cNvPr>
              <p:cNvSpPr/>
              <p:nvPr/>
            </p:nvSpPr>
            <p:spPr>
              <a:xfrm>
                <a:off x="2420111" y="2737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97" name="object 118">
              <a:extLst>
                <a:ext uri="{FF2B5EF4-FFF2-40B4-BE49-F238E27FC236}">
                  <a16:creationId xmlns:a16="http://schemas.microsoft.com/office/drawing/2014/main" id="{CE80EEDD-D6CD-93AE-204A-3B56711C9592}"/>
                </a:ext>
              </a:extLst>
            </p:cNvPr>
            <p:cNvSpPr/>
            <p:nvPr/>
          </p:nvSpPr>
          <p:spPr>
            <a:xfrm>
              <a:off x="2724911" y="27371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8" name="object 119">
              <a:extLst>
                <a:ext uri="{FF2B5EF4-FFF2-40B4-BE49-F238E27FC236}">
                  <a16:creationId xmlns:a16="http://schemas.microsoft.com/office/drawing/2014/main" id="{C573216B-A32F-F2D3-93F3-3D3BE939506B}"/>
                </a:ext>
              </a:extLst>
            </p:cNvPr>
            <p:cNvSpPr/>
            <p:nvPr/>
          </p:nvSpPr>
          <p:spPr>
            <a:xfrm>
              <a:off x="3029711" y="27371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9" name="object 120">
              <a:extLst>
                <a:ext uri="{FF2B5EF4-FFF2-40B4-BE49-F238E27FC236}">
                  <a16:creationId xmlns:a16="http://schemas.microsoft.com/office/drawing/2014/main" id="{82657C49-E60B-1CA6-F57A-9074DAF4CFBB}"/>
                </a:ext>
              </a:extLst>
            </p:cNvPr>
            <p:cNvSpPr/>
            <p:nvPr/>
          </p:nvSpPr>
          <p:spPr>
            <a:xfrm>
              <a:off x="3334511" y="27371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00" name="object 121">
              <a:extLst>
                <a:ext uri="{FF2B5EF4-FFF2-40B4-BE49-F238E27FC236}">
                  <a16:creationId xmlns:a16="http://schemas.microsoft.com/office/drawing/2014/main" id="{5EF018A0-D44C-F3E3-F5B5-6D4A9F718951}"/>
                </a:ext>
              </a:extLst>
            </p:cNvPr>
            <p:cNvGrpSpPr/>
            <p:nvPr/>
          </p:nvGrpSpPr>
          <p:grpSpPr>
            <a:xfrm>
              <a:off x="2415539" y="3037332"/>
              <a:ext cx="238125" cy="238125"/>
              <a:chOff x="2415539" y="3037332"/>
              <a:chExt cx="238125" cy="238125"/>
            </a:xfrm>
          </p:grpSpPr>
          <p:sp>
            <p:nvSpPr>
              <p:cNvPr id="1004" name="object 122">
                <a:extLst>
                  <a:ext uri="{FF2B5EF4-FFF2-40B4-BE49-F238E27FC236}">
                    <a16:creationId xmlns:a16="http://schemas.microsoft.com/office/drawing/2014/main" id="{319AF544-DE2E-3FE3-577F-20824BB02E3C}"/>
                  </a:ext>
                </a:extLst>
              </p:cNvPr>
              <p:cNvSpPr/>
              <p:nvPr/>
            </p:nvSpPr>
            <p:spPr>
              <a:xfrm>
                <a:off x="2420111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05" name="object 123">
                <a:extLst>
                  <a:ext uri="{FF2B5EF4-FFF2-40B4-BE49-F238E27FC236}">
                    <a16:creationId xmlns:a16="http://schemas.microsoft.com/office/drawing/2014/main" id="{E18D6DBA-D630-BCD3-0EE2-9CDD73813BA0}"/>
                  </a:ext>
                </a:extLst>
              </p:cNvPr>
              <p:cNvSpPr/>
              <p:nvPr/>
            </p:nvSpPr>
            <p:spPr>
              <a:xfrm>
                <a:off x="2420111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01" name="object 124">
              <a:extLst>
                <a:ext uri="{FF2B5EF4-FFF2-40B4-BE49-F238E27FC236}">
                  <a16:creationId xmlns:a16="http://schemas.microsoft.com/office/drawing/2014/main" id="{CC116C6C-F3E0-B4A4-5245-B338BEBE97E7}"/>
                </a:ext>
              </a:extLst>
            </p:cNvPr>
            <p:cNvGrpSpPr/>
            <p:nvPr/>
          </p:nvGrpSpPr>
          <p:grpSpPr>
            <a:xfrm>
              <a:off x="2720339" y="3037332"/>
              <a:ext cx="238125" cy="238125"/>
              <a:chOff x="2720339" y="3037332"/>
              <a:chExt cx="238125" cy="238125"/>
            </a:xfrm>
          </p:grpSpPr>
          <p:sp>
            <p:nvSpPr>
              <p:cNvPr id="1002" name="object 125">
                <a:extLst>
                  <a:ext uri="{FF2B5EF4-FFF2-40B4-BE49-F238E27FC236}">
                    <a16:creationId xmlns:a16="http://schemas.microsoft.com/office/drawing/2014/main" id="{A775D832-DD0A-CD1A-D272-274BA8EB7D53}"/>
                  </a:ext>
                </a:extLst>
              </p:cNvPr>
              <p:cNvSpPr/>
              <p:nvPr/>
            </p:nvSpPr>
            <p:spPr>
              <a:xfrm>
                <a:off x="2724911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03" name="object 126">
                <a:extLst>
                  <a:ext uri="{FF2B5EF4-FFF2-40B4-BE49-F238E27FC236}">
                    <a16:creationId xmlns:a16="http://schemas.microsoft.com/office/drawing/2014/main" id="{46517B3E-3CBA-A5D5-D078-3C418F00A585}"/>
                  </a:ext>
                </a:extLst>
              </p:cNvPr>
              <p:cNvSpPr/>
              <p:nvPr/>
            </p:nvSpPr>
            <p:spPr>
              <a:xfrm>
                <a:off x="2724911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02" name="object 127">
              <a:extLst>
                <a:ext uri="{FF2B5EF4-FFF2-40B4-BE49-F238E27FC236}">
                  <a16:creationId xmlns:a16="http://schemas.microsoft.com/office/drawing/2014/main" id="{B7CC70F9-864A-7497-B53F-D49F7B792B43}"/>
                </a:ext>
              </a:extLst>
            </p:cNvPr>
            <p:cNvGrpSpPr/>
            <p:nvPr/>
          </p:nvGrpSpPr>
          <p:grpSpPr>
            <a:xfrm>
              <a:off x="3025139" y="3037332"/>
              <a:ext cx="238125" cy="238125"/>
              <a:chOff x="3025139" y="3037332"/>
              <a:chExt cx="238125" cy="238125"/>
            </a:xfrm>
          </p:grpSpPr>
          <p:sp>
            <p:nvSpPr>
              <p:cNvPr id="1000" name="object 128">
                <a:extLst>
                  <a:ext uri="{FF2B5EF4-FFF2-40B4-BE49-F238E27FC236}">
                    <a16:creationId xmlns:a16="http://schemas.microsoft.com/office/drawing/2014/main" id="{2CEE1821-0C39-CB30-D07E-A0821A4A6572}"/>
                  </a:ext>
                </a:extLst>
              </p:cNvPr>
              <p:cNvSpPr/>
              <p:nvPr/>
            </p:nvSpPr>
            <p:spPr>
              <a:xfrm>
                <a:off x="3029711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01" name="object 129">
                <a:extLst>
                  <a:ext uri="{FF2B5EF4-FFF2-40B4-BE49-F238E27FC236}">
                    <a16:creationId xmlns:a16="http://schemas.microsoft.com/office/drawing/2014/main" id="{08B40516-77AB-9BDA-AC4C-FF24D022B55D}"/>
                  </a:ext>
                </a:extLst>
              </p:cNvPr>
              <p:cNvSpPr/>
              <p:nvPr/>
            </p:nvSpPr>
            <p:spPr>
              <a:xfrm>
                <a:off x="3029711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03" name="object 130">
              <a:extLst>
                <a:ext uri="{FF2B5EF4-FFF2-40B4-BE49-F238E27FC236}">
                  <a16:creationId xmlns:a16="http://schemas.microsoft.com/office/drawing/2014/main" id="{26DD15B0-958C-0909-BF38-E3B0E26F09CC}"/>
                </a:ext>
              </a:extLst>
            </p:cNvPr>
            <p:cNvGrpSpPr/>
            <p:nvPr/>
          </p:nvGrpSpPr>
          <p:grpSpPr>
            <a:xfrm>
              <a:off x="3329940" y="3037332"/>
              <a:ext cx="238125" cy="238125"/>
              <a:chOff x="3329940" y="3037332"/>
              <a:chExt cx="238125" cy="238125"/>
            </a:xfrm>
          </p:grpSpPr>
          <p:sp>
            <p:nvSpPr>
              <p:cNvPr id="998" name="object 131">
                <a:extLst>
                  <a:ext uri="{FF2B5EF4-FFF2-40B4-BE49-F238E27FC236}">
                    <a16:creationId xmlns:a16="http://schemas.microsoft.com/office/drawing/2014/main" id="{97E453C6-D652-81AC-18AE-96BBDA519BDB}"/>
                  </a:ext>
                </a:extLst>
              </p:cNvPr>
              <p:cNvSpPr/>
              <p:nvPr/>
            </p:nvSpPr>
            <p:spPr>
              <a:xfrm>
                <a:off x="3334512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99" name="object 132">
                <a:extLst>
                  <a:ext uri="{FF2B5EF4-FFF2-40B4-BE49-F238E27FC236}">
                    <a16:creationId xmlns:a16="http://schemas.microsoft.com/office/drawing/2014/main" id="{45640998-DF70-ED42-0374-71FA5A8FB3B4}"/>
                  </a:ext>
                </a:extLst>
              </p:cNvPr>
              <p:cNvSpPr/>
              <p:nvPr/>
            </p:nvSpPr>
            <p:spPr>
              <a:xfrm>
                <a:off x="3334512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04" name="object 133">
              <a:extLst>
                <a:ext uri="{FF2B5EF4-FFF2-40B4-BE49-F238E27FC236}">
                  <a16:creationId xmlns:a16="http://schemas.microsoft.com/office/drawing/2014/main" id="{FBAB455C-7357-E21B-45F0-62C330B58561}"/>
                </a:ext>
              </a:extLst>
            </p:cNvPr>
            <p:cNvGrpSpPr/>
            <p:nvPr/>
          </p:nvGrpSpPr>
          <p:grpSpPr>
            <a:xfrm>
              <a:off x="2415539" y="3342132"/>
              <a:ext cx="238125" cy="238125"/>
              <a:chOff x="2415539" y="3342132"/>
              <a:chExt cx="238125" cy="238125"/>
            </a:xfrm>
          </p:grpSpPr>
          <p:pic>
            <p:nvPicPr>
              <p:cNvPr id="996" name="object 134">
                <a:extLst>
                  <a:ext uri="{FF2B5EF4-FFF2-40B4-BE49-F238E27FC236}">
                    <a16:creationId xmlns:a16="http://schemas.microsoft.com/office/drawing/2014/main" id="{CB783937-90A0-5F27-D3F7-CA19B2401FCE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420111" y="3346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97" name="object 135">
                <a:extLst>
                  <a:ext uri="{FF2B5EF4-FFF2-40B4-BE49-F238E27FC236}">
                    <a16:creationId xmlns:a16="http://schemas.microsoft.com/office/drawing/2014/main" id="{AC67D81D-9AE9-60B5-38DE-81E56C8E37A2}"/>
                  </a:ext>
                </a:extLst>
              </p:cNvPr>
              <p:cNvSpPr/>
              <p:nvPr/>
            </p:nvSpPr>
            <p:spPr>
              <a:xfrm>
                <a:off x="2420111" y="3346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05" name="object 136">
              <a:extLst>
                <a:ext uri="{FF2B5EF4-FFF2-40B4-BE49-F238E27FC236}">
                  <a16:creationId xmlns:a16="http://schemas.microsoft.com/office/drawing/2014/main" id="{62066BA0-BDA3-70CE-7963-58403FD6595E}"/>
                </a:ext>
              </a:extLst>
            </p:cNvPr>
            <p:cNvGrpSpPr/>
            <p:nvPr/>
          </p:nvGrpSpPr>
          <p:grpSpPr>
            <a:xfrm>
              <a:off x="2720339" y="3342132"/>
              <a:ext cx="238125" cy="238125"/>
              <a:chOff x="2720339" y="3342132"/>
              <a:chExt cx="238125" cy="238125"/>
            </a:xfrm>
          </p:grpSpPr>
          <p:pic>
            <p:nvPicPr>
              <p:cNvPr id="994" name="object 137">
                <a:extLst>
                  <a:ext uri="{FF2B5EF4-FFF2-40B4-BE49-F238E27FC236}">
                    <a16:creationId xmlns:a16="http://schemas.microsoft.com/office/drawing/2014/main" id="{D54D0079-2396-3A01-88A4-D9CA5A0002ED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724911" y="3346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95" name="object 138">
                <a:extLst>
                  <a:ext uri="{FF2B5EF4-FFF2-40B4-BE49-F238E27FC236}">
                    <a16:creationId xmlns:a16="http://schemas.microsoft.com/office/drawing/2014/main" id="{9FC8D01A-39CA-C02B-1D82-C6DEBFAC8FC0}"/>
                  </a:ext>
                </a:extLst>
              </p:cNvPr>
              <p:cNvSpPr/>
              <p:nvPr/>
            </p:nvSpPr>
            <p:spPr>
              <a:xfrm>
                <a:off x="2724911" y="3346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06" name="object 139">
              <a:extLst>
                <a:ext uri="{FF2B5EF4-FFF2-40B4-BE49-F238E27FC236}">
                  <a16:creationId xmlns:a16="http://schemas.microsoft.com/office/drawing/2014/main" id="{58F65DA9-1823-C712-6733-755A254CC721}"/>
                </a:ext>
              </a:extLst>
            </p:cNvPr>
            <p:cNvGrpSpPr/>
            <p:nvPr/>
          </p:nvGrpSpPr>
          <p:grpSpPr>
            <a:xfrm>
              <a:off x="3025139" y="3342132"/>
              <a:ext cx="238125" cy="238125"/>
              <a:chOff x="3025139" y="3342132"/>
              <a:chExt cx="238125" cy="238125"/>
            </a:xfrm>
          </p:grpSpPr>
          <p:pic>
            <p:nvPicPr>
              <p:cNvPr id="992" name="object 140">
                <a:extLst>
                  <a:ext uri="{FF2B5EF4-FFF2-40B4-BE49-F238E27FC236}">
                    <a16:creationId xmlns:a16="http://schemas.microsoft.com/office/drawing/2014/main" id="{743BE2EF-06E8-D844-1281-388D5419C78D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029711" y="3346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93" name="object 141">
                <a:extLst>
                  <a:ext uri="{FF2B5EF4-FFF2-40B4-BE49-F238E27FC236}">
                    <a16:creationId xmlns:a16="http://schemas.microsoft.com/office/drawing/2014/main" id="{91B1AC0C-2C3B-A0F6-92E1-A07EB494CA3D}"/>
                  </a:ext>
                </a:extLst>
              </p:cNvPr>
              <p:cNvSpPr/>
              <p:nvPr/>
            </p:nvSpPr>
            <p:spPr>
              <a:xfrm>
                <a:off x="3029711" y="3346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07" name="object 142">
              <a:extLst>
                <a:ext uri="{FF2B5EF4-FFF2-40B4-BE49-F238E27FC236}">
                  <a16:creationId xmlns:a16="http://schemas.microsoft.com/office/drawing/2014/main" id="{2410C701-B493-8988-40CD-5721B806476D}"/>
                </a:ext>
              </a:extLst>
            </p:cNvPr>
            <p:cNvSpPr/>
            <p:nvPr/>
          </p:nvSpPr>
          <p:spPr>
            <a:xfrm>
              <a:off x="3334511" y="33467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08" name="object 143">
              <a:extLst>
                <a:ext uri="{FF2B5EF4-FFF2-40B4-BE49-F238E27FC236}">
                  <a16:creationId xmlns:a16="http://schemas.microsoft.com/office/drawing/2014/main" id="{6BEDAC69-2B27-FEE0-C19A-4F2264FA6DC7}"/>
                </a:ext>
              </a:extLst>
            </p:cNvPr>
            <p:cNvGrpSpPr/>
            <p:nvPr/>
          </p:nvGrpSpPr>
          <p:grpSpPr>
            <a:xfrm>
              <a:off x="2415539" y="3646932"/>
              <a:ext cx="238125" cy="238125"/>
              <a:chOff x="2415539" y="3646932"/>
              <a:chExt cx="238125" cy="238125"/>
            </a:xfrm>
          </p:grpSpPr>
          <p:sp>
            <p:nvSpPr>
              <p:cNvPr id="990" name="object 144">
                <a:extLst>
                  <a:ext uri="{FF2B5EF4-FFF2-40B4-BE49-F238E27FC236}">
                    <a16:creationId xmlns:a16="http://schemas.microsoft.com/office/drawing/2014/main" id="{67C60D54-DFD0-C5B9-7262-F31078F841AE}"/>
                  </a:ext>
                </a:extLst>
              </p:cNvPr>
              <p:cNvSpPr/>
              <p:nvPr/>
            </p:nvSpPr>
            <p:spPr>
              <a:xfrm>
                <a:off x="2420111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91" name="object 145">
                <a:extLst>
                  <a:ext uri="{FF2B5EF4-FFF2-40B4-BE49-F238E27FC236}">
                    <a16:creationId xmlns:a16="http://schemas.microsoft.com/office/drawing/2014/main" id="{3FAB8054-AF69-1B40-F57E-7DF586755472}"/>
                  </a:ext>
                </a:extLst>
              </p:cNvPr>
              <p:cNvSpPr/>
              <p:nvPr/>
            </p:nvSpPr>
            <p:spPr>
              <a:xfrm>
                <a:off x="2420111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09" name="object 146">
              <a:extLst>
                <a:ext uri="{FF2B5EF4-FFF2-40B4-BE49-F238E27FC236}">
                  <a16:creationId xmlns:a16="http://schemas.microsoft.com/office/drawing/2014/main" id="{12AD2E89-45DB-B2BC-BB29-C4BA4E2C7C58}"/>
                </a:ext>
              </a:extLst>
            </p:cNvPr>
            <p:cNvGrpSpPr/>
            <p:nvPr/>
          </p:nvGrpSpPr>
          <p:grpSpPr>
            <a:xfrm>
              <a:off x="2720339" y="3646932"/>
              <a:ext cx="238125" cy="238125"/>
              <a:chOff x="2720339" y="3646932"/>
              <a:chExt cx="238125" cy="238125"/>
            </a:xfrm>
          </p:grpSpPr>
          <p:sp>
            <p:nvSpPr>
              <p:cNvPr id="988" name="object 147">
                <a:extLst>
                  <a:ext uri="{FF2B5EF4-FFF2-40B4-BE49-F238E27FC236}">
                    <a16:creationId xmlns:a16="http://schemas.microsoft.com/office/drawing/2014/main" id="{D283F245-5CFD-A968-C9F9-AD10DE8A4B32}"/>
                  </a:ext>
                </a:extLst>
              </p:cNvPr>
              <p:cNvSpPr/>
              <p:nvPr/>
            </p:nvSpPr>
            <p:spPr>
              <a:xfrm>
                <a:off x="2724911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89" name="object 148">
                <a:extLst>
                  <a:ext uri="{FF2B5EF4-FFF2-40B4-BE49-F238E27FC236}">
                    <a16:creationId xmlns:a16="http://schemas.microsoft.com/office/drawing/2014/main" id="{A187F051-DA7C-B3B0-B035-99C19B3C87D6}"/>
                  </a:ext>
                </a:extLst>
              </p:cNvPr>
              <p:cNvSpPr/>
              <p:nvPr/>
            </p:nvSpPr>
            <p:spPr>
              <a:xfrm>
                <a:off x="2724911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10" name="object 149">
              <a:extLst>
                <a:ext uri="{FF2B5EF4-FFF2-40B4-BE49-F238E27FC236}">
                  <a16:creationId xmlns:a16="http://schemas.microsoft.com/office/drawing/2014/main" id="{C0D6546A-7B9F-FA2B-B061-EAE0328E8C48}"/>
                </a:ext>
              </a:extLst>
            </p:cNvPr>
            <p:cNvSpPr/>
            <p:nvPr/>
          </p:nvSpPr>
          <p:spPr>
            <a:xfrm>
              <a:off x="3029711" y="36515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1" name="object 150">
              <a:extLst>
                <a:ext uri="{FF2B5EF4-FFF2-40B4-BE49-F238E27FC236}">
                  <a16:creationId xmlns:a16="http://schemas.microsoft.com/office/drawing/2014/main" id="{A6056B13-22DF-70A3-F29C-C76045E50D9F}"/>
                </a:ext>
              </a:extLst>
            </p:cNvPr>
            <p:cNvSpPr/>
            <p:nvPr/>
          </p:nvSpPr>
          <p:spPr>
            <a:xfrm>
              <a:off x="3334511" y="36515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12" name="object 151">
              <a:extLst>
                <a:ext uri="{FF2B5EF4-FFF2-40B4-BE49-F238E27FC236}">
                  <a16:creationId xmlns:a16="http://schemas.microsoft.com/office/drawing/2014/main" id="{049B3D6D-0F02-E473-FECD-97ED4DAABE81}"/>
                </a:ext>
              </a:extLst>
            </p:cNvPr>
            <p:cNvGrpSpPr/>
            <p:nvPr/>
          </p:nvGrpSpPr>
          <p:grpSpPr>
            <a:xfrm>
              <a:off x="2415539" y="3951732"/>
              <a:ext cx="238125" cy="238125"/>
              <a:chOff x="2415539" y="3951732"/>
              <a:chExt cx="238125" cy="238125"/>
            </a:xfrm>
          </p:grpSpPr>
          <p:pic>
            <p:nvPicPr>
              <p:cNvPr id="986" name="object 152">
                <a:extLst>
                  <a:ext uri="{FF2B5EF4-FFF2-40B4-BE49-F238E27FC236}">
                    <a16:creationId xmlns:a16="http://schemas.microsoft.com/office/drawing/2014/main" id="{EC234888-23D1-9ABB-9A41-CC1BBB8584F9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420111" y="39563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87" name="object 153">
                <a:extLst>
                  <a:ext uri="{FF2B5EF4-FFF2-40B4-BE49-F238E27FC236}">
                    <a16:creationId xmlns:a16="http://schemas.microsoft.com/office/drawing/2014/main" id="{0ED9D961-00A6-BE8F-9DE5-093DEF6AB621}"/>
                  </a:ext>
                </a:extLst>
              </p:cNvPr>
              <p:cNvSpPr/>
              <p:nvPr/>
            </p:nvSpPr>
            <p:spPr>
              <a:xfrm>
                <a:off x="2420111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13" name="object 154">
              <a:extLst>
                <a:ext uri="{FF2B5EF4-FFF2-40B4-BE49-F238E27FC236}">
                  <a16:creationId xmlns:a16="http://schemas.microsoft.com/office/drawing/2014/main" id="{9EE099CE-B634-C425-B848-8229F43AA7DF}"/>
                </a:ext>
              </a:extLst>
            </p:cNvPr>
            <p:cNvSpPr/>
            <p:nvPr/>
          </p:nvSpPr>
          <p:spPr>
            <a:xfrm>
              <a:off x="2724911" y="39563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4" name="object 155">
              <a:extLst>
                <a:ext uri="{FF2B5EF4-FFF2-40B4-BE49-F238E27FC236}">
                  <a16:creationId xmlns:a16="http://schemas.microsoft.com/office/drawing/2014/main" id="{0B4A362F-9C01-C9C0-0393-73F9D9DC62ED}"/>
                </a:ext>
              </a:extLst>
            </p:cNvPr>
            <p:cNvSpPr/>
            <p:nvPr/>
          </p:nvSpPr>
          <p:spPr>
            <a:xfrm>
              <a:off x="3029711" y="39563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5" name="object 156">
              <a:extLst>
                <a:ext uri="{FF2B5EF4-FFF2-40B4-BE49-F238E27FC236}">
                  <a16:creationId xmlns:a16="http://schemas.microsoft.com/office/drawing/2014/main" id="{960191BC-7142-462C-54AC-24995379F4D4}"/>
                </a:ext>
              </a:extLst>
            </p:cNvPr>
            <p:cNvSpPr/>
            <p:nvPr/>
          </p:nvSpPr>
          <p:spPr>
            <a:xfrm>
              <a:off x="3334511" y="39563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16" name="object 157">
              <a:extLst>
                <a:ext uri="{FF2B5EF4-FFF2-40B4-BE49-F238E27FC236}">
                  <a16:creationId xmlns:a16="http://schemas.microsoft.com/office/drawing/2014/main" id="{7D2B4B2F-4B05-4F9B-C8F9-7778CDDCC1E5}"/>
                </a:ext>
              </a:extLst>
            </p:cNvPr>
            <p:cNvGrpSpPr/>
            <p:nvPr/>
          </p:nvGrpSpPr>
          <p:grpSpPr>
            <a:xfrm>
              <a:off x="2415539" y="4256532"/>
              <a:ext cx="238125" cy="238125"/>
              <a:chOff x="2415539" y="4256532"/>
              <a:chExt cx="238125" cy="238125"/>
            </a:xfrm>
          </p:grpSpPr>
          <p:pic>
            <p:nvPicPr>
              <p:cNvPr id="984" name="object 158">
                <a:extLst>
                  <a:ext uri="{FF2B5EF4-FFF2-40B4-BE49-F238E27FC236}">
                    <a16:creationId xmlns:a16="http://schemas.microsoft.com/office/drawing/2014/main" id="{E44321D2-80B4-AB67-B72E-8EE0367D6140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420111" y="42611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85" name="object 159">
                <a:extLst>
                  <a:ext uri="{FF2B5EF4-FFF2-40B4-BE49-F238E27FC236}">
                    <a16:creationId xmlns:a16="http://schemas.microsoft.com/office/drawing/2014/main" id="{52370E74-443B-9366-E884-D653B08CB690}"/>
                  </a:ext>
                </a:extLst>
              </p:cNvPr>
              <p:cNvSpPr/>
              <p:nvPr/>
            </p:nvSpPr>
            <p:spPr>
              <a:xfrm>
                <a:off x="2420111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17" name="object 160">
              <a:extLst>
                <a:ext uri="{FF2B5EF4-FFF2-40B4-BE49-F238E27FC236}">
                  <a16:creationId xmlns:a16="http://schemas.microsoft.com/office/drawing/2014/main" id="{D03F1D53-7CB0-9B74-A423-69A987E3F9C2}"/>
                </a:ext>
              </a:extLst>
            </p:cNvPr>
            <p:cNvGrpSpPr/>
            <p:nvPr/>
          </p:nvGrpSpPr>
          <p:grpSpPr>
            <a:xfrm>
              <a:off x="2720339" y="4256532"/>
              <a:ext cx="238125" cy="238125"/>
              <a:chOff x="2720339" y="4256532"/>
              <a:chExt cx="238125" cy="238125"/>
            </a:xfrm>
          </p:grpSpPr>
          <p:pic>
            <p:nvPicPr>
              <p:cNvPr id="982" name="object 161">
                <a:extLst>
                  <a:ext uri="{FF2B5EF4-FFF2-40B4-BE49-F238E27FC236}">
                    <a16:creationId xmlns:a16="http://schemas.microsoft.com/office/drawing/2014/main" id="{A4BB535A-4C21-B642-16DE-5D91E38D770A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724911" y="42611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83" name="object 162">
                <a:extLst>
                  <a:ext uri="{FF2B5EF4-FFF2-40B4-BE49-F238E27FC236}">
                    <a16:creationId xmlns:a16="http://schemas.microsoft.com/office/drawing/2014/main" id="{0B41B345-28FE-E879-32DF-E4BFCC50BF79}"/>
                  </a:ext>
                </a:extLst>
              </p:cNvPr>
              <p:cNvSpPr/>
              <p:nvPr/>
            </p:nvSpPr>
            <p:spPr>
              <a:xfrm>
                <a:off x="2724911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18" name="object 163">
              <a:extLst>
                <a:ext uri="{FF2B5EF4-FFF2-40B4-BE49-F238E27FC236}">
                  <a16:creationId xmlns:a16="http://schemas.microsoft.com/office/drawing/2014/main" id="{76CF26B3-C552-0FA7-D143-0FD596956C1C}"/>
                </a:ext>
              </a:extLst>
            </p:cNvPr>
            <p:cNvGrpSpPr/>
            <p:nvPr/>
          </p:nvGrpSpPr>
          <p:grpSpPr>
            <a:xfrm>
              <a:off x="3025139" y="4256532"/>
              <a:ext cx="238125" cy="238125"/>
              <a:chOff x="3025139" y="4256532"/>
              <a:chExt cx="238125" cy="238125"/>
            </a:xfrm>
          </p:grpSpPr>
          <p:pic>
            <p:nvPicPr>
              <p:cNvPr id="980" name="object 164">
                <a:extLst>
                  <a:ext uri="{FF2B5EF4-FFF2-40B4-BE49-F238E27FC236}">
                    <a16:creationId xmlns:a16="http://schemas.microsoft.com/office/drawing/2014/main" id="{B5D9EAAD-94E1-F9A0-A570-D67853ED58B6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029711" y="42611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81" name="object 165">
                <a:extLst>
                  <a:ext uri="{FF2B5EF4-FFF2-40B4-BE49-F238E27FC236}">
                    <a16:creationId xmlns:a16="http://schemas.microsoft.com/office/drawing/2014/main" id="{2D281F2C-8550-4A3F-141B-B3839A0628B0}"/>
                  </a:ext>
                </a:extLst>
              </p:cNvPr>
              <p:cNvSpPr/>
              <p:nvPr/>
            </p:nvSpPr>
            <p:spPr>
              <a:xfrm>
                <a:off x="3029711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19" name="object 166">
              <a:extLst>
                <a:ext uri="{FF2B5EF4-FFF2-40B4-BE49-F238E27FC236}">
                  <a16:creationId xmlns:a16="http://schemas.microsoft.com/office/drawing/2014/main" id="{B21C4443-45FD-424C-71DA-DD6E2D9114E5}"/>
                </a:ext>
              </a:extLst>
            </p:cNvPr>
            <p:cNvGrpSpPr/>
            <p:nvPr/>
          </p:nvGrpSpPr>
          <p:grpSpPr>
            <a:xfrm>
              <a:off x="3329940" y="4256532"/>
              <a:ext cx="238125" cy="238125"/>
              <a:chOff x="3329940" y="4256532"/>
              <a:chExt cx="238125" cy="238125"/>
            </a:xfrm>
          </p:grpSpPr>
          <p:pic>
            <p:nvPicPr>
              <p:cNvPr id="978" name="object 167">
                <a:extLst>
                  <a:ext uri="{FF2B5EF4-FFF2-40B4-BE49-F238E27FC236}">
                    <a16:creationId xmlns:a16="http://schemas.microsoft.com/office/drawing/2014/main" id="{2724AD6D-616F-B086-33D6-6BBF3437FA78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334512" y="42611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79" name="object 168">
                <a:extLst>
                  <a:ext uri="{FF2B5EF4-FFF2-40B4-BE49-F238E27FC236}">
                    <a16:creationId xmlns:a16="http://schemas.microsoft.com/office/drawing/2014/main" id="{1B5823F8-5B94-9666-BD4F-F646B719A9FA}"/>
                  </a:ext>
                </a:extLst>
              </p:cNvPr>
              <p:cNvSpPr/>
              <p:nvPr/>
            </p:nvSpPr>
            <p:spPr>
              <a:xfrm>
                <a:off x="33345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20" name="object 169">
              <a:extLst>
                <a:ext uri="{FF2B5EF4-FFF2-40B4-BE49-F238E27FC236}">
                  <a16:creationId xmlns:a16="http://schemas.microsoft.com/office/drawing/2014/main" id="{0F4E484E-7AA0-F20E-C3F1-C972AC9F3836}"/>
                </a:ext>
              </a:extLst>
            </p:cNvPr>
            <p:cNvGrpSpPr/>
            <p:nvPr/>
          </p:nvGrpSpPr>
          <p:grpSpPr>
            <a:xfrm>
              <a:off x="2415539" y="4561332"/>
              <a:ext cx="238125" cy="238125"/>
              <a:chOff x="2415539" y="4561332"/>
              <a:chExt cx="238125" cy="238125"/>
            </a:xfrm>
          </p:grpSpPr>
          <p:sp>
            <p:nvSpPr>
              <p:cNvPr id="976" name="object 170">
                <a:extLst>
                  <a:ext uri="{FF2B5EF4-FFF2-40B4-BE49-F238E27FC236}">
                    <a16:creationId xmlns:a16="http://schemas.microsoft.com/office/drawing/2014/main" id="{EBA5F8ED-F1B7-7F48-497E-0F0ED02C22D0}"/>
                  </a:ext>
                </a:extLst>
              </p:cNvPr>
              <p:cNvSpPr/>
              <p:nvPr/>
            </p:nvSpPr>
            <p:spPr>
              <a:xfrm>
                <a:off x="2420111" y="4565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77" name="object 171">
                <a:extLst>
                  <a:ext uri="{FF2B5EF4-FFF2-40B4-BE49-F238E27FC236}">
                    <a16:creationId xmlns:a16="http://schemas.microsoft.com/office/drawing/2014/main" id="{15AEF546-996B-7B3F-EF47-91D56AAAEFDF}"/>
                  </a:ext>
                </a:extLst>
              </p:cNvPr>
              <p:cNvSpPr/>
              <p:nvPr/>
            </p:nvSpPr>
            <p:spPr>
              <a:xfrm>
                <a:off x="2420111" y="4565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21" name="object 172">
              <a:extLst>
                <a:ext uri="{FF2B5EF4-FFF2-40B4-BE49-F238E27FC236}">
                  <a16:creationId xmlns:a16="http://schemas.microsoft.com/office/drawing/2014/main" id="{3D228083-7E9D-F1F0-D3F6-95C6CAD9D09D}"/>
                </a:ext>
              </a:extLst>
            </p:cNvPr>
            <p:cNvGrpSpPr/>
            <p:nvPr/>
          </p:nvGrpSpPr>
          <p:grpSpPr>
            <a:xfrm>
              <a:off x="2720339" y="4561332"/>
              <a:ext cx="238125" cy="238125"/>
              <a:chOff x="2720339" y="4561332"/>
              <a:chExt cx="238125" cy="238125"/>
            </a:xfrm>
          </p:grpSpPr>
          <p:sp>
            <p:nvSpPr>
              <p:cNvPr id="974" name="object 173">
                <a:extLst>
                  <a:ext uri="{FF2B5EF4-FFF2-40B4-BE49-F238E27FC236}">
                    <a16:creationId xmlns:a16="http://schemas.microsoft.com/office/drawing/2014/main" id="{EBED91E9-A040-CE24-9884-A999B2962942}"/>
                  </a:ext>
                </a:extLst>
              </p:cNvPr>
              <p:cNvSpPr/>
              <p:nvPr/>
            </p:nvSpPr>
            <p:spPr>
              <a:xfrm>
                <a:off x="2724911" y="4565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75" name="object 174">
                <a:extLst>
                  <a:ext uri="{FF2B5EF4-FFF2-40B4-BE49-F238E27FC236}">
                    <a16:creationId xmlns:a16="http://schemas.microsoft.com/office/drawing/2014/main" id="{6FE53730-454D-7B57-58EC-1D33F13D31FC}"/>
                  </a:ext>
                </a:extLst>
              </p:cNvPr>
              <p:cNvSpPr/>
              <p:nvPr/>
            </p:nvSpPr>
            <p:spPr>
              <a:xfrm>
                <a:off x="2724911" y="4565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22" name="object 175">
              <a:extLst>
                <a:ext uri="{FF2B5EF4-FFF2-40B4-BE49-F238E27FC236}">
                  <a16:creationId xmlns:a16="http://schemas.microsoft.com/office/drawing/2014/main" id="{9DEDDB3C-3BDB-A623-A9D2-1A05E4C6CCC1}"/>
                </a:ext>
              </a:extLst>
            </p:cNvPr>
            <p:cNvGrpSpPr/>
            <p:nvPr/>
          </p:nvGrpSpPr>
          <p:grpSpPr>
            <a:xfrm>
              <a:off x="3025139" y="4561332"/>
              <a:ext cx="238125" cy="238125"/>
              <a:chOff x="3025139" y="4561332"/>
              <a:chExt cx="238125" cy="238125"/>
            </a:xfrm>
          </p:grpSpPr>
          <p:sp>
            <p:nvSpPr>
              <p:cNvPr id="972" name="object 176">
                <a:extLst>
                  <a:ext uri="{FF2B5EF4-FFF2-40B4-BE49-F238E27FC236}">
                    <a16:creationId xmlns:a16="http://schemas.microsoft.com/office/drawing/2014/main" id="{FA2C91AF-7200-4549-5F37-74398D0B70E6}"/>
                  </a:ext>
                </a:extLst>
              </p:cNvPr>
              <p:cNvSpPr/>
              <p:nvPr/>
            </p:nvSpPr>
            <p:spPr>
              <a:xfrm>
                <a:off x="3029711" y="4565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73" name="object 177">
                <a:extLst>
                  <a:ext uri="{FF2B5EF4-FFF2-40B4-BE49-F238E27FC236}">
                    <a16:creationId xmlns:a16="http://schemas.microsoft.com/office/drawing/2014/main" id="{79E5A721-70AF-1ECD-077D-EDB36FD956CD}"/>
                  </a:ext>
                </a:extLst>
              </p:cNvPr>
              <p:cNvSpPr/>
              <p:nvPr/>
            </p:nvSpPr>
            <p:spPr>
              <a:xfrm>
                <a:off x="3029711" y="4565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23" name="object 178">
              <a:extLst>
                <a:ext uri="{FF2B5EF4-FFF2-40B4-BE49-F238E27FC236}">
                  <a16:creationId xmlns:a16="http://schemas.microsoft.com/office/drawing/2014/main" id="{E2B6DF89-C5BD-B313-FBE0-47E6C5F9A709}"/>
                </a:ext>
              </a:extLst>
            </p:cNvPr>
            <p:cNvSpPr/>
            <p:nvPr/>
          </p:nvSpPr>
          <p:spPr>
            <a:xfrm>
              <a:off x="3334511" y="45659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24" name="object 179">
              <a:extLst>
                <a:ext uri="{FF2B5EF4-FFF2-40B4-BE49-F238E27FC236}">
                  <a16:creationId xmlns:a16="http://schemas.microsoft.com/office/drawing/2014/main" id="{2829CDDC-5813-3B5B-7A57-FE6C5F8F240D}"/>
                </a:ext>
              </a:extLst>
            </p:cNvPr>
            <p:cNvGrpSpPr/>
            <p:nvPr/>
          </p:nvGrpSpPr>
          <p:grpSpPr>
            <a:xfrm>
              <a:off x="2415539" y="4866132"/>
              <a:ext cx="238125" cy="238125"/>
              <a:chOff x="2415539" y="4866132"/>
              <a:chExt cx="238125" cy="238125"/>
            </a:xfrm>
          </p:grpSpPr>
          <p:pic>
            <p:nvPicPr>
              <p:cNvPr id="970" name="object 180">
                <a:extLst>
                  <a:ext uri="{FF2B5EF4-FFF2-40B4-BE49-F238E27FC236}">
                    <a16:creationId xmlns:a16="http://schemas.microsoft.com/office/drawing/2014/main" id="{3CF0163D-AF53-ADDE-A755-06E018B5BF8E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420111" y="4870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71" name="object 181">
                <a:extLst>
                  <a:ext uri="{FF2B5EF4-FFF2-40B4-BE49-F238E27FC236}">
                    <a16:creationId xmlns:a16="http://schemas.microsoft.com/office/drawing/2014/main" id="{DC47B258-E872-545E-CD85-A1ECD807D00A}"/>
                  </a:ext>
                </a:extLst>
              </p:cNvPr>
              <p:cNvSpPr/>
              <p:nvPr/>
            </p:nvSpPr>
            <p:spPr>
              <a:xfrm>
                <a:off x="2420111" y="4870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25" name="object 182">
              <a:extLst>
                <a:ext uri="{FF2B5EF4-FFF2-40B4-BE49-F238E27FC236}">
                  <a16:creationId xmlns:a16="http://schemas.microsoft.com/office/drawing/2014/main" id="{44514400-2B17-FBC1-A868-DA337C67A1EC}"/>
                </a:ext>
              </a:extLst>
            </p:cNvPr>
            <p:cNvSpPr/>
            <p:nvPr/>
          </p:nvSpPr>
          <p:spPr>
            <a:xfrm>
              <a:off x="2724911" y="48707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6" name="object 183">
              <a:extLst>
                <a:ext uri="{FF2B5EF4-FFF2-40B4-BE49-F238E27FC236}">
                  <a16:creationId xmlns:a16="http://schemas.microsoft.com/office/drawing/2014/main" id="{51725E46-F301-494B-5AE2-9489C31C79A1}"/>
                </a:ext>
              </a:extLst>
            </p:cNvPr>
            <p:cNvSpPr/>
            <p:nvPr/>
          </p:nvSpPr>
          <p:spPr>
            <a:xfrm>
              <a:off x="3029711" y="48707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7" name="object 184">
              <a:extLst>
                <a:ext uri="{FF2B5EF4-FFF2-40B4-BE49-F238E27FC236}">
                  <a16:creationId xmlns:a16="http://schemas.microsoft.com/office/drawing/2014/main" id="{BD22750D-D143-FF03-B36A-9AD8E5227D0E}"/>
                </a:ext>
              </a:extLst>
            </p:cNvPr>
            <p:cNvSpPr/>
            <p:nvPr/>
          </p:nvSpPr>
          <p:spPr>
            <a:xfrm>
              <a:off x="3334511" y="48707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28" name="object 185">
              <a:extLst>
                <a:ext uri="{FF2B5EF4-FFF2-40B4-BE49-F238E27FC236}">
                  <a16:creationId xmlns:a16="http://schemas.microsoft.com/office/drawing/2014/main" id="{36D24DC8-603E-9DC9-A134-1B485C14097B}"/>
                </a:ext>
              </a:extLst>
            </p:cNvPr>
            <p:cNvGrpSpPr/>
            <p:nvPr/>
          </p:nvGrpSpPr>
          <p:grpSpPr>
            <a:xfrm>
              <a:off x="3939540" y="2732532"/>
              <a:ext cx="238125" cy="238125"/>
              <a:chOff x="3939540" y="2732532"/>
              <a:chExt cx="238125" cy="238125"/>
            </a:xfrm>
          </p:grpSpPr>
          <p:pic>
            <p:nvPicPr>
              <p:cNvPr id="968" name="object 186">
                <a:extLst>
                  <a:ext uri="{FF2B5EF4-FFF2-40B4-BE49-F238E27FC236}">
                    <a16:creationId xmlns:a16="http://schemas.microsoft.com/office/drawing/2014/main" id="{0732A85B-1CD0-F0D3-8F71-5AF3F5566B88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944112" y="27371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69" name="object 187">
                <a:extLst>
                  <a:ext uri="{FF2B5EF4-FFF2-40B4-BE49-F238E27FC236}">
                    <a16:creationId xmlns:a16="http://schemas.microsoft.com/office/drawing/2014/main" id="{0320ADEB-FB16-C60A-80C2-DCC7E0A08A29}"/>
                  </a:ext>
                </a:extLst>
              </p:cNvPr>
              <p:cNvSpPr/>
              <p:nvPr/>
            </p:nvSpPr>
            <p:spPr>
              <a:xfrm>
                <a:off x="3944112" y="2737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29" name="object 188">
              <a:extLst>
                <a:ext uri="{FF2B5EF4-FFF2-40B4-BE49-F238E27FC236}">
                  <a16:creationId xmlns:a16="http://schemas.microsoft.com/office/drawing/2014/main" id="{FBC98465-22C3-FA21-C4B1-64D8195F60BA}"/>
                </a:ext>
              </a:extLst>
            </p:cNvPr>
            <p:cNvGrpSpPr/>
            <p:nvPr/>
          </p:nvGrpSpPr>
          <p:grpSpPr>
            <a:xfrm>
              <a:off x="4244340" y="2732532"/>
              <a:ext cx="238125" cy="238125"/>
              <a:chOff x="4244340" y="2732532"/>
              <a:chExt cx="238125" cy="238125"/>
            </a:xfrm>
          </p:grpSpPr>
          <p:pic>
            <p:nvPicPr>
              <p:cNvPr id="966" name="object 189">
                <a:extLst>
                  <a:ext uri="{FF2B5EF4-FFF2-40B4-BE49-F238E27FC236}">
                    <a16:creationId xmlns:a16="http://schemas.microsoft.com/office/drawing/2014/main" id="{BF1B624A-9FEC-1203-A476-33E75A144F58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248912" y="27371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67" name="object 190">
                <a:extLst>
                  <a:ext uri="{FF2B5EF4-FFF2-40B4-BE49-F238E27FC236}">
                    <a16:creationId xmlns:a16="http://schemas.microsoft.com/office/drawing/2014/main" id="{185A95C2-D874-61EF-FE42-1D2C25AB4986}"/>
                  </a:ext>
                </a:extLst>
              </p:cNvPr>
              <p:cNvSpPr/>
              <p:nvPr/>
            </p:nvSpPr>
            <p:spPr>
              <a:xfrm>
                <a:off x="4248912" y="2737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30" name="object 191">
              <a:extLst>
                <a:ext uri="{FF2B5EF4-FFF2-40B4-BE49-F238E27FC236}">
                  <a16:creationId xmlns:a16="http://schemas.microsoft.com/office/drawing/2014/main" id="{4B8BF30C-C394-F6BD-ED4F-3C7035BEA20A}"/>
                </a:ext>
              </a:extLst>
            </p:cNvPr>
            <p:cNvSpPr/>
            <p:nvPr/>
          </p:nvSpPr>
          <p:spPr>
            <a:xfrm>
              <a:off x="4553711" y="27371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1" name="object 192">
              <a:extLst>
                <a:ext uri="{FF2B5EF4-FFF2-40B4-BE49-F238E27FC236}">
                  <a16:creationId xmlns:a16="http://schemas.microsoft.com/office/drawing/2014/main" id="{B3479BEB-1CBA-3053-53BD-2A039BA4D32B}"/>
                </a:ext>
              </a:extLst>
            </p:cNvPr>
            <p:cNvSpPr/>
            <p:nvPr/>
          </p:nvSpPr>
          <p:spPr>
            <a:xfrm>
              <a:off x="4858511" y="27371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32" name="object 193">
              <a:extLst>
                <a:ext uri="{FF2B5EF4-FFF2-40B4-BE49-F238E27FC236}">
                  <a16:creationId xmlns:a16="http://schemas.microsoft.com/office/drawing/2014/main" id="{149FA1AC-11BF-73E2-E1A2-4F995E95656B}"/>
                </a:ext>
              </a:extLst>
            </p:cNvPr>
            <p:cNvGrpSpPr/>
            <p:nvPr/>
          </p:nvGrpSpPr>
          <p:grpSpPr>
            <a:xfrm>
              <a:off x="3939540" y="3037332"/>
              <a:ext cx="238125" cy="238125"/>
              <a:chOff x="3939540" y="3037332"/>
              <a:chExt cx="238125" cy="238125"/>
            </a:xfrm>
          </p:grpSpPr>
          <p:pic>
            <p:nvPicPr>
              <p:cNvPr id="964" name="object 194">
                <a:extLst>
                  <a:ext uri="{FF2B5EF4-FFF2-40B4-BE49-F238E27FC236}">
                    <a16:creationId xmlns:a16="http://schemas.microsoft.com/office/drawing/2014/main" id="{21137CCB-A875-207D-2A03-80924452E5D6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944112" y="30419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65" name="object 195">
                <a:extLst>
                  <a:ext uri="{FF2B5EF4-FFF2-40B4-BE49-F238E27FC236}">
                    <a16:creationId xmlns:a16="http://schemas.microsoft.com/office/drawing/2014/main" id="{B409FA75-8CE3-5ECB-3551-6F2EE17BA3D5}"/>
                  </a:ext>
                </a:extLst>
              </p:cNvPr>
              <p:cNvSpPr/>
              <p:nvPr/>
            </p:nvSpPr>
            <p:spPr>
              <a:xfrm>
                <a:off x="3944112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33" name="object 196">
              <a:extLst>
                <a:ext uri="{FF2B5EF4-FFF2-40B4-BE49-F238E27FC236}">
                  <a16:creationId xmlns:a16="http://schemas.microsoft.com/office/drawing/2014/main" id="{1C0F093C-00AD-DDFF-7FFB-ACD0F3AC8032}"/>
                </a:ext>
              </a:extLst>
            </p:cNvPr>
            <p:cNvGrpSpPr/>
            <p:nvPr/>
          </p:nvGrpSpPr>
          <p:grpSpPr>
            <a:xfrm>
              <a:off x="4244340" y="3037332"/>
              <a:ext cx="238125" cy="238125"/>
              <a:chOff x="4244340" y="3037332"/>
              <a:chExt cx="238125" cy="238125"/>
            </a:xfrm>
          </p:grpSpPr>
          <p:pic>
            <p:nvPicPr>
              <p:cNvPr id="962" name="object 197">
                <a:extLst>
                  <a:ext uri="{FF2B5EF4-FFF2-40B4-BE49-F238E27FC236}">
                    <a16:creationId xmlns:a16="http://schemas.microsoft.com/office/drawing/2014/main" id="{D4CA8A4B-1640-86BB-36C8-0C783824F4F5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248912" y="30419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63" name="object 198">
                <a:extLst>
                  <a:ext uri="{FF2B5EF4-FFF2-40B4-BE49-F238E27FC236}">
                    <a16:creationId xmlns:a16="http://schemas.microsoft.com/office/drawing/2014/main" id="{469CFF40-80F7-0A15-2DB4-A0AF572DCBCB}"/>
                  </a:ext>
                </a:extLst>
              </p:cNvPr>
              <p:cNvSpPr/>
              <p:nvPr/>
            </p:nvSpPr>
            <p:spPr>
              <a:xfrm>
                <a:off x="4248912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34" name="object 199">
              <a:extLst>
                <a:ext uri="{FF2B5EF4-FFF2-40B4-BE49-F238E27FC236}">
                  <a16:creationId xmlns:a16="http://schemas.microsoft.com/office/drawing/2014/main" id="{121E8342-5375-7E42-1EC5-641C854BF1B5}"/>
                </a:ext>
              </a:extLst>
            </p:cNvPr>
            <p:cNvGrpSpPr/>
            <p:nvPr/>
          </p:nvGrpSpPr>
          <p:grpSpPr>
            <a:xfrm>
              <a:off x="4549140" y="3037332"/>
              <a:ext cx="238125" cy="238125"/>
              <a:chOff x="4549140" y="3037332"/>
              <a:chExt cx="238125" cy="238125"/>
            </a:xfrm>
          </p:grpSpPr>
          <p:pic>
            <p:nvPicPr>
              <p:cNvPr id="960" name="object 200">
                <a:extLst>
                  <a:ext uri="{FF2B5EF4-FFF2-40B4-BE49-F238E27FC236}">
                    <a16:creationId xmlns:a16="http://schemas.microsoft.com/office/drawing/2014/main" id="{D20BB319-FF2A-9865-59F4-5A41E7A65E90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553712" y="30419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61" name="object 201">
                <a:extLst>
                  <a:ext uri="{FF2B5EF4-FFF2-40B4-BE49-F238E27FC236}">
                    <a16:creationId xmlns:a16="http://schemas.microsoft.com/office/drawing/2014/main" id="{8D04B2F9-43DA-5A46-0387-9428C5AF1C63}"/>
                  </a:ext>
                </a:extLst>
              </p:cNvPr>
              <p:cNvSpPr/>
              <p:nvPr/>
            </p:nvSpPr>
            <p:spPr>
              <a:xfrm>
                <a:off x="4553712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35" name="object 202">
              <a:extLst>
                <a:ext uri="{FF2B5EF4-FFF2-40B4-BE49-F238E27FC236}">
                  <a16:creationId xmlns:a16="http://schemas.microsoft.com/office/drawing/2014/main" id="{C2A7AD1C-2432-9DCA-8DD5-CFC59F1B603F}"/>
                </a:ext>
              </a:extLst>
            </p:cNvPr>
            <p:cNvSpPr/>
            <p:nvPr/>
          </p:nvSpPr>
          <p:spPr>
            <a:xfrm>
              <a:off x="4858511" y="30419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36" name="object 203">
              <a:extLst>
                <a:ext uri="{FF2B5EF4-FFF2-40B4-BE49-F238E27FC236}">
                  <a16:creationId xmlns:a16="http://schemas.microsoft.com/office/drawing/2014/main" id="{FA89118D-0602-E907-0ECC-084D26C060A0}"/>
                </a:ext>
              </a:extLst>
            </p:cNvPr>
            <p:cNvGrpSpPr/>
            <p:nvPr/>
          </p:nvGrpSpPr>
          <p:grpSpPr>
            <a:xfrm>
              <a:off x="3939540" y="3342132"/>
              <a:ext cx="238125" cy="238125"/>
              <a:chOff x="3939540" y="3342132"/>
              <a:chExt cx="238125" cy="238125"/>
            </a:xfrm>
          </p:grpSpPr>
          <p:pic>
            <p:nvPicPr>
              <p:cNvPr id="958" name="object 204">
                <a:extLst>
                  <a:ext uri="{FF2B5EF4-FFF2-40B4-BE49-F238E27FC236}">
                    <a16:creationId xmlns:a16="http://schemas.microsoft.com/office/drawing/2014/main" id="{1153B668-D906-A70E-7434-E46E9322E640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944112" y="3346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59" name="object 205">
                <a:extLst>
                  <a:ext uri="{FF2B5EF4-FFF2-40B4-BE49-F238E27FC236}">
                    <a16:creationId xmlns:a16="http://schemas.microsoft.com/office/drawing/2014/main" id="{C2081675-2B59-2EB9-8C3A-7950B2E8A699}"/>
                  </a:ext>
                </a:extLst>
              </p:cNvPr>
              <p:cNvSpPr/>
              <p:nvPr/>
            </p:nvSpPr>
            <p:spPr>
              <a:xfrm>
                <a:off x="3944112" y="3346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37" name="object 206">
              <a:extLst>
                <a:ext uri="{FF2B5EF4-FFF2-40B4-BE49-F238E27FC236}">
                  <a16:creationId xmlns:a16="http://schemas.microsoft.com/office/drawing/2014/main" id="{067CBF15-88AD-C6CE-B8CE-43FB4FB38730}"/>
                </a:ext>
              </a:extLst>
            </p:cNvPr>
            <p:cNvGrpSpPr/>
            <p:nvPr/>
          </p:nvGrpSpPr>
          <p:grpSpPr>
            <a:xfrm>
              <a:off x="4244340" y="3342132"/>
              <a:ext cx="238125" cy="238125"/>
              <a:chOff x="4244340" y="3342132"/>
              <a:chExt cx="238125" cy="238125"/>
            </a:xfrm>
          </p:grpSpPr>
          <p:pic>
            <p:nvPicPr>
              <p:cNvPr id="956" name="object 207">
                <a:extLst>
                  <a:ext uri="{FF2B5EF4-FFF2-40B4-BE49-F238E27FC236}">
                    <a16:creationId xmlns:a16="http://schemas.microsoft.com/office/drawing/2014/main" id="{423DCB8A-0081-CB9B-D64F-3F9A640F5544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248912" y="3346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57" name="object 208">
                <a:extLst>
                  <a:ext uri="{FF2B5EF4-FFF2-40B4-BE49-F238E27FC236}">
                    <a16:creationId xmlns:a16="http://schemas.microsoft.com/office/drawing/2014/main" id="{BA66555B-41EB-6C18-2068-2AAC2EB41DB3}"/>
                  </a:ext>
                </a:extLst>
              </p:cNvPr>
              <p:cNvSpPr/>
              <p:nvPr/>
            </p:nvSpPr>
            <p:spPr>
              <a:xfrm>
                <a:off x="4248912" y="3346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38" name="object 209">
              <a:extLst>
                <a:ext uri="{FF2B5EF4-FFF2-40B4-BE49-F238E27FC236}">
                  <a16:creationId xmlns:a16="http://schemas.microsoft.com/office/drawing/2014/main" id="{1AFF2DDA-A2DF-A129-2B12-4051DF85A125}"/>
                </a:ext>
              </a:extLst>
            </p:cNvPr>
            <p:cNvGrpSpPr/>
            <p:nvPr/>
          </p:nvGrpSpPr>
          <p:grpSpPr>
            <a:xfrm>
              <a:off x="4549140" y="3342132"/>
              <a:ext cx="238125" cy="238125"/>
              <a:chOff x="4549140" y="3342132"/>
              <a:chExt cx="238125" cy="238125"/>
            </a:xfrm>
          </p:grpSpPr>
          <p:pic>
            <p:nvPicPr>
              <p:cNvPr id="954" name="object 210">
                <a:extLst>
                  <a:ext uri="{FF2B5EF4-FFF2-40B4-BE49-F238E27FC236}">
                    <a16:creationId xmlns:a16="http://schemas.microsoft.com/office/drawing/2014/main" id="{4B86D234-BFA7-7B3A-9CFB-59F04A48D5DE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553712" y="3346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55" name="object 211">
                <a:extLst>
                  <a:ext uri="{FF2B5EF4-FFF2-40B4-BE49-F238E27FC236}">
                    <a16:creationId xmlns:a16="http://schemas.microsoft.com/office/drawing/2014/main" id="{04D56E7D-500A-FFB3-B20D-5E475931C82D}"/>
                  </a:ext>
                </a:extLst>
              </p:cNvPr>
              <p:cNvSpPr/>
              <p:nvPr/>
            </p:nvSpPr>
            <p:spPr>
              <a:xfrm>
                <a:off x="4553712" y="3346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39" name="object 212">
              <a:extLst>
                <a:ext uri="{FF2B5EF4-FFF2-40B4-BE49-F238E27FC236}">
                  <a16:creationId xmlns:a16="http://schemas.microsoft.com/office/drawing/2014/main" id="{6BF66C6E-BFDB-C2C5-84E9-A153492A93B3}"/>
                </a:ext>
              </a:extLst>
            </p:cNvPr>
            <p:cNvSpPr/>
            <p:nvPr/>
          </p:nvSpPr>
          <p:spPr>
            <a:xfrm>
              <a:off x="4858511" y="33467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40" name="object 213">
              <a:extLst>
                <a:ext uri="{FF2B5EF4-FFF2-40B4-BE49-F238E27FC236}">
                  <a16:creationId xmlns:a16="http://schemas.microsoft.com/office/drawing/2014/main" id="{8DD5CBDA-C2EE-A4DF-AEBC-BBB09047DB8E}"/>
                </a:ext>
              </a:extLst>
            </p:cNvPr>
            <p:cNvGrpSpPr/>
            <p:nvPr/>
          </p:nvGrpSpPr>
          <p:grpSpPr>
            <a:xfrm>
              <a:off x="3939540" y="3646932"/>
              <a:ext cx="238125" cy="238125"/>
              <a:chOff x="3939540" y="3646932"/>
              <a:chExt cx="238125" cy="238125"/>
            </a:xfrm>
          </p:grpSpPr>
          <p:sp>
            <p:nvSpPr>
              <p:cNvPr id="952" name="object 214">
                <a:extLst>
                  <a:ext uri="{FF2B5EF4-FFF2-40B4-BE49-F238E27FC236}">
                    <a16:creationId xmlns:a16="http://schemas.microsoft.com/office/drawing/2014/main" id="{12211104-517C-AEF0-9592-C0632161F78F}"/>
                  </a:ext>
                </a:extLst>
              </p:cNvPr>
              <p:cNvSpPr/>
              <p:nvPr/>
            </p:nvSpPr>
            <p:spPr>
              <a:xfrm>
                <a:off x="3944112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53" name="object 215">
                <a:extLst>
                  <a:ext uri="{FF2B5EF4-FFF2-40B4-BE49-F238E27FC236}">
                    <a16:creationId xmlns:a16="http://schemas.microsoft.com/office/drawing/2014/main" id="{0834237D-3211-BE84-2285-A835BAD174F2}"/>
                  </a:ext>
                </a:extLst>
              </p:cNvPr>
              <p:cNvSpPr/>
              <p:nvPr/>
            </p:nvSpPr>
            <p:spPr>
              <a:xfrm>
                <a:off x="3944112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41" name="object 216">
              <a:extLst>
                <a:ext uri="{FF2B5EF4-FFF2-40B4-BE49-F238E27FC236}">
                  <a16:creationId xmlns:a16="http://schemas.microsoft.com/office/drawing/2014/main" id="{F0FFFA6B-41CD-20AA-712F-5F88D02408EA}"/>
                </a:ext>
              </a:extLst>
            </p:cNvPr>
            <p:cNvGrpSpPr/>
            <p:nvPr/>
          </p:nvGrpSpPr>
          <p:grpSpPr>
            <a:xfrm>
              <a:off x="4244340" y="3646932"/>
              <a:ext cx="238125" cy="238125"/>
              <a:chOff x="4244340" y="3646932"/>
              <a:chExt cx="238125" cy="238125"/>
            </a:xfrm>
          </p:grpSpPr>
          <p:sp>
            <p:nvSpPr>
              <p:cNvPr id="950" name="object 217">
                <a:extLst>
                  <a:ext uri="{FF2B5EF4-FFF2-40B4-BE49-F238E27FC236}">
                    <a16:creationId xmlns:a16="http://schemas.microsoft.com/office/drawing/2014/main" id="{370264A6-CD47-F322-59F1-723EF7F08B9E}"/>
                  </a:ext>
                </a:extLst>
              </p:cNvPr>
              <p:cNvSpPr/>
              <p:nvPr/>
            </p:nvSpPr>
            <p:spPr>
              <a:xfrm>
                <a:off x="4248912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51" name="object 218">
                <a:extLst>
                  <a:ext uri="{FF2B5EF4-FFF2-40B4-BE49-F238E27FC236}">
                    <a16:creationId xmlns:a16="http://schemas.microsoft.com/office/drawing/2014/main" id="{AA4C6A2C-3D81-5CE0-2D6F-BB09EFC67F7A}"/>
                  </a:ext>
                </a:extLst>
              </p:cNvPr>
              <p:cNvSpPr/>
              <p:nvPr/>
            </p:nvSpPr>
            <p:spPr>
              <a:xfrm>
                <a:off x="4248912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42" name="object 219">
              <a:extLst>
                <a:ext uri="{FF2B5EF4-FFF2-40B4-BE49-F238E27FC236}">
                  <a16:creationId xmlns:a16="http://schemas.microsoft.com/office/drawing/2014/main" id="{9197F553-3662-B7FA-F85B-8AF23936401D}"/>
                </a:ext>
              </a:extLst>
            </p:cNvPr>
            <p:cNvSpPr/>
            <p:nvPr/>
          </p:nvSpPr>
          <p:spPr>
            <a:xfrm>
              <a:off x="4553711" y="36515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3" name="object 220">
              <a:extLst>
                <a:ext uri="{FF2B5EF4-FFF2-40B4-BE49-F238E27FC236}">
                  <a16:creationId xmlns:a16="http://schemas.microsoft.com/office/drawing/2014/main" id="{31072B2A-B89C-E605-4278-C4BA36F6A87B}"/>
                </a:ext>
              </a:extLst>
            </p:cNvPr>
            <p:cNvSpPr/>
            <p:nvPr/>
          </p:nvSpPr>
          <p:spPr>
            <a:xfrm>
              <a:off x="4858511" y="36515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44" name="object 221">
              <a:extLst>
                <a:ext uri="{FF2B5EF4-FFF2-40B4-BE49-F238E27FC236}">
                  <a16:creationId xmlns:a16="http://schemas.microsoft.com/office/drawing/2014/main" id="{C70801B8-3B19-1380-C5ED-4105B326D3D9}"/>
                </a:ext>
              </a:extLst>
            </p:cNvPr>
            <p:cNvGrpSpPr/>
            <p:nvPr/>
          </p:nvGrpSpPr>
          <p:grpSpPr>
            <a:xfrm>
              <a:off x="3939540" y="3951732"/>
              <a:ext cx="238125" cy="238125"/>
              <a:chOff x="3939540" y="3951732"/>
              <a:chExt cx="238125" cy="238125"/>
            </a:xfrm>
          </p:grpSpPr>
          <p:sp>
            <p:nvSpPr>
              <p:cNvPr id="948" name="object 222">
                <a:extLst>
                  <a:ext uri="{FF2B5EF4-FFF2-40B4-BE49-F238E27FC236}">
                    <a16:creationId xmlns:a16="http://schemas.microsoft.com/office/drawing/2014/main" id="{A3DA5F23-B1BD-1FF7-877D-7450E8E5F02C}"/>
                  </a:ext>
                </a:extLst>
              </p:cNvPr>
              <p:cNvSpPr/>
              <p:nvPr/>
            </p:nvSpPr>
            <p:spPr>
              <a:xfrm>
                <a:off x="3944112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49" name="object 223">
                <a:extLst>
                  <a:ext uri="{FF2B5EF4-FFF2-40B4-BE49-F238E27FC236}">
                    <a16:creationId xmlns:a16="http://schemas.microsoft.com/office/drawing/2014/main" id="{B163C674-E27E-67E3-E6E0-A4C828EA9863}"/>
                  </a:ext>
                </a:extLst>
              </p:cNvPr>
              <p:cNvSpPr/>
              <p:nvPr/>
            </p:nvSpPr>
            <p:spPr>
              <a:xfrm>
                <a:off x="3944112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45" name="object 224">
              <a:extLst>
                <a:ext uri="{FF2B5EF4-FFF2-40B4-BE49-F238E27FC236}">
                  <a16:creationId xmlns:a16="http://schemas.microsoft.com/office/drawing/2014/main" id="{B1F1FD43-C7DE-4AD4-3F32-B8AE5B06BBF5}"/>
                </a:ext>
              </a:extLst>
            </p:cNvPr>
            <p:cNvGrpSpPr/>
            <p:nvPr/>
          </p:nvGrpSpPr>
          <p:grpSpPr>
            <a:xfrm>
              <a:off x="4244340" y="3951732"/>
              <a:ext cx="238125" cy="238125"/>
              <a:chOff x="4244340" y="3951732"/>
              <a:chExt cx="238125" cy="238125"/>
            </a:xfrm>
          </p:grpSpPr>
          <p:sp>
            <p:nvSpPr>
              <p:cNvPr id="946" name="object 225">
                <a:extLst>
                  <a:ext uri="{FF2B5EF4-FFF2-40B4-BE49-F238E27FC236}">
                    <a16:creationId xmlns:a16="http://schemas.microsoft.com/office/drawing/2014/main" id="{CFC24AB0-8E6D-90A4-B8D3-46A8678A3B2B}"/>
                  </a:ext>
                </a:extLst>
              </p:cNvPr>
              <p:cNvSpPr/>
              <p:nvPr/>
            </p:nvSpPr>
            <p:spPr>
              <a:xfrm>
                <a:off x="4248912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47" name="object 226">
                <a:extLst>
                  <a:ext uri="{FF2B5EF4-FFF2-40B4-BE49-F238E27FC236}">
                    <a16:creationId xmlns:a16="http://schemas.microsoft.com/office/drawing/2014/main" id="{A58BE1EE-A066-1ADE-93E8-3B4746982C4D}"/>
                  </a:ext>
                </a:extLst>
              </p:cNvPr>
              <p:cNvSpPr/>
              <p:nvPr/>
            </p:nvSpPr>
            <p:spPr>
              <a:xfrm>
                <a:off x="4248912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46" name="object 227">
              <a:extLst>
                <a:ext uri="{FF2B5EF4-FFF2-40B4-BE49-F238E27FC236}">
                  <a16:creationId xmlns:a16="http://schemas.microsoft.com/office/drawing/2014/main" id="{EDBED842-4A72-540C-D5C6-7B4A25522A6F}"/>
                </a:ext>
              </a:extLst>
            </p:cNvPr>
            <p:cNvSpPr/>
            <p:nvPr/>
          </p:nvSpPr>
          <p:spPr>
            <a:xfrm>
              <a:off x="4553711" y="39563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7" name="object 228">
              <a:extLst>
                <a:ext uri="{FF2B5EF4-FFF2-40B4-BE49-F238E27FC236}">
                  <a16:creationId xmlns:a16="http://schemas.microsoft.com/office/drawing/2014/main" id="{82A42D8C-8C37-8076-CF88-1F0035E99F96}"/>
                </a:ext>
              </a:extLst>
            </p:cNvPr>
            <p:cNvSpPr/>
            <p:nvPr/>
          </p:nvSpPr>
          <p:spPr>
            <a:xfrm>
              <a:off x="4858511" y="39563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48" name="object 229">
              <a:extLst>
                <a:ext uri="{FF2B5EF4-FFF2-40B4-BE49-F238E27FC236}">
                  <a16:creationId xmlns:a16="http://schemas.microsoft.com/office/drawing/2014/main" id="{A073B63F-9D6A-2984-AAD3-0E42EB9DA3F1}"/>
                </a:ext>
              </a:extLst>
            </p:cNvPr>
            <p:cNvGrpSpPr/>
            <p:nvPr/>
          </p:nvGrpSpPr>
          <p:grpSpPr>
            <a:xfrm>
              <a:off x="3939540" y="4256532"/>
              <a:ext cx="238125" cy="238125"/>
              <a:chOff x="3939540" y="4256532"/>
              <a:chExt cx="238125" cy="238125"/>
            </a:xfrm>
          </p:grpSpPr>
          <p:sp>
            <p:nvSpPr>
              <p:cNvPr id="944" name="object 230">
                <a:extLst>
                  <a:ext uri="{FF2B5EF4-FFF2-40B4-BE49-F238E27FC236}">
                    <a16:creationId xmlns:a16="http://schemas.microsoft.com/office/drawing/2014/main" id="{A7C8B0B6-8F1E-3F79-4C29-3694C4EC27FE}"/>
                  </a:ext>
                </a:extLst>
              </p:cNvPr>
              <p:cNvSpPr/>
              <p:nvPr/>
            </p:nvSpPr>
            <p:spPr>
              <a:xfrm>
                <a:off x="39441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45" name="object 231">
                <a:extLst>
                  <a:ext uri="{FF2B5EF4-FFF2-40B4-BE49-F238E27FC236}">
                    <a16:creationId xmlns:a16="http://schemas.microsoft.com/office/drawing/2014/main" id="{923E38F3-D13F-51F6-F58A-17622AA3FD62}"/>
                  </a:ext>
                </a:extLst>
              </p:cNvPr>
              <p:cNvSpPr/>
              <p:nvPr/>
            </p:nvSpPr>
            <p:spPr>
              <a:xfrm>
                <a:off x="39441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49" name="object 232">
              <a:extLst>
                <a:ext uri="{FF2B5EF4-FFF2-40B4-BE49-F238E27FC236}">
                  <a16:creationId xmlns:a16="http://schemas.microsoft.com/office/drawing/2014/main" id="{0779C443-C906-07DC-A422-6D9A06B3BE1B}"/>
                </a:ext>
              </a:extLst>
            </p:cNvPr>
            <p:cNvGrpSpPr/>
            <p:nvPr/>
          </p:nvGrpSpPr>
          <p:grpSpPr>
            <a:xfrm>
              <a:off x="4244340" y="4256532"/>
              <a:ext cx="238125" cy="238125"/>
              <a:chOff x="4244340" y="4256532"/>
              <a:chExt cx="238125" cy="238125"/>
            </a:xfrm>
          </p:grpSpPr>
          <p:sp>
            <p:nvSpPr>
              <p:cNvPr id="942" name="object 233">
                <a:extLst>
                  <a:ext uri="{FF2B5EF4-FFF2-40B4-BE49-F238E27FC236}">
                    <a16:creationId xmlns:a16="http://schemas.microsoft.com/office/drawing/2014/main" id="{CAFD68CE-F973-92F4-A60E-5937747A02E0}"/>
                  </a:ext>
                </a:extLst>
              </p:cNvPr>
              <p:cNvSpPr/>
              <p:nvPr/>
            </p:nvSpPr>
            <p:spPr>
              <a:xfrm>
                <a:off x="42489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43" name="object 234">
                <a:extLst>
                  <a:ext uri="{FF2B5EF4-FFF2-40B4-BE49-F238E27FC236}">
                    <a16:creationId xmlns:a16="http://schemas.microsoft.com/office/drawing/2014/main" id="{2B091150-A2C7-83A5-96F6-07725FB871E5}"/>
                  </a:ext>
                </a:extLst>
              </p:cNvPr>
              <p:cNvSpPr/>
              <p:nvPr/>
            </p:nvSpPr>
            <p:spPr>
              <a:xfrm>
                <a:off x="42489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50" name="object 235">
              <a:extLst>
                <a:ext uri="{FF2B5EF4-FFF2-40B4-BE49-F238E27FC236}">
                  <a16:creationId xmlns:a16="http://schemas.microsoft.com/office/drawing/2014/main" id="{578D0386-FD94-DB65-C37A-7FBE4BA400DB}"/>
                </a:ext>
              </a:extLst>
            </p:cNvPr>
            <p:cNvGrpSpPr/>
            <p:nvPr/>
          </p:nvGrpSpPr>
          <p:grpSpPr>
            <a:xfrm>
              <a:off x="4549140" y="4256532"/>
              <a:ext cx="238125" cy="238125"/>
              <a:chOff x="4549140" y="4256532"/>
              <a:chExt cx="238125" cy="238125"/>
            </a:xfrm>
          </p:grpSpPr>
          <p:sp>
            <p:nvSpPr>
              <p:cNvPr id="940" name="object 236">
                <a:extLst>
                  <a:ext uri="{FF2B5EF4-FFF2-40B4-BE49-F238E27FC236}">
                    <a16:creationId xmlns:a16="http://schemas.microsoft.com/office/drawing/2014/main" id="{B72621E5-BD2A-F8DD-A852-E1EDD5AFF8A5}"/>
                  </a:ext>
                </a:extLst>
              </p:cNvPr>
              <p:cNvSpPr/>
              <p:nvPr/>
            </p:nvSpPr>
            <p:spPr>
              <a:xfrm>
                <a:off x="45537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41" name="object 237">
                <a:extLst>
                  <a:ext uri="{FF2B5EF4-FFF2-40B4-BE49-F238E27FC236}">
                    <a16:creationId xmlns:a16="http://schemas.microsoft.com/office/drawing/2014/main" id="{F672BB6B-245D-7A84-0708-D0C7AB3857C4}"/>
                  </a:ext>
                </a:extLst>
              </p:cNvPr>
              <p:cNvSpPr/>
              <p:nvPr/>
            </p:nvSpPr>
            <p:spPr>
              <a:xfrm>
                <a:off x="45537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51" name="object 238">
              <a:extLst>
                <a:ext uri="{FF2B5EF4-FFF2-40B4-BE49-F238E27FC236}">
                  <a16:creationId xmlns:a16="http://schemas.microsoft.com/office/drawing/2014/main" id="{6656B572-D018-0675-D6BE-156A45AE1524}"/>
                </a:ext>
              </a:extLst>
            </p:cNvPr>
            <p:cNvGrpSpPr/>
            <p:nvPr/>
          </p:nvGrpSpPr>
          <p:grpSpPr>
            <a:xfrm>
              <a:off x="4853940" y="4256532"/>
              <a:ext cx="238125" cy="238125"/>
              <a:chOff x="4853940" y="4256532"/>
              <a:chExt cx="238125" cy="238125"/>
            </a:xfrm>
          </p:grpSpPr>
          <p:sp>
            <p:nvSpPr>
              <p:cNvPr id="938" name="object 239">
                <a:extLst>
                  <a:ext uri="{FF2B5EF4-FFF2-40B4-BE49-F238E27FC236}">
                    <a16:creationId xmlns:a16="http://schemas.microsoft.com/office/drawing/2014/main" id="{C9036F35-95ED-8843-ED89-55787A8A07D5}"/>
                  </a:ext>
                </a:extLst>
              </p:cNvPr>
              <p:cNvSpPr/>
              <p:nvPr/>
            </p:nvSpPr>
            <p:spPr>
              <a:xfrm>
                <a:off x="48585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39" name="object 240">
                <a:extLst>
                  <a:ext uri="{FF2B5EF4-FFF2-40B4-BE49-F238E27FC236}">
                    <a16:creationId xmlns:a16="http://schemas.microsoft.com/office/drawing/2014/main" id="{3FCE20A1-376E-9183-7446-E9598E1B18F5}"/>
                  </a:ext>
                </a:extLst>
              </p:cNvPr>
              <p:cNvSpPr/>
              <p:nvPr/>
            </p:nvSpPr>
            <p:spPr>
              <a:xfrm>
                <a:off x="48585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52" name="object 241">
              <a:extLst>
                <a:ext uri="{FF2B5EF4-FFF2-40B4-BE49-F238E27FC236}">
                  <a16:creationId xmlns:a16="http://schemas.microsoft.com/office/drawing/2014/main" id="{A86D8A3B-9DCF-A85B-E260-6F3DB0442E57}"/>
                </a:ext>
              </a:extLst>
            </p:cNvPr>
            <p:cNvGrpSpPr/>
            <p:nvPr/>
          </p:nvGrpSpPr>
          <p:grpSpPr>
            <a:xfrm>
              <a:off x="3939540" y="4561332"/>
              <a:ext cx="238125" cy="238125"/>
              <a:chOff x="3939540" y="4561332"/>
              <a:chExt cx="238125" cy="238125"/>
            </a:xfrm>
          </p:grpSpPr>
          <p:pic>
            <p:nvPicPr>
              <p:cNvPr id="936" name="object 242">
                <a:extLst>
                  <a:ext uri="{FF2B5EF4-FFF2-40B4-BE49-F238E27FC236}">
                    <a16:creationId xmlns:a16="http://schemas.microsoft.com/office/drawing/2014/main" id="{F99A0B6B-5C7A-4AD6-0448-A6972A04FFC4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944112" y="45659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37" name="object 243">
                <a:extLst>
                  <a:ext uri="{FF2B5EF4-FFF2-40B4-BE49-F238E27FC236}">
                    <a16:creationId xmlns:a16="http://schemas.microsoft.com/office/drawing/2014/main" id="{1020CCC5-3CEE-A7B6-6ACA-06254E53830E}"/>
                  </a:ext>
                </a:extLst>
              </p:cNvPr>
              <p:cNvSpPr/>
              <p:nvPr/>
            </p:nvSpPr>
            <p:spPr>
              <a:xfrm>
                <a:off x="3944112" y="4565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53" name="object 244">
              <a:extLst>
                <a:ext uri="{FF2B5EF4-FFF2-40B4-BE49-F238E27FC236}">
                  <a16:creationId xmlns:a16="http://schemas.microsoft.com/office/drawing/2014/main" id="{F75A67D3-5BD9-379D-F0D9-F3FCD13378C2}"/>
                </a:ext>
              </a:extLst>
            </p:cNvPr>
            <p:cNvGrpSpPr/>
            <p:nvPr/>
          </p:nvGrpSpPr>
          <p:grpSpPr>
            <a:xfrm>
              <a:off x="4244340" y="4561332"/>
              <a:ext cx="238125" cy="238125"/>
              <a:chOff x="4244340" y="4561332"/>
              <a:chExt cx="238125" cy="238125"/>
            </a:xfrm>
          </p:grpSpPr>
          <p:pic>
            <p:nvPicPr>
              <p:cNvPr id="934" name="object 245">
                <a:extLst>
                  <a:ext uri="{FF2B5EF4-FFF2-40B4-BE49-F238E27FC236}">
                    <a16:creationId xmlns:a16="http://schemas.microsoft.com/office/drawing/2014/main" id="{5620CC9A-7482-4AFF-65B3-AFB79E98189F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248912" y="45659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35" name="object 246">
                <a:extLst>
                  <a:ext uri="{FF2B5EF4-FFF2-40B4-BE49-F238E27FC236}">
                    <a16:creationId xmlns:a16="http://schemas.microsoft.com/office/drawing/2014/main" id="{F15A3D6B-3C88-AA21-FFDB-CF9B31A08D62}"/>
                  </a:ext>
                </a:extLst>
              </p:cNvPr>
              <p:cNvSpPr/>
              <p:nvPr/>
            </p:nvSpPr>
            <p:spPr>
              <a:xfrm>
                <a:off x="4248912" y="4565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54" name="object 247">
              <a:extLst>
                <a:ext uri="{FF2B5EF4-FFF2-40B4-BE49-F238E27FC236}">
                  <a16:creationId xmlns:a16="http://schemas.microsoft.com/office/drawing/2014/main" id="{124A1FAF-56B7-9934-B683-257C267F94F9}"/>
                </a:ext>
              </a:extLst>
            </p:cNvPr>
            <p:cNvSpPr/>
            <p:nvPr/>
          </p:nvSpPr>
          <p:spPr>
            <a:xfrm>
              <a:off x="4553711" y="45659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5" name="object 248">
              <a:extLst>
                <a:ext uri="{FF2B5EF4-FFF2-40B4-BE49-F238E27FC236}">
                  <a16:creationId xmlns:a16="http://schemas.microsoft.com/office/drawing/2014/main" id="{8A4B5B27-AD24-A558-DFE8-0BC47BA14202}"/>
                </a:ext>
              </a:extLst>
            </p:cNvPr>
            <p:cNvSpPr/>
            <p:nvPr/>
          </p:nvSpPr>
          <p:spPr>
            <a:xfrm>
              <a:off x="4858511" y="45659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56" name="object 249">
              <a:extLst>
                <a:ext uri="{FF2B5EF4-FFF2-40B4-BE49-F238E27FC236}">
                  <a16:creationId xmlns:a16="http://schemas.microsoft.com/office/drawing/2014/main" id="{C2FD3219-34CD-A25A-BDC1-0DCDCC6794FE}"/>
                </a:ext>
              </a:extLst>
            </p:cNvPr>
            <p:cNvGrpSpPr/>
            <p:nvPr/>
          </p:nvGrpSpPr>
          <p:grpSpPr>
            <a:xfrm>
              <a:off x="3939540" y="4866132"/>
              <a:ext cx="238125" cy="238125"/>
              <a:chOff x="3939540" y="4866132"/>
              <a:chExt cx="238125" cy="238125"/>
            </a:xfrm>
          </p:grpSpPr>
          <p:pic>
            <p:nvPicPr>
              <p:cNvPr id="932" name="object 250">
                <a:extLst>
                  <a:ext uri="{FF2B5EF4-FFF2-40B4-BE49-F238E27FC236}">
                    <a16:creationId xmlns:a16="http://schemas.microsoft.com/office/drawing/2014/main" id="{1FF9F70D-92C1-41BB-DE74-F72B2B658E39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944112" y="4870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33" name="object 251">
                <a:extLst>
                  <a:ext uri="{FF2B5EF4-FFF2-40B4-BE49-F238E27FC236}">
                    <a16:creationId xmlns:a16="http://schemas.microsoft.com/office/drawing/2014/main" id="{FD834834-2495-394F-B9A1-6C0CA5615D99}"/>
                  </a:ext>
                </a:extLst>
              </p:cNvPr>
              <p:cNvSpPr/>
              <p:nvPr/>
            </p:nvSpPr>
            <p:spPr>
              <a:xfrm>
                <a:off x="3944112" y="4870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57" name="object 252">
              <a:extLst>
                <a:ext uri="{FF2B5EF4-FFF2-40B4-BE49-F238E27FC236}">
                  <a16:creationId xmlns:a16="http://schemas.microsoft.com/office/drawing/2014/main" id="{FA0B60FF-7D05-183D-72E2-C2040C756014}"/>
                </a:ext>
              </a:extLst>
            </p:cNvPr>
            <p:cNvSpPr/>
            <p:nvPr/>
          </p:nvSpPr>
          <p:spPr>
            <a:xfrm>
              <a:off x="4248911" y="48707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8" name="object 253">
              <a:extLst>
                <a:ext uri="{FF2B5EF4-FFF2-40B4-BE49-F238E27FC236}">
                  <a16:creationId xmlns:a16="http://schemas.microsoft.com/office/drawing/2014/main" id="{A7267EA2-854E-CDC7-5853-C6DA805787B0}"/>
                </a:ext>
              </a:extLst>
            </p:cNvPr>
            <p:cNvSpPr/>
            <p:nvPr/>
          </p:nvSpPr>
          <p:spPr>
            <a:xfrm>
              <a:off x="4553711" y="48707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9" name="object 254">
              <a:extLst>
                <a:ext uri="{FF2B5EF4-FFF2-40B4-BE49-F238E27FC236}">
                  <a16:creationId xmlns:a16="http://schemas.microsoft.com/office/drawing/2014/main" id="{39ADC3A8-9433-9838-AFD4-6158A746C963}"/>
                </a:ext>
              </a:extLst>
            </p:cNvPr>
            <p:cNvSpPr/>
            <p:nvPr/>
          </p:nvSpPr>
          <p:spPr>
            <a:xfrm>
              <a:off x="4858511" y="48707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60" name="object 255">
              <a:extLst>
                <a:ext uri="{FF2B5EF4-FFF2-40B4-BE49-F238E27FC236}">
                  <a16:creationId xmlns:a16="http://schemas.microsoft.com/office/drawing/2014/main" id="{7CB7512C-D636-A294-2F37-CD8F69E3E0B8}"/>
                </a:ext>
              </a:extLst>
            </p:cNvPr>
            <p:cNvGrpSpPr/>
            <p:nvPr/>
          </p:nvGrpSpPr>
          <p:grpSpPr>
            <a:xfrm>
              <a:off x="3939540" y="1513332"/>
              <a:ext cx="238125" cy="238125"/>
              <a:chOff x="3939540" y="1513332"/>
              <a:chExt cx="238125" cy="238125"/>
            </a:xfrm>
          </p:grpSpPr>
          <p:sp>
            <p:nvSpPr>
              <p:cNvPr id="930" name="object 256">
                <a:extLst>
                  <a:ext uri="{FF2B5EF4-FFF2-40B4-BE49-F238E27FC236}">
                    <a16:creationId xmlns:a16="http://schemas.microsoft.com/office/drawing/2014/main" id="{F1458E18-37BE-FBF0-A56A-25B557F20D4B}"/>
                  </a:ext>
                </a:extLst>
              </p:cNvPr>
              <p:cNvSpPr/>
              <p:nvPr/>
            </p:nvSpPr>
            <p:spPr>
              <a:xfrm>
                <a:off x="3944112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31" name="object 257">
                <a:extLst>
                  <a:ext uri="{FF2B5EF4-FFF2-40B4-BE49-F238E27FC236}">
                    <a16:creationId xmlns:a16="http://schemas.microsoft.com/office/drawing/2014/main" id="{8FD04DBD-FA41-C6E5-072B-09D737B8AEAB}"/>
                  </a:ext>
                </a:extLst>
              </p:cNvPr>
              <p:cNvSpPr/>
              <p:nvPr/>
            </p:nvSpPr>
            <p:spPr>
              <a:xfrm>
                <a:off x="3944112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61" name="object 258">
              <a:extLst>
                <a:ext uri="{FF2B5EF4-FFF2-40B4-BE49-F238E27FC236}">
                  <a16:creationId xmlns:a16="http://schemas.microsoft.com/office/drawing/2014/main" id="{2AD0B96C-670D-D201-A2DA-EB8C3BAACE20}"/>
                </a:ext>
              </a:extLst>
            </p:cNvPr>
            <p:cNvGrpSpPr/>
            <p:nvPr/>
          </p:nvGrpSpPr>
          <p:grpSpPr>
            <a:xfrm>
              <a:off x="4244340" y="1513332"/>
              <a:ext cx="238125" cy="238125"/>
              <a:chOff x="4244340" y="1513332"/>
              <a:chExt cx="238125" cy="238125"/>
            </a:xfrm>
          </p:grpSpPr>
          <p:sp>
            <p:nvSpPr>
              <p:cNvPr id="928" name="object 259">
                <a:extLst>
                  <a:ext uri="{FF2B5EF4-FFF2-40B4-BE49-F238E27FC236}">
                    <a16:creationId xmlns:a16="http://schemas.microsoft.com/office/drawing/2014/main" id="{7E3D62D1-0696-7958-C3E2-A97DBA4ED587}"/>
                  </a:ext>
                </a:extLst>
              </p:cNvPr>
              <p:cNvSpPr/>
              <p:nvPr/>
            </p:nvSpPr>
            <p:spPr>
              <a:xfrm>
                <a:off x="4248912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29" name="object 260">
                <a:extLst>
                  <a:ext uri="{FF2B5EF4-FFF2-40B4-BE49-F238E27FC236}">
                    <a16:creationId xmlns:a16="http://schemas.microsoft.com/office/drawing/2014/main" id="{C35368D3-C76A-4F24-ED37-2C9FEEC8C410}"/>
                  </a:ext>
                </a:extLst>
              </p:cNvPr>
              <p:cNvSpPr/>
              <p:nvPr/>
            </p:nvSpPr>
            <p:spPr>
              <a:xfrm>
                <a:off x="4248912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62" name="object 261">
              <a:extLst>
                <a:ext uri="{FF2B5EF4-FFF2-40B4-BE49-F238E27FC236}">
                  <a16:creationId xmlns:a16="http://schemas.microsoft.com/office/drawing/2014/main" id="{1E84A2EE-0225-A8FB-5B9A-59EF21D281FD}"/>
                </a:ext>
              </a:extLst>
            </p:cNvPr>
            <p:cNvSpPr/>
            <p:nvPr/>
          </p:nvSpPr>
          <p:spPr>
            <a:xfrm>
              <a:off x="4553711" y="15179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3" name="object 262">
              <a:extLst>
                <a:ext uri="{FF2B5EF4-FFF2-40B4-BE49-F238E27FC236}">
                  <a16:creationId xmlns:a16="http://schemas.microsoft.com/office/drawing/2014/main" id="{44858D41-1245-DFD2-35B4-061033D2D84C}"/>
                </a:ext>
              </a:extLst>
            </p:cNvPr>
            <p:cNvSpPr/>
            <p:nvPr/>
          </p:nvSpPr>
          <p:spPr>
            <a:xfrm>
              <a:off x="4858511" y="15179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64" name="object 263">
              <a:extLst>
                <a:ext uri="{FF2B5EF4-FFF2-40B4-BE49-F238E27FC236}">
                  <a16:creationId xmlns:a16="http://schemas.microsoft.com/office/drawing/2014/main" id="{F494E83F-8893-A4D4-E72E-1CCED4F8DC3A}"/>
                </a:ext>
              </a:extLst>
            </p:cNvPr>
            <p:cNvGrpSpPr/>
            <p:nvPr/>
          </p:nvGrpSpPr>
          <p:grpSpPr>
            <a:xfrm>
              <a:off x="3939540" y="1818132"/>
              <a:ext cx="238125" cy="238125"/>
              <a:chOff x="3939540" y="1818132"/>
              <a:chExt cx="238125" cy="238125"/>
            </a:xfrm>
          </p:grpSpPr>
          <p:sp>
            <p:nvSpPr>
              <p:cNvPr id="926" name="object 264">
                <a:extLst>
                  <a:ext uri="{FF2B5EF4-FFF2-40B4-BE49-F238E27FC236}">
                    <a16:creationId xmlns:a16="http://schemas.microsoft.com/office/drawing/2014/main" id="{4A195A1B-F549-A941-3C2E-462D4F6378A5}"/>
                  </a:ext>
                </a:extLst>
              </p:cNvPr>
              <p:cNvSpPr/>
              <p:nvPr/>
            </p:nvSpPr>
            <p:spPr>
              <a:xfrm>
                <a:off x="3944112" y="1822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27" name="object 265">
                <a:extLst>
                  <a:ext uri="{FF2B5EF4-FFF2-40B4-BE49-F238E27FC236}">
                    <a16:creationId xmlns:a16="http://schemas.microsoft.com/office/drawing/2014/main" id="{E07BB4E5-4677-5A7C-E104-CA394A1BC314}"/>
                  </a:ext>
                </a:extLst>
              </p:cNvPr>
              <p:cNvSpPr/>
              <p:nvPr/>
            </p:nvSpPr>
            <p:spPr>
              <a:xfrm>
                <a:off x="3944112" y="1822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65" name="object 266">
              <a:extLst>
                <a:ext uri="{FF2B5EF4-FFF2-40B4-BE49-F238E27FC236}">
                  <a16:creationId xmlns:a16="http://schemas.microsoft.com/office/drawing/2014/main" id="{7CAE1872-530E-3D33-18D5-B484484FADF4}"/>
                </a:ext>
              </a:extLst>
            </p:cNvPr>
            <p:cNvSpPr/>
            <p:nvPr/>
          </p:nvSpPr>
          <p:spPr>
            <a:xfrm>
              <a:off x="4248911" y="18227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6" name="object 267">
              <a:extLst>
                <a:ext uri="{FF2B5EF4-FFF2-40B4-BE49-F238E27FC236}">
                  <a16:creationId xmlns:a16="http://schemas.microsoft.com/office/drawing/2014/main" id="{3E354DA9-65CE-ECC8-1CDC-5FB83DF7A5B0}"/>
                </a:ext>
              </a:extLst>
            </p:cNvPr>
            <p:cNvSpPr/>
            <p:nvPr/>
          </p:nvSpPr>
          <p:spPr>
            <a:xfrm>
              <a:off x="4553711" y="18227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7" name="object 268">
              <a:extLst>
                <a:ext uri="{FF2B5EF4-FFF2-40B4-BE49-F238E27FC236}">
                  <a16:creationId xmlns:a16="http://schemas.microsoft.com/office/drawing/2014/main" id="{8CF836D2-7FB9-F1B1-39A8-2163E98BF8B4}"/>
                </a:ext>
              </a:extLst>
            </p:cNvPr>
            <p:cNvSpPr/>
            <p:nvPr/>
          </p:nvSpPr>
          <p:spPr>
            <a:xfrm>
              <a:off x="4858511" y="18227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68" name="object 269">
              <a:extLst>
                <a:ext uri="{FF2B5EF4-FFF2-40B4-BE49-F238E27FC236}">
                  <a16:creationId xmlns:a16="http://schemas.microsoft.com/office/drawing/2014/main" id="{55EA3B79-52D7-3BAB-331E-5FB8BF41FA35}"/>
                </a:ext>
              </a:extLst>
            </p:cNvPr>
            <p:cNvGrpSpPr/>
            <p:nvPr/>
          </p:nvGrpSpPr>
          <p:grpSpPr>
            <a:xfrm>
              <a:off x="3939540" y="2122932"/>
              <a:ext cx="238125" cy="238125"/>
              <a:chOff x="3939540" y="2122932"/>
              <a:chExt cx="238125" cy="238125"/>
            </a:xfrm>
          </p:grpSpPr>
          <p:sp>
            <p:nvSpPr>
              <p:cNvPr id="924" name="object 270">
                <a:extLst>
                  <a:ext uri="{FF2B5EF4-FFF2-40B4-BE49-F238E27FC236}">
                    <a16:creationId xmlns:a16="http://schemas.microsoft.com/office/drawing/2014/main" id="{554DA02F-8042-D59A-9C58-626C4B6BA84D}"/>
                  </a:ext>
                </a:extLst>
              </p:cNvPr>
              <p:cNvSpPr/>
              <p:nvPr/>
            </p:nvSpPr>
            <p:spPr>
              <a:xfrm>
                <a:off x="3944112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25" name="object 271">
                <a:extLst>
                  <a:ext uri="{FF2B5EF4-FFF2-40B4-BE49-F238E27FC236}">
                    <a16:creationId xmlns:a16="http://schemas.microsoft.com/office/drawing/2014/main" id="{DA4A720D-9647-76E2-77F2-6AA164DA1ABE}"/>
                  </a:ext>
                </a:extLst>
              </p:cNvPr>
              <p:cNvSpPr/>
              <p:nvPr/>
            </p:nvSpPr>
            <p:spPr>
              <a:xfrm>
                <a:off x="3944112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69" name="object 272">
              <a:extLst>
                <a:ext uri="{FF2B5EF4-FFF2-40B4-BE49-F238E27FC236}">
                  <a16:creationId xmlns:a16="http://schemas.microsoft.com/office/drawing/2014/main" id="{BDDC2602-FAEA-9AD6-7F05-BF3B56875949}"/>
                </a:ext>
              </a:extLst>
            </p:cNvPr>
            <p:cNvGrpSpPr/>
            <p:nvPr/>
          </p:nvGrpSpPr>
          <p:grpSpPr>
            <a:xfrm>
              <a:off x="4244340" y="2122932"/>
              <a:ext cx="238125" cy="238125"/>
              <a:chOff x="4244340" y="2122932"/>
              <a:chExt cx="238125" cy="238125"/>
            </a:xfrm>
          </p:grpSpPr>
          <p:sp>
            <p:nvSpPr>
              <p:cNvPr id="922" name="object 273">
                <a:extLst>
                  <a:ext uri="{FF2B5EF4-FFF2-40B4-BE49-F238E27FC236}">
                    <a16:creationId xmlns:a16="http://schemas.microsoft.com/office/drawing/2014/main" id="{9BC750A6-8D8B-A99B-4B99-5D62A2ADFB95}"/>
                  </a:ext>
                </a:extLst>
              </p:cNvPr>
              <p:cNvSpPr/>
              <p:nvPr/>
            </p:nvSpPr>
            <p:spPr>
              <a:xfrm>
                <a:off x="4248912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23" name="object 274">
                <a:extLst>
                  <a:ext uri="{FF2B5EF4-FFF2-40B4-BE49-F238E27FC236}">
                    <a16:creationId xmlns:a16="http://schemas.microsoft.com/office/drawing/2014/main" id="{D727890E-70E2-00BF-59F5-09C6B5B76AFC}"/>
                  </a:ext>
                </a:extLst>
              </p:cNvPr>
              <p:cNvSpPr/>
              <p:nvPr/>
            </p:nvSpPr>
            <p:spPr>
              <a:xfrm>
                <a:off x="4248912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70" name="object 275">
              <a:extLst>
                <a:ext uri="{FF2B5EF4-FFF2-40B4-BE49-F238E27FC236}">
                  <a16:creationId xmlns:a16="http://schemas.microsoft.com/office/drawing/2014/main" id="{5885E30B-34E2-9933-6D82-68CD9854578F}"/>
                </a:ext>
              </a:extLst>
            </p:cNvPr>
            <p:cNvSpPr/>
            <p:nvPr/>
          </p:nvSpPr>
          <p:spPr>
            <a:xfrm>
              <a:off x="4553711" y="21275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1" name="object 276">
              <a:extLst>
                <a:ext uri="{FF2B5EF4-FFF2-40B4-BE49-F238E27FC236}">
                  <a16:creationId xmlns:a16="http://schemas.microsoft.com/office/drawing/2014/main" id="{0DA5225E-CEBC-95A7-D624-A8AD12DD5C01}"/>
                </a:ext>
              </a:extLst>
            </p:cNvPr>
            <p:cNvSpPr/>
            <p:nvPr/>
          </p:nvSpPr>
          <p:spPr>
            <a:xfrm>
              <a:off x="4858511" y="21275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72" name="object 277">
              <a:extLst>
                <a:ext uri="{FF2B5EF4-FFF2-40B4-BE49-F238E27FC236}">
                  <a16:creationId xmlns:a16="http://schemas.microsoft.com/office/drawing/2014/main" id="{39D993E8-F39D-73D1-9248-CB2579E6E2EE}"/>
                </a:ext>
              </a:extLst>
            </p:cNvPr>
            <p:cNvGrpSpPr/>
            <p:nvPr/>
          </p:nvGrpSpPr>
          <p:grpSpPr>
            <a:xfrm>
              <a:off x="3939540" y="2427732"/>
              <a:ext cx="238125" cy="238125"/>
              <a:chOff x="3939540" y="2427732"/>
              <a:chExt cx="238125" cy="238125"/>
            </a:xfrm>
          </p:grpSpPr>
          <p:sp>
            <p:nvSpPr>
              <p:cNvPr id="920" name="object 278">
                <a:extLst>
                  <a:ext uri="{FF2B5EF4-FFF2-40B4-BE49-F238E27FC236}">
                    <a16:creationId xmlns:a16="http://schemas.microsoft.com/office/drawing/2014/main" id="{83E55BD3-D751-58F6-9D07-98B3CCCD360D}"/>
                  </a:ext>
                </a:extLst>
              </p:cNvPr>
              <p:cNvSpPr/>
              <p:nvPr/>
            </p:nvSpPr>
            <p:spPr>
              <a:xfrm>
                <a:off x="3944112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21" name="object 279">
                <a:extLst>
                  <a:ext uri="{FF2B5EF4-FFF2-40B4-BE49-F238E27FC236}">
                    <a16:creationId xmlns:a16="http://schemas.microsoft.com/office/drawing/2014/main" id="{71963A2D-0572-3D88-A1E5-767DD920007E}"/>
                  </a:ext>
                </a:extLst>
              </p:cNvPr>
              <p:cNvSpPr/>
              <p:nvPr/>
            </p:nvSpPr>
            <p:spPr>
              <a:xfrm>
                <a:off x="3944112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73" name="object 280">
              <a:extLst>
                <a:ext uri="{FF2B5EF4-FFF2-40B4-BE49-F238E27FC236}">
                  <a16:creationId xmlns:a16="http://schemas.microsoft.com/office/drawing/2014/main" id="{A7E191FC-270A-AF69-C8C4-A4B0920D80C5}"/>
                </a:ext>
              </a:extLst>
            </p:cNvPr>
            <p:cNvGrpSpPr/>
            <p:nvPr/>
          </p:nvGrpSpPr>
          <p:grpSpPr>
            <a:xfrm>
              <a:off x="4244340" y="2427732"/>
              <a:ext cx="238125" cy="238125"/>
              <a:chOff x="4244340" y="2427732"/>
              <a:chExt cx="238125" cy="238125"/>
            </a:xfrm>
          </p:grpSpPr>
          <p:sp>
            <p:nvSpPr>
              <p:cNvPr id="918" name="object 281">
                <a:extLst>
                  <a:ext uri="{FF2B5EF4-FFF2-40B4-BE49-F238E27FC236}">
                    <a16:creationId xmlns:a16="http://schemas.microsoft.com/office/drawing/2014/main" id="{D5C067C4-03C7-9B79-071D-BB4B170A48C7}"/>
                  </a:ext>
                </a:extLst>
              </p:cNvPr>
              <p:cNvSpPr/>
              <p:nvPr/>
            </p:nvSpPr>
            <p:spPr>
              <a:xfrm>
                <a:off x="4248912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19" name="object 282">
                <a:extLst>
                  <a:ext uri="{FF2B5EF4-FFF2-40B4-BE49-F238E27FC236}">
                    <a16:creationId xmlns:a16="http://schemas.microsoft.com/office/drawing/2014/main" id="{7FC0AD30-A92E-ABFD-BACA-2F532F8D873F}"/>
                  </a:ext>
                </a:extLst>
              </p:cNvPr>
              <p:cNvSpPr/>
              <p:nvPr/>
            </p:nvSpPr>
            <p:spPr>
              <a:xfrm>
                <a:off x="4248912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74" name="object 283">
              <a:extLst>
                <a:ext uri="{FF2B5EF4-FFF2-40B4-BE49-F238E27FC236}">
                  <a16:creationId xmlns:a16="http://schemas.microsoft.com/office/drawing/2014/main" id="{FDA0D04B-9B89-973C-81B4-C048C5461A18}"/>
                </a:ext>
              </a:extLst>
            </p:cNvPr>
            <p:cNvGrpSpPr/>
            <p:nvPr/>
          </p:nvGrpSpPr>
          <p:grpSpPr>
            <a:xfrm>
              <a:off x="4549140" y="2427732"/>
              <a:ext cx="238125" cy="238125"/>
              <a:chOff x="4549140" y="2427732"/>
              <a:chExt cx="238125" cy="238125"/>
            </a:xfrm>
          </p:grpSpPr>
          <p:sp>
            <p:nvSpPr>
              <p:cNvPr id="916" name="object 284">
                <a:extLst>
                  <a:ext uri="{FF2B5EF4-FFF2-40B4-BE49-F238E27FC236}">
                    <a16:creationId xmlns:a16="http://schemas.microsoft.com/office/drawing/2014/main" id="{F11B7B2A-EC5D-5595-5B82-AD1F40140E9C}"/>
                  </a:ext>
                </a:extLst>
              </p:cNvPr>
              <p:cNvSpPr/>
              <p:nvPr/>
            </p:nvSpPr>
            <p:spPr>
              <a:xfrm>
                <a:off x="4553712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17" name="object 285">
                <a:extLst>
                  <a:ext uri="{FF2B5EF4-FFF2-40B4-BE49-F238E27FC236}">
                    <a16:creationId xmlns:a16="http://schemas.microsoft.com/office/drawing/2014/main" id="{6D0152F6-CF99-1795-8231-B11FDC1C3A0D}"/>
                  </a:ext>
                </a:extLst>
              </p:cNvPr>
              <p:cNvSpPr/>
              <p:nvPr/>
            </p:nvSpPr>
            <p:spPr>
              <a:xfrm>
                <a:off x="4553712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75" name="object 286">
              <a:extLst>
                <a:ext uri="{FF2B5EF4-FFF2-40B4-BE49-F238E27FC236}">
                  <a16:creationId xmlns:a16="http://schemas.microsoft.com/office/drawing/2014/main" id="{17D80983-6F7E-4E60-5EA6-C3BB15563575}"/>
                </a:ext>
              </a:extLst>
            </p:cNvPr>
            <p:cNvSpPr/>
            <p:nvPr/>
          </p:nvSpPr>
          <p:spPr>
            <a:xfrm>
              <a:off x="4858511" y="24323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76" name="object 287">
              <a:extLst>
                <a:ext uri="{FF2B5EF4-FFF2-40B4-BE49-F238E27FC236}">
                  <a16:creationId xmlns:a16="http://schemas.microsoft.com/office/drawing/2014/main" id="{FD0F4976-6AE0-FFB0-FBBE-6DC201F63FB8}"/>
                </a:ext>
              </a:extLst>
            </p:cNvPr>
            <p:cNvGrpSpPr/>
            <p:nvPr/>
          </p:nvGrpSpPr>
          <p:grpSpPr>
            <a:xfrm>
              <a:off x="5539740" y="2732532"/>
              <a:ext cx="238125" cy="238125"/>
              <a:chOff x="5539740" y="2732532"/>
              <a:chExt cx="238125" cy="238125"/>
            </a:xfrm>
          </p:grpSpPr>
          <p:sp>
            <p:nvSpPr>
              <p:cNvPr id="914" name="object 288">
                <a:extLst>
                  <a:ext uri="{FF2B5EF4-FFF2-40B4-BE49-F238E27FC236}">
                    <a16:creationId xmlns:a16="http://schemas.microsoft.com/office/drawing/2014/main" id="{2B03D6F2-917B-5F64-6E61-985D1BD8CBB5}"/>
                  </a:ext>
                </a:extLst>
              </p:cNvPr>
              <p:cNvSpPr/>
              <p:nvPr/>
            </p:nvSpPr>
            <p:spPr>
              <a:xfrm>
                <a:off x="5544312" y="2737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15" name="object 289">
                <a:extLst>
                  <a:ext uri="{FF2B5EF4-FFF2-40B4-BE49-F238E27FC236}">
                    <a16:creationId xmlns:a16="http://schemas.microsoft.com/office/drawing/2014/main" id="{055A19BB-E88C-D6EA-5147-BFEBD90913C0}"/>
                  </a:ext>
                </a:extLst>
              </p:cNvPr>
              <p:cNvSpPr/>
              <p:nvPr/>
            </p:nvSpPr>
            <p:spPr>
              <a:xfrm>
                <a:off x="5544312" y="2737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77" name="object 290">
              <a:extLst>
                <a:ext uri="{FF2B5EF4-FFF2-40B4-BE49-F238E27FC236}">
                  <a16:creationId xmlns:a16="http://schemas.microsoft.com/office/drawing/2014/main" id="{2C916908-82BF-846D-00F6-6C7D42848D1C}"/>
                </a:ext>
              </a:extLst>
            </p:cNvPr>
            <p:cNvGrpSpPr/>
            <p:nvPr/>
          </p:nvGrpSpPr>
          <p:grpSpPr>
            <a:xfrm>
              <a:off x="5844540" y="1366266"/>
              <a:ext cx="542925" cy="3962400"/>
              <a:chOff x="5844540" y="1366266"/>
              <a:chExt cx="542925" cy="3962400"/>
            </a:xfrm>
          </p:grpSpPr>
          <p:sp>
            <p:nvSpPr>
              <p:cNvPr id="882" name="object 291">
                <a:extLst>
                  <a:ext uri="{FF2B5EF4-FFF2-40B4-BE49-F238E27FC236}">
                    <a16:creationId xmlns:a16="http://schemas.microsoft.com/office/drawing/2014/main" id="{F9DCCFDC-5772-A15E-4C71-F5C814258797}"/>
                  </a:ext>
                </a:extLst>
              </p:cNvPr>
              <p:cNvSpPr/>
              <p:nvPr/>
            </p:nvSpPr>
            <p:spPr>
              <a:xfrm>
                <a:off x="5849112" y="2737104"/>
                <a:ext cx="5334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5334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  <a:path w="533400" h="533400">
                    <a:moveTo>
                      <a:pt x="304800" y="228600"/>
                    </a:moveTo>
                    <a:lnTo>
                      <a:pt x="533400" y="228600"/>
                    </a:lnTo>
                    <a:lnTo>
                      <a:pt x="533400" y="0"/>
                    </a:lnTo>
                    <a:lnTo>
                      <a:pt x="304800" y="0"/>
                    </a:lnTo>
                    <a:lnTo>
                      <a:pt x="304800" y="228600"/>
                    </a:lnTo>
                    <a:close/>
                  </a:path>
                  <a:path w="533400" h="533400">
                    <a:moveTo>
                      <a:pt x="0" y="533400"/>
                    </a:moveTo>
                    <a:lnTo>
                      <a:pt x="228600" y="533400"/>
                    </a:lnTo>
                    <a:lnTo>
                      <a:pt x="228600" y="304800"/>
                    </a:lnTo>
                    <a:lnTo>
                      <a:pt x="0" y="304800"/>
                    </a:lnTo>
                    <a:lnTo>
                      <a:pt x="0" y="5334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883" name="object 292">
                <a:extLst>
                  <a:ext uri="{FF2B5EF4-FFF2-40B4-BE49-F238E27FC236}">
                    <a16:creationId xmlns:a16="http://schemas.microsoft.com/office/drawing/2014/main" id="{01C33B92-397C-E1C1-CA85-4D1072F3DABA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153912" y="30419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84" name="object 293">
                <a:extLst>
                  <a:ext uri="{FF2B5EF4-FFF2-40B4-BE49-F238E27FC236}">
                    <a16:creationId xmlns:a16="http://schemas.microsoft.com/office/drawing/2014/main" id="{BAE40AF9-167C-9771-C978-5ABD5FC054AF}"/>
                  </a:ext>
                </a:extLst>
              </p:cNvPr>
              <p:cNvSpPr/>
              <p:nvPr/>
            </p:nvSpPr>
            <p:spPr>
              <a:xfrm>
                <a:off x="5849112" y="3041904"/>
                <a:ext cx="5334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533400">
                    <a:moveTo>
                      <a:pt x="304800" y="228600"/>
                    </a:moveTo>
                    <a:lnTo>
                      <a:pt x="533400" y="228600"/>
                    </a:lnTo>
                    <a:lnTo>
                      <a:pt x="533400" y="0"/>
                    </a:lnTo>
                    <a:lnTo>
                      <a:pt x="304800" y="0"/>
                    </a:lnTo>
                    <a:lnTo>
                      <a:pt x="304800" y="228600"/>
                    </a:lnTo>
                    <a:close/>
                  </a:path>
                  <a:path w="533400" h="533400">
                    <a:moveTo>
                      <a:pt x="0" y="533400"/>
                    </a:moveTo>
                    <a:lnTo>
                      <a:pt x="228600" y="533400"/>
                    </a:lnTo>
                    <a:lnTo>
                      <a:pt x="228600" y="304800"/>
                    </a:lnTo>
                    <a:lnTo>
                      <a:pt x="0" y="304800"/>
                    </a:lnTo>
                    <a:lnTo>
                      <a:pt x="0" y="5334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885" name="object 294">
                <a:extLst>
                  <a:ext uri="{FF2B5EF4-FFF2-40B4-BE49-F238E27FC236}">
                    <a16:creationId xmlns:a16="http://schemas.microsoft.com/office/drawing/2014/main" id="{A562B69A-B5B3-AD8C-C84F-EF73D1D8D247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153912" y="3346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86" name="object 295">
                <a:extLst>
                  <a:ext uri="{FF2B5EF4-FFF2-40B4-BE49-F238E27FC236}">
                    <a16:creationId xmlns:a16="http://schemas.microsoft.com/office/drawing/2014/main" id="{A47CF212-CA70-82CF-7CBC-464A36544341}"/>
                  </a:ext>
                </a:extLst>
              </p:cNvPr>
              <p:cNvSpPr/>
              <p:nvPr/>
            </p:nvSpPr>
            <p:spPr>
              <a:xfrm>
                <a:off x="6153912" y="3346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87" name="object 296">
                <a:extLst>
                  <a:ext uri="{FF2B5EF4-FFF2-40B4-BE49-F238E27FC236}">
                    <a16:creationId xmlns:a16="http://schemas.microsoft.com/office/drawing/2014/main" id="{12BD57E7-C5A0-4894-14A4-C246453DC118}"/>
                  </a:ext>
                </a:extLst>
              </p:cNvPr>
              <p:cNvSpPr/>
              <p:nvPr/>
            </p:nvSpPr>
            <p:spPr>
              <a:xfrm>
                <a:off x="5849112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88" name="object 297">
                <a:extLst>
                  <a:ext uri="{FF2B5EF4-FFF2-40B4-BE49-F238E27FC236}">
                    <a16:creationId xmlns:a16="http://schemas.microsoft.com/office/drawing/2014/main" id="{68A2A875-35A6-D5B5-544D-CCE63A20BBF9}"/>
                  </a:ext>
                </a:extLst>
              </p:cNvPr>
              <p:cNvSpPr/>
              <p:nvPr/>
            </p:nvSpPr>
            <p:spPr>
              <a:xfrm>
                <a:off x="5849112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889" name="object 298">
                <a:extLst>
                  <a:ext uri="{FF2B5EF4-FFF2-40B4-BE49-F238E27FC236}">
                    <a16:creationId xmlns:a16="http://schemas.microsoft.com/office/drawing/2014/main" id="{E62CDD58-E3B9-A322-08E2-C411BA6DD4C8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153912" y="36515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90" name="object 299">
                <a:extLst>
                  <a:ext uri="{FF2B5EF4-FFF2-40B4-BE49-F238E27FC236}">
                    <a16:creationId xmlns:a16="http://schemas.microsoft.com/office/drawing/2014/main" id="{44E82747-62DB-8114-7BAC-0BA16FF5CB5F}"/>
                  </a:ext>
                </a:extLst>
              </p:cNvPr>
              <p:cNvSpPr/>
              <p:nvPr/>
            </p:nvSpPr>
            <p:spPr>
              <a:xfrm>
                <a:off x="5849112" y="3651504"/>
                <a:ext cx="5334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533400">
                    <a:moveTo>
                      <a:pt x="304800" y="228600"/>
                    </a:moveTo>
                    <a:lnTo>
                      <a:pt x="533400" y="228600"/>
                    </a:lnTo>
                    <a:lnTo>
                      <a:pt x="533400" y="0"/>
                    </a:lnTo>
                    <a:lnTo>
                      <a:pt x="304800" y="0"/>
                    </a:lnTo>
                    <a:lnTo>
                      <a:pt x="304800" y="228600"/>
                    </a:lnTo>
                    <a:close/>
                  </a:path>
                  <a:path w="533400" h="533400">
                    <a:moveTo>
                      <a:pt x="0" y="533400"/>
                    </a:moveTo>
                    <a:lnTo>
                      <a:pt x="228600" y="533400"/>
                    </a:lnTo>
                    <a:lnTo>
                      <a:pt x="228600" y="304800"/>
                    </a:lnTo>
                    <a:lnTo>
                      <a:pt x="0" y="304800"/>
                    </a:lnTo>
                    <a:lnTo>
                      <a:pt x="0" y="5334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891" name="object 300">
                <a:extLst>
                  <a:ext uri="{FF2B5EF4-FFF2-40B4-BE49-F238E27FC236}">
                    <a16:creationId xmlns:a16="http://schemas.microsoft.com/office/drawing/2014/main" id="{0FF33A50-6FA3-37F7-872A-BA923E95FBA8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153912" y="39563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92" name="object 301">
                <a:extLst>
                  <a:ext uri="{FF2B5EF4-FFF2-40B4-BE49-F238E27FC236}">
                    <a16:creationId xmlns:a16="http://schemas.microsoft.com/office/drawing/2014/main" id="{510C5416-F6EF-03F9-1648-D7AC10C2DAC1}"/>
                  </a:ext>
                </a:extLst>
              </p:cNvPr>
              <p:cNvSpPr/>
              <p:nvPr/>
            </p:nvSpPr>
            <p:spPr>
              <a:xfrm>
                <a:off x="6153912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93" name="object 302">
                <a:extLst>
                  <a:ext uri="{FF2B5EF4-FFF2-40B4-BE49-F238E27FC236}">
                    <a16:creationId xmlns:a16="http://schemas.microsoft.com/office/drawing/2014/main" id="{C0EDDD43-21F8-4AA9-AB19-E14206BD66AD}"/>
                  </a:ext>
                </a:extLst>
              </p:cNvPr>
              <p:cNvSpPr/>
              <p:nvPr/>
            </p:nvSpPr>
            <p:spPr>
              <a:xfrm>
                <a:off x="58491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94" name="object 303">
                <a:extLst>
                  <a:ext uri="{FF2B5EF4-FFF2-40B4-BE49-F238E27FC236}">
                    <a16:creationId xmlns:a16="http://schemas.microsoft.com/office/drawing/2014/main" id="{34F25915-7834-96C2-45A6-C4D5E9B6C6D9}"/>
                  </a:ext>
                </a:extLst>
              </p:cNvPr>
              <p:cNvSpPr/>
              <p:nvPr/>
            </p:nvSpPr>
            <p:spPr>
              <a:xfrm>
                <a:off x="5849112" y="4261104"/>
                <a:ext cx="5334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5334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  <a:path w="533400" h="533400">
                    <a:moveTo>
                      <a:pt x="304800" y="228600"/>
                    </a:moveTo>
                    <a:lnTo>
                      <a:pt x="533400" y="228600"/>
                    </a:lnTo>
                    <a:lnTo>
                      <a:pt x="533400" y="0"/>
                    </a:lnTo>
                    <a:lnTo>
                      <a:pt x="304800" y="0"/>
                    </a:lnTo>
                    <a:lnTo>
                      <a:pt x="304800" y="228600"/>
                    </a:lnTo>
                    <a:close/>
                  </a:path>
                  <a:path w="533400" h="533400">
                    <a:moveTo>
                      <a:pt x="0" y="533400"/>
                    </a:moveTo>
                    <a:lnTo>
                      <a:pt x="228600" y="533400"/>
                    </a:lnTo>
                    <a:lnTo>
                      <a:pt x="228600" y="304800"/>
                    </a:lnTo>
                    <a:lnTo>
                      <a:pt x="0" y="304800"/>
                    </a:lnTo>
                    <a:lnTo>
                      <a:pt x="0" y="5334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895" name="object 304">
                <a:extLst>
                  <a:ext uri="{FF2B5EF4-FFF2-40B4-BE49-F238E27FC236}">
                    <a16:creationId xmlns:a16="http://schemas.microsoft.com/office/drawing/2014/main" id="{2F73183A-1EED-7F70-1F24-D9B47ACCD0BC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153912" y="45659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96" name="object 305">
                <a:extLst>
                  <a:ext uri="{FF2B5EF4-FFF2-40B4-BE49-F238E27FC236}">
                    <a16:creationId xmlns:a16="http://schemas.microsoft.com/office/drawing/2014/main" id="{A14E6944-4DF3-F9DB-F854-3798AC40CD81}"/>
                  </a:ext>
                </a:extLst>
              </p:cNvPr>
              <p:cNvSpPr/>
              <p:nvPr/>
            </p:nvSpPr>
            <p:spPr>
              <a:xfrm>
                <a:off x="5849112" y="4565904"/>
                <a:ext cx="5334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533400">
                    <a:moveTo>
                      <a:pt x="304800" y="228600"/>
                    </a:moveTo>
                    <a:lnTo>
                      <a:pt x="533400" y="228600"/>
                    </a:lnTo>
                    <a:lnTo>
                      <a:pt x="533400" y="0"/>
                    </a:lnTo>
                    <a:lnTo>
                      <a:pt x="304800" y="0"/>
                    </a:lnTo>
                    <a:lnTo>
                      <a:pt x="304800" y="228600"/>
                    </a:lnTo>
                    <a:close/>
                  </a:path>
                  <a:path w="533400" h="533400">
                    <a:moveTo>
                      <a:pt x="0" y="533400"/>
                    </a:moveTo>
                    <a:lnTo>
                      <a:pt x="228600" y="533400"/>
                    </a:lnTo>
                    <a:lnTo>
                      <a:pt x="228600" y="304800"/>
                    </a:lnTo>
                    <a:lnTo>
                      <a:pt x="0" y="304800"/>
                    </a:lnTo>
                    <a:lnTo>
                      <a:pt x="0" y="5334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897" name="object 306">
                <a:extLst>
                  <a:ext uri="{FF2B5EF4-FFF2-40B4-BE49-F238E27FC236}">
                    <a16:creationId xmlns:a16="http://schemas.microsoft.com/office/drawing/2014/main" id="{37972E56-F4ED-DCBA-4DCB-0C3B51118F9B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153912" y="4870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98" name="object 307">
                <a:extLst>
                  <a:ext uri="{FF2B5EF4-FFF2-40B4-BE49-F238E27FC236}">
                    <a16:creationId xmlns:a16="http://schemas.microsoft.com/office/drawing/2014/main" id="{1FFC8144-D792-7FDB-CE76-B640A9A188A4}"/>
                  </a:ext>
                </a:extLst>
              </p:cNvPr>
              <p:cNvSpPr/>
              <p:nvPr/>
            </p:nvSpPr>
            <p:spPr>
              <a:xfrm>
                <a:off x="6153912" y="4870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99" name="object 308">
                <a:extLst>
                  <a:ext uri="{FF2B5EF4-FFF2-40B4-BE49-F238E27FC236}">
                    <a16:creationId xmlns:a16="http://schemas.microsoft.com/office/drawing/2014/main" id="{F9951A32-C5BF-3696-8993-3B7589F5EE38}"/>
                  </a:ext>
                </a:extLst>
              </p:cNvPr>
              <p:cNvSpPr/>
              <p:nvPr/>
            </p:nvSpPr>
            <p:spPr>
              <a:xfrm>
                <a:off x="5849112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00" name="object 309">
                <a:extLst>
                  <a:ext uri="{FF2B5EF4-FFF2-40B4-BE49-F238E27FC236}">
                    <a16:creationId xmlns:a16="http://schemas.microsoft.com/office/drawing/2014/main" id="{51E39AAF-0538-78F6-63A2-0EF21ED36DC0}"/>
                  </a:ext>
                </a:extLst>
              </p:cNvPr>
              <p:cNvSpPr/>
              <p:nvPr/>
            </p:nvSpPr>
            <p:spPr>
              <a:xfrm>
                <a:off x="5849112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901" name="object 310">
                <a:extLst>
                  <a:ext uri="{FF2B5EF4-FFF2-40B4-BE49-F238E27FC236}">
                    <a16:creationId xmlns:a16="http://schemas.microsoft.com/office/drawing/2014/main" id="{B797FED9-E956-C054-A3A4-E628DC9C7580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153912" y="15179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02" name="object 311">
                <a:extLst>
                  <a:ext uri="{FF2B5EF4-FFF2-40B4-BE49-F238E27FC236}">
                    <a16:creationId xmlns:a16="http://schemas.microsoft.com/office/drawing/2014/main" id="{5C04ECDB-7E6E-CDE0-5216-9D60D003B59C}"/>
                  </a:ext>
                </a:extLst>
              </p:cNvPr>
              <p:cNvSpPr/>
              <p:nvPr/>
            </p:nvSpPr>
            <p:spPr>
              <a:xfrm>
                <a:off x="5849112" y="1517904"/>
                <a:ext cx="5334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533400">
                    <a:moveTo>
                      <a:pt x="304800" y="228600"/>
                    </a:moveTo>
                    <a:lnTo>
                      <a:pt x="533400" y="228600"/>
                    </a:lnTo>
                    <a:lnTo>
                      <a:pt x="533400" y="0"/>
                    </a:lnTo>
                    <a:lnTo>
                      <a:pt x="304800" y="0"/>
                    </a:lnTo>
                    <a:lnTo>
                      <a:pt x="304800" y="228600"/>
                    </a:lnTo>
                    <a:close/>
                  </a:path>
                  <a:path w="533400" h="533400">
                    <a:moveTo>
                      <a:pt x="0" y="533400"/>
                    </a:moveTo>
                    <a:lnTo>
                      <a:pt x="228600" y="533400"/>
                    </a:lnTo>
                    <a:lnTo>
                      <a:pt x="228600" y="304800"/>
                    </a:lnTo>
                    <a:lnTo>
                      <a:pt x="0" y="304800"/>
                    </a:lnTo>
                    <a:lnTo>
                      <a:pt x="0" y="5334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903" name="object 312">
                <a:extLst>
                  <a:ext uri="{FF2B5EF4-FFF2-40B4-BE49-F238E27FC236}">
                    <a16:creationId xmlns:a16="http://schemas.microsoft.com/office/drawing/2014/main" id="{6F751DA4-E3EB-198A-6CA9-1F00CD850BB8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153912" y="1822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04" name="object 313">
                <a:extLst>
                  <a:ext uri="{FF2B5EF4-FFF2-40B4-BE49-F238E27FC236}">
                    <a16:creationId xmlns:a16="http://schemas.microsoft.com/office/drawing/2014/main" id="{2C011CE2-BDBE-7FD4-EC3A-66601719957E}"/>
                  </a:ext>
                </a:extLst>
              </p:cNvPr>
              <p:cNvSpPr/>
              <p:nvPr/>
            </p:nvSpPr>
            <p:spPr>
              <a:xfrm>
                <a:off x="6153912" y="1822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05" name="object 314">
                <a:extLst>
                  <a:ext uri="{FF2B5EF4-FFF2-40B4-BE49-F238E27FC236}">
                    <a16:creationId xmlns:a16="http://schemas.microsoft.com/office/drawing/2014/main" id="{BF76C6EC-8F59-3E2A-EE98-DA222EF03C19}"/>
                  </a:ext>
                </a:extLst>
              </p:cNvPr>
              <p:cNvSpPr/>
              <p:nvPr/>
            </p:nvSpPr>
            <p:spPr>
              <a:xfrm>
                <a:off x="5849112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06" name="object 315">
                <a:extLst>
                  <a:ext uri="{FF2B5EF4-FFF2-40B4-BE49-F238E27FC236}">
                    <a16:creationId xmlns:a16="http://schemas.microsoft.com/office/drawing/2014/main" id="{3B7CB07E-C14C-536A-C288-4BE097E4581A}"/>
                  </a:ext>
                </a:extLst>
              </p:cNvPr>
              <p:cNvSpPr/>
              <p:nvPr/>
            </p:nvSpPr>
            <p:spPr>
              <a:xfrm>
                <a:off x="5849112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907" name="object 316">
                <a:extLst>
                  <a:ext uri="{FF2B5EF4-FFF2-40B4-BE49-F238E27FC236}">
                    <a16:creationId xmlns:a16="http://schemas.microsoft.com/office/drawing/2014/main" id="{206AB07D-B564-FC8E-24DA-E9DA07339C3C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153912" y="21275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08" name="object 317">
                <a:extLst>
                  <a:ext uri="{FF2B5EF4-FFF2-40B4-BE49-F238E27FC236}">
                    <a16:creationId xmlns:a16="http://schemas.microsoft.com/office/drawing/2014/main" id="{3F8D45C0-BE72-8919-07C8-D54A7C90AD57}"/>
                  </a:ext>
                </a:extLst>
              </p:cNvPr>
              <p:cNvSpPr/>
              <p:nvPr/>
            </p:nvSpPr>
            <p:spPr>
              <a:xfrm>
                <a:off x="6153912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09" name="object 318">
                <a:extLst>
                  <a:ext uri="{FF2B5EF4-FFF2-40B4-BE49-F238E27FC236}">
                    <a16:creationId xmlns:a16="http://schemas.microsoft.com/office/drawing/2014/main" id="{1961F431-DC0C-435A-847D-A99DA2398099}"/>
                  </a:ext>
                </a:extLst>
              </p:cNvPr>
              <p:cNvSpPr/>
              <p:nvPr/>
            </p:nvSpPr>
            <p:spPr>
              <a:xfrm>
                <a:off x="5849112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10" name="object 319">
                <a:extLst>
                  <a:ext uri="{FF2B5EF4-FFF2-40B4-BE49-F238E27FC236}">
                    <a16:creationId xmlns:a16="http://schemas.microsoft.com/office/drawing/2014/main" id="{7E18F733-5CBB-876B-DCF0-3008D235E783}"/>
                  </a:ext>
                </a:extLst>
              </p:cNvPr>
              <p:cNvSpPr/>
              <p:nvPr/>
            </p:nvSpPr>
            <p:spPr>
              <a:xfrm>
                <a:off x="5849112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911" name="object 320">
                <a:extLst>
                  <a:ext uri="{FF2B5EF4-FFF2-40B4-BE49-F238E27FC236}">
                    <a16:creationId xmlns:a16="http://schemas.microsoft.com/office/drawing/2014/main" id="{2100C0F0-5F89-E1E4-5A0D-63422D654B2E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153912" y="24323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12" name="object 321">
                <a:extLst>
                  <a:ext uri="{FF2B5EF4-FFF2-40B4-BE49-F238E27FC236}">
                    <a16:creationId xmlns:a16="http://schemas.microsoft.com/office/drawing/2014/main" id="{C5017B7D-3A9F-A944-C40C-5FE43D5CD379}"/>
                  </a:ext>
                </a:extLst>
              </p:cNvPr>
              <p:cNvSpPr/>
              <p:nvPr/>
            </p:nvSpPr>
            <p:spPr>
              <a:xfrm>
                <a:off x="6153912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13" name="object 322">
                <a:extLst>
                  <a:ext uri="{FF2B5EF4-FFF2-40B4-BE49-F238E27FC236}">
                    <a16:creationId xmlns:a16="http://schemas.microsoft.com/office/drawing/2014/main" id="{42FD1A5E-440F-42E0-5AD5-AE39650F2F54}"/>
                  </a:ext>
                </a:extLst>
              </p:cNvPr>
              <p:cNvSpPr/>
              <p:nvPr/>
            </p:nvSpPr>
            <p:spPr>
              <a:xfrm>
                <a:off x="6116574" y="1366266"/>
                <a:ext cx="0" cy="3962400"/>
              </a:xfrm>
              <a:custGeom>
                <a:avLst/>
                <a:gdLst/>
                <a:ahLst/>
                <a:cxnLst/>
                <a:rect l="l" t="t" r="r" b="b"/>
                <a:pathLst>
                  <a:path h="3962400">
                    <a:moveTo>
                      <a:pt x="0" y="0"/>
                    </a:moveTo>
                    <a:lnTo>
                      <a:pt x="0" y="3962400"/>
                    </a:lnTo>
                  </a:path>
                </a:pathLst>
              </a:custGeom>
              <a:ln w="38100">
                <a:solidFill>
                  <a:srgbClr val="000000"/>
                </a:solidFill>
                <a:prstDash val="lgDash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78" name="object 323">
              <a:extLst>
                <a:ext uri="{FF2B5EF4-FFF2-40B4-BE49-F238E27FC236}">
                  <a16:creationId xmlns:a16="http://schemas.microsoft.com/office/drawing/2014/main" id="{591F997A-7B90-26F4-4990-42CA2812B8C6}"/>
                </a:ext>
              </a:extLst>
            </p:cNvPr>
            <p:cNvSpPr/>
            <p:nvPr/>
          </p:nvSpPr>
          <p:spPr>
            <a:xfrm>
              <a:off x="6458711" y="27371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599" y="228600"/>
                  </a:lnTo>
                  <a:lnTo>
                    <a:pt x="228599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9" name="object 324">
              <a:extLst>
                <a:ext uri="{FF2B5EF4-FFF2-40B4-BE49-F238E27FC236}">
                  <a16:creationId xmlns:a16="http://schemas.microsoft.com/office/drawing/2014/main" id="{178E8861-5792-F715-95C3-10AF9D497DC9}"/>
                </a:ext>
              </a:extLst>
            </p:cNvPr>
            <p:cNvSpPr/>
            <p:nvPr/>
          </p:nvSpPr>
          <p:spPr>
            <a:xfrm>
              <a:off x="5544311" y="30419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80" name="object 325">
              <a:extLst>
                <a:ext uri="{FF2B5EF4-FFF2-40B4-BE49-F238E27FC236}">
                  <a16:creationId xmlns:a16="http://schemas.microsoft.com/office/drawing/2014/main" id="{5A05A188-51DA-F8DE-D152-0CDADD472578}"/>
                </a:ext>
              </a:extLst>
            </p:cNvPr>
            <p:cNvGrpSpPr/>
            <p:nvPr/>
          </p:nvGrpSpPr>
          <p:grpSpPr>
            <a:xfrm>
              <a:off x="6454140" y="3037332"/>
              <a:ext cx="238125" cy="238125"/>
              <a:chOff x="6454140" y="3037332"/>
              <a:chExt cx="238125" cy="238125"/>
            </a:xfrm>
          </p:grpSpPr>
          <p:pic>
            <p:nvPicPr>
              <p:cNvPr id="880" name="object 326">
                <a:extLst>
                  <a:ext uri="{FF2B5EF4-FFF2-40B4-BE49-F238E27FC236}">
                    <a16:creationId xmlns:a16="http://schemas.microsoft.com/office/drawing/2014/main" id="{AA65BFF3-D73D-F48B-33B0-ED7021B7B050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458712" y="3041904"/>
                <a:ext cx="228599" cy="228600"/>
              </a:xfrm>
              <a:prstGeom prst="rect">
                <a:avLst/>
              </a:prstGeom>
            </p:spPr>
          </p:pic>
          <p:sp>
            <p:nvSpPr>
              <p:cNvPr id="881" name="object 327">
                <a:extLst>
                  <a:ext uri="{FF2B5EF4-FFF2-40B4-BE49-F238E27FC236}">
                    <a16:creationId xmlns:a16="http://schemas.microsoft.com/office/drawing/2014/main" id="{807FFBCF-EC49-346B-8E32-B87EEE3390F2}"/>
                  </a:ext>
                </a:extLst>
              </p:cNvPr>
              <p:cNvSpPr/>
              <p:nvPr/>
            </p:nvSpPr>
            <p:spPr>
              <a:xfrm>
                <a:off x="6458712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599" y="228600"/>
                    </a:lnTo>
                    <a:lnTo>
                      <a:pt x="228599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81" name="object 328">
              <a:extLst>
                <a:ext uri="{FF2B5EF4-FFF2-40B4-BE49-F238E27FC236}">
                  <a16:creationId xmlns:a16="http://schemas.microsoft.com/office/drawing/2014/main" id="{54FC5F4E-DDF1-293C-B25E-29D4F9A910CF}"/>
                </a:ext>
              </a:extLst>
            </p:cNvPr>
            <p:cNvSpPr/>
            <p:nvPr/>
          </p:nvSpPr>
          <p:spPr>
            <a:xfrm>
              <a:off x="5544311" y="33467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2" name="object 329">
              <a:extLst>
                <a:ext uri="{FF2B5EF4-FFF2-40B4-BE49-F238E27FC236}">
                  <a16:creationId xmlns:a16="http://schemas.microsoft.com/office/drawing/2014/main" id="{42F067CB-430A-270D-1F1D-80BAB85173F8}"/>
                </a:ext>
              </a:extLst>
            </p:cNvPr>
            <p:cNvSpPr/>
            <p:nvPr/>
          </p:nvSpPr>
          <p:spPr>
            <a:xfrm>
              <a:off x="6458711" y="33467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599" y="228600"/>
                  </a:lnTo>
                  <a:lnTo>
                    <a:pt x="228599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83" name="object 330">
              <a:extLst>
                <a:ext uri="{FF2B5EF4-FFF2-40B4-BE49-F238E27FC236}">
                  <a16:creationId xmlns:a16="http://schemas.microsoft.com/office/drawing/2014/main" id="{EC3546C3-9050-72BD-BFBE-CAF9F02D962E}"/>
                </a:ext>
              </a:extLst>
            </p:cNvPr>
            <p:cNvGrpSpPr/>
            <p:nvPr/>
          </p:nvGrpSpPr>
          <p:grpSpPr>
            <a:xfrm>
              <a:off x="5539740" y="3646932"/>
              <a:ext cx="238125" cy="238125"/>
              <a:chOff x="5539740" y="3646932"/>
              <a:chExt cx="238125" cy="238125"/>
            </a:xfrm>
          </p:grpSpPr>
          <p:sp>
            <p:nvSpPr>
              <p:cNvPr id="878" name="object 331">
                <a:extLst>
                  <a:ext uri="{FF2B5EF4-FFF2-40B4-BE49-F238E27FC236}">
                    <a16:creationId xmlns:a16="http://schemas.microsoft.com/office/drawing/2014/main" id="{5F58EF76-6571-614A-E4FC-88B04967DC7C}"/>
                  </a:ext>
                </a:extLst>
              </p:cNvPr>
              <p:cNvSpPr/>
              <p:nvPr/>
            </p:nvSpPr>
            <p:spPr>
              <a:xfrm>
                <a:off x="5544312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79" name="object 332">
                <a:extLst>
                  <a:ext uri="{FF2B5EF4-FFF2-40B4-BE49-F238E27FC236}">
                    <a16:creationId xmlns:a16="http://schemas.microsoft.com/office/drawing/2014/main" id="{E34BAAA9-6C56-DE2D-FD09-7FD9E97261A2}"/>
                  </a:ext>
                </a:extLst>
              </p:cNvPr>
              <p:cNvSpPr/>
              <p:nvPr/>
            </p:nvSpPr>
            <p:spPr>
              <a:xfrm>
                <a:off x="5544312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84" name="object 333">
              <a:extLst>
                <a:ext uri="{FF2B5EF4-FFF2-40B4-BE49-F238E27FC236}">
                  <a16:creationId xmlns:a16="http://schemas.microsoft.com/office/drawing/2014/main" id="{5EE2CE6F-AE63-BD92-6B8D-E2FCE8224CBB}"/>
                </a:ext>
              </a:extLst>
            </p:cNvPr>
            <p:cNvGrpSpPr/>
            <p:nvPr/>
          </p:nvGrpSpPr>
          <p:grpSpPr>
            <a:xfrm>
              <a:off x="6454140" y="3646932"/>
              <a:ext cx="238125" cy="238125"/>
              <a:chOff x="6454140" y="3646932"/>
              <a:chExt cx="238125" cy="238125"/>
            </a:xfrm>
          </p:grpSpPr>
          <p:pic>
            <p:nvPicPr>
              <p:cNvPr id="876" name="object 334">
                <a:extLst>
                  <a:ext uri="{FF2B5EF4-FFF2-40B4-BE49-F238E27FC236}">
                    <a16:creationId xmlns:a16="http://schemas.microsoft.com/office/drawing/2014/main" id="{46443819-4126-8842-B6E3-62C8444720DB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458712" y="3651504"/>
                <a:ext cx="228599" cy="228600"/>
              </a:xfrm>
              <a:prstGeom prst="rect">
                <a:avLst/>
              </a:prstGeom>
            </p:spPr>
          </p:pic>
          <p:sp>
            <p:nvSpPr>
              <p:cNvPr id="877" name="object 335">
                <a:extLst>
                  <a:ext uri="{FF2B5EF4-FFF2-40B4-BE49-F238E27FC236}">
                    <a16:creationId xmlns:a16="http://schemas.microsoft.com/office/drawing/2014/main" id="{3A573E9A-4BC2-7E18-0490-9BD350492C16}"/>
                  </a:ext>
                </a:extLst>
              </p:cNvPr>
              <p:cNvSpPr/>
              <p:nvPr/>
            </p:nvSpPr>
            <p:spPr>
              <a:xfrm>
                <a:off x="6458712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599" y="228600"/>
                    </a:lnTo>
                    <a:lnTo>
                      <a:pt x="228599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85" name="object 336">
              <a:extLst>
                <a:ext uri="{FF2B5EF4-FFF2-40B4-BE49-F238E27FC236}">
                  <a16:creationId xmlns:a16="http://schemas.microsoft.com/office/drawing/2014/main" id="{B6CEC938-40DE-42C4-AA01-C18E198BCBED}"/>
                </a:ext>
              </a:extLst>
            </p:cNvPr>
            <p:cNvGrpSpPr/>
            <p:nvPr/>
          </p:nvGrpSpPr>
          <p:grpSpPr>
            <a:xfrm>
              <a:off x="5539740" y="3951732"/>
              <a:ext cx="238125" cy="238125"/>
              <a:chOff x="5539740" y="3951732"/>
              <a:chExt cx="238125" cy="238125"/>
            </a:xfrm>
          </p:grpSpPr>
          <p:sp>
            <p:nvSpPr>
              <p:cNvPr id="874" name="object 337">
                <a:extLst>
                  <a:ext uri="{FF2B5EF4-FFF2-40B4-BE49-F238E27FC236}">
                    <a16:creationId xmlns:a16="http://schemas.microsoft.com/office/drawing/2014/main" id="{4B5DAB1F-9763-8863-0F8E-77491F25CFEE}"/>
                  </a:ext>
                </a:extLst>
              </p:cNvPr>
              <p:cNvSpPr/>
              <p:nvPr/>
            </p:nvSpPr>
            <p:spPr>
              <a:xfrm>
                <a:off x="5544312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75" name="object 338">
                <a:extLst>
                  <a:ext uri="{FF2B5EF4-FFF2-40B4-BE49-F238E27FC236}">
                    <a16:creationId xmlns:a16="http://schemas.microsoft.com/office/drawing/2014/main" id="{402BAE19-6E13-2218-7A8E-845B4BA034EB}"/>
                  </a:ext>
                </a:extLst>
              </p:cNvPr>
              <p:cNvSpPr/>
              <p:nvPr/>
            </p:nvSpPr>
            <p:spPr>
              <a:xfrm>
                <a:off x="5544312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86" name="object 339">
              <a:extLst>
                <a:ext uri="{FF2B5EF4-FFF2-40B4-BE49-F238E27FC236}">
                  <a16:creationId xmlns:a16="http://schemas.microsoft.com/office/drawing/2014/main" id="{F67E323D-5171-72CD-C799-DDC73E5CCA85}"/>
                </a:ext>
              </a:extLst>
            </p:cNvPr>
            <p:cNvSpPr/>
            <p:nvPr/>
          </p:nvSpPr>
          <p:spPr>
            <a:xfrm>
              <a:off x="6458711" y="39563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599" y="228600"/>
                  </a:lnTo>
                  <a:lnTo>
                    <a:pt x="228599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87" name="object 340">
              <a:extLst>
                <a:ext uri="{FF2B5EF4-FFF2-40B4-BE49-F238E27FC236}">
                  <a16:creationId xmlns:a16="http://schemas.microsoft.com/office/drawing/2014/main" id="{80FDE5DB-A593-738B-230B-767D4EE89CBE}"/>
                </a:ext>
              </a:extLst>
            </p:cNvPr>
            <p:cNvGrpSpPr/>
            <p:nvPr/>
          </p:nvGrpSpPr>
          <p:grpSpPr>
            <a:xfrm>
              <a:off x="5539740" y="4256532"/>
              <a:ext cx="238125" cy="238125"/>
              <a:chOff x="5539740" y="4256532"/>
              <a:chExt cx="238125" cy="238125"/>
            </a:xfrm>
          </p:grpSpPr>
          <p:sp>
            <p:nvSpPr>
              <p:cNvPr id="872" name="object 341">
                <a:extLst>
                  <a:ext uri="{FF2B5EF4-FFF2-40B4-BE49-F238E27FC236}">
                    <a16:creationId xmlns:a16="http://schemas.microsoft.com/office/drawing/2014/main" id="{C74325D8-D690-0E2C-8FB7-4DAC89512729}"/>
                  </a:ext>
                </a:extLst>
              </p:cNvPr>
              <p:cNvSpPr/>
              <p:nvPr/>
            </p:nvSpPr>
            <p:spPr>
              <a:xfrm>
                <a:off x="55443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73" name="object 342">
                <a:extLst>
                  <a:ext uri="{FF2B5EF4-FFF2-40B4-BE49-F238E27FC236}">
                    <a16:creationId xmlns:a16="http://schemas.microsoft.com/office/drawing/2014/main" id="{42004577-1230-69A1-3909-12F21ABA325E}"/>
                  </a:ext>
                </a:extLst>
              </p:cNvPr>
              <p:cNvSpPr/>
              <p:nvPr/>
            </p:nvSpPr>
            <p:spPr>
              <a:xfrm>
                <a:off x="55443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88" name="object 343">
              <a:extLst>
                <a:ext uri="{FF2B5EF4-FFF2-40B4-BE49-F238E27FC236}">
                  <a16:creationId xmlns:a16="http://schemas.microsoft.com/office/drawing/2014/main" id="{02B805D8-D37A-D118-1B5C-16729442F774}"/>
                </a:ext>
              </a:extLst>
            </p:cNvPr>
            <p:cNvSpPr/>
            <p:nvPr/>
          </p:nvSpPr>
          <p:spPr>
            <a:xfrm>
              <a:off x="6458711" y="42611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599" y="228600"/>
                  </a:lnTo>
                  <a:lnTo>
                    <a:pt x="228599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89" name="object 344">
              <a:extLst>
                <a:ext uri="{FF2B5EF4-FFF2-40B4-BE49-F238E27FC236}">
                  <a16:creationId xmlns:a16="http://schemas.microsoft.com/office/drawing/2014/main" id="{55612388-35DC-A82A-F648-64CC4F462257}"/>
                </a:ext>
              </a:extLst>
            </p:cNvPr>
            <p:cNvGrpSpPr/>
            <p:nvPr/>
          </p:nvGrpSpPr>
          <p:grpSpPr>
            <a:xfrm>
              <a:off x="5539740" y="4561332"/>
              <a:ext cx="238125" cy="238125"/>
              <a:chOff x="5539740" y="4561332"/>
              <a:chExt cx="238125" cy="238125"/>
            </a:xfrm>
          </p:grpSpPr>
          <p:sp>
            <p:nvSpPr>
              <p:cNvPr id="870" name="object 345">
                <a:extLst>
                  <a:ext uri="{FF2B5EF4-FFF2-40B4-BE49-F238E27FC236}">
                    <a16:creationId xmlns:a16="http://schemas.microsoft.com/office/drawing/2014/main" id="{FE77CC2C-468E-7A0B-5292-ECA2BEC60153}"/>
                  </a:ext>
                </a:extLst>
              </p:cNvPr>
              <p:cNvSpPr/>
              <p:nvPr/>
            </p:nvSpPr>
            <p:spPr>
              <a:xfrm>
                <a:off x="5544312" y="4565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71" name="object 346">
                <a:extLst>
                  <a:ext uri="{FF2B5EF4-FFF2-40B4-BE49-F238E27FC236}">
                    <a16:creationId xmlns:a16="http://schemas.microsoft.com/office/drawing/2014/main" id="{27C1C3BA-5167-D910-0084-2FC1C38E9CFD}"/>
                  </a:ext>
                </a:extLst>
              </p:cNvPr>
              <p:cNvSpPr/>
              <p:nvPr/>
            </p:nvSpPr>
            <p:spPr>
              <a:xfrm>
                <a:off x="5544312" y="4565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90" name="object 347">
              <a:extLst>
                <a:ext uri="{FF2B5EF4-FFF2-40B4-BE49-F238E27FC236}">
                  <a16:creationId xmlns:a16="http://schemas.microsoft.com/office/drawing/2014/main" id="{40D4650B-7900-AE98-7529-4DA590870053}"/>
                </a:ext>
              </a:extLst>
            </p:cNvPr>
            <p:cNvSpPr/>
            <p:nvPr/>
          </p:nvSpPr>
          <p:spPr>
            <a:xfrm>
              <a:off x="6458711" y="45659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599" y="228600"/>
                  </a:lnTo>
                  <a:lnTo>
                    <a:pt x="228599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1" name="object 348">
              <a:extLst>
                <a:ext uri="{FF2B5EF4-FFF2-40B4-BE49-F238E27FC236}">
                  <a16:creationId xmlns:a16="http://schemas.microsoft.com/office/drawing/2014/main" id="{E70BAFAF-4034-6607-A6C9-AF668CEFF4FB}"/>
                </a:ext>
              </a:extLst>
            </p:cNvPr>
            <p:cNvSpPr/>
            <p:nvPr/>
          </p:nvSpPr>
          <p:spPr>
            <a:xfrm>
              <a:off x="5544311" y="48707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92" name="object 349">
              <a:extLst>
                <a:ext uri="{FF2B5EF4-FFF2-40B4-BE49-F238E27FC236}">
                  <a16:creationId xmlns:a16="http://schemas.microsoft.com/office/drawing/2014/main" id="{3E747164-368C-EE6D-0863-834A570C6C26}"/>
                </a:ext>
              </a:extLst>
            </p:cNvPr>
            <p:cNvGrpSpPr/>
            <p:nvPr/>
          </p:nvGrpSpPr>
          <p:grpSpPr>
            <a:xfrm>
              <a:off x="6454140" y="4866132"/>
              <a:ext cx="238125" cy="238125"/>
              <a:chOff x="6454140" y="4866132"/>
              <a:chExt cx="238125" cy="238125"/>
            </a:xfrm>
          </p:grpSpPr>
          <p:pic>
            <p:nvPicPr>
              <p:cNvPr id="868" name="object 350">
                <a:extLst>
                  <a:ext uri="{FF2B5EF4-FFF2-40B4-BE49-F238E27FC236}">
                    <a16:creationId xmlns:a16="http://schemas.microsoft.com/office/drawing/2014/main" id="{B9775696-09B3-5D6B-7CEB-04C840D230F7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458712" y="4870704"/>
                <a:ext cx="228599" cy="228600"/>
              </a:xfrm>
              <a:prstGeom prst="rect">
                <a:avLst/>
              </a:prstGeom>
            </p:spPr>
          </p:pic>
          <p:sp>
            <p:nvSpPr>
              <p:cNvPr id="869" name="object 351">
                <a:extLst>
                  <a:ext uri="{FF2B5EF4-FFF2-40B4-BE49-F238E27FC236}">
                    <a16:creationId xmlns:a16="http://schemas.microsoft.com/office/drawing/2014/main" id="{48ACE463-5B2B-A966-AA0C-60834DBE19AF}"/>
                  </a:ext>
                </a:extLst>
              </p:cNvPr>
              <p:cNvSpPr/>
              <p:nvPr/>
            </p:nvSpPr>
            <p:spPr>
              <a:xfrm>
                <a:off x="6458712" y="4870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599" y="228600"/>
                    </a:lnTo>
                    <a:lnTo>
                      <a:pt x="228599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93" name="object 352">
              <a:extLst>
                <a:ext uri="{FF2B5EF4-FFF2-40B4-BE49-F238E27FC236}">
                  <a16:creationId xmlns:a16="http://schemas.microsoft.com/office/drawing/2014/main" id="{098784A0-E523-AFC0-75AC-96DF7F4A61B1}"/>
                </a:ext>
              </a:extLst>
            </p:cNvPr>
            <p:cNvGrpSpPr/>
            <p:nvPr/>
          </p:nvGrpSpPr>
          <p:grpSpPr>
            <a:xfrm>
              <a:off x="5539740" y="1513332"/>
              <a:ext cx="238125" cy="238125"/>
              <a:chOff x="5539740" y="1513332"/>
              <a:chExt cx="238125" cy="238125"/>
            </a:xfrm>
          </p:grpSpPr>
          <p:sp>
            <p:nvSpPr>
              <p:cNvPr id="866" name="object 353">
                <a:extLst>
                  <a:ext uri="{FF2B5EF4-FFF2-40B4-BE49-F238E27FC236}">
                    <a16:creationId xmlns:a16="http://schemas.microsoft.com/office/drawing/2014/main" id="{F4D1D602-4E72-2175-0DEA-42B9290AA2B0}"/>
                  </a:ext>
                </a:extLst>
              </p:cNvPr>
              <p:cNvSpPr/>
              <p:nvPr/>
            </p:nvSpPr>
            <p:spPr>
              <a:xfrm>
                <a:off x="5544312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67" name="object 354">
                <a:extLst>
                  <a:ext uri="{FF2B5EF4-FFF2-40B4-BE49-F238E27FC236}">
                    <a16:creationId xmlns:a16="http://schemas.microsoft.com/office/drawing/2014/main" id="{B078BE75-846B-2D88-E8C0-63709449246E}"/>
                  </a:ext>
                </a:extLst>
              </p:cNvPr>
              <p:cNvSpPr/>
              <p:nvPr/>
            </p:nvSpPr>
            <p:spPr>
              <a:xfrm>
                <a:off x="5544312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94" name="object 355">
              <a:extLst>
                <a:ext uri="{FF2B5EF4-FFF2-40B4-BE49-F238E27FC236}">
                  <a16:creationId xmlns:a16="http://schemas.microsoft.com/office/drawing/2014/main" id="{3BB311CB-505E-86BC-6E73-A94D89A9D14B}"/>
                </a:ext>
              </a:extLst>
            </p:cNvPr>
            <p:cNvGrpSpPr/>
            <p:nvPr/>
          </p:nvGrpSpPr>
          <p:grpSpPr>
            <a:xfrm>
              <a:off x="6454140" y="1513332"/>
              <a:ext cx="238125" cy="238125"/>
              <a:chOff x="6454140" y="1513332"/>
              <a:chExt cx="238125" cy="238125"/>
            </a:xfrm>
          </p:grpSpPr>
          <p:pic>
            <p:nvPicPr>
              <p:cNvPr id="864" name="object 356">
                <a:extLst>
                  <a:ext uri="{FF2B5EF4-FFF2-40B4-BE49-F238E27FC236}">
                    <a16:creationId xmlns:a16="http://schemas.microsoft.com/office/drawing/2014/main" id="{C3E7DEEC-879D-AD0C-8DE7-36437C62DFC6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458712" y="1517904"/>
                <a:ext cx="228599" cy="228600"/>
              </a:xfrm>
              <a:prstGeom prst="rect">
                <a:avLst/>
              </a:prstGeom>
            </p:spPr>
          </p:pic>
          <p:sp>
            <p:nvSpPr>
              <p:cNvPr id="865" name="object 357">
                <a:extLst>
                  <a:ext uri="{FF2B5EF4-FFF2-40B4-BE49-F238E27FC236}">
                    <a16:creationId xmlns:a16="http://schemas.microsoft.com/office/drawing/2014/main" id="{2E1B51DF-185E-104E-0026-2C79FD11D188}"/>
                  </a:ext>
                </a:extLst>
              </p:cNvPr>
              <p:cNvSpPr/>
              <p:nvPr/>
            </p:nvSpPr>
            <p:spPr>
              <a:xfrm>
                <a:off x="6458712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599" y="228600"/>
                    </a:lnTo>
                    <a:lnTo>
                      <a:pt x="228599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95" name="object 358">
              <a:extLst>
                <a:ext uri="{FF2B5EF4-FFF2-40B4-BE49-F238E27FC236}">
                  <a16:creationId xmlns:a16="http://schemas.microsoft.com/office/drawing/2014/main" id="{6A22B59F-4F92-0ECB-2E2E-E531575AD387}"/>
                </a:ext>
              </a:extLst>
            </p:cNvPr>
            <p:cNvGrpSpPr/>
            <p:nvPr/>
          </p:nvGrpSpPr>
          <p:grpSpPr>
            <a:xfrm>
              <a:off x="5539740" y="1818132"/>
              <a:ext cx="238125" cy="238125"/>
              <a:chOff x="5539740" y="1818132"/>
              <a:chExt cx="238125" cy="238125"/>
            </a:xfrm>
          </p:grpSpPr>
          <p:sp>
            <p:nvSpPr>
              <p:cNvPr id="862" name="object 359">
                <a:extLst>
                  <a:ext uri="{FF2B5EF4-FFF2-40B4-BE49-F238E27FC236}">
                    <a16:creationId xmlns:a16="http://schemas.microsoft.com/office/drawing/2014/main" id="{F4AECDAD-AF87-32B4-A63A-C3748402C354}"/>
                  </a:ext>
                </a:extLst>
              </p:cNvPr>
              <p:cNvSpPr/>
              <p:nvPr/>
            </p:nvSpPr>
            <p:spPr>
              <a:xfrm>
                <a:off x="5544312" y="1822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63" name="object 360">
                <a:extLst>
                  <a:ext uri="{FF2B5EF4-FFF2-40B4-BE49-F238E27FC236}">
                    <a16:creationId xmlns:a16="http://schemas.microsoft.com/office/drawing/2014/main" id="{318F09B5-6247-C907-A5BA-E73AB64CC22C}"/>
                  </a:ext>
                </a:extLst>
              </p:cNvPr>
              <p:cNvSpPr/>
              <p:nvPr/>
            </p:nvSpPr>
            <p:spPr>
              <a:xfrm>
                <a:off x="5544312" y="1822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96" name="object 361">
              <a:extLst>
                <a:ext uri="{FF2B5EF4-FFF2-40B4-BE49-F238E27FC236}">
                  <a16:creationId xmlns:a16="http://schemas.microsoft.com/office/drawing/2014/main" id="{1820A15A-87ED-619F-7415-7338FCB4970A}"/>
                </a:ext>
              </a:extLst>
            </p:cNvPr>
            <p:cNvGrpSpPr/>
            <p:nvPr/>
          </p:nvGrpSpPr>
          <p:grpSpPr>
            <a:xfrm>
              <a:off x="6454140" y="1818132"/>
              <a:ext cx="238125" cy="238125"/>
              <a:chOff x="6454140" y="1818132"/>
              <a:chExt cx="238125" cy="238125"/>
            </a:xfrm>
          </p:grpSpPr>
          <p:pic>
            <p:nvPicPr>
              <p:cNvPr id="860" name="object 362">
                <a:extLst>
                  <a:ext uri="{FF2B5EF4-FFF2-40B4-BE49-F238E27FC236}">
                    <a16:creationId xmlns:a16="http://schemas.microsoft.com/office/drawing/2014/main" id="{3421EC5F-8262-52E9-5795-7480DF7CA16A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458712" y="1822704"/>
                <a:ext cx="228599" cy="228600"/>
              </a:xfrm>
              <a:prstGeom prst="rect">
                <a:avLst/>
              </a:prstGeom>
            </p:spPr>
          </p:pic>
          <p:sp>
            <p:nvSpPr>
              <p:cNvPr id="861" name="object 363">
                <a:extLst>
                  <a:ext uri="{FF2B5EF4-FFF2-40B4-BE49-F238E27FC236}">
                    <a16:creationId xmlns:a16="http://schemas.microsoft.com/office/drawing/2014/main" id="{874EA592-A1FF-B2C4-4D11-BE3F9A480B07}"/>
                  </a:ext>
                </a:extLst>
              </p:cNvPr>
              <p:cNvSpPr/>
              <p:nvPr/>
            </p:nvSpPr>
            <p:spPr>
              <a:xfrm>
                <a:off x="6458712" y="1822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599" y="228600"/>
                    </a:lnTo>
                    <a:lnTo>
                      <a:pt x="228599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97" name="object 364">
              <a:extLst>
                <a:ext uri="{FF2B5EF4-FFF2-40B4-BE49-F238E27FC236}">
                  <a16:creationId xmlns:a16="http://schemas.microsoft.com/office/drawing/2014/main" id="{ACCF6131-C1B9-2334-B9DA-A0723334BB1B}"/>
                </a:ext>
              </a:extLst>
            </p:cNvPr>
            <p:cNvGrpSpPr/>
            <p:nvPr/>
          </p:nvGrpSpPr>
          <p:grpSpPr>
            <a:xfrm>
              <a:off x="5539740" y="2122932"/>
              <a:ext cx="238125" cy="238125"/>
              <a:chOff x="5539740" y="2122932"/>
              <a:chExt cx="238125" cy="238125"/>
            </a:xfrm>
          </p:grpSpPr>
          <p:sp>
            <p:nvSpPr>
              <p:cNvPr id="858" name="object 365">
                <a:extLst>
                  <a:ext uri="{FF2B5EF4-FFF2-40B4-BE49-F238E27FC236}">
                    <a16:creationId xmlns:a16="http://schemas.microsoft.com/office/drawing/2014/main" id="{F0553470-DC88-BC2D-1741-027D70DF08F4}"/>
                  </a:ext>
                </a:extLst>
              </p:cNvPr>
              <p:cNvSpPr/>
              <p:nvPr/>
            </p:nvSpPr>
            <p:spPr>
              <a:xfrm>
                <a:off x="5544312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59" name="object 366">
                <a:extLst>
                  <a:ext uri="{FF2B5EF4-FFF2-40B4-BE49-F238E27FC236}">
                    <a16:creationId xmlns:a16="http://schemas.microsoft.com/office/drawing/2014/main" id="{890E6152-88D2-E68A-7B0C-1F36EFC1DE84}"/>
                  </a:ext>
                </a:extLst>
              </p:cNvPr>
              <p:cNvSpPr/>
              <p:nvPr/>
            </p:nvSpPr>
            <p:spPr>
              <a:xfrm>
                <a:off x="5544312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98" name="object 367">
              <a:extLst>
                <a:ext uri="{FF2B5EF4-FFF2-40B4-BE49-F238E27FC236}">
                  <a16:creationId xmlns:a16="http://schemas.microsoft.com/office/drawing/2014/main" id="{71277CF9-96DF-F69F-7CB0-21A3232C6AD7}"/>
                </a:ext>
              </a:extLst>
            </p:cNvPr>
            <p:cNvSpPr/>
            <p:nvPr/>
          </p:nvSpPr>
          <p:spPr>
            <a:xfrm>
              <a:off x="6458711" y="21275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599" y="228600"/>
                  </a:lnTo>
                  <a:lnTo>
                    <a:pt x="228599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99" name="object 368">
              <a:extLst>
                <a:ext uri="{FF2B5EF4-FFF2-40B4-BE49-F238E27FC236}">
                  <a16:creationId xmlns:a16="http://schemas.microsoft.com/office/drawing/2014/main" id="{3AEF57D9-6A3A-157C-5B70-C9D77D85CDD6}"/>
                </a:ext>
              </a:extLst>
            </p:cNvPr>
            <p:cNvGrpSpPr/>
            <p:nvPr/>
          </p:nvGrpSpPr>
          <p:grpSpPr>
            <a:xfrm>
              <a:off x="5539740" y="2427732"/>
              <a:ext cx="238125" cy="238125"/>
              <a:chOff x="5539740" y="2427732"/>
              <a:chExt cx="238125" cy="238125"/>
            </a:xfrm>
          </p:grpSpPr>
          <p:sp>
            <p:nvSpPr>
              <p:cNvPr id="856" name="object 369">
                <a:extLst>
                  <a:ext uri="{FF2B5EF4-FFF2-40B4-BE49-F238E27FC236}">
                    <a16:creationId xmlns:a16="http://schemas.microsoft.com/office/drawing/2014/main" id="{AF8641EA-4D8D-7FFB-38E9-F99545BCF1B7}"/>
                  </a:ext>
                </a:extLst>
              </p:cNvPr>
              <p:cNvSpPr/>
              <p:nvPr/>
            </p:nvSpPr>
            <p:spPr>
              <a:xfrm>
                <a:off x="5544312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57" name="object 370">
                <a:extLst>
                  <a:ext uri="{FF2B5EF4-FFF2-40B4-BE49-F238E27FC236}">
                    <a16:creationId xmlns:a16="http://schemas.microsoft.com/office/drawing/2014/main" id="{FA08E0BB-5670-D6D0-6D99-0AEAF261881A}"/>
                  </a:ext>
                </a:extLst>
              </p:cNvPr>
              <p:cNvSpPr/>
              <p:nvPr/>
            </p:nvSpPr>
            <p:spPr>
              <a:xfrm>
                <a:off x="5544312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00" name="object 371">
              <a:extLst>
                <a:ext uri="{FF2B5EF4-FFF2-40B4-BE49-F238E27FC236}">
                  <a16:creationId xmlns:a16="http://schemas.microsoft.com/office/drawing/2014/main" id="{26875D28-E00E-4805-9B9E-ECB9958F08D9}"/>
                </a:ext>
              </a:extLst>
            </p:cNvPr>
            <p:cNvSpPr/>
            <p:nvPr/>
          </p:nvSpPr>
          <p:spPr>
            <a:xfrm>
              <a:off x="6458711" y="24323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599" y="228600"/>
                  </a:lnTo>
                  <a:lnTo>
                    <a:pt x="228599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701" name="object 372">
              <a:extLst>
                <a:ext uri="{FF2B5EF4-FFF2-40B4-BE49-F238E27FC236}">
                  <a16:creationId xmlns:a16="http://schemas.microsoft.com/office/drawing/2014/main" id="{F641BE39-4C32-4323-EAC4-B2DFFA9A0BA1}"/>
                </a:ext>
              </a:extLst>
            </p:cNvPr>
            <p:cNvGrpSpPr/>
            <p:nvPr/>
          </p:nvGrpSpPr>
          <p:grpSpPr>
            <a:xfrm>
              <a:off x="7139940" y="2732532"/>
              <a:ext cx="238125" cy="238125"/>
              <a:chOff x="7139940" y="2732532"/>
              <a:chExt cx="238125" cy="238125"/>
            </a:xfrm>
          </p:grpSpPr>
          <p:pic>
            <p:nvPicPr>
              <p:cNvPr id="854" name="object 373">
                <a:extLst>
                  <a:ext uri="{FF2B5EF4-FFF2-40B4-BE49-F238E27FC236}">
                    <a16:creationId xmlns:a16="http://schemas.microsoft.com/office/drawing/2014/main" id="{93518338-D3EB-E215-CA91-CAFFA8C2F899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7144512" y="27371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55" name="object 374">
                <a:extLst>
                  <a:ext uri="{FF2B5EF4-FFF2-40B4-BE49-F238E27FC236}">
                    <a16:creationId xmlns:a16="http://schemas.microsoft.com/office/drawing/2014/main" id="{A6D685BF-6005-FC09-B180-C862C2ED7B94}"/>
                  </a:ext>
                </a:extLst>
              </p:cNvPr>
              <p:cNvSpPr/>
              <p:nvPr/>
            </p:nvSpPr>
            <p:spPr>
              <a:xfrm>
                <a:off x="7144512" y="2737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02" name="object 375">
              <a:extLst>
                <a:ext uri="{FF2B5EF4-FFF2-40B4-BE49-F238E27FC236}">
                  <a16:creationId xmlns:a16="http://schemas.microsoft.com/office/drawing/2014/main" id="{6E0477FD-3E95-61D0-F200-F970CBE62BC6}"/>
                </a:ext>
              </a:extLst>
            </p:cNvPr>
            <p:cNvGrpSpPr/>
            <p:nvPr/>
          </p:nvGrpSpPr>
          <p:grpSpPr>
            <a:xfrm>
              <a:off x="7444740" y="2732532"/>
              <a:ext cx="238125" cy="238125"/>
              <a:chOff x="7444740" y="2732532"/>
              <a:chExt cx="238125" cy="238125"/>
            </a:xfrm>
          </p:grpSpPr>
          <p:pic>
            <p:nvPicPr>
              <p:cNvPr id="852" name="object 376">
                <a:extLst>
                  <a:ext uri="{FF2B5EF4-FFF2-40B4-BE49-F238E27FC236}">
                    <a16:creationId xmlns:a16="http://schemas.microsoft.com/office/drawing/2014/main" id="{AFD695BD-3B14-9C9A-8ADE-0302520128CD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449312" y="27371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53" name="object 377">
                <a:extLst>
                  <a:ext uri="{FF2B5EF4-FFF2-40B4-BE49-F238E27FC236}">
                    <a16:creationId xmlns:a16="http://schemas.microsoft.com/office/drawing/2014/main" id="{A66950DE-E525-772B-BE88-E5EF8D5C21E1}"/>
                  </a:ext>
                </a:extLst>
              </p:cNvPr>
              <p:cNvSpPr/>
              <p:nvPr/>
            </p:nvSpPr>
            <p:spPr>
              <a:xfrm>
                <a:off x="7449312" y="2737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03" name="object 378">
              <a:extLst>
                <a:ext uri="{FF2B5EF4-FFF2-40B4-BE49-F238E27FC236}">
                  <a16:creationId xmlns:a16="http://schemas.microsoft.com/office/drawing/2014/main" id="{2A1E4272-8F38-B1AC-95DF-3D2DB128A4E6}"/>
                </a:ext>
              </a:extLst>
            </p:cNvPr>
            <p:cNvGrpSpPr/>
            <p:nvPr/>
          </p:nvGrpSpPr>
          <p:grpSpPr>
            <a:xfrm>
              <a:off x="7749540" y="2732532"/>
              <a:ext cx="238125" cy="238125"/>
              <a:chOff x="7749540" y="2732532"/>
              <a:chExt cx="238125" cy="238125"/>
            </a:xfrm>
          </p:grpSpPr>
          <p:pic>
            <p:nvPicPr>
              <p:cNvPr id="850" name="object 379">
                <a:extLst>
                  <a:ext uri="{FF2B5EF4-FFF2-40B4-BE49-F238E27FC236}">
                    <a16:creationId xmlns:a16="http://schemas.microsoft.com/office/drawing/2014/main" id="{CD068571-3D5F-9101-48B6-6A8800984F7E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754112" y="27371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51" name="object 380">
                <a:extLst>
                  <a:ext uri="{FF2B5EF4-FFF2-40B4-BE49-F238E27FC236}">
                    <a16:creationId xmlns:a16="http://schemas.microsoft.com/office/drawing/2014/main" id="{DBCCD56B-05D5-916B-18CB-B1773453FAD9}"/>
                  </a:ext>
                </a:extLst>
              </p:cNvPr>
              <p:cNvSpPr/>
              <p:nvPr/>
            </p:nvSpPr>
            <p:spPr>
              <a:xfrm>
                <a:off x="7754112" y="2737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04" name="object 381">
              <a:extLst>
                <a:ext uri="{FF2B5EF4-FFF2-40B4-BE49-F238E27FC236}">
                  <a16:creationId xmlns:a16="http://schemas.microsoft.com/office/drawing/2014/main" id="{07FAEF47-E68A-12DA-50F4-1136B1367CE8}"/>
                </a:ext>
              </a:extLst>
            </p:cNvPr>
            <p:cNvGrpSpPr/>
            <p:nvPr/>
          </p:nvGrpSpPr>
          <p:grpSpPr>
            <a:xfrm>
              <a:off x="8054340" y="2732532"/>
              <a:ext cx="238125" cy="238125"/>
              <a:chOff x="8054340" y="2732532"/>
              <a:chExt cx="238125" cy="238125"/>
            </a:xfrm>
          </p:grpSpPr>
          <p:pic>
            <p:nvPicPr>
              <p:cNvPr id="848" name="object 382">
                <a:extLst>
                  <a:ext uri="{FF2B5EF4-FFF2-40B4-BE49-F238E27FC236}">
                    <a16:creationId xmlns:a16="http://schemas.microsoft.com/office/drawing/2014/main" id="{9E080CA6-639B-0D09-D891-B05C2EFAC984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058912" y="27371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49" name="object 383">
                <a:extLst>
                  <a:ext uri="{FF2B5EF4-FFF2-40B4-BE49-F238E27FC236}">
                    <a16:creationId xmlns:a16="http://schemas.microsoft.com/office/drawing/2014/main" id="{3010EB03-BFFC-CBCF-AA26-6C7FAF15588C}"/>
                  </a:ext>
                </a:extLst>
              </p:cNvPr>
              <p:cNvSpPr/>
              <p:nvPr/>
            </p:nvSpPr>
            <p:spPr>
              <a:xfrm>
                <a:off x="8058912" y="2737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05" name="object 384">
              <a:extLst>
                <a:ext uri="{FF2B5EF4-FFF2-40B4-BE49-F238E27FC236}">
                  <a16:creationId xmlns:a16="http://schemas.microsoft.com/office/drawing/2014/main" id="{E90B210C-69A6-39E8-079F-F4CA409179FA}"/>
                </a:ext>
              </a:extLst>
            </p:cNvPr>
            <p:cNvGrpSpPr/>
            <p:nvPr/>
          </p:nvGrpSpPr>
          <p:grpSpPr>
            <a:xfrm>
              <a:off x="7139940" y="3037332"/>
              <a:ext cx="238125" cy="238125"/>
              <a:chOff x="7139940" y="3037332"/>
              <a:chExt cx="238125" cy="238125"/>
            </a:xfrm>
          </p:grpSpPr>
          <p:sp>
            <p:nvSpPr>
              <p:cNvPr id="846" name="object 385">
                <a:extLst>
                  <a:ext uri="{FF2B5EF4-FFF2-40B4-BE49-F238E27FC236}">
                    <a16:creationId xmlns:a16="http://schemas.microsoft.com/office/drawing/2014/main" id="{C17CAFF5-FE34-61E1-DCE1-220A100DBAC3}"/>
                  </a:ext>
                </a:extLst>
              </p:cNvPr>
              <p:cNvSpPr/>
              <p:nvPr/>
            </p:nvSpPr>
            <p:spPr>
              <a:xfrm>
                <a:off x="7144512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47" name="object 386">
                <a:extLst>
                  <a:ext uri="{FF2B5EF4-FFF2-40B4-BE49-F238E27FC236}">
                    <a16:creationId xmlns:a16="http://schemas.microsoft.com/office/drawing/2014/main" id="{BDA97A81-83D6-7543-111F-20E6165635AC}"/>
                  </a:ext>
                </a:extLst>
              </p:cNvPr>
              <p:cNvSpPr/>
              <p:nvPr/>
            </p:nvSpPr>
            <p:spPr>
              <a:xfrm>
                <a:off x="7144512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06" name="object 387">
              <a:extLst>
                <a:ext uri="{FF2B5EF4-FFF2-40B4-BE49-F238E27FC236}">
                  <a16:creationId xmlns:a16="http://schemas.microsoft.com/office/drawing/2014/main" id="{C6090AAA-14C4-EF0F-5BFA-A1D8E159F3EF}"/>
                </a:ext>
              </a:extLst>
            </p:cNvPr>
            <p:cNvGrpSpPr/>
            <p:nvPr/>
          </p:nvGrpSpPr>
          <p:grpSpPr>
            <a:xfrm>
              <a:off x="7444740" y="3037332"/>
              <a:ext cx="238125" cy="238125"/>
              <a:chOff x="7444740" y="3037332"/>
              <a:chExt cx="238125" cy="238125"/>
            </a:xfrm>
          </p:grpSpPr>
          <p:sp>
            <p:nvSpPr>
              <p:cNvPr id="844" name="object 388">
                <a:extLst>
                  <a:ext uri="{FF2B5EF4-FFF2-40B4-BE49-F238E27FC236}">
                    <a16:creationId xmlns:a16="http://schemas.microsoft.com/office/drawing/2014/main" id="{656083E3-3C9E-1342-BF78-BB55164639AF}"/>
                  </a:ext>
                </a:extLst>
              </p:cNvPr>
              <p:cNvSpPr/>
              <p:nvPr/>
            </p:nvSpPr>
            <p:spPr>
              <a:xfrm>
                <a:off x="7449312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45" name="object 389">
                <a:extLst>
                  <a:ext uri="{FF2B5EF4-FFF2-40B4-BE49-F238E27FC236}">
                    <a16:creationId xmlns:a16="http://schemas.microsoft.com/office/drawing/2014/main" id="{9BB50F5A-E2B4-C76C-F01C-949394C4342E}"/>
                  </a:ext>
                </a:extLst>
              </p:cNvPr>
              <p:cNvSpPr/>
              <p:nvPr/>
            </p:nvSpPr>
            <p:spPr>
              <a:xfrm>
                <a:off x="7449312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07" name="object 390">
              <a:extLst>
                <a:ext uri="{FF2B5EF4-FFF2-40B4-BE49-F238E27FC236}">
                  <a16:creationId xmlns:a16="http://schemas.microsoft.com/office/drawing/2014/main" id="{85442332-EA8B-F3D1-7CD9-EAD1535AE194}"/>
                </a:ext>
              </a:extLst>
            </p:cNvPr>
            <p:cNvGrpSpPr/>
            <p:nvPr/>
          </p:nvGrpSpPr>
          <p:grpSpPr>
            <a:xfrm>
              <a:off x="7749540" y="3037332"/>
              <a:ext cx="238125" cy="238125"/>
              <a:chOff x="7749540" y="3037332"/>
              <a:chExt cx="238125" cy="238125"/>
            </a:xfrm>
          </p:grpSpPr>
          <p:sp>
            <p:nvSpPr>
              <p:cNvPr id="842" name="object 391">
                <a:extLst>
                  <a:ext uri="{FF2B5EF4-FFF2-40B4-BE49-F238E27FC236}">
                    <a16:creationId xmlns:a16="http://schemas.microsoft.com/office/drawing/2014/main" id="{7A1E1492-A8B9-ACA3-13F1-2CADDE819DCA}"/>
                  </a:ext>
                </a:extLst>
              </p:cNvPr>
              <p:cNvSpPr/>
              <p:nvPr/>
            </p:nvSpPr>
            <p:spPr>
              <a:xfrm>
                <a:off x="7754112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43" name="object 392">
                <a:extLst>
                  <a:ext uri="{FF2B5EF4-FFF2-40B4-BE49-F238E27FC236}">
                    <a16:creationId xmlns:a16="http://schemas.microsoft.com/office/drawing/2014/main" id="{45954C84-CE0F-1DF6-BDCA-D27CD5F01515}"/>
                  </a:ext>
                </a:extLst>
              </p:cNvPr>
              <p:cNvSpPr/>
              <p:nvPr/>
            </p:nvSpPr>
            <p:spPr>
              <a:xfrm>
                <a:off x="7754112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08" name="object 393">
              <a:extLst>
                <a:ext uri="{FF2B5EF4-FFF2-40B4-BE49-F238E27FC236}">
                  <a16:creationId xmlns:a16="http://schemas.microsoft.com/office/drawing/2014/main" id="{73648EB6-AA07-B395-A631-112AF60059F9}"/>
                </a:ext>
              </a:extLst>
            </p:cNvPr>
            <p:cNvGrpSpPr/>
            <p:nvPr/>
          </p:nvGrpSpPr>
          <p:grpSpPr>
            <a:xfrm>
              <a:off x="8054340" y="3037332"/>
              <a:ext cx="238125" cy="238125"/>
              <a:chOff x="8054340" y="3037332"/>
              <a:chExt cx="238125" cy="238125"/>
            </a:xfrm>
          </p:grpSpPr>
          <p:sp>
            <p:nvSpPr>
              <p:cNvPr id="840" name="object 394">
                <a:extLst>
                  <a:ext uri="{FF2B5EF4-FFF2-40B4-BE49-F238E27FC236}">
                    <a16:creationId xmlns:a16="http://schemas.microsoft.com/office/drawing/2014/main" id="{6EA09D4C-A089-DD0A-7DB8-5C329AC0EC6C}"/>
                  </a:ext>
                </a:extLst>
              </p:cNvPr>
              <p:cNvSpPr/>
              <p:nvPr/>
            </p:nvSpPr>
            <p:spPr>
              <a:xfrm>
                <a:off x="8058912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41" name="object 395">
                <a:extLst>
                  <a:ext uri="{FF2B5EF4-FFF2-40B4-BE49-F238E27FC236}">
                    <a16:creationId xmlns:a16="http://schemas.microsoft.com/office/drawing/2014/main" id="{457B43C8-BEE2-E430-E380-9372EC087EE7}"/>
                  </a:ext>
                </a:extLst>
              </p:cNvPr>
              <p:cNvSpPr/>
              <p:nvPr/>
            </p:nvSpPr>
            <p:spPr>
              <a:xfrm>
                <a:off x="8058912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09" name="object 396">
              <a:extLst>
                <a:ext uri="{FF2B5EF4-FFF2-40B4-BE49-F238E27FC236}">
                  <a16:creationId xmlns:a16="http://schemas.microsoft.com/office/drawing/2014/main" id="{6B91B7B8-1FA4-41A5-BD11-64583AF4B652}"/>
                </a:ext>
              </a:extLst>
            </p:cNvPr>
            <p:cNvGrpSpPr/>
            <p:nvPr/>
          </p:nvGrpSpPr>
          <p:grpSpPr>
            <a:xfrm>
              <a:off x="7139940" y="3342132"/>
              <a:ext cx="238125" cy="238125"/>
              <a:chOff x="7139940" y="3342132"/>
              <a:chExt cx="238125" cy="238125"/>
            </a:xfrm>
          </p:grpSpPr>
          <p:sp>
            <p:nvSpPr>
              <p:cNvPr id="838" name="object 397">
                <a:extLst>
                  <a:ext uri="{FF2B5EF4-FFF2-40B4-BE49-F238E27FC236}">
                    <a16:creationId xmlns:a16="http://schemas.microsoft.com/office/drawing/2014/main" id="{6F0EDA18-C37D-CE31-3949-8FA75B51F0D5}"/>
                  </a:ext>
                </a:extLst>
              </p:cNvPr>
              <p:cNvSpPr/>
              <p:nvPr/>
            </p:nvSpPr>
            <p:spPr>
              <a:xfrm>
                <a:off x="7144512" y="3346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39" name="object 398">
                <a:extLst>
                  <a:ext uri="{FF2B5EF4-FFF2-40B4-BE49-F238E27FC236}">
                    <a16:creationId xmlns:a16="http://schemas.microsoft.com/office/drawing/2014/main" id="{1E5E88FD-9007-2E93-260D-8DDEBBB9E1A2}"/>
                  </a:ext>
                </a:extLst>
              </p:cNvPr>
              <p:cNvSpPr/>
              <p:nvPr/>
            </p:nvSpPr>
            <p:spPr>
              <a:xfrm>
                <a:off x="7144512" y="3346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10" name="object 399">
              <a:extLst>
                <a:ext uri="{FF2B5EF4-FFF2-40B4-BE49-F238E27FC236}">
                  <a16:creationId xmlns:a16="http://schemas.microsoft.com/office/drawing/2014/main" id="{EB4DBFFD-2C0A-541F-731F-666CAE089CA4}"/>
                </a:ext>
              </a:extLst>
            </p:cNvPr>
            <p:cNvGrpSpPr/>
            <p:nvPr/>
          </p:nvGrpSpPr>
          <p:grpSpPr>
            <a:xfrm>
              <a:off x="7444740" y="3342132"/>
              <a:ext cx="238125" cy="238125"/>
              <a:chOff x="7444740" y="3342132"/>
              <a:chExt cx="238125" cy="238125"/>
            </a:xfrm>
          </p:grpSpPr>
          <p:sp>
            <p:nvSpPr>
              <p:cNvPr id="836" name="object 400">
                <a:extLst>
                  <a:ext uri="{FF2B5EF4-FFF2-40B4-BE49-F238E27FC236}">
                    <a16:creationId xmlns:a16="http://schemas.microsoft.com/office/drawing/2014/main" id="{8BAF7898-B8EE-7D0C-5158-F5B68427333D}"/>
                  </a:ext>
                </a:extLst>
              </p:cNvPr>
              <p:cNvSpPr/>
              <p:nvPr/>
            </p:nvSpPr>
            <p:spPr>
              <a:xfrm>
                <a:off x="7449312" y="3346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37" name="object 401">
                <a:extLst>
                  <a:ext uri="{FF2B5EF4-FFF2-40B4-BE49-F238E27FC236}">
                    <a16:creationId xmlns:a16="http://schemas.microsoft.com/office/drawing/2014/main" id="{8CA2917D-256E-FC17-8916-0121A0B4FA7C}"/>
                  </a:ext>
                </a:extLst>
              </p:cNvPr>
              <p:cNvSpPr/>
              <p:nvPr/>
            </p:nvSpPr>
            <p:spPr>
              <a:xfrm>
                <a:off x="7449312" y="3346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11" name="object 402">
              <a:extLst>
                <a:ext uri="{FF2B5EF4-FFF2-40B4-BE49-F238E27FC236}">
                  <a16:creationId xmlns:a16="http://schemas.microsoft.com/office/drawing/2014/main" id="{B9B2A039-9C9A-C7CC-F2C6-86C8404C6487}"/>
                </a:ext>
              </a:extLst>
            </p:cNvPr>
            <p:cNvGrpSpPr/>
            <p:nvPr/>
          </p:nvGrpSpPr>
          <p:grpSpPr>
            <a:xfrm>
              <a:off x="7749540" y="3342132"/>
              <a:ext cx="238125" cy="238125"/>
              <a:chOff x="7749540" y="3342132"/>
              <a:chExt cx="238125" cy="238125"/>
            </a:xfrm>
          </p:grpSpPr>
          <p:pic>
            <p:nvPicPr>
              <p:cNvPr id="834" name="object 403">
                <a:extLst>
                  <a:ext uri="{FF2B5EF4-FFF2-40B4-BE49-F238E27FC236}">
                    <a16:creationId xmlns:a16="http://schemas.microsoft.com/office/drawing/2014/main" id="{E6B3B91A-AA66-44C8-7981-389E2A3055A4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754112" y="3346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35" name="object 404">
                <a:extLst>
                  <a:ext uri="{FF2B5EF4-FFF2-40B4-BE49-F238E27FC236}">
                    <a16:creationId xmlns:a16="http://schemas.microsoft.com/office/drawing/2014/main" id="{488405CA-6F66-BC44-7083-20277A2B5B67}"/>
                  </a:ext>
                </a:extLst>
              </p:cNvPr>
              <p:cNvSpPr/>
              <p:nvPr/>
            </p:nvSpPr>
            <p:spPr>
              <a:xfrm>
                <a:off x="7754112" y="3346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12" name="object 405">
              <a:extLst>
                <a:ext uri="{FF2B5EF4-FFF2-40B4-BE49-F238E27FC236}">
                  <a16:creationId xmlns:a16="http://schemas.microsoft.com/office/drawing/2014/main" id="{6E43A401-ED4D-02F3-2A17-14CC6D7EC9B1}"/>
                </a:ext>
              </a:extLst>
            </p:cNvPr>
            <p:cNvSpPr/>
            <p:nvPr/>
          </p:nvSpPr>
          <p:spPr>
            <a:xfrm>
              <a:off x="8058911" y="33467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713" name="object 406">
              <a:extLst>
                <a:ext uri="{FF2B5EF4-FFF2-40B4-BE49-F238E27FC236}">
                  <a16:creationId xmlns:a16="http://schemas.microsoft.com/office/drawing/2014/main" id="{91C0D33F-CC1D-DD29-B598-DE6988ED2301}"/>
                </a:ext>
              </a:extLst>
            </p:cNvPr>
            <p:cNvGrpSpPr/>
            <p:nvPr/>
          </p:nvGrpSpPr>
          <p:grpSpPr>
            <a:xfrm>
              <a:off x="7139940" y="3646932"/>
              <a:ext cx="238125" cy="238125"/>
              <a:chOff x="7139940" y="3646932"/>
              <a:chExt cx="238125" cy="238125"/>
            </a:xfrm>
          </p:grpSpPr>
          <p:sp>
            <p:nvSpPr>
              <p:cNvPr id="832" name="object 407">
                <a:extLst>
                  <a:ext uri="{FF2B5EF4-FFF2-40B4-BE49-F238E27FC236}">
                    <a16:creationId xmlns:a16="http://schemas.microsoft.com/office/drawing/2014/main" id="{352365C6-B642-6FA9-F7C6-BEA34E992F48}"/>
                  </a:ext>
                </a:extLst>
              </p:cNvPr>
              <p:cNvSpPr/>
              <p:nvPr/>
            </p:nvSpPr>
            <p:spPr>
              <a:xfrm>
                <a:off x="7144512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33" name="object 408">
                <a:extLst>
                  <a:ext uri="{FF2B5EF4-FFF2-40B4-BE49-F238E27FC236}">
                    <a16:creationId xmlns:a16="http://schemas.microsoft.com/office/drawing/2014/main" id="{7306D604-832C-DBB4-7EE6-9EDD5C82F525}"/>
                  </a:ext>
                </a:extLst>
              </p:cNvPr>
              <p:cNvSpPr/>
              <p:nvPr/>
            </p:nvSpPr>
            <p:spPr>
              <a:xfrm>
                <a:off x="7144512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14" name="object 409">
              <a:extLst>
                <a:ext uri="{FF2B5EF4-FFF2-40B4-BE49-F238E27FC236}">
                  <a16:creationId xmlns:a16="http://schemas.microsoft.com/office/drawing/2014/main" id="{109363DB-DE88-4D7E-B116-DC937068E396}"/>
                </a:ext>
              </a:extLst>
            </p:cNvPr>
            <p:cNvGrpSpPr/>
            <p:nvPr/>
          </p:nvGrpSpPr>
          <p:grpSpPr>
            <a:xfrm>
              <a:off x="7444740" y="3646932"/>
              <a:ext cx="238125" cy="238125"/>
              <a:chOff x="7444740" y="3646932"/>
              <a:chExt cx="238125" cy="238125"/>
            </a:xfrm>
          </p:grpSpPr>
          <p:pic>
            <p:nvPicPr>
              <p:cNvPr id="830" name="object 410">
                <a:extLst>
                  <a:ext uri="{FF2B5EF4-FFF2-40B4-BE49-F238E27FC236}">
                    <a16:creationId xmlns:a16="http://schemas.microsoft.com/office/drawing/2014/main" id="{04AC1B65-15C0-86C2-9BAC-1C391855CCDA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7449312" y="36515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31" name="object 411">
                <a:extLst>
                  <a:ext uri="{FF2B5EF4-FFF2-40B4-BE49-F238E27FC236}">
                    <a16:creationId xmlns:a16="http://schemas.microsoft.com/office/drawing/2014/main" id="{9D414E50-787B-0C74-4E2B-9A53569A42B0}"/>
                  </a:ext>
                </a:extLst>
              </p:cNvPr>
              <p:cNvSpPr/>
              <p:nvPr/>
            </p:nvSpPr>
            <p:spPr>
              <a:xfrm>
                <a:off x="7449312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15" name="object 412">
              <a:extLst>
                <a:ext uri="{FF2B5EF4-FFF2-40B4-BE49-F238E27FC236}">
                  <a16:creationId xmlns:a16="http://schemas.microsoft.com/office/drawing/2014/main" id="{FCF8B782-7A8F-AF4B-666E-2D2CC2B012DA}"/>
                </a:ext>
              </a:extLst>
            </p:cNvPr>
            <p:cNvGrpSpPr/>
            <p:nvPr/>
          </p:nvGrpSpPr>
          <p:grpSpPr>
            <a:xfrm>
              <a:off x="7749540" y="3646932"/>
              <a:ext cx="238125" cy="238125"/>
              <a:chOff x="7749540" y="3646932"/>
              <a:chExt cx="238125" cy="238125"/>
            </a:xfrm>
          </p:grpSpPr>
          <p:sp>
            <p:nvSpPr>
              <p:cNvPr id="828" name="object 413">
                <a:extLst>
                  <a:ext uri="{FF2B5EF4-FFF2-40B4-BE49-F238E27FC236}">
                    <a16:creationId xmlns:a16="http://schemas.microsoft.com/office/drawing/2014/main" id="{948E92D2-349F-5A4B-0D87-0095A913594C}"/>
                  </a:ext>
                </a:extLst>
              </p:cNvPr>
              <p:cNvSpPr/>
              <p:nvPr/>
            </p:nvSpPr>
            <p:spPr>
              <a:xfrm>
                <a:off x="7754112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29" name="object 414">
                <a:extLst>
                  <a:ext uri="{FF2B5EF4-FFF2-40B4-BE49-F238E27FC236}">
                    <a16:creationId xmlns:a16="http://schemas.microsoft.com/office/drawing/2014/main" id="{D30E84BE-CF5F-693C-1F94-38626289F7FB}"/>
                  </a:ext>
                </a:extLst>
              </p:cNvPr>
              <p:cNvSpPr/>
              <p:nvPr/>
            </p:nvSpPr>
            <p:spPr>
              <a:xfrm>
                <a:off x="7754112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16" name="object 415">
              <a:extLst>
                <a:ext uri="{FF2B5EF4-FFF2-40B4-BE49-F238E27FC236}">
                  <a16:creationId xmlns:a16="http://schemas.microsoft.com/office/drawing/2014/main" id="{3E439477-CE0D-FD80-DD4B-0506B5D856E6}"/>
                </a:ext>
              </a:extLst>
            </p:cNvPr>
            <p:cNvGrpSpPr/>
            <p:nvPr/>
          </p:nvGrpSpPr>
          <p:grpSpPr>
            <a:xfrm>
              <a:off x="8054340" y="3646932"/>
              <a:ext cx="238125" cy="238125"/>
              <a:chOff x="8054340" y="3646932"/>
              <a:chExt cx="238125" cy="238125"/>
            </a:xfrm>
          </p:grpSpPr>
          <p:pic>
            <p:nvPicPr>
              <p:cNvPr id="826" name="object 416">
                <a:extLst>
                  <a:ext uri="{FF2B5EF4-FFF2-40B4-BE49-F238E27FC236}">
                    <a16:creationId xmlns:a16="http://schemas.microsoft.com/office/drawing/2014/main" id="{A16ADCB9-1302-3F80-3194-9AB0F2A2B904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058912" y="36515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27" name="object 417">
                <a:extLst>
                  <a:ext uri="{FF2B5EF4-FFF2-40B4-BE49-F238E27FC236}">
                    <a16:creationId xmlns:a16="http://schemas.microsoft.com/office/drawing/2014/main" id="{9AE3F51E-78D4-975D-E2BE-000E91975D07}"/>
                  </a:ext>
                </a:extLst>
              </p:cNvPr>
              <p:cNvSpPr/>
              <p:nvPr/>
            </p:nvSpPr>
            <p:spPr>
              <a:xfrm>
                <a:off x="8058912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17" name="object 418">
              <a:extLst>
                <a:ext uri="{FF2B5EF4-FFF2-40B4-BE49-F238E27FC236}">
                  <a16:creationId xmlns:a16="http://schemas.microsoft.com/office/drawing/2014/main" id="{1F2B5837-6223-D508-D1CE-2E8D475263B6}"/>
                </a:ext>
              </a:extLst>
            </p:cNvPr>
            <p:cNvGrpSpPr/>
            <p:nvPr/>
          </p:nvGrpSpPr>
          <p:grpSpPr>
            <a:xfrm>
              <a:off x="7139940" y="3951732"/>
              <a:ext cx="238125" cy="238125"/>
              <a:chOff x="7139940" y="3951732"/>
              <a:chExt cx="238125" cy="238125"/>
            </a:xfrm>
          </p:grpSpPr>
          <p:sp>
            <p:nvSpPr>
              <p:cNvPr id="824" name="object 419">
                <a:extLst>
                  <a:ext uri="{FF2B5EF4-FFF2-40B4-BE49-F238E27FC236}">
                    <a16:creationId xmlns:a16="http://schemas.microsoft.com/office/drawing/2014/main" id="{308BE5F4-D624-AFFB-88B5-EB0A16DD6ED2}"/>
                  </a:ext>
                </a:extLst>
              </p:cNvPr>
              <p:cNvSpPr/>
              <p:nvPr/>
            </p:nvSpPr>
            <p:spPr>
              <a:xfrm>
                <a:off x="7144512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25" name="object 420">
                <a:extLst>
                  <a:ext uri="{FF2B5EF4-FFF2-40B4-BE49-F238E27FC236}">
                    <a16:creationId xmlns:a16="http://schemas.microsoft.com/office/drawing/2014/main" id="{C78AD745-6A56-A74F-590F-32998FA985C6}"/>
                  </a:ext>
                </a:extLst>
              </p:cNvPr>
              <p:cNvSpPr/>
              <p:nvPr/>
            </p:nvSpPr>
            <p:spPr>
              <a:xfrm>
                <a:off x="7144512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18" name="object 421">
              <a:extLst>
                <a:ext uri="{FF2B5EF4-FFF2-40B4-BE49-F238E27FC236}">
                  <a16:creationId xmlns:a16="http://schemas.microsoft.com/office/drawing/2014/main" id="{4B85D61D-94B2-252D-DDCF-83CBB4C9D530}"/>
                </a:ext>
              </a:extLst>
            </p:cNvPr>
            <p:cNvGrpSpPr/>
            <p:nvPr/>
          </p:nvGrpSpPr>
          <p:grpSpPr>
            <a:xfrm>
              <a:off x="7444740" y="3951732"/>
              <a:ext cx="238125" cy="238125"/>
              <a:chOff x="7444740" y="3951732"/>
              <a:chExt cx="238125" cy="238125"/>
            </a:xfrm>
          </p:grpSpPr>
          <p:sp>
            <p:nvSpPr>
              <p:cNvPr id="822" name="object 422">
                <a:extLst>
                  <a:ext uri="{FF2B5EF4-FFF2-40B4-BE49-F238E27FC236}">
                    <a16:creationId xmlns:a16="http://schemas.microsoft.com/office/drawing/2014/main" id="{C7430380-FBA5-54E4-6CD7-B17A757EDB92}"/>
                  </a:ext>
                </a:extLst>
              </p:cNvPr>
              <p:cNvSpPr/>
              <p:nvPr/>
            </p:nvSpPr>
            <p:spPr>
              <a:xfrm>
                <a:off x="7449312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23" name="object 423">
                <a:extLst>
                  <a:ext uri="{FF2B5EF4-FFF2-40B4-BE49-F238E27FC236}">
                    <a16:creationId xmlns:a16="http://schemas.microsoft.com/office/drawing/2014/main" id="{1F275C65-59C9-CF33-28BC-C9DA04E0243E}"/>
                  </a:ext>
                </a:extLst>
              </p:cNvPr>
              <p:cNvSpPr/>
              <p:nvPr/>
            </p:nvSpPr>
            <p:spPr>
              <a:xfrm>
                <a:off x="7449312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19" name="object 424">
              <a:extLst>
                <a:ext uri="{FF2B5EF4-FFF2-40B4-BE49-F238E27FC236}">
                  <a16:creationId xmlns:a16="http://schemas.microsoft.com/office/drawing/2014/main" id="{48A65F60-BF5B-2FED-9FE9-A10FBBC4AF9F}"/>
                </a:ext>
              </a:extLst>
            </p:cNvPr>
            <p:cNvGrpSpPr/>
            <p:nvPr/>
          </p:nvGrpSpPr>
          <p:grpSpPr>
            <a:xfrm>
              <a:off x="7749540" y="3951732"/>
              <a:ext cx="238125" cy="238125"/>
              <a:chOff x="7749540" y="3951732"/>
              <a:chExt cx="238125" cy="238125"/>
            </a:xfrm>
          </p:grpSpPr>
          <p:pic>
            <p:nvPicPr>
              <p:cNvPr id="820" name="object 425">
                <a:extLst>
                  <a:ext uri="{FF2B5EF4-FFF2-40B4-BE49-F238E27FC236}">
                    <a16:creationId xmlns:a16="http://schemas.microsoft.com/office/drawing/2014/main" id="{7221C663-4BF9-AC71-B74B-AE19CAB80FD7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7754112" y="39563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21" name="object 426">
                <a:extLst>
                  <a:ext uri="{FF2B5EF4-FFF2-40B4-BE49-F238E27FC236}">
                    <a16:creationId xmlns:a16="http://schemas.microsoft.com/office/drawing/2014/main" id="{ACE726BC-5720-CB49-597C-8F2D9DA7AB90}"/>
                  </a:ext>
                </a:extLst>
              </p:cNvPr>
              <p:cNvSpPr/>
              <p:nvPr/>
            </p:nvSpPr>
            <p:spPr>
              <a:xfrm>
                <a:off x="7754112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20" name="object 427">
              <a:extLst>
                <a:ext uri="{FF2B5EF4-FFF2-40B4-BE49-F238E27FC236}">
                  <a16:creationId xmlns:a16="http://schemas.microsoft.com/office/drawing/2014/main" id="{64CA6FE7-1102-2484-BB92-F98863F3BF68}"/>
                </a:ext>
              </a:extLst>
            </p:cNvPr>
            <p:cNvSpPr/>
            <p:nvPr/>
          </p:nvSpPr>
          <p:spPr>
            <a:xfrm>
              <a:off x="8058911" y="39563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721" name="object 428">
              <a:extLst>
                <a:ext uri="{FF2B5EF4-FFF2-40B4-BE49-F238E27FC236}">
                  <a16:creationId xmlns:a16="http://schemas.microsoft.com/office/drawing/2014/main" id="{B0B8952B-DE2C-3642-9362-68A586625FB2}"/>
                </a:ext>
              </a:extLst>
            </p:cNvPr>
            <p:cNvGrpSpPr/>
            <p:nvPr/>
          </p:nvGrpSpPr>
          <p:grpSpPr>
            <a:xfrm>
              <a:off x="7139940" y="4256532"/>
              <a:ext cx="238125" cy="238125"/>
              <a:chOff x="7139940" y="4256532"/>
              <a:chExt cx="238125" cy="238125"/>
            </a:xfrm>
          </p:grpSpPr>
          <p:sp>
            <p:nvSpPr>
              <p:cNvPr id="818" name="object 429">
                <a:extLst>
                  <a:ext uri="{FF2B5EF4-FFF2-40B4-BE49-F238E27FC236}">
                    <a16:creationId xmlns:a16="http://schemas.microsoft.com/office/drawing/2014/main" id="{26C1E29F-9CB2-F770-B1F9-9610365475E7}"/>
                  </a:ext>
                </a:extLst>
              </p:cNvPr>
              <p:cNvSpPr/>
              <p:nvPr/>
            </p:nvSpPr>
            <p:spPr>
              <a:xfrm>
                <a:off x="71445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19" name="object 430">
                <a:extLst>
                  <a:ext uri="{FF2B5EF4-FFF2-40B4-BE49-F238E27FC236}">
                    <a16:creationId xmlns:a16="http://schemas.microsoft.com/office/drawing/2014/main" id="{3B037B77-5741-95CA-0853-4690DB95D883}"/>
                  </a:ext>
                </a:extLst>
              </p:cNvPr>
              <p:cNvSpPr/>
              <p:nvPr/>
            </p:nvSpPr>
            <p:spPr>
              <a:xfrm>
                <a:off x="71445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22" name="object 431">
              <a:extLst>
                <a:ext uri="{FF2B5EF4-FFF2-40B4-BE49-F238E27FC236}">
                  <a16:creationId xmlns:a16="http://schemas.microsoft.com/office/drawing/2014/main" id="{6B615F47-CA92-F995-1022-CA408ED7D7CC}"/>
                </a:ext>
              </a:extLst>
            </p:cNvPr>
            <p:cNvGrpSpPr/>
            <p:nvPr/>
          </p:nvGrpSpPr>
          <p:grpSpPr>
            <a:xfrm>
              <a:off x="7444740" y="4256532"/>
              <a:ext cx="238125" cy="238125"/>
              <a:chOff x="7444740" y="4256532"/>
              <a:chExt cx="238125" cy="238125"/>
            </a:xfrm>
          </p:grpSpPr>
          <p:pic>
            <p:nvPicPr>
              <p:cNvPr id="816" name="object 432">
                <a:extLst>
                  <a:ext uri="{FF2B5EF4-FFF2-40B4-BE49-F238E27FC236}">
                    <a16:creationId xmlns:a16="http://schemas.microsoft.com/office/drawing/2014/main" id="{92689272-A6CC-659B-2D72-7B1DEEAD3F91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7449312" y="42611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17" name="object 433">
                <a:extLst>
                  <a:ext uri="{FF2B5EF4-FFF2-40B4-BE49-F238E27FC236}">
                    <a16:creationId xmlns:a16="http://schemas.microsoft.com/office/drawing/2014/main" id="{2CD18C0D-A98E-87D6-EFFF-3BF063E4BFE4}"/>
                  </a:ext>
                </a:extLst>
              </p:cNvPr>
              <p:cNvSpPr/>
              <p:nvPr/>
            </p:nvSpPr>
            <p:spPr>
              <a:xfrm>
                <a:off x="74493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23" name="object 434">
              <a:extLst>
                <a:ext uri="{FF2B5EF4-FFF2-40B4-BE49-F238E27FC236}">
                  <a16:creationId xmlns:a16="http://schemas.microsoft.com/office/drawing/2014/main" id="{AE6D4B7F-C81C-6700-D657-27810EAB8557}"/>
                </a:ext>
              </a:extLst>
            </p:cNvPr>
            <p:cNvGrpSpPr/>
            <p:nvPr/>
          </p:nvGrpSpPr>
          <p:grpSpPr>
            <a:xfrm>
              <a:off x="7749540" y="4256532"/>
              <a:ext cx="238125" cy="238125"/>
              <a:chOff x="7749540" y="4256532"/>
              <a:chExt cx="238125" cy="238125"/>
            </a:xfrm>
          </p:grpSpPr>
          <p:pic>
            <p:nvPicPr>
              <p:cNvPr id="814" name="object 435">
                <a:extLst>
                  <a:ext uri="{FF2B5EF4-FFF2-40B4-BE49-F238E27FC236}">
                    <a16:creationId xmlns:a16="http://schemas.microsoft.com/office/drawing/2014/main" id="{21B1DFF4-A6F4-C7E1-0407-D1EC12342297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7754112" y="42611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15" name="object 436">
                <a:extLst>
                  <a:ext uri="{FF2B5EF4-FFF2-40B4-BE49-F238E27FC236}">
                    <a16:creationId xmlns:a16="http://schemas.microsoft.com/office/drawing/2014/main" id="{9F1328D3-B0F7-0DBD-41E4-C1342D8082D3}"/>
                  </a:ext>
                </a:extLst>
              </p:cNvPr>
              <p:cNvSpPr/>
              <p:nvPr/>
            </p:nvSpPr>
            <p:spPr>
              <a:xfrm>
                <a:off x="77541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24" name="object 437">
              <a:extLst>
                <a:ext uri="{FF2B5EF4-FFF2-40B4-BE49-F238E27FC236}">
                  <a16:creationId xmlns:a16="http://schemas.microsoft.com/office/drawing/2014/main" id="{1B4D6400-6574-A802-EEAF-0DB88824DFE7}"/>
                </a:ext>
              </a:extLst>
            </p:cNvPr>
            <p:cNvGrpSpPr/>
            <p:nvPr/>
          </p:nvGrpSpPr>
          <p:grpSpPr>
            <a:xfrm>
              <a:off x="8054340" y="4256532"/>
              <a:ext cx="238125" cy="238125"/>
              <a:chOff x="8054340" y="4256532"/>
              <a:chExt cx="238125" cy="238125"/>
            </a:xfrm>
          </p:grpSpPr>
          <p:sp>
            <p:nvSpPr>
              <p:cNvPr id="812" name="object 438">
                <a:extLst>
                  <a:ext uri="{FF2B5EF4-FFF2-40B4-BE49-F238E27FC236}">
                    <a16:creationId xmlns:a16="http://schemas.microsoft.com/office/drawing/2014/main" id="{00061F3B-0414-EED3-C803-F97365A7076D}"/>
                  </a:ext>
                </a:extLst>
              </p:cNvPr>
              <p:cNvSpPr/>
              <p:nvPr/>
            </p:nvSpPr>
            <p:spPr>
              <a:xfrm>
                <a:off x="80589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13" name="object 439">
                <a:extLst>
                  <a:ext uri="{FF2B5EF4-FFF2-40B4-BE49-F238E27FC236}">
                    <a16:creationId xmlns:a16="http://schemas.microsoft.com/office/drawing/2014/main" id="{F786E2F7-FE74-FBDF-3EB1-33220EC051A5}"/>
                  </a:ext>
                </a:extLst>
              </p:cNvPr>
              <p:cNvSpPr/>
              <p:nvPr/>
            </p:nvSpPr>
            <p:spPr>
              <a:xfrm>
                <a:off x="80589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25" name="object 440">
              <a:extLst>
                <a:ext uri="{FF2B5EF4-FFF2-40B4-BE49-F238E27FC236}">
                  <a16:creationId xmlns:a16="http://schemas.microsoft.com/office/drawing/2014/main" id="{C5AC6A48-FDA9-D063-43E5-30230CA960BE}"/>
                </a:ext>
              </a:extLst>
            </p:cNvPr>
            <p:cNvGrpSpPr/>
            <p:nvPr/>
          </p:nvGrpSpPr>
          <p:grpSpPr>
            <a:xfrm>
              <a:off x="7139940" y="4561332"/>
              <a:ext cx="238125" cy="238125"/>
              <a:chOff x="7139940" y="4561332"/>
              <a:chExt cx="238125" cy="238125"/>
            </a:xfrm>
          </p:grpSpPr>
          <p:sp>
            <p:nvSpPr>
              <p:cNvPr id="810" name="object 441">
                <a:extLst>
                  <a:ext uri="{FF2B5EF4-FFF2-40B4-BE49-F238E27FC236}">
                    <a16:creationId xmlns:a16="http://schemas.microsoft.com/office/drawing/2014/main" id="{36B8EAF7-DE68-838A-C898-E50B9CEEE8E6}"/>
                  </a:ext>
                </a:extLst>
              </p:cNvPr>
              <p:cNvSpPr/>
              <p:nvPr/>
            </p:nvSpPr>
            <p:spPr>
              <a:xfrm>
                <a:off x="7144512" y="4565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11" name="object 442">
                <a:extLst>
                  <a:ext uri="{FF2B5EF4-FFF2-40B4-BE49-F238E27FC236}">
                    <a16:creationId xmlns:a16="http://schemas.microsoft.com/office/drawing/2014/main" id="{1AEAB16C-E95A-BDC2-18B3-38B53E48ACB2}"/>
                  </a:ext>
                </a:extLst>
              </p:cNvPr>
              <p:cNvSpPr/>
              <p:nvPr/>
            </p:nvSpPr>
            <p:spPr>
              <a:xfrm>
                <a:off x="7144512" y="4565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26" name="object 443">
              <a:extLst>
                <a:ext uri="{FF2B5EF4-FFF2-40B4-BE49-F238E27FC236}">
                  <a16:creationId xmlns:a16="http://schemas.microsoft.com/office/drawing/2014/main" id="{004A010E-E243-73B8-052E-55CB42323DF9}"/>
                </a:ext>
              </a:extLst>
            </p:cNvPr>
            <p:cNvGrpSpPr/>
            <p:nvPr/>
          </p:nvGrpSpPr>
          <p:grpSpPr>
            <a:xfrm>
              <a:off x="7444740" y="4561332"/>
              <a:ext cx="238125" cy="238125"/>
              <a:chOff x="7444740" y="4561332"/>
              <a:chExt cx="238125" cy="238125"/>
            </a:xfrm>
          </p:grpSpPr>
          <p:pic>
            <p:nvPicPr>
              <p:cNvPr id="808" name="object 444">
                <a:extLst>
                  <a:ext uri="{FF2B5EF4-FFF2-40B4-BE49-F238E27FC236}">
                    <a16:creationId xmlns:a16="http://schemas.microsoft.com/office/drawing/2014/main" id="{37E51935-180B-227E-2430-63811716713E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449312" y="45659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09" name="object 445">
                <a:extLst>
                  <a:ext uri="{FF2B5EF4-FFF2-40B4-BE49-F238E27FC236}">
                    <a16:creationId xmlns:a16="http://schemas.microsoft.com/office/drawing/2014/main" id="{F5BAB783-7057-C151-D0D9-8CD3E3323807}"/>
                  </a:ext>
                </a:extLst>
              </p:cNvPr>
              <p:cNvSpPr/>
              <p:nvPr/>
            </p:nvSpPr>
            <p:spPr>
              <a:xfrm>
                <a:off x="7449312" y="4565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27" name="object 446">
              <a:extLst>
                <a:ext uri="{FF2B5EF4-FFF2-40B4-BE49-F238E27FC236}">
                  <a16:creationId xmlns:a16="http://schemas.microsoft.com/office/drawing/2014/main" id="{3062A4BC-714F-3FB8-7720-59D996EC4779}"/>
                </a:ext>
              </a:extLst>
            </p:cNvPr>
            <p:cNvGrpSpPr/>
            <p:nvPr/>
          </p:nvGrpSpPr>
          <p:grpSpPr>
            <a:xfrm>
              <a:off x="7749540" y="4561332"/>
              <a:ext cx="238125" cy="238125"/>
              <a:chOff x="7749540" y="4561332"/>
              <a:chExt cx="238125" cy="238125"/>
            </a:xfrm>
          </p:grpSpPr>
          <p:pic>
            <p:nvPicPr>
              <p:cNvPr id="806" name="object 447">
                <a:extLst>
                  <a:ext uri="{FF2B5EF4-FFF2-40B4-BE49-F238E27FC236}">
                    <a16:creationId xmlns:a16="http://schemas.microsoft.com/office/drawing/2014/main" id="{2A5A24A6-98E2-9FB7-E128-2341F3EA95D8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754112" y="45659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07" name="object 448">
                <a:extLst>
                  <a:ext uri="{FF2B5EF4-FFF2-40B4-BE49-F238E27FC236}">
                    <a16:creationId xmlns:a16="http://schemas.microsoft.com/office/drawing/2014/main" id="{A41CAACF-FBEE-8EBF-BCCA-C01C773297D8}"/>
                  </a:ext>
                </a:extLst>
              </p:cNvPr>
              <p:cNvSpPr/>
              <p:nvPr/>
            </p:nvSpPr>
            <p:spPr>
              <a:xfrm>
                <a:off x="7754112" y="4565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28" name="object 449">
              <a:extLst>
                <a:ext uri="{FF2B5EF4-FFF2-40B4-BE49-F238E27FC236}">
                  <a16:creationId xmlns:a16="http://schemas.microsoft.com/office/drawing/2014/main" id="{871BB637-E9AD-6F2E-5B3E-C75849A78033}"/>
                </a:ext>
              </a:extLst>
            </p:cNvPr>
            <p:cNvSpPr/>
            <p:nvPr/>
          </p:nvSpPr>
          <p:spPr>
            <a:xfrm>
              <a:off x="8058911" y="45659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729" name="object 450">
              <a:extLst>
                <a:ext uri="{FF2B5EF4-FFF2-40B4-BE49-F238E27FC236}">
                  <a16:creationId xmlns:a16="http://schemas.microsoft.com/office/drawing/2014/main" id="{94D03C5B-0767-DFCF-DA87-12CA25D59319}"/>
                </a:ext>
              </a:extLst>
            </p:cNvPr>
            <p:cNvGrpSpPr/>
            <p:nvPr/>
          </p:nvGrpSpPr>
          <p:grpSpPr>
            <a:xfrm>
              <a:off x="7139940" y="4866132"/>
              <a:ext cx="238125" cy="238125"/>
              <a:chOff x="7139940" y="4866132"/>
              <a:chExt cx="238125" cy="238125"/>
            </a:xfrm>
          </p:grpSpPr>
          <p:pic>
            <p:nvPicPr>
              <p:cNvPr id="804" name="object 451">
                <a:extLst>
                  <a:ext uri="{FF2B5EF4-FFF2-40B4-BE49-F238E27FC236}">
                    <a16:creationId xmlns:a16="http://schemas.microsoft.com/office/drawing/2014/main" id="{542097EB-78EB-7F8E-1AB0-3325347EA275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7144512" y="4870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05" name="object 452">
                <a:extLst>
                  <a:ext uri="{FF2B5EF4-FFF2-40B4-BE49-F238E27FC236}">
                    <a16:creationId xmlns:a16="http://schemas.microsoft.com/office/drawing/2014/main" id="{4ED8D3A5-2556-62D1-8C96-71F185CBA271}"/>
                  </a:ext>
                </a:extLst>
              </p:cNvPr>
              <p:cNvSpPr/>
              <p:nvPr/>
            </p:nvSpPr>
            <p:spPr>
              <a:xfrm>
                <a:off x="7144512" y="4870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30" name="object 453">
              <a:extLst>
                <a:ext uri="{FF2B5EF4-FFF2-40B4-BE49-F238E27FC236}">
                  <a16:creationId xmlns:a16="http://schemas.microsoft.com/office/drawing/2014/main" id="{B9DE039E-3ABB-115A-F68C-F5770230089C}"/>
                </a:ext>
              </a:extLst>
            </p:cNvPr>
            <p:cNvGrpSpPr/>
            <p:nvPr/>
          </p:nvGrpSpPr>
          <p:grpSpPr>
            <a:xfrm>
              <a:off x="7444740" y="4866132"/>
              <a:ext cx="238125" cy="238125"/>
              <a:chOff x="7444740" y="4866132"/>
              <a:chExt cx="238125" cy="238125"/>
            </a:xfrm>
          </p:grpSpPr>
          <p:pic>
            <p:nvPicPr>
              <p:cNvPr id="802" name="object 454">
                <a:extLst>
                  <a:ext uri="{FF2B5EF4-FFF2-40B4-BE49-F238E27FC236}">
                    <a16:creationId xmlns:a16="http://schemas.microsoft.com/office/drawing/2014/main" id="{03E85E6C-025D-6E23-75C2-955917CA72DE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449312" y="4870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03" name="object 455">
                <a:extLst>
                  <a:ext uri="{FF2B5EF4-FFF2-40B4-BE49-F238E27FC236}">
                    <a16:creationId xmlns:a16="http://schemas.microsoft.com/office/drawing/2014/main" id="{B5378556-BEE6-6142-7831-69D96DB75191}"/>
                  </a:ext>
                </a:extLst>
              </p:cNvPr>
              <p:cNvSpPr/>
              <p:nvPr/>
            </p:nvSpPr>
            <p:spPr>
              <a:xfrm>
                <a:off x="7449312" y="4870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31" name="object 456">
              <a:extLst>
                <a:ext uri="{FF2B5EF4-FFF2-40B4-BE49-F238E27FC236}">
                  <a16:creationId xmlns:a16="http://schemas.microsoft.com/office/drawing/2014/main" id="{783A7FF0-EAEC-4449-0410-C9B9D4C38A08}"/>
                </a:ext>
              </a:extLst>
            </p:cNvPr>
            <p:cNvGrpSpPr/>
            <p:nvPr/>
          </p:nvGrpSpPr>
          <p:grpSpPr>
            <a:xfrm>
              <a:off x="7749540" y="4866132"/>
              <a:ext cx="238125" cy="238125"/>
              <a:chOff x="7749540" y="4866132"/>
              <a:chExt cx="238125" cy="238125"/>
            </a:xfrm>
          </p:grpSpPr>
          <p:pic>
            <p:nvPicPr>
              <p:cNvPr id="800" name="object 457">
                <a:extLst>
                  <a:ext uri="{FF2B5EF4-FFF2-40B4-BE49-F238E27FC236}">
                    <a16:creationId xmlns:a16="http://schemas.microsoft.com/office/drawing/2014/main" id="{4F2F3350-3B65-CA54-48D7-53D003637216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754112" y="4870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01" name="object 458">
                <a:extLst>
                  <a:ext uri="{FF2B5EF4-FFF2-40B4-BE49-F238E27FC236}">
                    <a16:creationId xmlns:a16="http://schemas.microsoft.com/office/drawing/2014/main" id="{D487A44B-6C11-7A38-5A0C-EC1BF429153F}"/>
                  </a:ext>
                </a:extLst>
              </p:cNvPr>
              <p:cNvSpPr/>
              <p:nvPr/>
            </p:nvSpPr>
            <p:spPr>
              <a:xfrm>
                <a:off x="7754112" y="4870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32" name="object 459">
              <a:extLst>
                <a:ext uri="{FF2B5EF4-FFF2-40B4-BE49-F238E27FC236}">
                  <a16:creationId xmlns:a16="http://schemas.microsoft.com/office/drawing/2014/main" id="{64F240EF-63DA-24C9-0FA4-8D9ACC7C74F9}"/>
                </a:ext>
              </a:extLst>
            </p:cNvPr>
            <p:cNvSpPr/>
            <p:nvPr/>
          </p:nvSpPr>
          <p:spPr>
            <a:xfrm>
              <a:off x="8058911" y="48707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733" name="object 460">
              <a:extLst>
                <a:ext uri="{FF2B5EF4-FFF2-40B4-BE49-F238E27FC236}">
                  <a16:creationId xmlns:a16="http://schemas.microsoft.com/office/drawing/2014/main" id="{88DB279A-C5B5-713F-025E-018B4347437C}"/>
                </a:ext>
              </a:extLst>
            </p:cNvPr>
            <p:cNvGrpSpPr/>
            <p:nvPr/>
          </p:nvGrpSpPr>
          <p:grpSpPr>
            <a:xfrm>
              <a:off x="7139940" y="1513332"/>
              <a:ext cx="238125" cy="238125"/>
              <a:chOff x="7139940" y="1513332"/>
              <a:chExt cx="238125" cy="238125"/>
            </a:xfrm>
          </p:grpSpPr>
          <p:sp>
            <p:nvSpPr>
              <p:cNvPr id="798" name="object 461">
                <a:extLst>
                  <a:ext uri="{FF2B5EF4-FFF2-40B4-BE49-F238E27FC236}">
                    <a16:creationId xmlns:a16="http://schemas.microsoft.com/office/drawing/2014/main" id="{552B310E-411D-3C9B-DC68-38F310B56FE7}"/>
                  </a:ext>
                </a:extLst>
              </p:cNvPr>
              <p:cNvSpPr/>
              <p:nvPr/>
            </p:nvSpPr>
            <p:spPr>
              <a:xfrm>
                <a:off x="7144512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99" name="object 462">
                <a:extLst>
                  <a:ext uri="{FF2B5EF4-FFF2-40B4-BE49-F238E27FC236}">
                    <a16:creationId xmlns:a16="http://schemas.microsoft.com/office/drawing/2014/main" id="{57987512-CD2D-E5C4-AE7A-42AA47100169}"/>
                  </a:ext>
                </a:extLst>
              </p:cNvPr>
              <p:cNvSpPr/>
              <p:nvPr/>
            </p:nvSpPr>
            <p:spPr>
              <a:xfrm>
                <a:off x="7144512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34" name="object 463">
              <a:extLst>
                <a:ext uri="{FF2B5EF4-FFF2-40B4-BE49-F238E27FC236}">
                  <a16:creationId xmlns:a16="http://schemas.microsoft.com/office/drawing/2014/main" id="{7F8361D5-4599-3A7C-F214-C5CFAB867E7D}"/>
                </a:ext>
              </a:extLst>
            </p:cNvPr>
            <p:cNvGrpSpPr/>
            <p:nvPr/>
          </p:nvGrpSpPr>
          <p:grpSpPr>
            <a:xfrm>
              <a:off x="7444740" y="1513332"/>
              <a:ext cx="238125" cy="238125"/>
              <a:chOff x="7444740" y="1513332"/>
              <a:chExt cx="238125" cy="238125"/>
            </a:xfrm>
          </p:grpSpPr>
          <p:sp>
            <p:nvSpPr>
              <p:cNvPr id="796" name="object 464">
                <a:extLst>
                  <a:ext uri="{FF2B5EF4-FFF2-40B4-BE49-F238E27FC236}">
                    <a16:creationId xmlns:a16="http://schemas.microsoft.com/office/drawing/2014/main" id="{04C5F8D2-2EA9-897E-9CE3-EF8008C029D3}"/>
                  </a:ext>
                </a:extLst>
              </p:cNvPr>
              <p:cNvSpPr/>
              <p:nvPr/>
            </p:nvSpPr>
            <p:spPr>
              <a:xfrm>
                <a:off x="7449312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97" name="object 465">
                <a:extLst>
                  <a:ext uri="{FF2B5EF4-FFF2-40B4-BE49-F238E27FC236}">
                    <a16:creationId xmlns:a16="http://schemas.microsoft.com/office/drawing/2014/main" id="{4E119E8A-E6CD-289A-CFC0-DD291150280D}"/>
                  </a:ext>
                </a:extLst>
              </p:cNvPr>
              <p:cNvSpPr/>
              <p:nvPr/>
            </p:nvSpPr>
            <p:spPr>
              <a:xfrm>
                <a:off x="7449312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35" name="object 466">
              <a:extLst>
                <a:ext uri="{FF2B5EF4-FFF2-40B4-BE49-F238E27FC236}">
                  <a16:creationId xmlns:a16="http://schemas.microsoft.com/office/drawing/2014/main" id="{A642BFF7-C92E-D677-D919-A72DE2DD3438}"/>
                </a:ext>
              </a:extLst>
            </p:cNvPr>
            <p:cNvGrpSpPr/>
            <p:nvPr/>
          </p:nvGrpSpPr>
          <p:grpSpPr>
            <a:xfrm>
              <a:off x="7749540" y="1513332"/>
              <a:ext cx="238125" cy="238125"/>
              <a:chOff x="7749540" y="1513332"/>
              <a:chExt cx="238125" cy="238125"/>
            </a:xfrm>
          </p:grpSpPr>
          <p:pic>
            <p:nvPicPr>
              <p:cNvPr id="794" name="object 467">
                <a:extLst>
                  <a:ext uri="{FF2B5EF4-FFF2-40B4-BE49-F238E27FC236}">
                    <a16:creationId xmlns:a16="http://schemas.microsoft.com/office/drawing/2014/main" id="{4DA47147-DE60-1870-EFD1-50441E073BF9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7754112" y="15179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795" name="object 468">
                <a:extLst>
                  <a:ext uri="{FF2B5EF4-FFF2-40B4-BE49-F238E27FC236}">
                    <a16:creationId xmlns:a16="http://schemas.microsoft.com/office/drawing/2014/main" id="{B9A5B8A6-1A71-910C-D316-544D5E32B4B6}"/>
                  </a:ext>
                </a:extLst>
              </p:cNvPr>
              <p:cNvSpPr/>
              <p:nvPr/>
            </p:nvSpPr>
            <p:spPr>
              <a:xfrm>
                <a:off x="7754112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36" name="object 469">
              <a:extLst>
                <a:ext uri="{FF2B5EF4-FFF2-40B4-BE49-F238E27FC236}">
                  <a16:creationId xmlns:a16="http://schemas.microsoft.com/office/drawing/2014/main" id="{6300EE8F-5D97-1A29-2745-D4283619B364}"/>
                </a:ext>
              </a:extLst>
            </p:cNvPr>
            <p:cNvSpPr/>
            <p:nvPr/>
          </p:nvSpPr>
          <p:spPr>
            <a:xfrm>
              <a:off x="8058911" y="15179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737" name="object 470">
              <a:extLst>
                <a:ext uri="{FF2B5EF4-FFF2-40B4-BE49-F238E27FC236}">
                  <a16:creationId xmlns:a16="http://schemas.microsoft.com/office/drawing/2014/main" id="{EA623D00-7EAB-85E4-F8C5-E00E3E65CF30}"/>
                </a:ext>
              </a:extLst>
            </p:cNvPr>
            <p:cNvGrpSpPr/>
            <p:nvPr/>
          </p:nvGrpSpPr>
          <p:grpSpPr>
            <a:xfrm>
              <a:off x="7139940" y="1818132"/>
              <a:ext cx="238125" cy="238125"/>
              <a:chOff x="7139940" y="1818132"/>
              <a:chExt cx="238125" cy="238125"/>
            </a:xfrm>
          </p:grpSpPr>
          <p:sp>
            <p:nvSpPr>
              <p:cNvPr id="792" name="object 471">
                <a:extLst>
                  <a:ext uri="{FF2B5EF4-FFF2-40B4-BE49-F238E27FC236}">
                    <a16:creationId xmlns:a16="http://schemas.microsoft.com/office/drawing/2014/main" id="{8F9BBECF-EBFD-BA3F-7D4A-4F87B6C0640C}"/>
                  </a:ext>
                </a:extLst>
              </p:cNvPr>
              <p:cNvSpPr/>
              <p:nvPr/>
            </p:nvSpPr>
            <p:spPr>
              <a:xfrm>
                <a:off x="7144512" y="1822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93" name="object 472">
                <a:extLst>
                  <a:ext uri="{FF2B5EF4-FFF2-40B4-BE49-F238E27FC236}">
                    <a16:creationId xmlns:a16="http://schemas.microsoft.com/office/drawing/2014/main" id="{FB75ADBD-D4AD-386E-7B50-1CAAE3DD3317}"/>
                  </a:ext>
                </a:extLst>
              </p:cNvPr>
              <p:cNvSpPr/>
              <p:nvPr/>
            </p:nvSpPr>
            <p:spPr>
              <a:xfrm>
                <a:off x="7144512" y="1822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38" name="object 473">
              <a:extLst>
                <a:ext uri="{FF2B5EF4-FFF2-40B4-BE49-F238E27FC236}">
                  <a16:creationId xmlns:a16="http://schemas.microsoft.com/office/drawing/2014/main" id="{CB9A767F-CD44-557D-F854-D64BD3DBE3EE}"/>
                </a:ext>
              </a:extLst>
            </p:cNvPr>
            <p:cNvGrpSpPr/>
            <p:nvPr/>
          </p:nvGrpSpPr>
          <p:grpSpPr>
            <a:xfrm>
              <a:off x="7444740" y="1818132"/>
              <a:ext cx="238125" cy="238125"/>
              <a:chOff x="7444740" y="1818132"/>
              <a:chExt cx="238125" cy="238125"/>
            </a:xfrm>
          </p:grpSpPr>
          <p:sp>
            <p:nvSpPr>
              <p:cNvPr id="790" name="object 474">
                <a:extLst>
                  <a:ext uri="{FF2B5EF4-FFF2-40B4-BE49-F238E27FC236}">
                    <a16:creationId xmlns:a16="http://schemas.microsoft.com/office/drawing/2014/main" id="{90F6134F-B9AD-C8DC-5718-1159A43E26FE}"/>
                  </a:ext>
                </a:extLst>
              </p:cNvPr>
              <p:cNvSpPr/>
              <p:nvPr/>
            </p:nvSpPr>
            <p:spPr>
              <a:xfrm>
                <a:off x="7449312" y="1822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91" name="object 475">
                <a:extLst>
                  <a:ext uri="{FF2B5EF4-FFF2-40B4-BE49-F238E27FC236}">
                    <a16:creationId xmlns:a16="http://schemas.microsoft.com/office/drawing/2014/main" id="{B3915114-4AA9-948E-16AE-EA81FFAF15B9}"/>
                  </a:ext>
                </a:extLst>
              </p:cNvPr>
              <p:cNvSpPr/>
              <p:nvPr/>
            </p:nvSpPr>
            <p:spPr>
              <a:xfrm>
                <a:off x="7449312" y="1822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39" name="object 476">
              <a:extLst>
                <a:ext uri="{FF2B5EF4-FFF2-40B4-BE49-F238E27FC236}">
                  <a16:creationId xmlns:a16="http://schemas.microsoft.com/office/drawing/2014/main" id="{E6BFAF0C-07CB-6FFD-31C5-C9923943F467}"/>
                </a:ext>
              </a:extLst>
            </p:cNvPr>
            <p:cNvGrpSpPr/>
            <p:nvPr/>
          </p:nvGrpSpPr>
          <p:grpSpPr>
            <a:xfrm>
              <a:off x="7749540" y="1818132"/>
              <a:ext cx="238125" cy="238125"/>
              <a:chOff x="7749540" y="1818132"/>
              <a:chExt cx="238125" cy="238125"/>
            </a:xfrm>
          </p:grpSpPr>
          <p:pic>
            <p:nvPicPr>
              <p:cNvPr id="788" name="object 477">
                <a:extLst>
                  <a:ext uri="{FF2B5EF4-FFF2-40B4-BE49-F238E27FC236}">
                    <a16:creationId xmlns:a16="http://schemas.microsoft.com/office/drawing/2014/main" id="{CCB91610-E76B-A25A-249E-2223BB1D8C4F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754112" y="1822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789" name="object 478">
                <a:extLst>
                  <a:ext uri="{FF2B5EF4-FFF2-40B4-BE49-F238E27FC236}">
                    <a16:creationId xmlns:a16="http://schemas.microsoft.com/office/drawing/2014/main" id="{38CB78F1-A267-AD66-1CEE-5C2B214DBE00}"/>
                  </a:ext>
                </a:extLst>
              </p:cNvPr>
              <p:cNvSpPr/>
              <p:nvPr/>
            </p:nvSpPr>
            <p:spPr>
              <a:xfrm>
                <a:off x="7754112" y="1822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40" name="object 479">
              <a:extLst>
                <a:ext uri="{FF2B5EF4-FFF2-40B4-BE49-F238E27FC236}">
                  <a16:creationId xmlns:a16="http://schemas.microsoft.com/office/drawing/2014/main" id="{A7C49EB1-072A-895D-1C22-36534217664A}"/>
                </a:ext>
              </a:extLst>
            </p:cNvPr>
            <p:cNvGrpSpPr/>
            <p:nvPr/>
          </p:nvGrpSpPr>
          <p:grpSpPr>
            <a:xfrm>
              <a:off x="8054340" y="1818132"/>
              <a:ext cx="238125" cy="238125"/>
              <a:chOff x="8054340" y="1818132"/>
              <a:chExt cx="238125" cy="238125"/>
            </a:xfrm>
          </p:grpSpPr>
          <p:pic>
            <p:nvPicPr>
              <p:cNvPr id="786" name="object 480">
                <a:extLst>
                  <a:ext uri="{FF2B5EF4-FFF2-40B4-BE49-F238E27FC236}">
                    <a16:creationId xmlns:a16="http://schemas.microsoft.com/office/drawing/2014/main" id="{933C562F-5750-C606-AC06-31173AC4976D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058912" y="1822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787" name="object 481">
                <a:extLst>
                  <a:ext uri="{FF2B5EF4-FFF2-40B4-BE49-F238E27FC236}">
                    <a16:creationId xmlns:a16="http://schemas.microsoft.com/office/drawing/2014/main" id="{C3E68515-CC7D-D213-B847-23E79E652214}"/>
                  </a:ext>
                </a:extLst>
              </p:cNvPr>
              <p:cNvSpPr/>
              <p:nvPr/>
            </p:nvSpPr>
            <p:spPr>
              <a:xfrm>
                <a:off x="8058912" y="1822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41" name="object 482">
              <a:extLst>
                <a:ext uri="{FF2B5EF4-FFF2-40B4-BE49-F238E27FC236}">
                  <a16:creationId xmlns:a16="http://schemas.microsoft.com/office/drawing/2014/main" id="{C0BEA9B9-EA46-79E1-0269-A9BE6C3B48E3}"/>
                </a:ext>
              </a:extLst>
            </p:cNvPr>
            <p:cNvGrpSpPr/>
            <p:nvPr/>
          </p:nvGrpSpPr>
          <p:grpSpPr>
            <a:xfrm>
              <a:off x="7139940" y="2122932"/>
              <a:ext cx="238125" cy="238125"/>
              <a:chOff x="7139940" y="2122932"/>
              <a:chExt cx="238125" cy="238125"/>
            </a:xfrm>
          </p:grpSpPr>
          <p:pic>
            <p:nvPicPr>
              <p:cNvPr id="784" name="object 483">
                <a:extLst>
                  <a:ext uri="{FF2B5EF4-FFF2-40B4-BE49-F238E27FC236}">
                    <a16:creationId xmlns:a16="http://schemas.microsoft.com/office/drawing/2014/main" id="{35A70A8A-458B-854E-254D-61BFBAFF5D36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7144512" y="21275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785" name="object 484">
                <a:extLst>
                  <a:ext uri="{FF2B5EF4-FFF2-40B4-BE49-F238E27FC236}">
                    <a16:creationId xmlns:a16="http://schemas.microsoft.com/office/drawing/2014/main" id="{94F9E779-CE75-BF6C-6DFC-E2BDD163C5F8}"/>
                  </a:ext>
                </a:extLst>
              </p:cNvPr>
              <p:cNvSpPr/>
              <p:nvPr/>
            </p:nvSpPr>
            <p:spPr>
              <a:xfrm>
                <a:off x="7144512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42" name="object 485">
              <a:extLst>
                <a:ext uri="{FF2B5EF4-FFF2-40B4-BE49-F238E27FC236}">
                  <a16:creationId xmlns:a16="http://schemas.microsoft.com/office/drawing/2014/main" id="{DCD9CFCD-0612-BAA6-107D-D6AD15C7D50C}"/>
                </a:ext>
              </a:extLst>
            </p:cNvPr>
            <p:cNvGrpSpPr/>
            <p:nvPr/>
          </p:nvGrpSpPr>
          <p:grpSpPr>
            <a:xfrm>
              <a:off x="7444740" y="2122932"/>
              <a:ext cx="238125" cy="238125"/>
              <a:chOff x="7444740" y="2122932"/>
              <a:chExt cx="238125" cy="238125"/>
            </a:xfrm>
          </p:grpSpPr>
          <p:sp>
            <p:nvSpPr>
              <p:cNvPr id="782" name="object 486">
                <a:extLst>
                  <a:ext uri="{FF2B5EF4-FFF2-40B4-BE49-F238E27FC236}">
                    <a16:creationId xmlns:a16="http://schemas.microsoft.com/office/drawing/2014/main" id="{85FE1C62-4CB0-BD49-768B-E8E9B9874DC2}"/>
                  </a:ext>
                </a:extLst>
              </p:cNvPr>
              <p:cNvSpPr/>
              <p:nvPr/>
            </p:nvSpPr>
            <p:spPr>
              <a:xfrm>
                <a:off x="7449312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83" name="object 487">
                <a:extLst>
                  <a:ext uri="{FF2B5EF4-FFF2-40B4-BE49-F238E27FC236}">
                    <a16:creationId xmlns:a16="http://schemas.microsoft.com/office/drawing/2014/main" id="{F9FD0F7B-5814-EC58-0D81-2C7211459BF4}"/>
                  </a:ext>
                </a:extLst>
              </p:cNvPr>
              <p:cNvSpPr/>
              <p:nvPr/>
            </p:nvSpPr>
            <p:spPr>
              <a:xfrm>
                <a:off x="7449312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43" name="object 488">
              <a:extLst>
                <a:ext uri="{FF2B5EF4-FFF2-40B4-BE49-F238E27FC236}">
                  <a16:creationId xmlns:a16="http://schemas.microsoft.com/office/drawing/2014/main" id="{25C39AC1-E704-F6FD-C784-2BB6B443E6E5}"/>
                </a:ext>
              </a:extLst>
            </p:cNvPr>
            <p:cNvGrpSpPr/>
            <p:nvPr/>
          </p:nvGrpSpPr>
          <p:grpSpPr>
            <a:xfrm>
              <a:off x="7749540" y="2122932"/>
              <a:ext cx="238125" cy="238125"/>
              <a:chOff x="7749540" y="2122932"/>
              <a:chExt cx="238125" cy="238125"/>
            </a:xfrm>
          </p:grpSpPr>
          <p:sp>
            <p:nvSpPr>
              <p:cNvPr id="780" name="object 489">
                <a:extLst>
                  <a:ext uri="{FF2B5EF4-FFF2-40B4-BE49-F238E27FC236}">
                    <a16:creationId xmlns:a16="http://schemas.microsoft.com/office/drawing/2014/main" id="{2EC6075C-F891-E816-EA6F-5B7C034A856F}"/>
                  </a:ext>
                </a:extLst>
              </p:cNvPr>
              <p:cNvSpPr/>
              <p:nvPr/>
            </p:nvSpPr>
            <p:spPr>
              <a:xfrm>
                <a:off x="7754112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81" name="object 490">
                <a:extLst>
                  <a:ext uri="{FF2B5EF4-FFF2-40B4-BE49-F238E27FC236}">
                    <a16:creationId xmlns:a16="http://schemas.microsoft.com/office/drawing/2014/main" id="{1301BBC3-CE0C-6157-1452-3B190C80CBE2}"/>
                  </a:ext>
                </a:extLst>
              </p:cNvPr>
              <p:cNvSpPr/>
              <p:nvPr/>
            </p:nvSpPr>
            <p:spPr>
              <a:xfrm>
                <a:off x="7754112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44" name="object 491">
              <a:extLst>
                <a:ext uri="{FF2B5EF4-FFF2-40B4-BE49-F238E27FC236}">
                  <a16:creationId xmlns:a16="http://schemas.microsoft.com/office/drawing/2014/main" id="{FB7CFE02-2089-0905-1759-07EBE34549C7}"/>
                </a:ext>
              </a:extLst>
            </p:cNvPr>
            <p:cNvGrpSpPr/>
            <p:nvPr/>
          </p:nvGrpSpPr>
          <p:grpSpPr>
            <a:xfrm>
              <a:off x="8054340" y="2122932"/>
              <a:ext cx="238125" cy="238125"/>
              <a:chOff x="8054340" y="2122932"/>
              <a:chExt cx="238125" cy="238125"/>
            </a:xfrm>
          </p:grpSpPr>
          <p:pic>
            <p:nvPicPr>
              <p:cNvPr id="778" name="object 492">
                <a:extLst>
                  <a:ext uri="{FF2B5EF4-FFF2-40B4-BE49-F238E27FC236}">
                    <a16:creationId xmlns:a16="http://schemas.microsoft.com/office/drawing/2014/main" id="{F70DCE55-6E4C-B455-E485-89D3E0C2F8EA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058912" y="21275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779" name="object 493">
                <a:extLst>
                  <a:ext uri="{FF2B5EF4-FFF2-40B4-BE49-F238E27FC236}">
                    <a16:creationId xmlns:a16="http://schemas.microsoft.com/office/drawing/2014/main" id="{445E0B86-EC9D-09B8-897B-4B5C03328B2A}"/>
                  </a:ext>
                </a:extLst>
              </p:cNvPr>
              <p:cNvSpPr/>
              <p:nvPr/>
            </p:nvSpPr>
            <p:spPr>
              <a:xfrm>
                <a:off x="8058912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45" name="object 494">
              <a:extLst>
                <a:ext uri="{FF2B5EF4-FFF2-40B4-BE49-F238E27FC236}">
                  <a16:creationId xmlns:a16="http://schemas.microsoft.com/office/drawing/2014/main" id="{DD86912B-9C14-1759-70C2-88EE7A982656}"/>
                </a:ext>
              </a:extLst>
            </p:cNvPr>
            <p:cNvGrpSpPr/>
            <p:nvPr/>
          </p:nvGrpSpPr>
          <p:grpSpPr>
            <a:xfrm>
              <a:off x="7139940" y="2427732"/>
              <a:ext cx="238125" cy="238125"/>
              <a:chOff x="7139940" y="2427732"/>
              <a:chExt cx="238125" cy="238125"/>
            </a:xfrm>
          </p:grpSpPr>
          <p:sp>
            <p:nvSpPr>
              <p:cNvPr id="776" name="object 495">
                <a:extLst>
                  <a:ext uri="{FF2B5EF4-FFF2-40B4-BE49-F238E27FC236}">
                    <a16:creationId xmlns:a16="http://schemas.microsoft.com/office/drawing/2014/main" id="{E125D93A-174E-B93D-90EB-2C32C93429BB}"/>
                  </a:ext>
                </a:extLst>
              </p:cNvPr>
              <p:cNvSpPr/>
              <p:nvPr/>
            </p:nvSpPr>
            <p:spPr>
              <a:xfrm>
                <a:off x="7144512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77" name="object 496">
                <a:extLst>
                  <a:ext uri="{FF2B5EF4-FFF2-40B4-BE49-F238E27FC236}">
                    <a16:creationId xmlns:a16="http://schemas.microsoft.com/office/drawing/2014/main" id="{07038FD3-6E9E-DD34-645A-DAB3294F9697}"/>
                  </a:ext>
                </a:extLst>
              </p:cNvPr>
              <p:cNvSpPr/>
              <p:nvPr/>
            </p:nvSpPr>
            <p:spPr>
              <a:xfrm>
                <a:off x="7144512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46" name="object 497">
              <a:extLst>
                <a:ext uri="{FF2B5EF4-FFF2-40B4-BE49-F238E27FC236}">
                  <a16:creationId xmlns:a16="http://schemas.microsoft.com/office/drawing/2014/main" id="{D08F6A60-9AE1-315D-48FF-B8AEFCFC1256}"/>
                </a:ext>
              </a:extLst>
            </p:cNvPr>
            <p:cNvGrpSpPr/>
            <p:nvPr/>
          </p:nvGrpSpPr>
          <p:grpSpPr>
            <a:xfrm>
              <a:off x="7444740" y="2427732"/>
              <a:ext cx="238125" cy="238125"/>
              <a:chOff x="7444740" y="2427732"/>
              <a:chExt cx="238125" cy="238125"/>
            </a:xfrm>
          </p:grpSpPr>
          <p:sp>
            <p:nvSpPr>
              <p:cNvPr id="774" name="object 498">
                <a:extLst>
                  <a:ext uri="{FF2B5EF4-FFF2-40B4-BE49-F238E27FC236}">
                    <a16:creationId xmlns:a16="http://schemas.microsoft.com/office/drawing/2014/main" id="{FBE9839F-07F3-642C-851C-2DC215EFB0C7}"/>
                  </a:ext>
                </a:extLst>
              </p:cNvPr>
              <p:cNvSpPr/>
              <p:nvPr/>
            </p:nvSpPr>
            <p:spPr>
              <a:xfrm>
                <a:off x="7449312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75" name="object 499">
                <a:extLst>
                  <a:ext uri="{FF2B5EF4-FFF2-40B4-BE49-F238E27FC236}">
                    <a16:creationId xmlns:a16="http://schemas.microsoft.com/office/drawing/2014/main" id="{6F386786-843B-F1EF-EE0B-448E99F554C5}"/>
                  </a:ext>
                </a:extLst>
              </p:cNvPr>
              <p:cNvSpPr/>
              <p:nvPr/>
            </p:nvSpPr>
            <p:spPr>
              <a:xfrm>
                <a:off x="7449312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47" name="object 500">
              <a:extLst>
                <a:ext uri="{FF2B5EF4-FFF2-40B4-BE49-F238E27FC236}">
                  <a16:creationId xmlns:a16="http://schemas.microsoft.com/office/drawing/2014/main" id="{878E6BFC-2D38-086C-C8BD-B895C7567D17}"/>
                </a:ext>
              </a:extLst>
            </p:cNvPr>
            <p:cNvGrpSpPr/>
            <p:nvPr/>
          </p:nvGrpSpPr>
          <p:grpSpPr>
            <a:xfrm>
              <a:off x="7749540" y="2427732"/>
              <a:ext cx="238125" cy="238125"/>
              <a:chOff x="7749540" y="2427732"/>
              <a:chExt cx="238125" cy="238125"/>
            </a:xfrm>
          </p:grpSpPr>
          <p:pic>
            <p:nvPicPr>
              <p:cNvPr id="772" name="object 501">
                <a:extLst>
                  <a:ext uri="{FF2B5EF4-FFF2-40B4-BE49-F238E27FC236}">
                    <a16:creationId xmlns:a16="http://schemas.microsoft.com/office/drawing/2014/main" id="{4C48351E-E7B6-6402-9F6F-785F0C9B0E38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7754112" y="24323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773" name="object 502">
                <a:extLst>
                  <a:ext uri="{FF2B5EF4-FFF2-40B4-BE49-F238E27FC236}">
                    <a16:creationId xmlns:a16="http://schemas.microsoft.com/office/drawing/2014/main" id="{F86EA648-D5FE-2487-8728-D18DC2CBC356}"/>
                  </a:ext>
                </a:extLst>
              </p:cNvPr>
              <p:cNvSpPr/>
              <p:nvPr/>
            </p:nvSpPr>
            <p:spPr>
              <a:xfrm>
                <a:off x="7754112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48" name="object 503">
              <a:extLst>
                <a:ext uri="{FF2B5EF4-FFF2-40B4-BE49-F238E27FC236}">
                  <a16:creationId xmlns:a16="http://schemas.microsoft.com/office/drawing/2014/main" id="{F66EBEF6-E8EB-E12F-B10F-CCF787E5DAE6}"/>
                </a:ext>
              </a:extLst>
            </p:cNvPr>
            <p:cNvSpPr/>
            <p:nvPr/>
          </p:nvSpPr>
          <p:spPr>
            <a:xfrm>
              <a:off x="8058911" y="24323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9" name="object 506">
              <a:extLst>
                <a:ext uri="{FF2B5EF4-FFF2-40B4-BE49-F238E27FC236}">
                  <a16:creationId xmlns:a16="http://schemas.microsoft.com/office/drawing/2014/main" id="{5F4FB77C-AFB7-271C-7A3D-30B17423AD53}"/>
                </a:ext>
              </a:extLst>
            </p:cNvPr>
            <p:cNvSpPr txBox="1"/>
            <p:nvPr/>
          </p:nvSpPr>
          <p:spPr>
            <a:xfrm>
              <a:off x="821842" y="1175384"/>
              <a:ext cx="109601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spc="-175" dirty="0">
                  <a:latin typeface="Arial"/>
                  <a:cs typeface="Arial"/>
                </a:rPr>
                <a:t>Superscalar</a:t>
              </a:r>
              <a:endParaRPr sz="1800">
                <a:latin typeface="Arial"/>
                <a:cs typeface="Arial"/>
              </a:endParaRPr>
            </a:p>
          </p:txBody>
        </p:sp>
        <p:sp>
          <p:nvSpPr>
            <p:cNvPr id="750" name="object 507">
              <a:extLst>
                <a:ext uri="{FF2B5EF4-FFF2-40B4-BE49-F238E27FC236}">
                  <a16:creationId xmlns:a16="http://schemas.microsoft.com/office/drawing/2014/main" id="{02082502-1FAF-07F5-4012-29692548AEDA}"/>
                </a:ext>
              </a:extLst>
            </p:cNvPr>
            <p:cNvSpPr txBox="1"/>
            <p:nvPr/>
          </p:nvSpPr>
          <p:spPr>
            <a:xfrm>
              <a:off x="2422398" y="1175384"/>
              <a:ext cx="272478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1307465" algn="l"/>
                </a:tabLst>
              </a:pPr>
              <a:r>
                <a:rPr sz="1800" b="1" spc="-175" dirty="0">
                  <a:latin typeface="Arial"/>
                  <a:cs typeface="Arial"/>
                </a:rPr>
                <a:t>Fine-Grained	</a:t>
              </a:r>
              <a:r>
                <a:rPr sz="1800" b="1" spc="-180" dirty="0">
                  <a:latin typeface="Arial"/>
                  <a:cs typeface="Arial"/>
                </a:rPr>
                <a:t>Coarse-Grained</a:t>
              </a:r>
              <a:endParaRPr sz="1800">
                <a:latin typeface="Arial"/>
                <a:cs typeface="Arial"/>
              </a:endParaRPr>
            </a:p>
          </p:txBody>
        </p:sp>
        <p:sp>
          <p:nvSpPr>
            <p:cNvPr id="751" name="object 508">
              <a:extLst>
                <a:ext uri="{FF2B5EF4-FFF2-40B4-BE49-F238E27FC236}">
                  <a16:creationId xmlns:a16="http://schemas.microsoft.com/office/drawing/2014/main" id="{E7F53C87-550B-1EDE-BA26-E3B02D4E5216}"/>
                </a:ext>
              </a:extLst>
            </p:cNvPr>
            <p:cNvSpPr txBox="1"/>
            <p:nvPr/>
          </p:nvSpPr>
          <p:spPr>
            <a:xfrm>
              <a:off x="5360923" y="1154684"/>
              <a:ext cx="145859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spc="-280" dirty="0">
                  <a:latin typeface="Arial"/>
                  <a:cs typeface="Arial"/>
                </a:rPr>
                <a:t>M</a:t>
              </a:r>
              <a:r>
                <a:rPr sz="1800" b="1" spc="-135" dirty="0">
                  <a:latin typeface="Arial"/>
                  <a:cs typeface="Arial"/>
                </a:rPr>
                <a:t>ult</a:t>
              </a:r>
              <a:r>
                <a:rPr sz="1800" b="1" spc="-100" dirty="0">
                  <a:latin typeface="Arial"/>
                  <a:cs typeface="Arial"/>
                </a:rPr>
                <a:t>i</a:t>
              </a:r>
              <a:r>
                <a:rPr sz="1800" b="1" spc="-175" dirty="0">
                  <a:latin typeface="Arial"/>
                  <a:cs typeface="Arial"/>
                </a:rPr>
                <a:t>pro</a:t>
              </a:r>
              <a:r>
                <a:rPr sz="1800" b="1" spc="-195" dirty="0">
                  <a:latin typeface="Arial"/>
                  <a:cs typeface="Arial"/>
                </a:rPr>
                <a:t>c</a:t>
              </a:r>
              <a:r>
                <a:rPr sz="1800" b="1" spc="-190" dirty="0">
                  <a:latin typeface="Arial"/>
                  <a:cs typeface="Arial"/>
                </a:rPr>
                <a:t>e</a:t>
              </a:r>
              <a:r>
                <a:rPr sz="1800" b="1" spc="-195" dirty="0">
                  <a:latin typeface="Arial"/>
                  <a:cs typeface="Arial"/>
                </a:rPr>
                <a:t>s</a:t>
              </a:r>
              <a:r>
                <a:rPr sz="1800" b="1" spc="-185" dirty="0">
                  <a:latin typeface="Arial"/>
                  <a:cs typeface="Arial"/>
                </a:rPr>
                <a:t>s</a:t>
              </a:r>
              <a:r>
                <a:rPr sz="1800" b="1" spc="-100" dirty="0">
                  <a:latin typeface="Arial"/>
                  <a:cs typeface="Arial"/>
                </a:rPr>
                <a:t>i</a:t>
              </a:r>
              <a:r>
                <a:rPr sz="1800" b="1" spc="-200" dirty="0">
                  <a:latin typeface="Arial"/>
                  <a:cs typeface="Arial"/>
                </a:rPr>
                <a:t>ng</a:t>
              </a:r>
              <a:endParaRPr sz="1800">
                <a:latin typeface="Arial"/>
                <a:cs typeface="Arial"/>
              </a:endParaRPr>
            </a:p>
          </p:txBody>
        </p:sp>
        <p:sp>
          <p:nvSpPr>
            <p:cNvPr id="752" name="object 509">
              <a:extLst>
                <a:ext uri="{FF2B5EF4-FFF2-40B4-BE49-F238E27FC236}">
                  <a16:creationId xmlns:a16="http://schemas.microsoft.com/office/drawing/2014/main" id="{23B4C05E-917B-25BB-87C9-B67950FDE6A1}"/>
                </a:ext>
              </a:extLst>
            </p:cNvPr>
            <p:cNvSpPr txBox="1"/>
            <p:nvPr/>
          </p:nvSpPr>
          <p:spPr>
            <a:xfrm>
              <a:off x="7070852" y="946226"/>
              <a:ext cx="1313815" cy="5746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spc="-185" dirty="0">
                  <a:latin typeface="Arial"/>
                  <a:cs typeface="Arial"/>
                </a:rPr>
                <a:t>Simultaneous</a:t>
              </a:r>
              <a:endParaRPr sz="1800">
                <a:latin typeface="Arial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5"/>
                </a:spcBef>
              </a:pPr>
              <a:r>
                <a:rPr sz="1800" b="1" spc="-165" dirty="0">
                  <a:latin typeface="Arial"/>
                  <a:cs typeface="Arial"/>
                </a:rPr>
                <a:t>Multithreading</a:t>
              </a:r>
              <a:endParaRPr sz="1800">
                <a:latin typeface="Arial"/>
                <a:cs typeface="Arial"/>
              </a:endParaRPr>
            </a:p>
          </p:txBody>
        </p:sp>
        <p:grpSp>
          <p:nvGrpSpPr>
            <p:cNvPr id="753" name="object 510">
              <a:extLst>
                <a:ext uri="{FF2B5EF4-FFF2-40B4-BE49-F238E27FC236}">
                  <a16:creationId xmlns:a16="http://schemas.microsoft.com/office/drawing/2014/main" id="{9BC1E1AE-8F10-A13B-E072-D145779038A1}"/>
                </a:ext>
              </a:extLst>
            </p:cNvPr>
            <p:cNvGrpSpPr/>
            <p:nvPr/>
          </p:nvGrpSpPr>
          <p:grpSpPr>
            <a:xfrm>
              <a:off x="2110739" y="5551932"/>
              <a:ext cx="238125" cy="238125"/>
              <a:chOff x="2110739" y="5551932"/>
              <a:chExt cx="238125" cy="238125"/>
            </a:xfrm>
          </p:grpSpPr>
          <p:sp>
            <p:nvSpPr>
              <p:cNvPr id="770" name="object 511">
                <a:extLst>
                  <a:ext uri="{FF2B5EF4-FFF2-40B4-BE49-F238E27FC236}">
                    <a16:creationId xmlns:a16="http://schemas.microsoft.com/office/drawing/2014/main" id="{CD62F2D7-0541-0ADB-CD4F-101C9D85DCA7}"/>
                  </a:ext>
                </a:extLst>
              </p:cNvPr>
              <p:cNvSpPr/>
              <p:nvPr/>
            </p:nvSpPr>
            <p:spPr>
              <a:xfrm>
                <a:off x="2115311" y="5556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71" name="object 512">
                <a:extLst>
                  <a:ext uri="{FF2B5EF4-FFF2-40B4-BE49-F238E27FC236}">
                    <a16:creationId xmlns:a16="http://schemas.microsoft.com/office/drawing/2014/main" id="{0BFF1049-E91E-EB08-A42B-9794BB90C5FC}"/>
                  </a:ext>
                </a:extLst>
              </p:cNvPr>
              <p:cNvSpPr/>
              <p:nvPr/>
            </p:nvSpPr>
            <p:spPr>
              <a:xfrm>
                <a:off x="2115311" y="5556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54" name="object 513">
              <a:extLst>
                <a:ext uri="{FF2B5EF4-FFF2-40B4-BE49-F238E27FC236}">
                  <a16:creationId xmlns:a16="http://schemas.microsoft.com/office/drawing/2014/main" id="{D03EF9F3-2866-4BA4-49F1-3D258E3EB21E}"/>
                </a:ext>
              </a:extLst>
            </p:cNvPr>
            <p:cNvGrpSpPr/>
            <p:nvPr/>
          </p:nvGrpSpPr>
          <p:grpSpPr>
            <a:xfrm>
              <a:off x="2110739" y="5932932"/>
              <a:ext cx="238125" cy="238125"/>
              <a:chOff x="2110739" y="5932932"/>
              <a:chExt cx="238125" cy="238125"/>
            </a:xfrm>
          </p:grpSpPr>
          <p:pic>
            <p:nvPicPr>
              <p:cNvPr id="768" name="object 514">
                <a:extLst>
                  <a:ext uri="{FF2B5EF4-FFF2-40B4-BE49-F238E27FC236}">
                    <a16:creationId xmlns:a16="http://schemas.microsoft.com/office/drawing/2014/main" id="{FEBFED44-3FC5-0C45-BF2B-48F3E465BDDE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115311" y="5937504"/>
                <a:ext cx="228600" cy="228599"/>
              </a:xfrm>
              <a:prstGeom prst="rect">
                <a:avLst/>
              </a:prstGeom>
            </p:spPr>
          </p:pic>
          <p:sp>
            <p:nvSpPr>
              <p:cNvPr id="769" name="object 515">
                <a:extLst>
                  <a:ext uri="{FF2B5EF4-FFF2-40B4-BE49-F238E27FC236}">
                    <a16:creationId xmlns:a16="http://schemas.microsoft.com/office/drawing/2014/main" id="{3F93AE6E-0319-A06D-2E06-614D17D6B2D7}"/>
                  </a:ext>
                </a:extLst>
              </p:cNvPr>
              <p:cNvSpPr/>
              <p:nvPr/>
            </p:nvSpPr>
            <p:spPr>
              <a:xfrm>
                <a:off x="2115311" y="593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55" name="object 516">
              <a:extLst>
                <a:ext uri="{FF2B5EF4-FFF2-40B4-BE49-F238E27FC236}">
                  <a16:creationId xmlns:a16="http://schemas.microsoft.com/office/drawing/2014/main" id="{475A4717-596D-4DD1-6954-643DDC51EDC1}"/>
                </a:ext>
              </a:extLst>
            </p:cNvPr>
            <p:cNvGrpSpPr/>
            <p:nvPr/>
          </p:nvGrpSpPr>
          <p:grpSpPr>
            <a:xfrm>
              <a:off x="4320540" y="5551932"/>
              <a:ext cx="238125" cy="238125"/>
              <a:chOff x="4320540" y="5551932"/>
              <a:chExt cx="238125" cy="238125"/>
            </a:xfrm>
          </p:grpSpPr>
          <p:sp>
            <p:nvSpPr>
              <p:cNvPr id="766" name="object 517">
                <a:extLst>
                  <a:ext uri="{FF2B5EF4-FFF2-40B4-BE49-F238E27FC236}">
                    <a16:creationId xmlns:a16="http://schemas.microsoft.com/office/drawing/2014/main" id="{F4C47D67-A333-14BF-8432-3E06ACBF169C}"/>
                  </a:ext>
                </a:extLst>
              </p:cNvPr>
              <p:cNvSpPr/>
              <p:nvPr/>
            </p:nvSpPr>
            <p:spPr>
              <a:xfrm>
                <a:off x="4325112" y="5556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67" name="object 518">
                <a:extLst>
                  <a:ext uri="{FF2B5EF4-FFF2-40B4-BE49-F238E27FC236}">
                    <a16:creationId xmlns:a16="http://schemas.microsoft.com/office/drawing/2014/main" id="{1F145D8E-1494-66A4-A15B-F0D3C6F1CFE8}"/>
                  </a:ext>
                </a:extLst>
              </p:cNvPr>
              <p:cNvSpPr/>
              <p:nvPr/>
            </p:nvSpPr>
            <p:spPr>
              <a:xfrm>
                <a:off x="4325112" y="5556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56" name="object 519">
              <a:extLst>
                <a:ext uri="{FF2B5EF4-FFF2-40B4-BE49-F238E27FC236}">
                  <a16:creationId xmlns:a16="http://schemas.microsoft.com/office/drawing/2014/main" id="{2FD67894-553A-1C2A-BBF9-811FB4E597F9}"/>
                </a:ext>
              </a:extLst>
            </p:cNvPr>
            <p:cNvGrpSpPr/>
            <p:nvPr/>
          </p:nvGrpSpPr>
          <p:grpSpPr>
            <a:xfrm>
              <a:off x="4320540" y="5932932"/>
              <a:ext cx="238125" cy="238125"/>
              <a:chOff x="4320540" y="5932932"/>
              <a:chExt cx="238125" cy="238125"/>
            </a:xfrm>
          </p:grpSpPr>
          <p:pic>
            <p:nvPicPr>
              <p:cNvPr id="764" name="object 520">
                <a:extLst>
                  <a:ext uri="{FF2B5EF4-FFF2-40B4-BE49-F238E27FC236}">
                    <a16:creationId xmlns:a16="http://schemas.microsoft.com/office/drawing/2014/main" id="{1B6C68D4-8201-805C-9825-04B442E82D63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325112" y="5937504"/>
                <a:ext cx="228600" cy="228599"/>
              </a:xfrm>
              <a:prstGeom prst="rect">
                <a:avLst/>
              </a:prstGeom>
            </p:spPr>
          </p:pic>
          <p:sp>
            <p:nvSpPr>
              <p:cNvPr id="765" name="object 521">
                <a:extLst>
                  <a:ext uri="{FF2B5EF4-FFF2-40B4-BE49-F238E27FC236}">
                    <a16:creationId xmlns:a16="http://schemas.microsoft.com/office/drawing/2014/main" id="{7BEF1BA5-3DB2-8CAA-59AC-1CEC3911D286}"/>
                  </a:ext>
                </a:extLst>
              </p:cNvPr>
              <p:cNvSpPr/>
              <p:nvPr/>
            </p:nvSpPr>
            <p:spPr>
              <a:xfrm>
                <a:off x="4325112" y="593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57" name="object 522">
              <a:extLst>
                <a:ext uri="{FF2B5EF4-FFF2-40B4-BE49-F238E27FC236}">
                  <a16:creationId xmlns:a16="http://schemas.microsoft.com/office/drawing/2014/main" id="{04BDE835-6853-012F-E428-5598A45A8C24}"/>
                </a:ext>
              </a:extLst>
            </p:cNvPr>
            <p:cNvGrpSpPr/>
            <p:nvPr/>
          </p:nvGrpSpPr>
          <p:grpSpPr>
            <a:xfrm>
              <a:off x="6377940" y="5551932"/>
              <a:ext cx="238125" cy="238125"/>
              <a:chOff x="6377940" y="5551932"/>
              <a:chExt cx="238125" cy="238125"/>
            </a:xfrm>
          </p:grpSpPr>
          <p:pic>
            <p:nvPicPr>
              <p:cNvPr id="762" name="object 523">
                <a:extLst>
                  <a:ext uri="{FF2B5EF4-FFF2-40B4-BE49-F238E27FC236}">
                    <a16:creationId xmlns:a16="http://schemas.microsoft.com/office/drawing/2014/main" id="{572D25E3-1264-93D0-CC35-1E0C0F373C63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6382512" y="5556504"/>
                <a:ext cx="228599" cy="228600"/>
              </a:xfrm>
              <a:prstGeom prst="rect">
                <a:avLst/>
              </a:prstGeom>
            </p:spPr>
          </p:pic>
          <p:sp>
            <p:nvSpPr>
              <p:cNvPr id="763" name="object 524">
                <a:extLst>
                  <a:ext uri="{FF2B5EF4-FFF2-40B4-BE49-F238E27FC236}">
                    <a16:creationId xmlns:a16="http://schemas.microsoft.com/office/drawing/2014/main" id="{E44C3825-A865-569A-9630-92BD5FC17315}"/>
                  </a:ext>
                </a:extLst>
              </p:cNvPr>
              <p:cNvSpPr/>
              <p:nvPr/>
            </p:nvSpPr>
            <p:spPr>
              <a:xfrm>
                <a:off x="6382512" y="5556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599" y="228600"/>
                    </a:lnTo>
                    <a:lnTo>
                      <a:pt x="228599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58" name="object 525">
              <a:extLst>
                <a:ext uri="{FF2B5EF4-FFF2-40B4-BE49-F238E27FC236}">
                  <a16:creationId xmlns:a16="http://schemas.microsoft.com/office/drawing/2014/main" id="{BE35ECE3-0137-ABBE-CC30-DBCDFEEDE051}"/>
                </a:ext>
              </a:extLst>
            </p:cNvPr>
            <p:cNvSpPr/>
            <p:nvPr/>
          </p:nvSpPr>
          <p:spPr>
            <a:xfrm>
              <a:off x="6382511" y="59375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599" y="228600"/>
                  </a:lnTo>
                  <a:lnTo>
                    <a:pt x="228599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9" name="object 526">
              <a:extLst>
                <a:ext uri="{FF2B5EF4-FFF2-40B4-BE49-F238E27FC236}">
                  <a16:creationId xmlns:a16="http://schemas.microsoft.com/office/drawing/2014/main" id="{C3B60F6E-3BE1-C472-039C-2693908110B2}"/>
                </a:ext>
              </a:extLst>
            </p:cNvPr>
            <p:cNvSpPr txBox="1"/>
            <p:nvPr/>
          </p:nvSpPr>
          <p:spPr>
            <a:xfrm>
              <a:off x="2482342" y="5401462"/>
              <a:ext cx="866140" cy="819150"/>
            </a:xfrm>
            <a:prstGeom prst="rect">
              <a:avLst/>
            </a:prstGeom>
          </p:spPr>
          <p:txBody>
            <a:bodyPr vert="horz" wrap="square" lIns="0" tIns="104139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819"/>
                </a:spcBef>
              </a:pPr>
              <a:r>
                <a:rPr sz="2000" spc="-210" dirty="0">
                  <a:latin typeface="Arial MT"/>
                  <a:cs typeface="Arial MT"/>
                </a:rPr>
                <a:t>Th</a:t>
              </a:r>
              <a:r>
                <a:rPr sz="2000" spc="-114" dirty="0">
                  <a:latin typeface="Arial MT"/>
                  <a:cs typeface="Arial MT"/>
                </a:rPr>
                <a:t>r</a:t>
              </a:r>
              <a:r>
                <a:rPr sz="2000" spc="-204" dirty="0">
                  <a:latin typeface="Arial MT"/>
                  <a:cs typeface="Arial MT"/>
                </a:rPr>
                <a:t>ea</a:t>
              </a:r>
              <a:r>
                <a:rPr sz="2000" spc="-200" dirty="0">
                  <a:latin typeface="Arial MT"/>
                  <a:cs typeface="Arial MT"/>
                </a:rPr>
                <a:t>d</a:t>
              </a:r>
              <a:r>
                <a:rPr sz="2000" spc="-120" dirty="0">
                  <a:latin typeface="Arial MT"/>
                  <a:cs typeface="Arial MT"/>
                </a:rPr>
                <a:t> </a:t>
              </a:r>
              <a:r>
                <a:rPr sz="2000" spc="-200" dirty="0">
                  <a:latin typeface="Arial MT"/>
                  <a:cs typeface="Arial MT"/>
                </a:rPr>
                <a:t>1</a:t>
              </a:r>
              <a:endParaRPr sz="2000">
                <a:latin typeface="Arial MT"/>
                <a:cs typeface="Arial MT"/>
              </a:endParaRPr>
            </a:p>
            <a:p>
              <a:pPr marL="19050">
                <a:lnSpc>
                  <a:spcPct val="100000"/>
                </a:lnSpc>
                <a:spcBef>
                  <a:spcPts val="725"/>
                </a:spcBef>
              </a:pPr>
              <a:r>
                <a:rPr sz="2000" spc="-210" dirty="0">
                  <a:latin typeface="Arial MT"/>
                  <a:cs typeface="Arial MT"/>
                </a:rPr>
                <a:t>Th</a:t>
              </a:r>
              <a:r>
                <a:rPr sz="2000" spc="-114" dirty="0">
                  <a:latin typeface="Arial MT"/>
                  <a:cs typeface="Arial MT"/>
                </a:rPr>
                <a:t>r</a:t>
              </a:r>
              <a:r>
                <a:rPr sz="2000" spc="-204" dirty="0">
                  <a:latin typeface="Arial MT"/>
                  <a:cs typeface="Arial MT"/>
                </a:rPr>
                <a:t>ea</a:t>
              </a:r>
              <a:r>
                <a:rPr sz="2000" spc="-200" dirty="0">
                  <a:latin typeface="Arial MT"/>
                  <a:cs typeface="Arial MT"/>
                </a:rPr>
                <a:t>d</a:t>
              </a:r>
              <a:r>
                <a:rPr sz="2000" spc="-120" dirty="0">
                  <a:latin typeface="Arial MT"/>
                  <a:cs typeface="Arial MT"/>
                </a:rPr>
                <a:t> </a:t>
              </a:r>
              <a:r>
                <a:rPr sz="2000" spc="-200" dirty="0">
                  <a:latin typeface="Arial MT"/>
                  <a:cs typeface="Arial MT"/>
                </a:rPr>
                <a:t>2</a:t>
              </a:r>
              <a:endParaRPr sz="2000">
                <a:latin typeface="Arial MT"/>
                <a:cs typeface="Arial MT"/>
              </a:endParaRPr>
            </a:p>
          </p:txBody>
        </p:sp>
        <p:sp>
          <p:nvSpPr>
            <p:cNvPr id="760" name="object 527">
              <a:extLst>
                <a:ext uri="{FF2B5EF4-FFF2-40B4-BE49-F238E27FC236}">
                  <a16:creationId xmlns:a16="http://schemas.microsoft.com/office/drawing/2014/main" id="{A8159A07-30FF-7223-2F31-A687C63650FD}"/>
                </a:ext>
              </a:extLst>
            </p:cNvPr>
            <p:cNvSpPr txBox="1"/>
            <p:nvPr/>
          </p:nvSpPr>
          <p:spPr>
            <a:xfrm>
              <a:off x="4784597" y="5433161"/>
              <a:ext cx="859155" cy="787400"/>
            </a:xfrm>
            <a:prstGeom prst="rect">
              <a:avLst/>
            </a:prstGeom>
          </p:spPr>
          <p:txBody>
            <a:bodyPr vert="horz" wrap="square" lIns="0" tIns="889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700"/>
                </a:spcBef>
              </a:pPr>
              <a:r>
                <a:rPr sz="2000" spc="-210" dirty="0">
                  <a:latin typeface="Arial MT"/>
                  <a:cs typeface="Arial MT"/>
                </a:rPr>
                <a:t>Th</a:t>
              </a:r>
              <a:r>
                <a:rPr sz="2000" spc="-114" dirty="0">
                  <a:latin typeface="Arial MT"/>
                  <a:cs typeface="Arial MT"/>
                </a:rPr>
                <a:t>r</a:t>
              </a:r>
              <a:r>
                <a:rPr sz="2000" spc="-204" dirty="0">
                  <a:latin typeface="Arial MT"/>
                  <a:cs typeface="Arial MT"/>
                </a:rPr>
                <a:t>ea</a:t>
              </a:r>
              <a:r>
                <a:rPr sz="2000" spc="-200" dirty="0">
                  <a:latin typeface="Arial MT"/>
                  <a:cs typeface="Arial MT"/>
                </a:rPr>
                <a:t>d</a:t>
              </a:r>
              <a:r>
                <a:rPr sz="2000" spc="-120" dirty="0">
                  <a:latin typeface="Arial MT"/>
                  <a:cs typeface="Arial MT"/>
                </a:rPr>
                <a:t> </a:t>
              </a:r>
              <a:r>
                <a:rPr sz="2000" spc="-200" dirty="0">
                  <a:latin typeface="Arial MT"/>
                  <a:cs typeface="Arial MT"/>
                </a:rPr>
                <a:t>3</a:t>
              </a:r>
              <a:endParaRPr sz="2000">
                <a:latin typeface="Arial MT"/>
                <a:cs typeface="Arial MT"/>
              </a:endParaRPr>
            </a:p>
            <a:p>
              <a:pPr marL="12700">
                <a:lnSpc>
                  <a:spcPct val="100000"/>
                </a:lnSpc>
                <a:spcBef>
                  <a:spcPts val="600"/>
                </a:spcBef>
              </a:pPr>
              <a:r>
                <a:rPr sz="2000" spc="-210" dirty="0">
                  <a:latin typeface="Arial MT"/>
                  <a:cs typeface="Arial MT"/>
                </a:rPr>
                <a:t>Th</a:t>
              </a:r>
              <a:r>
                <a:rPr sz="2000" spc="-114" dirty="0">
                  <a:latin typeface="Arial MT"/>
                  <a:cs typeface="Arial MT"/>
                </a:rPr>
                <a:t>r</a:t>
              </a:r>
              <a:r>
                <a:rPr sz="2000" spc="-204" dirty="0">
                  <a:latin typeface="Arial MT"/>
                  <a:cs typeface="Arial MT"/>
                </a:rPr>
                <a:t>ea</a:t>
              </a:r>
              <a:r>
                <a:rPr sz="2000" spc="-200" dirty="0">
                  <a:latin typeface="Arial MT"/>
                  <a:cs typeface="Arial MT"/>
                </a:rPr>
                <a:t>d</a:t>
              </a:r>
              <a:r>
                <a:rPr sz="2000" spc="-120" dirty="0">
                  <a:latin typeface="Arial MT"/>
                  <a:cs typeface="Arial MT"/>
                </a:rPr>
                <a:t> </a:t>
              </a:r>
              <a:r>
                <a:rPr sz="2000" spc="-200" dirty="0">
                  <a:latin typeface="Arial MT"/>
                  <a:cs typeface="Arial MT"/>
                </a:rPr>
                <a:t>4</a:t>
              </a:r>
              <a:endParaRPr sz="2000">
                <a:latin typeface="Arial MT"/>
                <a:cs typeface="Arial MT"/>
              </a:endParaRPr>
            </a:p>
          </p:txBody>
        </p:sp>
        <p:sp>
          <p:nvSpPr>
            <p:cNvPr id="761" name="object 528">
              <a:extLst>
                <a:ext uri="{FF2B5EF4-FFF2-40B4-BE49-F238E27FC236}">
                  <a16:creationId xmlns:a16="http://schemas.microsoft.com/office/drawing/2014/main" id="{AFAB6E4E-E950-ED7F-57A6-8B111FA7DC8E}"/>
                </a:ext>
              </a:extLst>
            </p:cNvPr>
            <p:cNvSpPr txBox="1"/>
            <p:nvPr/>
          </p:nvSpPr>
          <p:spPr>
            <a:xfrm>
              <a:off x="6766052" y="5433161"/>
              <a:ext cx="859155" cy="7874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>
                <a:lnSpc>
                  <a:spcPct val="125000"/>
                </a:lnSpc>
                <a:spcBef>
                  <a:spcPts val="100"/>
                </a:spcBef>
              </a:pPr>
              <a:r>
                <a:rPr sz="2000" spc="-210" dirty="0">
                  <a:latin typeface="Arial MT"/>
                  <a:cs typeface="Arial MT"/>
                </a:rPr>
                <a:t>Th</a:t>
              </a:r>
              <a:r>
                <a:rPr sz="2000" spc="-114" dirty="0">
                  <a:latin typeface="Arial MT"/>
                  <a:cs typeface="Arial MT"/>
                </a:rPr>
                <a:t>r</a:t>
              </a:r>
              <a:r>
                <a:rPr sz="2000" spc="-204" dirty="0">
                  <a:latin typeface="Arial MT"/>
                  <a:cs typeface="Arial MT"/>
                </a:rPr>
                <a:t>ea</a:t>
              </a:r>
              <a:r>
                <a:rPr sz="2000" spc="-200" dirty="0">
                  <a:latin typeface="Arial MT"/>
                  <a:cs typeface="Arial MT"/>
                </a:rPr>
                <a:t>d</a:t>
              </a:r>
              <a:r>
                <a:rPr sz="2000" spc="-120" dirty="0">
                  <a:latin typeface="Arial MT"/>
                  <a:cs typeface="Arial MT"/>
                </a:rPr>
                <a:t> </a:t>
              </a:r>
              <a:r>
                <a:rPr sz="2000" spc="-135" dirty="0">
                  <a:latin typeface="Arial MT"/>
                  <a:cs typeface="Arial MT"/>
                </a:rPr>
                <a:t>5  </a:t>
              </a:r>
              <a:r>
                <a:rPr sz="2000" spc="-155" dirty="0">
                  <a:latin typeface="Arial MT"/>
                  <a:cs typeface="Arial MT"/>
                </a:rPr>
                <a:t>Id</a:t>
              </a:r>
              <a:r>
                <a:rPr sz="2000" spc="-90" dirty="0">
                  <a:latin typeface="Arial MT"/>
                  <a:cs typeface="Arial MT"/>
                </a:rPr>
                <a:t>l</a:t>
              </a:r>
              <a:r>
                <a:rPr sz="2000" spc="-200" dirty="0">
                  <a:latin typeface="Arial MT"/>
                  <a:cs typeface="Arial MT"/>
                </a:rPr>
                <a:t>e</a:t>
              </a:r>
              <a:r>
                <a:rPr sz="2000" spc="-114" dirty="0">
                  <a:latin typeface="Arial MT"/>
                  <a:cs typeface="Arial MT"/>
                </a:rPr>
                <a:t> </a:t>
              </a:r>
              <a:r>
                <a:rPr sz="2000" spc="-185" dirty="0">
                  <a:latin typeface="Arial MT"/>
                  <a:cs typeface="Arial MT"/>
                </a:rPr>
                <a:t>s</a:t>
              </a:r>
              <a:r>
                <a:rPr sz="2000" spc="-95" dirty="0">
                  <a:latin typeface="Arial MT"/>
                  <a:cs typeface="Arial MT"/>
                </a:rPr>
                <a:t>l</a:t>
              </a:r>
              <a:r>
                <a:rPr sz="2000" spc="-155" dirty="0">
                  <a:latin typeface="Arial MT"/>
                  <a:cs typeface="Arial MT"/>
                </a:rPr>
                <a:t>ot</a:t>
              </a:r>
              <a:endParaRPr sz="2000">
                <a:latin typeface="Arial MT"/>
                <a:cs typeface="Arial MT"/>
              </a:endParaRPr>
            </a:p>
          </p:txBody>
        </p:sp>
      </p:grpSp>
      <p:sp>
        <p:nvSpPr>
          <p:cNvPr id="1056" name="object 504">
            <a:extLst>
              <a:ext uri="{FF2B5EF4-FFF2-40B4-BE49-F238E27FC236}">
                <a16:creationId xmlns:a16="http://schemas.microsoft.com/office/drawing/2014/main" id="{AE2AA0DA-FA2D-568E-45E7-994A630B6F13}"/>
              </a:ext>
            </a:extLst>
          </p:cNvPr>
          <p:cNvSpPr txBox="1"/>
          <p:nvPr/>
        </p:nvSpPr>
        <p:spPr>
          <a:xfrm>
            <a:off x="230824" y="1924752"/>
            <a:ext cx="474489" cy="4190892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3735"/>
              </a:lnSpc>
            </a:pPr>
            <a:r>
              <a:rPr sz="3200" spc="-55" dirty="0">
                <a:latin typeface="Arial MT"/>
                <a:cs typeface="Arial MT"/>
              </a:rPr>
              <a:t>T</a:t>
            </a:r>
            <a:r>
              <a:rPr sz="3200" spc="-5" dirty="0">
                <a:latin typeface="Arial MT"/>
                <a:cs typeface="Arial MT"/>
              </a:rPr>
              <a:t>im</a:t>
            </a:r>
            <a:r>
              <a:rPr sz="3200" dirty="0">
                <a:latin typeface="Arial MT"/>
                <a:cs typeface="Arial MT"/>
              </a:rPr>
              <a:t>e</a:t>
            </a:r>
            <a:r>
              <a:rPr sz="3200" spc="-1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(p</a:t>
            </a:r>
            <a:r>
              <a:rPr sz="3200" spc="5" dirty="0">
                <a:latin typeface="Arial MT"/>
                <a:cs typeface="Arial MT"/>
              </a:rPr>
              <a:t>r</a:t>
            </a:r>
            <a:r>
              <a:rPr sz="3200" spc="-5" dirty="0">
                <a:latin typeface="Arial MT"/>
                <a:cs typeface="Arial MT"/>
              </a:rPr>
              <a:t>o</a:t>
            </a:r>
            <a:r>
              <a:rPr sz="3200" spc="5" dirty="0">
                <a:latin typeface="Arial MT"/>
                <a:cs typeface="Arial MT"/>
              </a:rPr>
              <a:t>c</a:t>
            </a:r>
            <a:r>
              <a:rPr sz="3200" spc="-5" dirty="0">
                <a:latin typeface="Arial MT"/>
                <a:cs typeface="Arial MT"/>
              </a:rPr>
              <a:t>e</a:t>
            </a:r>
            <a:r>
              <a:rPr sz="3200" spc="5" dirty="0">
                <a:latin typeface="Arial MT"/>
                <a:cs typeface="Arial MT"/>
              </a:rPr>
              <a:t>s</a:t>
            </a:r>
            <a:r>
              <a:rPr sz="3200" spc="-5" dirty="0">
                <a:latin typeface="Arial MT"/>
                <a:cs typeface="Arial MT"/>
              </a:rPr>
              <a:t>s</a:t>
            </a:r>
            <a:r>
              <a:rPr sz="3200" spc="5" dirty="0">
                <a:latin typeface="Arial MT"/>
                <a:cs typeface="Arial MT"/>
              </a:rPr>
              <a:t>o</a:t>
            </a:r>
            <a:r>
              <a:rPr sz="3200" dirty="0">
                <a:latin typeface="Arial MT"/>
                <a:cs typeface="Arial MT"/>
              </a:rPr>
              <a:t>r</a:t>
            </a:r>
            <a:r>
              <a:rPr sz="3200" spc="-19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c</a:t>
            </a:r>
            <a:r>
              <a:rPr sz="3200" spc="10" dirty="0">
                <a:latin typeface="Arial MT"/>
                <a:cs typeface="Arial MT"/>
              </a:rPr>
              <a:t>y</a:t>
            </a:r>
            <a:r>
              <a:rPr sz="3200" spc="-5" dirty="0">
                <a:latin typeface="Arial MT"/>
                <a:cs typeface="Arial MT"/>
              </a:rPr>
              <a:t>c</a:t>
            </a:r>
            <a:r>
              <a:rPr sz="3200" spc="5" dirty="0">
                <a:latin typeface="Arial MT"/>
                <a:cs typeface="Arial MT"/>
              </a:rPr>
              <a:t>l</a:t>
            </a:r>
            <a:r>
              <a:rPr sz="3200" spc="-5" dirty="0">
                <a:latin typeface="Arial MT"/>
                <a:cs typeface="Arial MT"/>
              </a:rPr>
              <a:t>e)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1057" name="Footer Placeholder 3">
            <a:extLst>
              <a:ext uri="{FF2B5EF4-FFF2-40B4-BE49-F238E27FC236}">
                <a16:creationId xmlns:a16="http://schemas.microsoft.com/office/drawing/2014/main" id="{BF9B9872-E906-1ECF-8474-80A0E825A759}"/>
              </a:ext>
            </a:extLst>
          </p:cNvPr>
          <p:cNvSpPr txBox="1">
            <a:spLocks/>
          </p:cNvSpPr>
          <p:nvPr/>
        </p:nvSpPr>
        <p:spPr>
          <a:xfrm>
            <a:off x="2621280" y="6356350"/>
            <a:ext cx="55321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719323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25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17415</TotalTime>
  <Words>1725</Words>
  <Application>Microsoft Office PowerPoint</Application>
  <PresentationFormat>Widescreen</PresentationFormat>
  <Paragraphs>532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8" baseType="lpstr">
      <vt:lpstr>Arial</vt:lpstr>
      <vt:lpstr>Arial MT</vt:lpstr>
      <vt:lpstr>AUdimat</vt:lpstr>
      <vt:lpstr>Calibri</vt:lpstr>
      <vt:lpstr>Calibri body</vt:lpstr>
      <vt:lpstr>Calibri Light</vt:lpstr>
      <vt:lpstr>Cambria</vt:lpstr>
      <vt:lpstr>Comic Sans MS</vt:lpstr>
      <vt:lpstr>Courier</vt:lpstr>
      <vt:lpstr>Gill Sans MT</vt:lpstr>
      <vt:lpstr>Helvetica</vt:lpstr>
      <vt:lpstr>Marker Felt</vt:lpstr>
      <vt:lpstr>Tahoma</vt:lpstr>
      <vt:lpstr>Verdana</vt:lpstr>
      <vt:lpstr>Wingdings</vt:lpstr>
      <vt:lpstr>Office Theme</vt:lpstr>
      <vt:lpstr>CS773-2025-Spring:  Computer Architecture for Performance and Security</vt:lpstr>
      <vt:lpstr>Phones on silence, please   Thank You </vt:lpstr>
      <vt:lpstr>Vanilla 5-stage pipeline</vt:lpstr>
      <vt:lpstr>Data dependences (hazards)</vt:lpstr>
      <vt:lpstr>Data Hazards</vt:lpstr>
      <vt:lpstr>Data Hazards (Examples)</vt:lpstr>
      <vt:lpstr>Control Hazards: An Example</vt:lpstr>
      <vt:lpstr>What and Where? Control Hazard</vt:lpstr>
      <vt:lpstr>Branches: Taken/Not Taken and Target</vt:lpstr>
      <vt:lpstr>Branch Prediction: 10K Feet View</vt:lpstr>
      <vt:lpstr>Branch Predictor: A bit deeper</vt:lpstr>
      <vt:lpstr>Let’s see</vt:lpstr>
      <vt:lpstr>Let’s see</vt:lpstr>
      <vt:lpstr>Let’s see</vt:lpstr>
      <vt:lpstr>Two Level Branch Predictors </vt:lpstr>
      <vt:lpstr>BTB (Target Address Predictor)</vt:lpstr>
      <vt:lpstr>Exception handling and Pipelining</vt:lpstr>
      <vt:lpstr>Contd.</vt:lpstr>
      <vt:lpstr>Contd.</vt:lpstr>
      <vt:lpstr>Beyond Scalar</vt:lpstr>
      <vt:lpstr>Instruction Level Parallelism (ILP)</vt:lpstr>
      <vt:lpstr>Superscalar Processor</vt:lpstr>
      <vt:lpstr>Modern Processors: In-order fetch</vt:lpstr>
      <vt:lpstr>Modern Processors: Out-of-order Execute</vt:lpstr>
      <vt:lpstr>Modern Processors: In-order Commit</vt:lpstr>
      <vt:lpstr>Modern Processors: In-order Commit</vt:lpstr>
      <vt:lpstr>Modern Processors: Speculative Execution</vt:lpstr>
      <vt:lpstr>Modern Processors: Speculative Execution</vt:lpstr>
      <vt:lpstr>Transient instruction</vt:lpstr>
      <vt:lpstr>Speculative Execution-II</vt:lpstr>
      <vt:lpstr>Three Great tastes that tastes great together</vt:lpstr>
      <vt:lpstr>Single-thread to SMT (Yes IBM, no Apple)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Biswabandan</dc:creator>
  <cp:lastModifiedBy>Biswabandan</cp:lastModifiedBy>
  <cp:revision>988</cp:revision>
  <dcterms:created xsi:type="dcterms:W3CDTF">2021-05-31T06:57:48Z</dcterms:created>
  <dcterms:modified xsi:type="dcterms:W3CDTF">2025-02-06T14:49:58Z</dcterms:modified>
</cp:coreProperties>
</file>